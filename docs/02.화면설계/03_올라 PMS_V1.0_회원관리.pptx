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0" r:id="rId1"/>
  </p:sldMasterIdLst>
  <p:notesMasterIdLst>
    <p:notesMasterId r:id="rId16"/>
  </p:notesMasterIdLst>
  <p:handoutMasterIdLst>
    <p:handoutMasterId r:id="rId17"/>
  </p:handoutMasterIdLst>
  <p:sldIdLst>
    <p:sldId id="593" r:id="rId2"/>
    <p:sldId id="594" r:id="rId3"/>
    <p:sldId id="1281" r:id="rId4"/>
    <p:sldId id="1243" r:id="rId5"/>
    <p:sldId id="1248" r:id="rId6"/>
    <p:sldId id="1249" r:id="rId7"/>
    <p:sldId id="1308" r:id="rId8"/>
    <p:sldId id="1309" r:id="rId9"/>
    <p:sldId id="1310" r:id="rId10"/>
    <p:sldId id="1311" r:id="rId11"/>
    <p:sldId id="1282" r:id="rId12"/>
    <p:sldId id="1283" r:id="rId13"/>
    <p:sldId id="1284" r:id="rId14"/>
    <p:sldId id="1285" r:id="rId15"/>
  </p:sldIdLst>
  <p:sldSz cx="12192000" cy="6858000"/>
  <p:notesSz cx="9928225" cy="67976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C5E51F6-E9D1-434F-8C5A-59C1BF3F625F}">
          <p14:sldIdLst>
            <p14:sldId id="593"/>
            <p14:sldId id="594"/>
          </p14:sldIdLst>
        </p14:section>
        <p14:section name="호텔 관리자 관리" id="{6FEED677-355B-EA42-BB9B-49E68D9AD91E}">
          <p14:sldIdLst>
            <p14:sldId id="1281"/>
            <p14:sldId id="1243"/>
            <p14:sldId id="1248"/>
            <p14:sldId id="1249"/>
          </p14:sldIdLst>
        </p14:section>
        <p14:section name="프로퍼티 관리자 관리" id="{557D451A-2E91-1941-87D4-5FB4CC92FE7A}">
          <p14:sldIdLst>
            <p14:sldId id="1308"/>
            <p14:sldId id="1309"/>
            <p14:sldId id="1310"/>
            <p14:sldId id="1311"/>
          </p14:sldIdLst>
        </p14:section>
        <p14:section name="블루웨이브 관리자 관리" id="{83CF4159-CB59-604C-B55C-F7ACBCA2F9D2}">
          <p14:sldIdLst>
            <p14:sldId id="1282"/>
            <p14:sldId id="1283"/>
            <p14:sldId id="1284"/>
            <p14:sldId id="128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VNB10081" initials="M" lastIdx="1" clrIdx="0">
    <p:extLst>
      <p:ext uri="{19B8F6BF-5375-455C-9EA6-DF929625EA0E}">
        <p15:presenceInfo xmlns:p15="http://schemas.microsoft.com/office/powerpoint/2012/main" userId="MVNB10081" providerId="None"/>
      </p:ext>
    </p:extLst>
  </p:cmAuthor>
  <p:cmAuthor id="2" name="MV-NB-10035" initials="M" lastIdx="1" clrIdx="1">
    <p:extLst>
      <p:ext uri="{19B8F6BF-5375-455C-9EA6-DF929625EA0E}">
        <p15:presenceInfo xmlns:p15="http://schemas.microsoft.com/office/powerpoint/2012/main" userId="MV-NB-10035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1588EC"/>
    <a:srgbClr val="E4E4E4"/>
    <a:srgbClr val="0971CE"/>
    <a:srgbClr val="BEDDFA"/>
    <a:srgbClr val="E0E0E0"/>
    <a:srgbClr val="21AB75"/>
    <a:srgbClr val="999999"/>
    <a:srgbClr val="F5F6F6"/>
    <a:srgbClr val="F3EC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76" autoAdjust="0"/>
    <p:restoredTop sz="94944" autoAdjust="0"/>
  </p:normalViewPr>
  <p:slideViewPr>
    <p:cSldViewPr>
      <p:cViewPr varScale="1">
        <p:scale>
          <a:sx n="135" d="100"/>
          <a:sy n="135" d="100"/>
        </p:scale>
        <p:origin x="4176" y="464"/>
      </p:cViewPr>
      <p:guideLst/>
    </p:cSldViewPr>
  </p:slideViewPr>
  <p:outlineViewPr>
    <p:cViewPr>
      <p:scale>
        <a:sx n="33" d="100"/>
        <a:sy n="33" d="100"/>
      </p:scale>
      <p:origin x="0" y="-278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2" d="100"/>
          <a:sy n="112" d="100"/>
        </p:scale>
        <p:origin x="4062" y="84"/>
      </p:cViewPr>
      <p:guideLst>
        <p:guide orient="horz" pos="2141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3C4621B-3802-BC5C-C7E4-2E6BB46ADC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894800-2685-6DF9-667F-9C47B9CD44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925" y="0"/>
            <a:ext cx="4303713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869EB4-CB51-6C4C-9306-F25758FE889F}" type="datetimeFigureOut">
              <a:rPr kumimoji="1" lang="ko-KR" altLang="en-US" smtClean="0"/>
              <a:t>2025. 2. 20.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B0BC5F-69EC-00D0-A672-6847C18774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4EAFA5-28B5-AABF-828A-82F428860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925" y="6456363"/>
            <a:ext cx="4303713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EBA4E0-88B1-BD4F-986C-2E10F92CF5B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87959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698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E8AA0AC2-7CD3-45F0-8700-682885C075CF}" type="datetimeFigureOut">
              <a:rPr lang="ko-KR" altLang="en-US" smtClean="0"/>
              <a:pPr>
                <a:defRPr/>
              </a:pPr>
              <a:t>2025. 2. 20.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3900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21" tIns="45661" rIns="91321" bIns="45661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321" tIns="45661" rIns="91321" bIns="45661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698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14077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7987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4256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F449D-8510-72D6-0CC9-9646A417B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1CFE3A-67F2-525D-2058-A00F317202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DFC48F-DF94-A34D-CB17-603C4C4EE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9F2CC9-2F33-D79C-C28D-BBEB6E8E26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2266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1DB9A-C8EB-9689-798F-AB6A6E825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D0A594-F19C-6835-8F97-1D54FC8A33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C6D22F-EE74-ED93-A496-4FA148DD36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DAC638-4878-1ECC-9961-54DABD97E4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64846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51834-3207-61A7-416B-3698631AE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E3888E-1956-1668-176B-597FBFF6A2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9A46F4-DA76-C596-88AB-99FA7D444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7622E2-4763-1C06-941E-A2D68C64A6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380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EC5D8-5AEF-4B0B-BDF8-5A1CC6115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BCB156-4496-A247-C1F5-A9FC8578D9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E87204-39B3-4206-9F52-14353EAB8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DA1DD1-B11D-5381-CDAC-24D73B5CF2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78400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101C4-4E70-1F49-9326-F2E206351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469BC89-B984-C1E4-F4C2-102E458078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052249-C338-EDBC-4B4F-19C30C06CA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3D5131-5A27-0E1A-A7DF-0140013AF9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05966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A5F15-D419-91F5-1465-FEDA3357D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8C60A0-5590-CF2E-D6D3-B6A0B9B49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965C39-0210-4E3C-2DD4-C8343E6E2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F14857-5279-9C8C-6D61-A146F942E7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46724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02DF3-7D07-440C-F272-E79AB5E44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B4B16F-309C-3C6D-4919-5B90AA1CC2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2A5FA14-4687-B119-0AB4-116D3CB93E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ECD49-9AB9-0B58-E6AA-B9FB43835A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04060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1CC19-C917-4285-B727-99404B20E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E875FF-C000-2B10-FFBD-4F25A2BA1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6639FB-44F6-C744-717F-CC0A7E2CF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8B630D-D278-B995-A03A-67E632846F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4114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12191999" cy="421200"/>
          </a:xfrm>
          <a:prstGeom prst="rect">
            <a:avLst/>
          </a:prstGeom>
          <a:solidFill>
            <a:srgbClr val="0E27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51607" y="6525345"/>
            <a:ext cx="439514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6713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20349" y="6525345"/>
            <a:ext cx="502031" cy="246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10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10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1309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2178868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19F228D-6EB5-FA35-7212-5C6A861037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085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2603476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E9E2F35-5318-8685-0C4C-8E540A7EF9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415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085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49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2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283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04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292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85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504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341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3838BF-7557-FEF1-B2AA-498A086256BC}"/>
              </a:ext>
            </a:extLst>
          </p:cNvPr>
          <p:cNvSpPr/>
          <p:nvPr userDrawn="1"/>
        </p:nvSpPr>
        <p:spPr>
          <a:xfrm>
            <a:off x="3274494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47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187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70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936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73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3630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2FBCDB-7E6D-2444-82FC-E0DD0008E376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A377AE5-DBBE-4F43-B071-F42D175B4D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86FC96D-27C7-C448-A94A-B179B78458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5F324CF-8C6F-AF45-91D4-B94407D4CC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05486" y="495721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108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473825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8208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949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431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37231016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369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화면설계_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31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95772695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139C0C-91F0-4795-9439-C314284C641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7165E61F-BA38-49D5-8F96-A71EFAF80B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41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8054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72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15" r:id="rId2"/>
    <p:sldLayoutId id="2147483858" r:id="rId3"/>
    <p:sldLayoutId id="2147483859" r:id="rId4"/>
    <p:sldLayoutId id="2147483861" r:id="rId5"/>
    <p:sldLayoutId id="2147483862" r:id="rId6"/>
    <p:sldLayoutId id="2147483863" r:id="rId7"/>
    <p:sldLayoutId id="2147483871" r:id="rId8"/>
    <p:sldLayoutId id="2147483867" r:id="rId9"/>
    <p:sldLayoutId id="2147483870" r:id="rId10"/>
    <p:sldLayoutId id="2147483865" r:id="rId11"/>
    <p:sldLayoutId id="2147483866" r:id="rId12"/>
    <p:sldLayoutId id="2147483864" r:id="rId13"/>
    <p:sldLayoutId id="2147483873" r:id="rId14"/>
    <p:sldLayoutId id="2147483860" r:id="rId15"/>
    <p:sldLayoutId id="2147483868" r:id="rId16"/>
    <p:sldLayoutId id="2147483872" r:id="rId17"/>
    <p:sldLayoutId id="2147483840" r:id="rId18"/>
    <p:sldLayoutId id="2147483846" r:id="rId19"/>
    <p:sldLayoutId id="2147483848" r:id="rId20"/>
    <p:sldLayoutId id="2147483869" r:id="rId21"/>
    <p:sldLayoutId id="2147483847" r:id="rId22"/>
    <p:sldLayoutId id="2147483843" r:id="rId23"/>
    <p:sldLayoutId id="2147483844" r:id="rId24"/>
    <p:sldLayoutId id="2147483825" r:id="rId25"/>
    <p:sldLayoutId id="2147483801" r:id="rId26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124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248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373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497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83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08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432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56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8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73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97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21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45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7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9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3" Type="http://schemas.openxmlformats.org/officeDocument/2006/relationships/tags" Target="../tags/tag7.xml"/><Relationship Id="rId7" Type="http://schemas.openxmlformats.org/officeDocument/2006/relationships/slideLayout" Target="../slideLayouts/slideLayout25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notesSlide" Target="../notesSlides/notesSlide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00B8047-21F8-65F7-4511-06941C793E18}"/>
              </a:ext>
            </a:extLst>
          </p:cNvPr>
          <p:cNvSpPr/>
          <p:nvPr/>
        </p:nvSpPr>
        <p:spPr>
          <a:xfrm>
            <a:off x="12899" y="1"/>
            <a:ext cx="9696400" cy="6857999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solidFill>
                <a:srgbClr val="0E273B"/>
              </a:solidFill>
              <a:latin typeface="NanumGothic" panose="020D0604000000000000" pitchFamily="34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9376" y="2276872"/>
            <a:ext cx="7272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올라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(Hola)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PMS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구축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회원 관리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B3CFB0-434E-9EC3-C647-5D39A79CE9E9}"/>
              </a:ext>
            </a:extLst>
          </p:cNvPr>
          <p:cNvSpPr txBox="1"/>
          <p:nvPr/>
        </p:nvSpPr>
        <p:spPr>
          <a:xfrm>
            <a:off x="703143" y="4869160"/>
            <a:ext cx="6078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2025.1</a:t>
            </a:r>
            <a:endParaRPr lang="ko-KR" altLang="en-US" sz="10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19B1AC-406F-613B-7B8E-CCA7A79EC1EA}"/>
              </a:ext>
            </a:extLst>
          </p:cNvPr>
          <p:cNvSpPr txBox="1"/>
          <p:nvPr/>
        </p:nvSpPr>
        <p:spPr>
          <a:xfrm>
            <a:off x="703143" y="5298740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by</a:t>
            </a:r>
            <a:r>
              <a:rPr lang="ko-KR" altLang="en-US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Bluewave</a:t>
            </a:r>
            <a:endParaRPr lang="ko-KR" altLang="en-US" sz="14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cxnSp>
        <p:nvCxnSpPr>
          <p:cNvPr id="10" name="직선 연결선 26">
            <a:extLst>
              <a:ext uri="{FF2B5EF4-FFF2-40B4-BE49-F238E27FC236}">
                <a16:creationId xmlns:a16="http://schemas.microsoft.com/office/drawing/2014/main" id="{C097CB60-C949-A811-C665-4F285C858A3D}"/>
              </a:ext>
            </a:extLst>
          </p:cNvPr>
          <p:cNvCxnSpPr>
            <a:cxnSpLocks/>
          </p:cNvCxnSpPr>
          <p:nvPr/>
        </p:nvCxnSpPr>
        <p:spPr>
          <a:xfrm>
            <a:off x="794357" y="5200948"/>
            <a:ext cx="266646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94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57A7AD3A-9DD8-E707-5CC7-4618915AE368}"/>
              </a:ext>
            </a:extLst>
          </p:cNvPr>
          <p:cNvSpPr txBox="1">
            <a:spLocks/>
          </p:cNvSpPr>
          <p:nvPr/>
        </p:nvSpPr>
        <p:spPr>
          <a:xfrm>
            <a:off x="407368" y="260648"/>
            <a:ext cx="1266825" cy="29102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r>
              <a:rPr kumimoji="0"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개정 이력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133C224-A8E8-2BEB-7265-0D74AD2D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121139"/>
              </p:ext>
            </p:extLst>
          </p:nvPr>
        </p:nvGraphicFramePr>
        <p:xfrm>
          <a:off x="320130" y="764704"/>
          <a:ext cx="11320486" cy="27418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8">
                  <a:extLst>
                    <a:ext uri="{9D8B030D-6E8A-4147-A177-3AD203B41FA5}">
                      <a16:colId xmlns:a16="http://schemas.microsoft.com/office/drawing/2014/main" val="3393011105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6614920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509239257"/>
                    </a:ext>
                  </a:extLst>
                </a:gridCol>
                <a:gridCol w="1354731">
                  <a:extLst>
                    <a:ext uri="{9D8B030D-6E8A-4147-A177-3AD203B41FA5}">
                      <a16:colId xmlns:a16="http://schemas.microsoft.com/office/drawing/2014/main" val="557358696"/>
                    </a:ext>
                  </a:extLst>
                </a:gridCol>
                <a:gridCol w="1741613">
                  <a:extLst>
                    <a:ext uri="{9D8B030D-6E8A-4147-A177-3AD203B41FA5}">
                      <a16:colId xmlns:a16="http://schemas.microsoft.com/office/drawing/2014/main" val="31417053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버전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개정내용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개정일자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작성자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300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V0.1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최초 작성</a:t>
                      </a:r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2025-01-15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박성광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778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V1.0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리뷰 내용 전체 반영</a:t>
                      </a:r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2025-02-17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박성광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912996"/>
                  </a:ext>
                </a:extLst>
              </a:tr>
              <a:tr h="28824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19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481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271077"/>
                  </a:ext>
                </a:extLst>
              </a:tr>
              <a:tr h="15722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468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844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730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273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305127"/>
                  </a:ext>
                </a:extLst>
              </a:tr>
            </a:tbl>
          </a:graphicData>
        </a:graphic>
      </p:graphicFrame>
      <p:cxnSp>
        <p:nvCxnSpPr>
          <p:cNvPr id="9" name="직선 연결선 3">
            <a:extLst>
              <a:ext uri="{FF2B5EF4-FFF2-40B4-BE49-F238E27FC236}">
                <a16:creationId xmlns:a16="http://schemas.microsoft.com/office/drawing/2014/main" id="{B5B5739F-6413-69C2-5017-304829A0DB7D}"/>
              </a:ext>
            </a:extLst>
          </p:cNvPr>
          <p:cNvCxnSpPr/>
          <p:nvPr/>
        </p:nvCxnSpPr>
        <p:spPr>
          <a:xfrm>
            <a:off x="321643" y="263189"/>
            <a:ext cx="0" cy="273240"/>
          </a:xfrm>
          <a:prstGeom prst="line">
            <a:avLst/>
          </a:prstGeom>
          <a:ln w="57150">
            <a:solidFill>
              <a:srgbClr val="0E2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021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EE397-2FCC-3C9F-05F8-B8D12C4B4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853636F-6CD4-5BA3-3F0D-D51BC18A94F0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호텔관리자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BA9FBD-2638-493A-0DAF-D0DB2C5EB035}"/>
              </a:ext>
            </a:extLst>
          </p:cNvPr>
          <p:cNvSpPr txBox="1"/>
          <p:nvPr/>
        </p:nvSpPr>
        <p:spPr>
          <a:xfrm>
            <a:off x="3431704" y="5517232"/>
            <a:ext cx="5788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2400" i="1" dirty="0" err="1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공통헤더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kumimoji="1" lang="en-US" altLang="ko-KR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: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호텔 </a:t>
            </a:r>
            <a:r>
              <a:rPr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미 선택 시 메뉴 진입 불가</a:t>
            </a:r>
          </a:p>
        </p:txBody>
      </p:sp>
    </p:spTree>
    <p:extLst>
      <p:ext uri="{BB962C8B-B14F-4D97-AF65-F5344CB8AC3E}">
        <p14:creationId xmlns:p14="http://schemas.microsoft.com/office/powerpoint/2010/main" val="4156749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8BE83-A4D3-D186-FDE4-529885303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036CCCFC-3E74-78C0-C672-64A03AB85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호텔 관리자 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8AF9C8F3-728F-02DB-C519-A8B6EF71A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회원관리 </a:t>
            </a:r>
            <a:r>
              <a:rPr lang="en-US" altLang="ko-KR" dirty="0"/>
              <a:t>&gt;</a:t>
            </a:r>
            <a:r>
              <a:rPr lang="ko-KR" altLang="en-US" dirty="0"/>
              <a:t> 호텔 관리자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DED0A28-7479-8121-0B97-3B92C96BDD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2A58F21D-776D-101F-5CE0-B365DBF457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회원관리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8468876-2C66-9DAD-11AF-5E288B1D5FCA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9F470E4-E8B9-2714-DF82-2575CA7890DF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96C2F0B-DA6B-42F2-D338-A86D6CC7C957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회원관리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D2DCA4C-9C42-9C6A-824A-CFB31642D5A1}"/>
              </a:ext>
            </a:extLst>
          </p:cNvPr>
          <p:cNvSpPr/>
          <p:nvPr/>
        </p:nvSpPr>
        <p:spPr bwMode="auto">
          <a:xfrm>
            <a:off x="-106106" y="910107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F58BD52-A470-9310-C404-0BFD9B6AF813}"/>
              </a:ext>
            </a:extLst>
          </p:cNvPr>
          <p:cNvSpPr/>
          <p:nvPr/>
        </p:nvSpPr>
        <p:spPr>
          <a:xfrm>
            <a:off x="-14" y="808615"/>
            <a:ext cx="1318349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호텔 관리자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561845FB-BB5F-7D7B-F0B6-5C47A530C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928211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블루웨이브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페이지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FF43AAFB-AA94-E297-AA64-689BF17A18DD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호텔 관리자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74F67CF1-36F1-1232-6FA7-CCC356E860F9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24F90CBA-F4F5-AFC7-2BFE-87492C449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484268"/>
              </p:ext>
            </p:extLst>
          </p:nvPr>
        </p:nvGraphicFramePr>
        <p:xfrm>
          <a:off x="1448266" y="888081"/>
          <a:ext cx="7816085" cy="750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글래드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호텔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아이디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관리자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338853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계정 상태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686952"/>
                  </a:ext>
                </a:extLst>
              </a:tr>
            </a:tbl>
          </a:graphicData>
        </a:graphic>
      </p:graphicFrame>
      <p:sp>
        <p:nvSpPr>
          <p:cNvPr id="35" name="Text Box">
            <a:extLst>
              <a:ext uri="{FF2B5EF4-FFF2-40B4-BE49-F238E27FC236}">
                <a16:creationId xmlns:a16="http://schemas.microsoft.com/office/drawing/2014/main" id="{701AC1F4-0EDF-2017-5106-11B025B1D985}"/>
              </a:ext>
            </a:extLst>
          </p:cNvPr>
          <p:cNvSpPr>
            <a:spLocks/>
          </p:cNvSpPr>
          <p:nvPr/>
        </p:nvSpPr>
        <p:spPr bwMode="auto">
          <a:xfrm>
            <a:off x="2721031" y="1168373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아이디를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4961B274-DC9A-D03E-98EA-F6A74CDED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612063"/>
              </p:ext>
            </p:extLst>
          </p:nvPr>
        </p:nvGraphicFramePr>
        <p:xfrm>
          <a:off x="1447441" y="1964858"/>
          <a:ext cx="7816911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8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2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5211">
                  <a:extLst>
                    <a:ext uri="{9D8B030D-6E8A-4147-A177-3AD203B41FA5}">
                      <a16:colId xmlns:a16="http://schemas.microsoft.com/office/drawing/2014/main" val="2007734128"/>
                    </a:ext>
                  </a:extLst>
                </a:gridCol>
                <a:gridCol w="2718442">
                  <a:extLst>
                    <a:ext uri="{9D8B030D-6E8A-4147-A177-3AD203B41FA5}">
                      <a16:colId xmlns:a16="http://schemas.microsoft.com/office/drawing/2014/main" val="2048692434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397740437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관리자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계정 유형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계정 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회원가입입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 여의도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마포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메종 제주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관리자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선우*아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 여의도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마포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메종 제주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관리자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 여의도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마포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메종 제주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관리자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 여의도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마포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메종 제주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관리자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 여의도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마포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메종 제주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관리자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 여의도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마포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메종 제주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관리자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 여의도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마포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메종 제주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관리자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 여의도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마포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메종 제주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관리자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 여의도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마포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메종 제주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관리자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 여의도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마포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메종 제주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관리자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 여의도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마포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글래드 메종 제주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관리자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여의도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마포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메종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제주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관리자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3477AAAB-D465-4506-EFC2-A9B2C1A4BA0E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76EC6D0-7C72-4E9D-F6E0-05532E716F5B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58" name="Text Box">
            <a:extLst>
              <a:ext uri="{FF2B5EF4-FFF2-40B4-BE49-F238E27FC236}">
                <a16:creationId xmlns:a16="http://schemas.microsoft.com/office/drawing/2014/main" id="{015EE7E2-782B-861A-7265-AF39693C9369}"/>
              </a:ext>
            </a:extLst>
          </p:cNvPr>
          <p:cNvSpPr>
            <a:spLocks/>
          </p:cNvSpPr>
          <p:nvPr/>
        </p:nvSpPr>
        <p:spPr bwMode="auto">
          <a:xfrm>
            <a:off x="6660248" y="1164683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이름을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BE6499A-F5B4-EB3E-4210-0766039B0186}"/>
              </a:ext>
            </a:extLst>
          </p:cNvPr>
          <p:cNvSpPr/>
          <p:nvPr/>
        </p:nvSpPr>
        <p:spPr>
          <a:xfrm>
            <a:off x="8616281" y="1718309"/>
            <a:ext cx="645600" cy="158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 관리자 등록</a:t>
            </a:r>
          </a:p>
        </p:txBody>
      </p:sp>
      <p:sp>
        <p:nvSpPr>
          <p:cNvPr id="65" name="Teardrop 1">
            <a:extLst>
              <a:ext uri="{FF2B5EF4-FFF2-40B4-BE49-F238E27FC236}">
                <a16:creationId xmlns:a16="http://schemas.microsoft.com/office/drawing/2014/main" id="{3CBE0AB3-1461-F8A4-BBB3-A0B8E163039F}"/>
              </a:ext>
            </a:extLst>
          </p:cNvPr>
          <p:cNvSpPr/>
          <p:nvPr/>
        </p:nvSpPr>
        <p:spPr>
          <a:xfrm rot="16200000" flipH="1" flipV="1">
            <a:off x="1890450" y="2086175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1" name="Click">
            <a:extLst>
              <a:ext uri="{FF2B5EF4-FFF2-40B4-BE49-F238E27FC236}">
                <a16:creationId xmlns:a16="http://schemas.microsoft.com/office/drawing/2014/main" id="{1AEB34CC-F043-9F4A-8B69-819F9D8374DD}"/>
              </a:ext>
            </a:extLst>
          </p:cNvPr>
          <p:cNvGrpSpPr>
            <a:grpSpLocks noChangeAspect="1"/>
          </p:cNvGrpSpPr>
          <p:nvPr/>
        </p:nvGrpSpPr>
        <p:grpSpPr>
          <a:xfrm>
            <a:off x="2351584" y="2326566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96E4B97B-2061-10BF-709C-D8015338732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0A855424-1A2D-B2C5-A03C-6E2A313693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08" name="Pagination">
            <a:extLst>
              <a:ext uri="{FF2B5EF4-FFF2-40B4-BE49-F238E27FC236}">
                <a16:creationId xmlns:a16="http://schemas.microsoft.com/office/drawing/2014/main" id="{797BE9C9-F2F5-932C-33E8-B21ED4D810FC}"/>
              </a:ext>
            </a:extLst>
          </p:cNvPr>
          <p:cNvSpPr txBox="1"/>
          <p:nvPr/>
        </p:nvSpPr>
        <p:spPr>
          <a:xfrm>
            <a:off x="4702956" y="4759580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4E04A42-FE03-BFBE-52E3-E5996A353E0A}"/>
              </a:ext>
            </a:extLst>
          </p:cNvPr>
          <p:cNvGrpSpPr/>
          <p:nvPr/>
        </p:nvGrpSpPr>
        <p:grpSpPr>
          <a:xfrm>
            <a:off x="1446413" y="1704925"/>
            <a:ext cx="1842121" cy="200055"/>
            <a:chOff x="1446413" y="1985887"/>
            <a:chExt cx="1842121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EF40188-80FE-6DEB-B130-08B3D3E758F2}"/>
                </a:ext>
              </a:extLst>
            </p:cNvPr>
            <p:cNvSpPr txBox="1"/>
            <p:nvPr/>
          </p:nvSpPr>
          <p:spPr>
            <a:xfrm>
              <a:off x="2382517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E5C1029F-A6C9-40EF-6D2C-AF5AADED61BF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8ADB02BB-3C3E-AE28-7452-F3C3C46E14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D287F79C-F3E3-9D0C-D028-695B328B3A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1" name="Teardrop 1">
            <a:extLst>
              <a:ext uri="{FF2B5EF4-FFF2-40B4-BE49-F238E27FC236}">
                <a16:creationId xmlns:a16="http://schemas.microsoft.com/office/drawing/2014/main" id="{6E5DCD5F-18EB-8E01-2218-CED641719A3F}"/>
              </a:ext>
            </a:extLst>
          </p:cNvPr>
          <p:cNvSpPr/>
          <p:nvPr/>
        </p:nvSpPr>
        <p:spPr>
          <a:xfrm rot="16200000" flipH="1" flipV="1">
            <a:off x="8492494" y="162020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3989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DF45B-654C-2C92-048A-72A354C31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9E393A92-C874-5AF6-1F94-628CF9387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호텔 관리자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BE43093F-771C-54CC-EFFA-01DD9B44F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회원관리 </a:t>
            </a:r>
            <a:r>
              <a:rPr lang="en-US" altLang="ko-KR" dirty="0"/>
              <a:t>&gt;</a:t>
            </a:r>
            <a:r>
              <a:rPr lang="ko-KR" altLang="en-US" dirty="0"/>
              <a:t> 호텔 관리자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699D76B-1E08-AEEA-4A63-34D8A278AA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107CD645-E9C5-4DE5-BC28-21B37A267D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회원관리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F9493A3-7283-29EF-0C7D-2618BFBEB4F6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D10E4AE-7FD0-62D0-D44A-28D0C3DD66E2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5A132DB-09E4-3F38-BA66-EF9B37331663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회원관리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EFE819BB-BA18-8B50-804F-4737D29B0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06681"/>
              </p:ext>
            </p:extLst>
          </p:nvPr>
        </p:nvGraphicFramePr>
        <p:xfrm>
          <a:off x="9406740" y="440717"/>
          <a:ext cx="2785260" cy="3260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블루웨이브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아이디 중복 확인 필수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개만 설정 가능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없는 경우 저장 및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리스트 페이지로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7E5BCB14-59A3-0F3A-44CE-29C4B3FB4741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호텔 관리자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074A954B-4B03-F9F0-137A-4DAAACC2CB25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E84E284-55A5-2AF7-5943-C3684E0DD8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872410"/>
              </p:ext>
            </p:extLst>
          </p:nvPr>
        </p:nvGraphicFramePr>
        <p:xfrm>
          <a:off x="1513108" y="1138560"/>
          <a:ext cx="7746199" cy="35046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2532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371219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후 시스템에서 생성 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계정 유형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관리자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가입일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후 시스템에서 생성 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계정 상태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호텔 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호텔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616743"/>
                  </a:ext>
                </a:extLst>
              </a:tr>
              <a:tr h="11010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프로퍼티 선택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16623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아이디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08359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휴대폰 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이메일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연락처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직급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4126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호텔관리자 권한 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2663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FAFEB76-B9AD-19C9-98BF-AC202AD26A0C}"/>
              </a:ext>
            </a:extLst>
          </p:cNvPr>
          <p:cNvSpPr txBox="1"/>
          <p:nvPr/>
        </p:nvSpPr>
        <p:spPr>
          <a:xfrm>
            <a:off x="1427884" y="825632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B7208D-7B61-89B9-4EDC-CA0E6865A9D7}"/>
              </a:ext>
            </a:extLst>
          </p:cNvPr>
          <p:cNvSpPr txBox="1"/>
          <p:nvPr/>
        </p:nvSpPr>
        <p:spPr>
          <a:xfrm>
            <a:off x="7801966" y="825632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5F8F0F2-13F0-F683-42BA-3BCC447284A0}"/>
              </a:ext>
            </a:extLst>
          </p:cNvPr>
          <p:cNvSpPr/>
          <p:nvPr/>
        </p:nvSpPr>
        <p:spPr>
          <a:xfrm>
            <a:off x="5052645" y="6381328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83CD816-E75A-4626-37CD-4E1A7024E449}"/>
              </a:ext>
            </a:extLst>
          </p:cNvPr>
          <p:cNvSpPr/>
          <p:nvPr/>
        </p:nvSpPr>
        <p:spPr>
          <a:xfrm>
            <a:off x="5663952" y="6381328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14" name="Teardrop 1">
            <a:extLst>
              <a:ext uri="{FF2B5EF4-FFF2-40B4-BE49-F238E27FC236}">
                <a16:creationId xmlns:a16="http://schemas.microsoft.com/office/drawing/2014/main" id="{3122F217-DFA8-2700-443C-E84EB9D9D87C}"/>
              </a:ext>
            </a:extLst>
          </p:cNvPr>
          <p:cNvSpPr/>
          <p:nvPr/>
        </p:nvSpPr>
        <p:spPr>
          <a:xfrm rot="16200000" flipH="1" flipV="1">
            <a:off x="5601137" y="628165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FF54F3F-9BCC-57B2-4B4E-B2F0653CAEFC}"/>
              </a:ext>
            </a:extLst>
          </p:cNvPr>
          <p:cNvSpPr/>
          <p:nvPr/>
        </p:nvSpPr>
        <p:spPr>
          <a:xfrm>
            <a:off x="5241342" y="3190604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75200BE-1EAB-8A45-687F-DEEB6B34631B}"/>
              </a:ext>
            </a:extLst>
          </p:cNvPr>
          <p:cNvSpPr/>
          <p:nvPr/>
        </p:nvSpPr>
        <p:spPr>
          <a:xfrm>
            <a:off x="2911659" y="3486794"/>
            <a:ext cx="2232056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담당자명을 입력하세요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AD19FC3-A760-3A68-D2E8-E68809FF131B}"/>
              </a:ext>
            </a:extLst>
          </p:cNvPr>
          <p:cNvSpPr/>
          <p:nvPr/>
        </p:nvSpPr>
        <p:spPr>
          <a:xfrm>
            <a:off x="2911659" y="3789222"/>
            <a:ext cx="2232056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담당자 이메일을 입력하세요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100B744-DEE7-416E-40D0-35702947E954}"/>
              </a:ext>
            </a:extLst>
          </p:cNvPr>
          <p:cNvSpPr/>
          <p:nvPr/>
        </p:nvSpPr>
        <p:spPr>
          <a:xfrm>
            <a:off x="2911659" y="3178424"/>
            <a:ext cx="2232056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아이디를 입력하세요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F35E0D8-3ED5-E266-BB90-96EE2A220DD2}"/>
              </a:ext>
            </a:extLst>
          </p:cNvPr>
          <p:cNvSpPr/>
          <p:nvPr/>
        </p:nvSpPr>
        <p:spPr>
          <a:xfrm>
            <a:off x="2911659" y="4075339"/>
            <a:ext cx="2232056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부서명을 입력하세요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94194E1-D437-282F-3644-CB31FAB9AB44}"/>
              </a:ext>
            </a:extLst>
          </p:cNvPr>
          <p:cNvSpPr/>
          <p:nvPr/>
        </p:nvSpPr>
        <p:spPr>
          <a:xfrm>
            <a:off x="6393015" y="4081654"/>
            <a:ext cx="281949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직급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직책을 입력하세요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26B8583A-C252-D8B9-B798-D03A3F5FEFA2}"/>
              </a:ext>
            </a:extLst>
          </p:cNvPr>
          <p:cNvGrpSpPr/>
          <p:nvPr/>
        </p:nvGrpSpPr>
        <p:grpSpPr>
          <a:xfrm>
            <a:off x="6397244" y="3472002"/>
            <a:ext cx="2815262" cy="217550"/>
            <a:chOff x="2634570" y="2005049"/>
            <a:chExt cx="2815262" cy="217550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2EB8D485-6154-A2B2-D0C5-6C3E283CAF70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국가번호 선택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975D16B5-4C6A-529A-5789-CE12B037DFE4}"/>
                </a:ext>
              </a:extLst>
            </p:cNvPr>
            <p:cNvSpPr/>
            <p:nvPr/>
          </p:nvSpPr>
          <p:spPr>
            <a:xfrm>
              <a:off x="3563880" y="2005049"/>
              <a:ext cx="1885952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4" name="Chevron Left">
              <a:extLst>
                <a:ext uri="{FF2B5EF4-FFF2-40B4-BE49-F238E27FC236}">
                  <a16:creationId xmlns:a16="http://schemas.microsoft.com/office/drawing/2014/main" id="{ED1A6F69-FEAF-FB34-1DD1-7851FA18049E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9F633CCF-D073-AED8-0B44-D65810640480}"/>
              </a:ext>
            </a:extLst>
          </p:cNvPr>
          <p:cNvGrpSpPr/>
          <p:nvPr/>
        </p:nvGrpSpPr>
        <p:grpSpPr>
          <a:xfrm>
            <a:off x="6397244" y="3773339"/>
            <a:ext cx="2815262" cy="217550"/>
            <a:chOff x="2634570" y="2005049"/>
            <a:chExt cx="2815262" cy="217550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60726ABB-C4B9-D15D-3CFC-429C73589513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국가번호 선택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E4ED9CDB-89BE-08A6-EA6E-DEDD30959B33}"/>
                </a:ext>
              </a:extLst>
            </p:cNvPr>
            <p:cNvSpPr/>
            <p:nvPr/>
          </p:nvSpPr>
          <p:spPr>
            <a:xfrm>
              <a:off x="3563880" y="2005049"/>
              <a:ext cx="1885952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8" name="Chevron Left">
              <a:extLst>
                <a:ext uri="{FF2B5EF4-FFF2-40B4-BE49-F238E27FC236}">
                  <a16:creationId xmlns:a16="http://schemas.microsoft.com/office/drawing/2014/main" id="{6C1EB7E4-1C22-D949-CB1F-2222059ACB23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28D5452B-D53D-6611-F841-CC743B187F4C}"/>
              </a:ext>
            </a:extLst>
          </p:cNvPr>
          <p:cNvGrpSpPr/>
          <p:nvPr/>
        </p:nvGrpSpPr>
        <p:grpSpPr>
          <a:xfrm>
            <a:off x="2839793" y="2133518"/>
            <a:ext cx="506771" cy="215444"/>
            <a:chOff x="2796305" y="2278069"/>
            <a:chExt cx="506771" cy="215444"/>
          </a:xfrm>
        </p:grpSpPr>
        <p:grpSp>
          <p:nvGrpSpPr>
            <p:cNvPr id="4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7D61DAE5-A7D5-E8AE-E976-CB58DDDF2BE5}"/>
                </a:ext>
              </a:extLst>
            </p:cNvPr>
            <p:cNvGrpSpPr/>
            <p:nvPr>
              <p:custDataLst>
                <p:tags r:id="rId4"/>
              </p:custDataLst>
            </p:nvPr>
          </p:nvGrpSpPr>
          <p:grpSpPr>
            <a:xfrm>
              <a:off x="2856129" y="2287661"/>
              <a:ext cx="446947" cy="196977"/>
              <a:chOff x="554563" y="2599934"/>
              <a:chExt cx="446948" cy="196977"/>
            </a:xfrm>
          </p:grpSpPr>
          <p:sp>
            <p:nvSpPr>
              <p:cNvPr id="45" name="Box">
                <a:extLst>
                  <a:ext uri="{FF2B5EF4-FFF2-40B4-BE49-F238E27FC236}">
                    <a16:creationId xmlns:a16="http://schemas.microsoft.com/office/drawing/2014/main" id="{8BFB7D10-6ADF-9B61-20B0-C36EDD8E90A2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6" name="Label">
                <a:extLst>
                  <a:ext uri="{FF2B5EF4-FFF2-40B4-BE49-F238E27FC236}">
                    <a16:creationId xmlns:a16="http://schemas.microsoft.com/office/drawing/2014/main" id="{24C5DC7A-09AE-E94D-3388-B43093093E98}"/>
                  </a:ext>
                </a:extLst>
              </p:cNvPr>
              <p:cNvSpPr txBox="1"/>
              <p:nvPr/>
            </p:nvSpPr>
            <p:spPr>
              <a:xfrm>
                <a:off x="661417" y="2599934"/>
                <a:ext cx="340094" cy="196977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전체</a:t>
                </a:r>
                <a:endParaRPr lang="en-US" sz="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7" name="Check" hidden="1">
                <a:extLst>
                  <a:ext uri="{FF2B5EF4-FFF2-40B4-BE49-F238E27FC236}">
                    <a16:creationId xmlns:a16="http://schemas.microsoft.com/office/drawing/2014/main" id="{7B979637-3307-2A9E-0C99-A1105B3A967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84F8918-D3C9-EEAB-EC0C-179B57A8D667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F85AE507-04EA-51CE-E343-C263A3F65EF0}"/>
              </a:ext>
            </a:extLst>
          </p:cNvPr>
          <p:cNvGrpSpPr/>
          <p:nvPr/>
        </p:nvGrpSpPr>
        <p:grpSpPr>
          <a:xfrm>
            <a:off x="2839793" y="2371368"/>
            <a:ext cx="824166" cy="215444"/>
            <a:chOff x="2796305" y="2278069"/>
            <a:chExt cx="824166" cy="215444"/>
          </a:xfrm>
        </p:grpSpPr>
        <p:grpSp>
          <p:nvGrpSpPr>
            <p:cNvPr id="4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B4AF252D-F637-4E3C-F0D7-EF62D691B020}"/>
                </a:ext>
              </a:extLst>
            </p:cNvPr>
            <p:cNvGrpSpPr/>
            <p:nvPr>
              <p:custDataLst>
                <p:tags r:id="rId3"/>
              </p:custDataLst>
            </p:nvPr>
          </p:nvGrpSpPr>
          <p:grpSpPr>
            <a:xfrm>
              <a:off x="2856129" y="2287661"/>
              <a:ext cx="764342" cy="196977"/>
              <a:chOff x="554563" y="2599934"/>
              <a:chExt cx="764343" cy="196977"/>
            </a:xfrm>
          </p:grpSpPr>
          <p:sp>
            <p:nvSpPr>
              <p:cNvPr id="51" name="Box">
                <a:extLst>
                  <a:ext uri="{FF2B5EF4-FFF2-40B4-BE49-F238E27FC236}">
                    <a16:creationId xmlns:a16="http://schemas.microsoft.com/office/drawing/2014/main" id="{42BC0C27-8980-3431-454B-ECEE222C47D0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2" name="Label">
                <a:extLst>
                  <a:ext uri="{FF2B5EF4-FFF2-40B4-BE49-F238E27FC236}">
                    <a16:creationId xmlns:a16="http://schemas.microsoft.com/office/drawing/2014/main" id="{A72BDA14-7232-18BB-FCAC-681559BB1125}"/>
                  </a:ext>
                </a:extLst>
              </p:cNvPr>
              <p:cNvSpPr txBox="1"/>
              <p:nvPr/>
            </p:nvSpPr>
            <p:spPr>
              <a:xfrm>
                <a:off x="661417" y="2599934"/>
                <a:ext cx="657489" cy="196977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8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글래드</a:t>
                </a:r>
                <a:r>
                  <a:rPr lang="ko-KR" altLang="en-US" sz="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마포</a:t>
                </a:r>
                <a:endParaRPr lang="en-US" sz="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8" name="Check" hidden="1">
                <a:extLst>
                  <a:ext uri="{FF2B5EF4-FFF2-40B4-BE49-F238E27FC236}">
                    <a16:creationId xmlns:a16="http://schemas.microsoft.com/office/drawing/2014/main" id="{FE361D02-44D7-D50D-5AB8-F84C1B23BCD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1B54408-4BC2-AD7B-F435-A5E1B795B2BA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0CFDD8CF-90B3-3A74-0394-C7256FCE4EE1}"/>
              </a:ext>
            </a:extLst>
          </p:cNvPr>
          <p:cNvGrpSpPr/>
          <p:nvPr/>
        </p:nvGrpSpPr>
        <p:grpSpPr>
          <a:xfrm>
            <a:off x="2839793" y="2609218"/>
            <a:ext cx="920346" cy="215444"/>
            <a:chOff x="2796305" y="2278069"/>
            <a:chExt cx="920346" cy="215444"/>
          </a:xfrm>
        </p:grpSpPr>
        <p:grpSp>
          <p:nvGrpSpPr>
            <p:cNvPr id="60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7B8CA974-70A3-3289-7B17-56F1C4E0E02B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2856129" y="2287661"/>
              <a:ext cx="860522" cy="196977"/>
              <a:chOff x="554563" y="2599934"/>
              <a:chExt cx="860523" cy="196977"/>
            </a:xfrm>
          </p:grpSpPr>
          <p:sp>
            <p:nvSpPr>
              <p:cNvPr id="62" name="Box">
                <a:extLst>
                  <a:ext uri="{FF2B5EF4-FFF2-40B4-BE49-F238E27FC236}">
                    <a16:creationId xmlns:a16="http://schemas.microsoft.com/office/drawing/2014/main" id="{D41E32B5-08FE-48C1-90AF-8D399FF11D73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3" name="Label">
                <a:extLst>
                  <a:ext uri="{FF2B5EF4-FFF2-40B4-BE49-F238E27FC236}">
                    <a16:creationId xmlns:a16="http://schemas.microsoft.com/office/drawing/2014/main" id="{DF2C7382-B4A5-80E3-7430-A4EDF4F054FB}"/>
                  </a:ext>
                </a:extLst>
              </p:cNvPr>
              <p:cNvSpPr txBox="1"/>
              <p:nvPr/>
            </p:nvSpPr>
            <p:spPr>
              <a:xfrm>
                <a:off x="661417" y="2599934"/>
                <a:ext cx="753669" cy="196977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8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글래드</a:t>
                </a:r>
                <a:r>
                  <a:rPr lang="ko-KR" altLang="en-US" sz="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여의도</a:t>
                </a:r>
                <a:endParaRPr lang="en-US" sz="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4" name="Check" hidden="1">
                <a:extLst>
                  <a:ext uri="{FF2B5EF4-FFF2-40B4-BE49-F238E27FC236}">
                    <a16:creationId xmlns:a16="http://schemas.microsoft.com/office/drawing/2014/main" id="{315AE033-7F9C-4130-44B3-4183DD2C20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C441896-5F86-19C7-AF24-559796AD23B8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AA0B7337-9328-8EA7-F06F-28BC7779B5EC}"/>
              </a:ext>
            </a:extLst>
          </p:cNvPr>
          <p:cNvGrpSpPr/>
          <p:nvPr/>
        </p:nvGrpSpPr>
        <p:grpSpPr>
          <a:xfrm>
            <a:off x="2839793" y="2841782"/>
            <a:ext cx="1045380" cy="215444"/>
            <a:chOff x="2796305" y="2278069"/>
            <a:chExt cx="1045380" cy="215444"/>
          </a:xfrm>
        </p:grpSpPr>
        <p:grpSp>
          <p:nvGrpSpPr>
            <p:cNvPr id="66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09839D91-2751-4D6A-40CF-CE68E7BA726D}"/>
                </a:ext>
              </a:extLst>
            </p:cNvPr>
            <p:cNvGrpSpPr/>
            <p:nvPr>
              <p:custDataLst>
                <p:tags r:id="rId1"/>
              </p:custDataLst>
            </p:nvPr>
          </p:nvGrpSpPr>
          <p:grpSpPr>
            <a:xfrm>
              <a:off x="2856129" y="2287661"/>
              <a:ext cx="985556" cy="196977"/>
              <a:chOff x="554563" y="2599934"/>
              <a:chExt cx="985557" cy="196977"/>
            </a:xfrm>
          </p:grpSpPr>
          <p:sp>
            <p:nvSpPr>
              <p:cNvPr id="68" name="Box">
                <a:extLst>
                  <a:ext uri="{FF2B5EF4-FFF2-40B4-BE49-F238E27FC236}">
                    <a16:creationId xmlns:a16="http://schemas.microsoft.com/office/drawing/2014/main" id="{8CF75D60-DBC4-7883-9497-48B7F165F325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9" name="Label">
                <a:extLst>
                  <a:ext uri="{FF2B5EF4-FFF2-40B4-BE49-F238E27FC236}">
                    <a16:creationId xmlns:a16="http://schemas.microsoft.com/office/drawing/2014/main" id="{2096F888-92BE-665C-B33B-D685628B6CBB}"/>
                  </a:ext>
                </a:extLst>
              </p:cNvPr>
              <p:cNvSpPr txBox="1"/>
              <p:nvPr/>
            </p:nvSpPr>
            <p:spPr>
              <a:xfrm>
                <a:off x="661417" y="2599934"/>
                <a:ext cx="878703" cy="196977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8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메종</a:t>
                </a:r>
                <a:r>
                  <a:rPr lang="ko-KR" altLang="en-US" sz="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ko-KR" altLang="en-US" sz="8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글래드</a:t>
                </a:r>
                <a:r>
                  <a:rPr lang="ko-KR" altLang="en-US" sz="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제주</a:t>
                </a:r>
                <a:endParaRPr lang="en-US" sz="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0" name="Check" hidden="1">
                <a:extLst>
                  <a:ext uri="{FF2B5EF4-FFF2-40B4-BE49-F238E27FC236}">
                    <a16:creationId xmlns:a16="http://schemas.microsoft.com/office/drawing/2014/main" id="{56E2E8A4-29C2-562F-F52C-C9E6FE5FD5E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A1FF26D-7397-72AF-6FD1-5C18465D161E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74520114-0980-0D39-7D9C-653A6D501B9D}"/>
              </a:ext>
            </a:extLst>
          </p:cNvPr>
          <p:cNvGrpSpPr/>
          <p:nvPr/>
        </p:nvGrpSpPr>
        <p:grpSpPr>
          <a:xfrm>
            <a:off x="9075777" y="2116601"/>
            <a:ext cx="111664" cy="932083"/>
            <a:chOff x="9075777" y="2116601"/>
            <a:chExt cx="111664" cy="932083"/>
          </a:xfrm>
        </p:grpSpPr>
        <p:sp>
          <p:nvSpPr>
            <p:cNvPr id="71" name="모서리가 둥근 직사각형 70">
              <a:extLst>
                <a:ext uri="{FF2B5EF4-FFF2-40B4-BE49-F238E27FC236}">
                  <a16:creationId xmlns:a16="http://schemas.microsoft.com/office/drawing/2014/main" id="{80AF75CE-6616-E2B5-C112-474C490965F9}"/>
                </a:ext>
              </a:extLst>
            </p:cNvPr>
            <p:cNvSpPr/>
            <p:nvPr/>
          </p:nvSpPr>
          <p:spPr>
            <a:xfrm>
              <a:off x="9075777" y="2116601"/>
              <a:ext cx="111664" cy="932083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72" name="모서리가 둥근 직사각형 71">
              <a:extLst>
                <a:ext uri="{FF2B5EF4-FFF2-40B4-BE49-F238E27FC236}">
                  <a16:creationId xmlns:a16="http://schemas.microsoft.com/office/drawing/2014/main" id="{2C852F80-C3BB-DD50-378D-1622AA8CC0C8}"/>
                </a:ext>
              </a:extLst>
            </p:cNvPr>
            <p:cNvSpPr/>
            <p:nvPr/>
          </p:nvSpPr>
          <p:spPr>
            <a:xfrm>
              <a:off x="9097128" y="2151989"/>
              <a:ext cx="63032" cy="43482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73468912-AFCC-7E2E-1AE5-DEADCA899E3E}"/>
              </a:ext>
            </a:extLst>
          </p:cNvPr>
          <p:cNvSpPr txBox="1"/>
          <p:nvPr/>
        </p:nvSpPr>
        <p:spPr>
          <a:xfrm>
            <a:off x="3692012" y="2161450"/>
            <a:ext cx="57440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↓ 해당 호텔 프로퍼티 데이터 </a:t>
            </a:r>
            <a:r>
              <a:rPr lang="en-US" altLang="ko-KR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GET </a:t>
            </a:r>
            <a:endParaRPr kumimoji="1" lang="ko-KR" altLang="en-US" sz="80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F73B3D60-A72E-9185-046B-4AAF4F231564}"/>
              </a:ext>
            </a:extLst>
          </p:cNvPr>
          <p:cNvSpPr/>
          <p:nvPr/>
        </p:nvSpPr>
        <p:spPr bwMode="auto">
          <a:xfrm>
            <a:off x="-106106" y="910107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6BC3A7D4-E89E-24DF-1C8C-54400D5E0F71}"/>
              </a:ext>
            </a:extLst>
          </p:cNvPr>
          <p:cNvSpPr/>
          <p:nvPr/>
        </p:nvSpPr>
        <p:spPr>
          <a:xfrm>
            <a:off x="-14" y="808615"/>
            <a:ext cx="1318349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호텔 관리자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E16A0CC-7026-0ED8-9DEE-5FFE31735E99}"/>
              </a:ext>
            </a:extLst>
          </p:cNvPr>
          <p:cNvSpPr txBox="1"/>
          <p:nvPr/>
        </p:nvSpPr>
        <p:spPr>
          <a:xfrm>
            <a:off x="3458425" y="1778216"/>
            <a:ext cx="16527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⟵ 선택 기준 호텔 자동 출력</a:t>
            </a:r>
            <a:endParaRPr kumimoji="1" lang="ko-KR" altLang="en-US" sz="80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40" name="Teardrop 1">
            <a:extLst>
              <a:ext uri="{FF2B5EF4-FFF2-40B4-BE49-F238E27FC236}">
                <a16:creationId xmlns:a16="http://schemas.microsoft.com/office/drawing/2014/main" id="{DE23126E-BA0C-AF13-A933-C35592603633}"/>
              </a:ext>
            </a:extLst>
          </p:cNvPr>
          <p:cNvSpPr/>
          <p:nvPr/>
        </p:nvSpPr>
        <p:spPr>
          <a:xfrm rot="16200000" flipH="1" flipV="1">
            <a:off x="5133301" y="309079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E2B5F952-09AC-9693-44E5-638CF1634136}"/>
              </a:ext>
            </a:extLst>
          </p:cNvPr>
          <p:cNvGrpSpPr/>
          <p:nvPr/>
        </p:nvGrpSpPr>
        <p:grpSpPr>
          <a:xfrm>
            <a:off x="2906481" y="4391633"/>
            <a:ext cx="1363107" cy="617706"/>
            <a:chOff x="2634571" y="3276338"/>
            <a:chExt cx="1363107" cy="617706"/>
          </a:xfrm>
        </p:grpSpPr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7616364E-0B1E-FCDC-AFB7-F4AD447CB0BC}"/>
                </a:ext>
              </a:extLst>
            </p:cNvPr>
            <p:cNvSpPr/>
            <p:nvPr/>
          </p:nvSpPr>
          <p:spPr>
            <a:xfrm>
              <a:off x="2634571" y="3276338"/>
              <a:ext cx="1363107" cy="61770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권한 선택</a:t>
              </a:r>
              <a:endPara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  <a:p>
              <a:r>
                <a:rPr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-------------------------------</a:t>
              </a:r>
            </a:p>
            <a:p>
              <a:r>
                <a:rPr lang="ko-KR" altLang="en-US" sz="800" dirty="0" err="1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글래드</a:t>
              </a:r>
              <a:r>
                <a:rPr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호텔 총괄 권한</a:t>
              </a:r>
              <a:endPara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  <a:p>
              <a:r>
                <a:rPr lang="ko-KR" altLang="en-US" sz="800" dirty="0" err="1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글래드</a:t>
              </a:r>
              <a:r>
                <a:rPr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호텔 전담 권한</a:t>
              </a:r>
              <a:endPara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90" name="Chevron Left">
              <a:extLst>
                <a:ext uri="{FF2B5EF4-FFF2-40B4-BE49-F238E27FC236}">
                  <a16:creationId xmlns:a16="http://schemas.microsoft.com/office/drawing/2014/main" id="{62C9EA1D-7C7A-A583-F8B7-2E980705299F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751793" y="3335015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4BAC4861-E08B-2112-DB36-C9E6857A2F0C}"/>
              </a:ext>
            </a:extLst>
          </p:cNvPr>
          <p:cNvSpPr txBox="1"/>
          <p:nvPr/>
        </p:nvSpPr>
        <p:spPr>
          <a:xfrm>
            <a:off x="4247578" y="4391633"/>
            <a:ext cx="23711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←권한관리 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&gt; </a:t>
            </a:r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호텔관리자 관리 해당 호텔 권한 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GET</a:t>
            </a:r>
            <a:endParaRPr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01" name="Teardrop 1">
            <a:extLst>
              <a:ext uri="{FF2B5EF4-FFF2-40B4-BE49-F238E27FC236}">
                <a16:creationId xmlns:a16="http://schemas.microsoft.com/office/drawing/2014/main" id="{F3E0C139-CB76-6448-0D30-83F259BD7927}"/>
              </a:ext>
            </a:extLst>
          </p:cNvPr>
          <p:cNvSpPr/>
          <p:nvPr/>
        </p:nvSpPr>
        <p:spPr>
          <a:xfrm rot="16200000" flipH="1" flipV="1">
            <a:off x="1521028" y="429543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3306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45A0D-687A-1A37-CDCA-3D3F54DCF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670CFB1B-8CF4-7274-D296-DEE927A1F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호텔 관리자</a:t>
            </a:r>
            <a:r>
              <a:rPr lang="ko-KR" altLang="en-US" dirty="0"/>
              <a:t>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07B54271-70EB-4D7A-C4FD-EC74D0023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회원관리 </a:t>
            </a:r>
            <a:r>
              <a:rPr lang="en-US" altLang="ko-KR" dirty="0"/>
              <a:t>&gt;</a:t>
            </a:r>
            <a:r>
              <a:rPr lang="ko-KR" altLang="en-US" dirty="0"/>
              <a:t> 호텔 관리자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CF29AEE9-556F-9B4A-ACE6-08B3C68279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1D71C76A-42C5-44CB-8B75-17F27E9686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회원관리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E4A515B-0BF7-4DB6-DC71-FECA12D02CC8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CA26A04-18E7-3A08-581E-EFDCDFF50B23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EC0ADA7-1C10-6CAC-1916-A92667F8476D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회원관리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99601B87-EC3A-1254-8DED-96DD676D5E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796408"/>
              </p:ext>
            </p:extLst>
          </p:nvPr>
        </p:nvGraphicFramePr>
        <p:xfrm>
          <a:off x="9406740" y="440717"/>
          <a:ext cx="2785260" cy="33563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블루웨이브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비밀번호 초기화 확인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alert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개만 설정 가능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없는 경우 저장 및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리스트 페이지로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없는 경우 삭제 및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리스트 페이지로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9C020AA7-5B87-7204-B431-D44B1808DEBF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호텔 관리자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84625DB9-03C6-9D7D-9A2B-69404785705E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9B63BE8-605F-CE4C-1F8E-62F3638A9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013425"/>
              </p:ext>
            </p:extLst>
          </p:nvPr>
        </p:nvGraphicFramePr>
        <p:xfrm>
          <a:off x="1513108" y="1138560"/>
          <a:ext cx="7746199" cy="35046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2532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371219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19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9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U123458790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계정 유형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관리자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가입일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2025-01-01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계정 상태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68110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호텔 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호텔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616743"/>
                  </a:ext>
                </a:extLst>
              </a:tr>
              <a:tr h="11010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프로퍼티 선택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130963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아이디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userid12345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08359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휴대폰 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이메일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연락처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직급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4126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호텔관리자 권한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51779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DA3329A-3207-C733-CA1C-298559DFD49D}"/>
              </a:ext>
            </a:extLst>
          </p:cNvPr>
          <p:cNvSpPr txBox="1"/>
          <p:nvPr/>
        </p:nvSpPr>
        <p:spPr>
          <a:xfrm>
            <a:off x="1427884" y="825632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3D80EF-2972-75B3-5771-0D50F000B0DF}"/>
              </a:ext>
            </a:extLst>
          </p:cNvPr>
          <p:cNvSpPr txBox="1"/>
          <p:nvPr/>
        </p:nvSpPr>
        <p:spPr>
          <a:xfrm>
            <a:off x="7801966" y="825632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94BFC6C-B8CA-0EDC-D8AF-C945B9C7B0AD}"/>
              </a:ext>
            </a:extLst>
          </p:cNvPr>
          <p:cNvSpPr/>
          <p:nvPr/>
        </p:nvSpPr>
        <p:spPr>
          <a:xfrm>
            <a:off x="2896612" y="3785933"/>
            <a:ext cx="2165285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useremail</a:t>
            </a:r>
            <a:r>
              <a:rPr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.@</a:t>
            </a:r>
            <a:r>
              <a:rPr lang="en-US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gladkorea.com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1F6D01C-58B8-FCAF-1418-8CD9EA159434}"/>
              </a:ext>
            </a:extLst>
          </p:cNvPr>
          <p:cNvSpPr/>
          <p:nvPr/>
        </p:nvSpPr>
        <p:spPr>
          <a:xfrm>
            <a:off x="2896612" y="4077538"/>
            <a:ext cx="2165285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홍보팀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6942AC9-4C30-25C6-6D94-B3EF0EDF293A}"/>
              </a:ext>
            </a:extLst>
          </p:cNvPr>
          <p:cNvSpPr/>
          <p:nvPr/>
        </p:nvSpPr>
        <p:spPr>
          <a:xfrm>
            <a:off x="6372853" y="4077538"/>
            <a:ext cx="281949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사원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2FC9DDA-B684-3EE5-80EE-6386F2B675A2}"/>
              </a:ext>
            </a:extLst>
          </p:cNvPr>
          <p:cNvSpPr/>
          <p:nvPr/>
        </p:nvSpPr>
        <p:spPr>
          <a:xfrm>
            <a:off x="2896612" y="3486238"/>
            <a:ext cx="2165285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김레드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ACAD099-F134-30FC-A338-B2437FE33728}"/>
              </a:ext>
            </a:extLst>
          </p:cNvPr>
          <p:cNvSpPr/>
          <p:nvPr/>
        </p:nvSpPr>
        <p:spPr>
          <a:xfrm>
            <a:off x="6389065" y="1779343"/>
            <a:ext cx="764258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비밀번호 초기화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1461D507-BEC3-00CD-24B0-8F13FAF28094}"/>
              </a:ext>
            </a:extLst>
          </p:cNvPr>
          <p:cNvGrpSpPr/>
          <p:nvPr/>
        </p:nvGrpSpPr>
        <p:grpSpPr>
          <a:xfrm>
            <a:off x="6372853" y="3478368"/>
            <a:ext cx="2819491" cy="217550"/>
            <a:chOff x="2634570" y="2005049"/>
            <a:chExt cx="2819491" cy="217550"/>
          </a:xfrm>
        </p:grpSpPr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47544414-7443-9E09-30E1-BD4063B12F63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대한민국</a:t>
              </a: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5C3447BB-F39A-1973-9A6E-6E4B4E1E5E3A}"/>
                </a:ext>
              </a:extLst>
            </p:cNvPr>
            <p:cNvSpPr/>
            <p:nvPr/>
          </p:nvSpPr>
          <p:spPr>
            <a:xfrm>
              <a:off x="3574092" y="2005049"/>
              <a:ext cx="187996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02-1234-1234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78" name="Chevron Left">
              <a:extLst>
                <a:ext uri="{FF2B5EF4-FFF2-40B4-BE49-F238E27FC236}">
                  <a16:creationId xmlns:a16="http://schemas.microsoft.com/office/drawing/2014/main" id="{4D0CCF2D-DBAD-A3F2-E056-7C559B2C6A3A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06FC66C2-72ED-F61A-75E5-2688CBFFA4D4}"/>
              </a:ext>
            </a:extLst>
          </p:cNvPr>
          <p:cNvGrpSpPr/>
          <p:nvPr/>
        </p:nvGrpSpPr>
        <p:grpSpPr>
          <a:xfrm>
            <a:off x="6372853" y="3774509"/>
            <a:ext cx="2819491" cy="217550"/>
            <a:chOff x="2634570" y="2005049"/>
            <a:chExt cx="2819491" cy="217550"/>
          </a:xfrm>
        </p:grpSpPr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F914B5CC-FF89-AFC0-006A-54D5C0330B58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대한민국</a:t>
              </a: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7009CC89-69DE-10A7-399E-A204EACA5C29}"/>
                </a:ext>
              </a:extLst>
            </p:cNvPr>
            <p:cNvSpPr/>
            <p:nvPr/>
          </p:nvSpPr>
          <p:spPr>
            <a:xfrm>
              <a:off x="3574092" y="2005049"/>
              <a:ext cx="187996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02-1234-1234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86" name="Chevron Left">
              <a:extLst>
                <a:ext uri="{FF2B5EF4-FFF2-40B4-BE49-F238E27FC236}">
                  <a16:creationId xmlns:a16="http://schemas.microsoft.com/office/drawing/2014/main" id="{06045C10-0A5A-B719-F8AF-7148481ECD7E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6309E4E6-E261-1414-5064-EB47A0770B33}"/>
              </a:ext>
            </a:extLst>
          </p:cNvPr>
          <p:cNvSpPr/>
          <p:nvPr/>
        </p:nvSpPr>
        <p:spPr>
          <a:xfrm>
            <a:off x="4404573" y="6381328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95FDCF30-6D6C-0E13-B1F3-E048E81CFD1C}"/>
              </a:ext>
            </a:extLst>
          </p:cNvPr>
          <p:cNvSpPr/>
          <p:nvPr/>
        </p:nvSpPr>
        <p:spPr>
          <a:xfrm>
            <a:off x="5015880" y="6381328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91892401-A05B-2E9C-63C8-82C70A241056}"/>
              </a:ext>
            </a:extLst>
          </p:cNvPr>
          <p:cNvSpPr/>
          <p:nvPr/>
        </p:nvSpPr>
        <p:spPr>
          <a:xfrm>
            <a:off x="5627187" y="6381328"/>
            <a:ext cx="520605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6" name="Teardrop 1">
            <a:extLst>
              <a:ext uri="{FF2B5EF4-FFF2-40B4-BE49-F238E27FC236}">
                <a16:creationId xmlns:a16="http://schemas.microsoft.com/office/drawing/2014/main" id="{6F5E8E99-218F-8B27-A315-267F5F1AE1A2}"/>
              </a:ext>
            </a:extLst>
          </p:cNvPr>
          <p:cNvSpPr/>
          <p:nvPr/>
        </p:nvSpPr>
        <p:spPr>
          <a:xfrm rot="16200000" flipH="1" flipV="1">
            <a:off x="6271844" y="167563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ardrop 1">
            <a:extLst>
              <a:ext uri="{FF2B5EF4-FFF2-40B4-BE49-F238E27FC236}">
                <a16:creationId xmlns:a16="http://schemas.microsoft.com/office/drawing/2014/main" id="{46C9EF7F-CBFF-43F2-27F7-1C0EFD3E859C}"/>
              </a:ext>
            </a:extLst>
          </p:cNvPr>
          <p:cNvSpPr/>
          <p:nvPr/>
        </p:nvSpPr>
        <p:spPr>
          <a:xfrm rot="16200000" flipH="1" flipV="1">
            <a:off x="4964902" y="627786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Teardrop 1">
            <a:extLst>
              <a:ext uri="{FF2B5EF4-FFF2-40B4-BE49-F238E27FC236}">
                <a16:creationId xmlns:a16="http://schemas.microsoft.com/office/drawing/2014/main" id="{8DEBB383-5146-45F3-A380-515800B0C2D7}"/>
              </a:ext>
            </a:extLst>
          </p:cNvPr>
          <p:cNvSpPr/>
          <p:nvPr/>
        </p:nvSpPr>
        <p:spPr>
          <a:xfrm rot="16200000" flipH="1" flipV="1">
            <a:off x="5561907" y="627786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7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67E92B57-8DA1-EA3C-D8AB-39AED63B6E06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7065670" y="4785686"/>
            <a:ext cx="2193637" cy="1154545"/>
            <a:chOff x="595686" y="1261242"/>
            <a:chExt cx="3222246" cy="1507358"/>
          </a:xfrm>
        </p:grpSpPr>
        <p:sp>
          <p:nvSpPr>
            <p:cNvPr id="22" name="Window Body">
              <a:extLst>
                <a:ext uri="{FF2B5EF4-FFF2-40B4-BE49-F238E27FC236}">
                  <a16:creationId xmlns:a16="http://schemas.microsoft.com/office/drawing/2014/main" id="{9C48CFC5-1C0B-FCCA-A7B3-4331CA3D8F1E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3" name="Text">
              <a:extLst>
                <a:ext uri="{FF2B5EF4-FFF2-40B4-BE49-F238E27FC236}">
                  <a16:creationId xmlns:a16="http://schemas.microsoft.com/office/drawing/2014/main" id="{D77FBB96-2C51-27AA-CE5C-E222361B652B}"/>
                </a:ext>
              </a:extLst>
            </p:cNvPr>
            <p:cNvSpPr txBox="1"/>
            <p:nvPr/>
          </p:nvSpPr>
          <p:spPr>
            <a:xfrm>
              <a:off x="665740" y="1777985"/>
              <a:ext cx="3082137" cy="489613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정말 비밀번호를 </a:t>
              </a:r>
              <a:endParaRPr lang="en-US" altLang="ko-KR" sz="900" noProof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초기화 하시겠습니까</a:t>
              </a:r>
              <a:r>
                <a:rPr lang="en-US" altLang="ko-KR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?</a:t>
              </a:r>
              <a:endParaRPr lang="en-US" sz="900" noProof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" name="Title Bar">
              <a:extLst>
                <a:ext uri="{FF2B5EF4-FFF2-40B4-BE49-F238E27FC236}">
                  <a16:creationId xmlns:a16="http://schemas.microsoft.com/office/drawing/2014/main" id="{39ABAB96-F78E-7E76-BC92-85A0A628A2C8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confirm alert</a:t>
              </a:r>
            </a:p>
          </p:txBody>
        </p:sp>
        <p:sp>
          <p:nvSpPr>
            <p:cNvPr id="26" name="Close Button">
              <a:extLst>
                <a:ext uri="{FF2B5EF4-FFF2-40B4-BE49-F238E27FC236}">
                  <a16:creationId xmlns:a16="http://schemas.microsoft.com/office/drawing/2014/main" id="{B605D6E0-2AFC-B130-DD45-50FD8F7979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27" name="Icons">
              <a:extLst>
                <a:ext uri="{FF2B5EF4-FFF2-40B4-BE49-F238E27FC236}">
                  <a16:creationId xmlns:a16="http://schemas.microsoft.com/office/drawing/2014/main" id="{CEE8BEDE-0A9D-85D9-8A5F-2232E8D88BC1}"/>
                </a:ext>
              </a:extLst>
            </p:cNvPr>
            <p:cNvGrpSpPr/>
            <p:nvPr/>
          </p:nvGrpSpPr>
          <p:grpSpPr>
            <a:xfrm>
              <a:off x="802903" y="1669713"/>
              <a:ext cx="398463" cy="396875"/>
              <a:chOff x="802903" y="1669713"/>
              <a:chExt cx="398463" cy="396875"/>
            </a:xfrm>
          </p:grpSpPr>
          <p:sp>
            <p:nvSpPr>
              <p:cNvPr id="39" name="Info Icon" hidden="1">
                <a:extLst>
                  <a:ext uri="{FF2B5EF4-FFF2-40B4-BE49-F238E27FC236}">
                    <a16:creationId xmlns:a16="http://schemas.microsoft.com/office/drawing/2014/main" id="{C9103732-8A21-EBB0-3615-710A1FF54DD4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0" name="Error Icon" hidden="1">
                <a:extLst>
                  <a:ext uri="{FF2B5EF4-FFF2-40B4-BE49-F238E27FC236}">
                    <a16:creationId xmlns:a16="http://schemas.microsoft.com/office/drawing/2014/main" id="{9D1DAB93-490B-756F-45B1-C52FECA53338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1" name="Question Icon" hidden="1">
                <a:extLst>
                  <a:ext uri="{FF2B5EF4-FFF2-40B4-BE49-F238E27FC236}">
                    <a16:creationId xmlns:a16="http://schemas.microsoft.com/office/drawing/2014/main" id="{1103A8C6-5D3F-25B2-65D9-83B410F71D8F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8" name="Buttons">
              <a:extLst>
                <a:ext uri="{FF2B5EF4-FFF2-40B4-BE49-F238E27FC236}">
                  <a16:creationId xmlns:a16="http://schemas.microsoft.com/office/drawing/2014/main" id="{832E431F-666B-1556-C7E7-D5DB1756A10A}"/>
                </a:ext>
              </a:extLst>
            </p:cNvPr>
            <p:cNvGrpSpPr/>
            <p:nvPr/>
          </p:nvGrpSpPr>
          <p:grpSpPr>
            <a:xfrm>
              <a:off x="1538287" y="2386471"/>
              <a:ext cx="1441030" cy="240384"/>
              <a:chOff x="1538287" y="2386471"/>
              <a:chExt cx="1441030" cy="240384"/>
            </a:xfrm>
          </p:grpSpPr>
          <p:sp>
            <p:nvSpPr>
              <p:cNvPr id="30" name="Button 1">
                <a:extLst>
                  <a:ext uri="{FF2B5EF4-FFF2-40B4-BE49-F238E27FC236}">
                    <a16:creationId xmlns:a16="http://schemas.microsoft.com/office/drawing/2014/main" id="{F2B2ED39-D36A-013A-C00F-E7057CA301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0353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취소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7" name="Button 2" hidden="1">
                <a:extLst>
                  <a:ext uri="{FF2B5EF4-FFF2-40B4-BE49-F238E27FC236}">
                    <a16:creationId xmlns:a16="http://schemas.microsoft.com/office/drawing/2014/main" id="{6A3841CF-DB48-D5D3-7C68-E0004F6B5A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 err="1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8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8" name="Button 3" hidden="1">
                <a:extLst>
                  <a:ext uri="{FF2B5EF4-FFF2-40B4-BE49-F238E27FC236}">
                    <a16:creationId xmlns:a16="http://schemas.microsoft.com/office/drawing/2014/main" id="{11F0AB1D-EA80-CCD6-6799-11C36B7D20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1" name="Button 1">
                <a:extLst>
                  <a:ext uri="{FF2B5EF4-FFF2-40B4-BE49-F238E27FC236}">
                    <a16:creationId xmlns:a16="http://schemas.microsoft.com/office/drawing/2014/main" id="{8959F410-0BC8-6A5F-220C-84417831D7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6290" y="2386471"/>
                <a:ext cx="663027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확인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cxnSp>
        <p:nvCxnSpPr>
          <p:cNvPr id="42" name="꺾인 연결선[E] 41">
            <a:extLst>
              <a:ext uri="{FF2B5EF4-FFF2-40B4-BE49-F238E27FC236}">
                <a16:creationId xmlns:a16="http://schemas.microsoft.com/office/drawing/2014/main" id="{F2006A23-4BC8-D3EA-73E2-C0E5C191A111}"/>
              </a:ext>
            </a:extLst>
          </p:cNvPr>
          <p:cNvCxnSpPr>
            <a:cxnSpLocks/>
            <a:stCxn id="11" idx="3"/>
            <a:endCxn id="24" idx="0"/>
          </p:cNvCxnSpPr>
          <p:nvPr/>
        </p:nvCxnSpPr>
        <p:spPr>
          <a:xfrm>
            <a:off x="7153323" y="1875175"/>
            <a:ext cx="1009166" cy="291051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5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38B6ECB3-3BDC-3B4D-4DF5-F0D4BCAFCEC5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4429018" y="4785686"/>
            <a:ext cx="2193637" cy="1154545"/>
            <a:chOff x="595686" y="1261242"/>
            <a:chExt cx="3222246" cy="1507358"/>
          </a:xfrm>
        </p:grpSpPr>
        <p:sp>
          <p:nvSpPr>
            <p:cNvPr id="47" name="Window Body">
              <a:extLst>
                <a:ext uri="{FF2B5EF4-FFF2-40B4-BE49-F238E27FC236}">
                  <a16:creationId xmlns:a16="http://schemas.microsoft.com/office/drawing/2014/main" id="{913B799E-48CD-8E3D-83D5-788FE29058E7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8" name="Text">
              <a:extLst>
                <a:ext uri="{FF2B5EF4-FFF2-40B4-BE49-F238E27FC236}">
                  <a16:creationId xmlns:a16="http://schemas.microsoft.com/office/drawing/2014/main" id="{8E1C0AB6-26F0-20BF-1A9B-B1DF8C74B928}"/>
                </a:ext>
              </a:extLst>
            </p:cNvPr>
            <p:cNvSpPr txBox="1"/>
            <p:nvPr/>
          </p:nvSpPr>
          <p:spPr>
            <a:xfrm>
              <a:off x="665740" y="1608226"/>
              <a:ext cx="3082137" cy="893902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비밀번호 초기화가 완료 되었습니다</a:t>
              </a:r>
              <a:r>
                <a:rPr lang="en-US" altLang="ko-KR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</a:t>
              </a:r>
            </a:p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초기 비밀번호 </a:t>
              </a:r>
              <a:r>
                <a:rPr lang="en-US" altLang="ko-KR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:</a:t>
              </a:r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altLang="ko-KR" sz="900" b="0" kern="0" spc="-30" baseline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holapms1</a:t>
              </a:r>
              <a:r>
                <a:rPr lang="en-US" altLang="ko-KR" sz="900" b="0" kern="0" spc="-30" baseline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!</a:t>
              </a:r>
            </a:p>
            <a:p>
              <a:pPr algn="ctr"/>
              <a:r>
                <a:rPr lang="ko-KR" altLang="en-US" sz="900" kern="0" spc="-3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Segoe UI" panose="020B0502040204020203" pitchFamily="34" charset="0"/>
                </a:rPr>
                <a:t>로그인 후 비밀번호를 수정하세요</a:t>
              </a:r>
              <a:r>
                <a:rPr lang="en-US" altLang="ko-KR" sz="900" kern="0" spc="-3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Segoe UI" panose="020B0502040204020203" pitchFamily="34" charset="0"/>
                </a:rPr>
                <a:t>.</a:t>
              </a:r>
              <a:endParaRPr lang="en-US" sz="900" noProof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9" name="Title Bar">
              <a:extLst>
                <a:ext uri="{FF2B5EF4-FFF2-40B4-BE49-F238E27FC236}">
                  <a16:creationId xmlns:a16="http://schemas.microsoft.com/office/drawing/2014/main" id="{60FA2C1D-460F-B729-CD68-9206D7BD1EA9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50" name="Close Button">
              <a:extLst>
                <a:ext uri="{FF2B5EF4-FFF2-40B4-BE49-F238E27FC236}">
                  <a16:creationId xmlns:a16="http://schemas.microsoft.com/office/drawing/2014/main" id="{E418EC79-9FEB-2E49-0D83-61B355DEC1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51" name="Icons">
              <a:extLst>
                <a:ext uri="{FF2B5EF4-FFF2-40B4-BE49-F238E27FC236}">
                  <a16:creationId xmlns:a16="http://schemas.microsoft.com/office/drawing/2014/main" id="{D96D9A6C-3567-FFDF-9574-02360E405D7B}"/>
                </a:ext>
              </a:extLst>
            </p:cNvPr>
            <p:cNvGrpSpPr/>
            <p:nvPr/>
          </p:nvGrpSpPr>
          <p:grpSpPr>
            <a:xfrm>
              <a:off x="802903" y="1669713"/>
              <a:ext cx="398463" cy="396875"/>
              <a:chOff x="802903" y="1669713"/>
              <a:chExt cx="398463" cy="396875"/>
            </a:xfrm>
          </p:grpSpPr>
          <p:sp>
            <p:nvSpPr>
              <p:cNvPr id="56" name="Info Icon" hidden="1">
                <a:extLst>
                  <a:ext uri="{FF2B5EF4-FFF2-40B4-BE49-F238E27FC236}">
                    <a16:creationId xmlns:a16="http://schemas.microsoft.com/office/drawing/2014/main" id="{30464FFA-3D31-0017-6B56-4D93FEED61A4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7" name="Error Icon" hidden="1">
                <a:extLst>
                  <a:ext uri="{FF2B5EF4-FFF2-40B4-BE49-F238E27FC236}">
                    <a16:creationId xmlns:a16="http://schemas.microsoft.com/office/drawing/2014/main" id="{75972C5F-E1E4-2688-141E-C9B1A266755E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8" name="Question Icon" hidden="1">
                <a:extLst>
                  <a:ext uri="{FF2B5EF4-FFF2-40B4-BE49-F238E27FC236}">
                    <a16:creationId xmlns:a16="http://schemas.microsoft.com/office/drawing/2014/main" id="{C6FBC36F-6038-8C0B-9650-5A2B9B2334B2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52" name="Buttons">
              <a:extLst>
                <a:ext uri="{FF2B5EF4-FFF2-40B4-BE49-F238E27FC236}">
                  <a16:creationId xmlns:a16="http://schemas.microsoft.com/office/drawing/2014/main" id="{16CEA55C-7C6D-BCFE-EF2E-55410244B936}"/>
                </a:ext>
              </a:extLst>
            </p:cNvPr>
            <p:cNvGrpSpPr/>
            <p:nvPr/>
          </p:nvGrpSpPr>
          <p:grpSpPr>
            <a:xfrm>
              <a:off x="1538287" y="2386471"/>
              <a:ext cx="1377404" cy="240384"/>
              <a:chOff x="1538287" y="2386471"/>
              <a:chExt cx="1377404" cy="240384"/>
            </a:xfrm>
          </p:grpSpPr>
          <p:sp>
            <p:nvSpPr>
              <p:cNvPr id="53" name="Button 1">
                <a:extLst>
                  <a:ext uri="{FF2B5EF4-FFF2-40B4-BE49-F238E27FC236}">
                    <a16:creationId xmlns:a16="http://schemas.microsoft.com/office/drawing/2014/main" id="{E8704B3A-3A98-94D9-19BB-24761D44E6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6645" y="2386471"/>
                <a:ext cx="663028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확인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4" name="Button 2" hidden="1">
                <a:extLst>
                  <a:ext uri="{FF2B5EF4-FFF2-40B4-BE49-F238E27FC236}">
                    <a16:creationId xmlns:a16="http://schemas.microsoft.com/office/drawing/2014/main" id="{CA217116-FB6F-E44A-1C8C-04D8B712CA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 err="1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8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5" name="Button 3" hidden="1">
                <a:extLst>
                  <a:ext uri="{FF2B5EF4-FFF2-40B4-BE49-F238E27FC236}">
                    <a16:creationId xmlns:a16="http://schemas.microsoft.com/office/drawing/2014/main" id="{F65EA4BF-E4AB-E4E6-133B-207B6408FB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B0D35F27-A326-0AD6-B36A-DD19F877952A}"/>
              </a:ext>
            </a:extLst>
          </p:cNvPr>
          <p:cNvCxnSpPr>
            <a:stCxn id="22" idx="1"/>
            <a:endCxn id="47" idx="3"/>
          </p:cNvCxnSpPr>
          <p:nvPr/>
        </p:nvCxnSpPr>
        <p:spPr>
          <a:xfrm flipH="1">
            <a:off x="6622655" y="5454008"/>
            <a:ext cx="4430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Check" hidden="1">
            <a:extLst>
              <a:ext uri="{FF2B5EF4-FFF2-40B4-BE49-F238E27FC236}">
                <a16:creationId xmlns:a16="http://schemas.microsoft.com/office/drawing/2014/main" id="{C0469CC7-880C-58CE-DADC-104F7BB9A058}"/>
              </a:ext>
            </a:extLst>
          </p:cNvPr>
          <p:cNvSpPr>
            <a:spLocks noEditPoints="1"/>
          </p:cNvSpPr>
          <p:nvPr/>
        </p:nvSpPr>
        <p:spPr bwMode="auto">
          <a:xfrm>
            <a:off x="2671263" y="2434670"/>
            <a:ext cx="88178" cy="89556"/>
          </a:xfrm>
          <a:custGeom>
            <a:avLst/>
            <a:gdLst>
              <a:gd name="T0" fmla="*/ 275 w 275"/>
              <a:gd name="T1" fmla="*/ 0 h 275"/>
              <a:gd name="T2" fmla="*/ 0 w 275"/>
              <a:gd name="T3" fmla="*/ 275 h 275"/>
              <a:gd name="T4" fmla="*/ 0 w 275"/>
              <a:gd name="T5" fmla="*/ 0 h 275"/>
              <a:gd name="T6" fmla="*/ 275 w 275"/>
              <a:gd name="T7" fmla="*/ 275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5" h="275">
                <a:moveTo>
                  <a:pt x="275" y="0"/>
                </a:moveTo>
                <a:lnTo>
                  <a:pt x="0" y="275"/>
                </a:lnTo>
                <a:moveTo>
                  <a:pt x="0" y="0"/>
                </a:moveTo>
                <a:lnTo>
                  <a:pt x="275" y="275"/>
                </a:lnTo>
              </a:path>
            </a:pathLst>
          </a:custGeom>
          <a:solidFill>
            <a:srgbClr val="FFFFFF"/>
          </a:solidFill>
          <a:ln w="6350" cap="flat">
            <a:solidFill>
              <a:srgbClr val="80808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3" name="Check" hidden="1">
            <a:extLst>
              <a:ext uri="{FF2B5EF4-FFF2-40B4-BE49-F238E27FC236}">
                <a16:creationId xmlns:a16="http://schemas.microsoft.com/office/drawing/2014/main" id="{C683410E-D779-D4C9-3D24-23A2D8B69E43}"/>
              </a:ext>
            </a:extLst>
          </p:cNvPr>
          <p:cNvSpPr>
            <a:spLocks noEditPoints="1"/>
          </p:cNvSpPr>
          <p:nvPr/>
        </p:nvSpPr>
        <p:spPr bwMode="auto">
          <a:xfrm>
            <a:off x="2671263" y="2672520"/>
            <a:ext cx="88178" cy="89556"/>
          </a:xfrm>
          <a:custGeom>
            <a:avLst/>
            <a:gdLst>
              <a:gd name="T0" fmla="*/ 275 w 275"/>
              <a:gd name="T1" fmla="*/ 0 h 275"/>
              <a:gd name="T2" fmla="*/ 0 w 275"/>
              <a:gd name="T3" fmla="*/ 275 h 275"/>
              <a:gd name="T4" fmla="*/ 0 w 275"/>
              <a:gd name="T5" fmla="*/ 0 h 275"/>
              <a:gd name="T6" fmla="*/ 275 w 275"/>
              <a:gd name="T7" fmla="*/ 275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5" h="275">
                <a:moveTo>
                  <a:pt x="275" y="0"/>
                </a:moveTo>
                <a:lnTo>
                  <a:pt x="0" y="275"/>
                </a:lnTo>
                <a:moveTo>
                  <a:pt x="0" y="0"/>
                </a:moveTo>
                <a:lnTo>
                  <a:pt x="275" y="275"/>
                </a:lnTo>
              </a:path>
            </a:pathLst>
          </a:custGeom>
          <a:solidFill>
            <a:srgbClr val="FFFFFF"/>
          </a:solidFill>
          <a:ln w="6350" cap="flat">
            <a:solidFill>
              <a:srgbClr val="80808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4" name="Check" hidden="1">
            <a:extLst>
              <a:ext uri="{FF2B5EF4-FFF2-40B4-BE49-F238E27FC236}">
                <a16:creationId xmlns:a16="http://schemas.microsoft.com/office/drawing/2014/main" id="{CF9958BB-1BB9-4B3A-E2D5-C77C72DFDCE7}"/>
              </a:ext>
            </a:extLst>
          </p:cNvPr>
          <p:cNvSpPr>
            <a:spLocks noEditPoints="1"/>
          </p:cNvSpPr>
          <p:nvPr/>
        </p:nvSpPr>
        <p:spPr bwMode="auto">
          <a:xfrm>
            <a:off x="2671263" y="2905084"/>
            <a:ext cx="88178" cy="89556"/>
          </a:xfrm>
          <a:custGeom>
            <a:avLst/>
            <a:gdLst>
              <a:gd name="T0" fmla="*/ 275 w 275"/>
              <a:gd name="T1" fmla="*/ 0 h 275"/>
              <a:gd name="T2" fmla="*/ 0 w 275"/>
              <a:gd name="T3" fmla="*/ 275 h 275"/>
              <a:gd name="T4" fmla="*/ 0 w 275"/>
              <a:gd name="T5" fmla="*/ 0 h 275"/>
              <a:gd name="T6" fmla="*/ 275 w 275"/>
              <a:gd name="T7" fmla="*/ 275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5" h="275">
                <a:moveTo>
                  <a:pt x="275" y="0"/>
                </a:moveTo>
                <a:lnTo>
                  <a:pt x="0" y="275"/>
                </a:lnTo>
                <a:moveTo>
                  <a:pt x="0" y="0"/>
                </a:moveTo>
                <a:lnTo>
                  <a:pt x="275" y="275"/>
                </a:lnTo>
              </a:path>
            </a:pathLst>
          </a:custGeom>
          <a:solidFill>
            <a:srgbClr val="FFFFFF"/>
          </a:solidFill>
          <a:ln w="6350" cap="flat">
            <a:solidFill>
              <a:srgbClr val="80808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844865FC-1866-019B-8821-4C4414A54771}"/>
              </a:ext>
            </a:extLst>
          </p:cNvPr>
          <p:cNvSpPr/>
          <p:nvPr/>
        </p:nvSpPr>
        <p:spPr bwMode="auto">
          <a:xfrm>
            <a:off x="-106106" y="910107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7D8DE828-39A0-D530-474B-22D0293874A0}"/>
              </a:ext>
            </a:extLst>
          </p:cNvPr>
          <p:cNvSpPr/>
          <p:nvPr/>
        </p:nvSpPr>
        <p:spPr>
          <a:xfrm>
            <a:off x="-14" y="808615"/>
            <a:ext cx="1318349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호텔 관리자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6CDD3CC2-B08D-132A-342C-720738D1FD13}"/>
              </a:ext>
            </a:extLst>
          </p:cNvPr>
          <p:cNvGrpSpPr/>
          <p:nvPr/>
        </p:nvGrpSpPr>
        <p:grpSpPr>
          <a:xfrm>
            <a:off x="2896612" y="2133518"/>
            <a:ext cx="1045380" cy="923708"/>
            <a:chOff x="2586560" y="2133518"/>
            <a:chExt cx="1045380" cy="923708"/>
          </a:xfrm>
        </p:grpSpPr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F22F1A17-0E9A-0184-B902-1DB73D844688}"/>
                </a:ext>
              </a:extLst>
            </p:cNvPr>
            <p:cNvGrpSpPr/>
            <p:nvPr/>
          </p:nvGrpSpPr>
          <p:grpSpPr>
            <a:xfrm>
              <a:off x="2586560" y="2133518"/>
              <a:ext cx="506771" cy="215444"/>
              <a:chOff x="2796305" y="2278069"/>
              <a:chExt cx="506771" cy="215444"/>
            </a:xfrm>
          </p:grpSpPr>
          <p:grpSp>
            <p:nvGrpSpPr>
              <p:cNvPr id="124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  <a:extLst>
                  <a:ext uri="{FF2B5EF4-FFF2-40B4-BE49-F238E27FC236}">
                    <a16:creationId xmlns:a16="http://schemas.microsoft.com/office/drawing/2014/main" id="{7B52274C-142E-C829-7D8A-F6FE5B690585}"/>
                  </a:ext>
                </a:extLst>
              </p:cNvPr>
              <p:cNvGrpSpPr/>
              <p:nvPr>
                <p:custDataLst>
                  <p:tags r:id="rId6"/>
                </p:custDataLst>
              </p:nvPr>
            </p:nvGrpSpPr>
            <p:grpSpPr>
              <a:xfrm>
                <a:off x="2856129" y="2287661"/>
                <a:ext cx="446947" cy="196977"/>
                <a:chOff x="554563" y="2599934"/>
                <a:chExt cx="446948" cy="196977"/>
              </a:xfrm>
            </p:grpSpPr>
            <p:sp>
              <p:nvSpPr>
                <p:cNvPr id="126" name="Box">
                  <a:extLst>
                    <a:ext uri="{FF2B5EF4-FFF2-40B4-BE49-F238E27FC236}">
                      <a16:creationId xmlns:a16="http://schemas.microsoft.com/office/drawing/2014/main" id="{93D90565-A567-FF3B-C877-6B6FFDC0B07C}"/>
                    </a:ext>
                  </a:extLst>
                </p:cNvPr>
                <p:cNvSpPr/>
                <p:nvPr/>
              </p:nvSpPr>
              <p:spPr>
                <a:xfrm>
                  <a:off x="554563" y="2632644"/>
                  <a:ext cx="131556" cy="131556"/>
                </a:xfrm>
                <a:prstGeom prst="rect">
                  <a:avLst/>
                </a:prstGeom>
                <a:solidFill>
                  <a:srgbClr val="1588EC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27" name="Label">
                  <a:extLst>
                    <a:ext uri="{FF2B5EF4-FFF2-40B4-BE49-F238E27FC236}">
                      <a16:creationId xmlns:a16="http://schemas.microsoft.com/office/drawing/2014/main" id="{5FEA3C28-288F-9CD2-15C5-05A031F78A2D}"/>
                    </a:ext>
                  </a:extLst>
                </p:cNvPr>
                <p:cNvSpPr txBox="1"/>
                <p:nvPr/>
              </p:nvSpPr>
              <p:spPr>
                <a:xfrm>
                  <a:off x="661417" y="2599934"/>
                  <a:ext cx="340094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8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전체</a:t>
                  </a:r>
                  <a:endParaRPr lang="en-US" sz="8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28" name="Check" hidden="1">
                  <a:extLst>
                    <a:ext uri="{FF2B5EF4-FFF2-40B4-BE49-F238E27FC236}">
                      <a16:creationId xmlns:a16="http://schemas.microsoft.com/office/drawing/2014/main" id="{3716D3EA-2409-DDA2-90EB-4366827ACDF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76252" y="2653644"/>
                  <a:ext cx="88178" cy="89556"/>
                </a:xfrm>
                <a:custGeom>
                  <a:avLst/>
                  <a:gdLst>
                    <a:gd name="T0" fmla="*/ 275 w 275"/>
                    <a:gd name="T1" fmla="*/ 0 h 275"/>
                    <a:gd name="T2" fmla="*/ 0 w 275"/>
                    <a:gd name="T3" fmla="*/ 275 h 275"/>
                    <a:gd name="T4" fmla="*/ 0 w 275"/>
                    <a:gd name="T5" fmla="*/ 0 h 275"/>
                    <a:gd name="T6" fmla="*/ 275 w 275"/>
                    <a:gd name="T7" fmla="*/ 275 h 2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5" h="275">
                      <a:moveTo>
                        <a:pt x="275" y="0"/>
                      </a:moveTo>
                      <a:lnTo>
                        <a:pt x="0" y="275"/>
                      </a:lnTo>
                      <a:moveTo>
                        <a:pt x="0" y="0"/>
                      </a:moveTo>
                      <a:lnTo>
                        <a:pt x="275" y="275"/>
                      </a:lnTo>
                    </a:path>
                  </a:pathLst>
                </a:custGeom>
                <a:solidFill>
                  <a:srgbClr val="FFFFFF"/>
                </a:solidFill>
                <a:ln w="6350" cap="flat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30504793-9A5A-FE9C-99E7-47C1A704552A}"/>
                  </a:ext>
                </a:extLst>
              </p:cNvPr>
              <p:cNvSpPr txBox="1"/>
              <p:nvPr/>
            </p:nvSpPr>
            <p:spPr>
              <a:xfrm>
                <a:off x="2796305" y="2278069"/>
                <a:ext cx="26161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ea typeface="+mn-ea"/>
                  </a:rPr>
                  <a:t>✓</a:t>
                </a:r>
              </a:p>
            </p:txBody>
          </p:sp>
        </p:grp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A401ED78-5486-28FD-A55A-777CE7FD21BD}"/>
                </a:ext>
              </a:extLst>
            </p:cNvPr>
            <p:cNvGrpSpPr/>
            <p:nvPr/>
          </p:nvGrpSpPr>
          <p:grpSpPr>
            <a:xfrm>
              <a:off x="2586560" y="2371368"/>
              <a:ext cx="824166" cy="215444"/>
              <a:chOff x="2796305" y="2278069"/>
              <a:chExt cx="824166" cy="215444"/>
            </a:xfrm>
          </p:grpSpPr>
          <p:grpSp>
            <p:nvGrpSpPr>
              <p:cNvPr id="130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  <a:extLst>
                  <a:ext uri="{FF2B5EF4-FFF2-40B4-BE49-F238E27FC236}">
                    <a16:creationId xmlns:a16="http://schemas.microsoft.com/office/drawing/2014/main" id="{8F5181C4-5C9F-CA74-A9A6-097FD362AA9D}"/>
                  </a:ext>
                </a:extLst>
              </p:cNvPr>
              <p:cNvGrpSpPr/>
              <p:nvPr>
                <p:custDataLst>
                  <p:tags r:id="rId5"/>
                </p:custDataLst>
              </p:nvPr>
            </p:nvGrpSpPr>
            <p:grpSpPr>
              <a:xfrm>
                <a:off x="2856129" y="2287661"/>
                <a:ext cx="764342" cy="196977"/>
                <a:chOff x="554563" y="2599934"/>
                <a:chExt cx="764343" cy="196977"/>
              </a:xfrm>
            </p:grpSpPr>
            <p:sp>
              <p:nvSpPr>
                <p:cNvPr id="132" name="Box">
                  <a:extLst>
                    <a:ext uri="{FF2B5EF4-FFF2-40B4-BE49-F238E27FC236}">
                      <a16:creationId xmlns:a16="http://schemas.microsoft.com/office/drawing/2014/main" id="{C4963F71-09AA-CF55-3EF4-84E3C0110F51}"/>
                    </a:ext>
                  </a:extLst>
                </p:cNvPr>
                <p:cNvSpPr/>
                <p:nvPr/>
              </p:nvSpPr>
              <p:spPr>
                <a:xfrm>
                  <a:off x="554563" y="2632644"/>
                  <a:ext cx="131556" cy="131556"/>
                </a:xfrm>
                <a:prstGeom prst="rect">
                  <a:avLst/>
                </a:prstGeom>
                <a:solidFill>
                  <a:srgbClr val="1588EC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33" name="Label">
                  <a:extLst>
                    <a:ext uri="{FF2B5EF4-FFF2-40B4-BE49-F238E27FC236}">
                      <a16:creationId xmlns:a16="http://schemas.microsoft.com/office/drawing/2014/main" id="{29EE1189-E429-6885-AE30-809667C8A177}"/>
                    </a:ext>
                  </a:extLst>
                </p:cNvPr>
                <p:cNvSpPr txBox="1"/>
                <p:nvPr/>
              </p:nvSpPr>
              <p:spPr>
                <a:xfrm>
                  <a:off x="661417" y="2599934"/>
                  <a:ext cx="657489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8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글래드</a:t>
                  </a:r>
                  <a:r>
                    <a:rPr lang="ko-KR" altLang="en-US" sz="8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마포</a:t>
                  </a:r>
                  <a:endParaRPr lang="en-US" sz="8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34" name="Check" hidden="1">
                  <a:extLst>
                    <a:ext uri="{FF2B5EF4-FFF2-40B4-BE49-F238E27FC236}">
                      <a16:creationId xmlns:a16="http://schemas.microsoft.com/office/drawing/2014/main" id="{AC38F26D-0D76-6DCB-7D7F-BF4B68A41D2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76252" y="2653644"/>
                  <a:ext cx="88178" cy="89556"/>
                </a:xfrm>
                <a:custGeom>
                  <a:avLst/>
                  <a:gdLst>
                    <a:gd name="T0" fmla="*/ 275 w 275"/>
                    <a:gd name="T1" fmla="*/ 0 h 275"/>
                    <a:gd name="T2" fmla="*/ 0 w 275"/>
                    <a:gd name="T3" fmla="*/ 275 h 275"/>
                    <a:gd name="T4" fmla="*/ 0 w 275"/>
                    <a:gd name="T5" fmla="*/ 0 h 275"/>
                    <a:gd name="T6" fmla="*/ 275 w 275"/>
                    <a:gd name="T7" fmla="*/ 275 h 2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5" h="275">
                      <a:moveTo>
                        <a:pt x="275" y="0"/>
                      </a:moveTo>
                      <a:lnTo>
                        <a:pt x="0" y="275"/>
                      </a:lnTo>
                      <a:moveTo>
                        <a:pt x="0" y="0"/>
                      </a:moveTo>
                      <a:lnTo>
                        <a:pt x="275" y="275"/>
                      </a:lnTo>
                    </a:path>
                  </a:pathLst>
                </a:custGeom>
                <a:solidFill>
                  <a:srgbClr val="FFFFFF"/>
                </a:solidFill>
                <a:ln w="6350" cap="flat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B87F3E73-C260-4C9B-F2FD-9BEDAEB747DE}"/>
                  </a:ext>
                </a:extLst>
              </p:cNvPr>
              <p:cNvSpPr txBox="1"/>
              <p:nvPr/>
            </p:nvSpPr>
            <p:spPr>
              <a:xfrm>
                <a:off x="2796305" y="2278069"/>
                <a:ext cx="26161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ea typeface="+mn-ea"/>
                  </a:rPr>
                  <a:t>✓</a:t>
                </a:r>
              </a:p>
            </p:txBody>
          </p:sp>
        </p:grpSp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DCDBDA3F-2A80-4877-ADC8-802E4AB839C4}"/>
                </a:ext>
              </a:extLst>
            </p:cNvPr>
            <p:cNvGrpSpPr/>
            <p:nvPr/>
          </p:nvGrpSpPr>
          <p:grpSpPr>
            <a:xfrm>
              <a:off x="2586560" y="2609218"/>
              <a:ext cx="920346" cy="215444"/>
              <a:chOff x="2796305" y="2278069"/>
              <a:chExt cx="920346" cy="215444"/>
            </a:xfrm>
          </p:grpSpPr>
          <p:grpSp>
            <p:nvGrpSpPr>
              <p:cNvPr id="136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  <a:extLst>
                  <a:ext uri="{FF2B5EF4-FFF2-40B4-BE49-F238E27FC236}">
                    <a16:creationId xmlns:a16="http://schemas.microsoft.com/office/drawing/2014/main" id="{3069C598-02BF-4ABD-CECE-9A5A9E488054}"/>
                  </a:ext>
                </a:extLst>
              </p:cNvPr>
              <p:cNvGrpSpPr/>
              <p:nvPr>
                <p:custDataLst>
                  <p:tags r:id="rId4"/>
                </p:custDataLst>
              </p:nvPr>
            </p:nvGrpSpPr>
            <p:grpSpPr>
              <a:xfrm>
                <a:off x="2856129" y="2287661"/>
                <a:ext cx="860522" cy="196977"/>
                <a:chOff x="554563" y="2599934"/>
                <a:chExt cx="860523" cy="196977"/>
              </a:xfrm>
            </p:grpSpPr>
            <p:sp>
              <p:nvSpPr>
                <p:cNvPr id="138" name="Box">
                  <a:extLst>
                    <a:ext uri="{FF2B5EF4-FFF2-40B4-BE49-F238E27FC236}">
                      <a16:creationId xmlns:a16="http://schemas.microsoft.com/office/drawing/2014/main" id="{4C498D2B-4CC3-01CC-25D5-B26D8FAABBBA}"/>
                    </a:ext>
                  </a:extLst>
                </p:cNvPr>
                <p:cNvSpPr/>
                <p:nvPr/>
              </p:nvSpPr>
              <p:spPr>
                <a:xfrm>
                  <a:off x="554563" y="2632644"/>
                  <a:ext cx="131556" cy="131556"/>
                </a:xfrm>
                <a:prstGeom prst="rect">
                  <a:avLst/>
                </a:prstGeom>
                <a:solidFill>
                  <a:srgbClr val="1588EC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39" name="Label">
                  <a:extLst>
                    <a:ext uri="{FF2B5EF4-FFF2-40B4-BE49-F238E27FC236}">
                      <a16:creationId xmlns:a16="http://schemas.microsoft.com/office/drawing/2014/main" id="{D8AC41D3-71A1-8B9F-F3B6-71D0CCF53FA7}"/>
                    </a:ext>
                  </a:extLst>
                </p:cNvPr>
                <p:cNvSpPr txBox="1"/>
                <p:nvPr/>
              </p:nvSpPr>
              <p:spPr>
                <a:xfrm>
                  <a:off x="661417" y="2599934"/>
                  <a:ext cx="753669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8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글래드</a:t>
                  </a:r>
                  <a:r>
                    <a:rPr lang="ko-KR" altLang="en-US" sz="8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여의도</a:t>
                  </a:r>
                  <a:endParaRPr lang="en-US" sz="8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40" name="Check" hidden="1">
                  <a:extLst>
                    <a:ext uri="{FF2B5EF4-FFF2-40B4-BE49-F238E27FC236}">
                      <a16:creationId xmlns:a16="http://schemas.microsoft.com/office/drawing/2014/main" id="{778B0B11-4310-B436-2BE4-0E3720F7043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76252" y="2653644"/>
                  <a:ext cx="88178" cy="89556"/>
                </a:xfrm>
                <a:custGeom>
                  <a:avLst/>
                  <a:gdLst>
                    <a:gd name="T0" fmla="*/ 275 w 275"/>
                    <a:gd name="T1" fmla="*/ 0 h 275"/>
                    <a:gd name="T2" fmla="*/ 0 w 275"/>
                    <a:gd name="T3" fmla="*/ 275 h 275"/>
                    <a:gd name="T4" fmla="*/ 0 w 275"/>
                    <a:gd name="T5" fmla="*/ 0 h 275"/>
                    <a:gd name="T6" fmla="*/ 275 w 275"/>
                    <a:gd name="T7" fmla="*/ 275 h 2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5" h="275">
                      <a:moveTo>
                        <a:pt x="275" y="0"/>
                      </a:moveTo>
                      <a:lnTo>
                        <a:pt x="0" y="275"/>
                      </a:lnTo>
                      <a:moveTo>
                        <a:pt x="0" y="0"/>
                      </a:moveTo>
                      <a:lnTo>
                        <a:pt x="275" y="275"/>
                      </a:lnTo>
                    </a:path>
                  </a:pathLst>
                </a:custGeom>
                <a:solidFill>
                  <a:srgbClr val="FFFFFF"/>
                </a:solidFill>
                <a:ln w="6350" cap="flat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5857E08E-3517-AEB1-9C05-69DB6CCBB9A0}"/>
                  </a:ext>
                </a:extLst>
              </p:cNvPr>
              <p:cNvSpPr txBox="1"/>
              <p:nvPr/>
            </p:nvSpPr>
            <p:spPr>
              <a:xfrm>
                <a:off x="2796305" y="2278069"/>
                <a:ext cx="26161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ea typeface="+mn-ea"/>
                  </a:rPr>
                  <a:t>✓</a:t>
                </a:r>
              </a:p>
            </p:txBody>
          </p:sp>
        </p:grpSp>
        <p:grpSp>
          <p:nvGrpSpPr>
            <p:cNvPr id="141" name="그룹 140">
              <a:extLst>
                <a:ext uri="{FF2B5EF4-FFF2-40B4-BE49-F238E27FC236}">
                  <a16:creationId xmlns:a16="http://schemas.microsoft.com/office/drawing/2014/main" id="{A376FAF8-1F9E-8112-3F0D-FE3D486AB7E9}"/>
                </a:ext>
              </a:extLst>
            </p:cNvPr>
            <p:cNvGrpSpPr/>
            <p:nvPr/>
          </p:nvGrpSpPr>
          <p:grpSpPr>
            <a:xfrm>
              <a:off x="2586560" y="2841782"/>
              <a:ext cx="1045380" cy="215444"/>
              <a:chOff x="2796305" y="2278069"/>
              <a:chExt cx="1045380" cy="215444"/>
            </a:xfrm>
          </p:grpSpPr>
          <p:grpSp>
            <p:nvGrpSpPr>
              <p:cNvPr id="14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  <a:extLst>
                  <a:ext uri="{FF2B5EF4-FFF2-40B4-BE49-F238E27FC236}">
                    <a16:creationId xmlns:a16="http://schemas.microsoft.com/office/drawing/2014/main" id="{E6F105E0-0C02-EC47-4978-E4F124FF32A3}"/>
                  </a:ext>
                </a:extLst>
              </p:cNvPr>
              <p:cNvGrpSpPr/>
              <p:nvPr>
                <p:custDataLst>
                  <p:tags r:id="rId3"/>
                </p:custDataLst>
              </p:nvPr>
            </p:nvGrpSpPr>
            <p:grpSpPr>
              <a:xfrm>
                <a:off x="2856129" y="2287661"/>
                <a:ext cx="985556" cy="196977"/>
                <a:chOff x="554563" y="2599934"/>
                <a:chExt cx="985557" cy="196977"/>
              </a:xfrm>
            </p:grpSpPr>
            <p:sp>
              <p:nvSpPr>
                <p:cNvPr id="144" name="Box">
                  <a:extLst>
                    <a:ext uri="{FF2B5EF4-FFF2-40B4-BE49-F238E27FC236}">
                      <a16:creationId xmlns:a16="http://schemas.microsoft.com/office/drawing/2014/main" id="{E1651C1A-13B5-CC8F-3399-171DE0F6CBBE}"/>
                    </a:ext>
                  </a:extLst>
                </p:cNvPr>
                <p:cNvSpPr/>
                <p:nvPr/>
              </p:nvSpPr>
              <p:spPr>
                <a:xfrm>
                  <a:off x="554563" y="2632644"/>
                  <a:ext cx="131556" cy="131556"/>
                </a:xfrm>
                <a:prstGeom prst="rect">
                  <a:avLst/>
                </a:prstGeom>
                <a:solidFill>
                  <a:srgbClr val="1588EC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45" name="Label">
                  <a:extLst>
                    <a:ext uri="{FF2B5EF4-FFF2-40B4-BE49-F238E27FC236}">
                      <a16:creationId xmlns:a16="http://schemas.microsoft.com/office/drawing/2014/main" id="{375FCA25-5A98-434E-6EBB-E849C7978597}"/>
                    </a:ext>
                  </a:extLst>
                </p:cNvPr>
                <p:cNvSpPr txBox="1"/>
                <p:nvPr/>
              </p:nvSpPr>
              <p:spPr>
                <a:xfrm>
                  <a:off x="661417" y="2599934"/>
                  <a:ext cx="878703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8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메종</a:t>
                  </a:r>
                  <a:r>
                    <a:rPr lang="ko-KR" altLang="en-US" sz="8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ko-KR" altLang="en-US" sz="8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글래드</a:t>
                  </a:r>
                  <a:r>
                    <a:rPr lang="ko-KR" altLang="en-US" sz="8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제주</a:t>
                  </a:r>
                  <a:endParaRPr lang="en-US" sz="8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46" name="Check" hidden="1">
                  <a:extLst>
                    <a:ext uri="{FF2B5EF4-FFF2-40B4-BE49-F238E27FC236}">
                      <a16:creationId xmlns:a16="http://schemas.microsoft.com/office/drawing/2014/main" id="{4995121F-0706-8112-FE1D-CC06C87D29D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76252" y="2653644"/>
                  <a:ext cx="88178" cy="89556"/>
                </a:xfrm>
                <a:custGeom>
                  <a:avLst/>
                  <a:gdLst>
                    <a:gd name="T0" fmla="*/ 275 w 275"/>
                    <a:gd name="T1" fmla="*/ 0 h 275"/>
                    <a:gd name="T2" fmla="*/ 0 w 275"/>
                    <a:gd name="T3" fmla="*/ 275 h 275"/>
                    <a:gd name="T4" fmla="*/ 0 w 275"/>
                    <a:gd name="T5" fmla="*/ 0 h 275"/>
                    <a:gd name="T6" fmla="*/ 275 w 275"/>
                    <a:gd name="T7" fmla="*/ 275 h 2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5" h="275">
                      <a:moveTo>
                        <a:pt x="275" y="0"/>
                      </a:moveTo>
                      <a:lnTo>
                        <a:pt x="0" y="275"/>
                      </a:lnTo>
                      <a:moveTo>
                        <a:pt x="0" y="0"/>
                      </a:moveTo>
                      <a:lnTo>
                        <a:pt x="275" y="275"/>
                      </a:lnTo>
                    </a:path>
                  </a:pathLst>
                </a:custGeom>
                <a:solidFill>
                  <a:srgbClr val="FFFFFF"/>
                </a:solidFill>
                <a:ln w="6350" cap="flat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1BD7E0FB-14FB-D0DD-F814-3FE34A54B7D5}"/>
                  </a:ext>
                </a:extLst>
              </p:cNvPr>
              <p:cNvSpPr txBox="1"/>
              <p:nvPr/>
            </p:nvSpPr>
            <p:spPr>
              <a:xfrm>
                <a:off x="2796305" y="2278069"/>
                <a:ext cx="26161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ea typeface="+mn-ea"/>
                  </a:rPr>
                  <a:t>✓</a:t>
                </a:r>
              </a:p>
            </p:txBody>
          </p:sp>
        </p:grpSp>
      </p:grp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D36A27-EEA6-7748-45DF-9AAFCEA62B4C}"/>
              </a:ext>
            </a:extLst>
          </p:cNvPr>
          <p:cNvGrpSpPr/>
          <p:nvPr/>
        </p:nvGrpSpPr>
        <p:grpSpPr>
          <a:xfrm>
            <a:off x="9075777" y="2116601"/>
            <a:ext cx="111664" cy="932083"/>
            <a:chOff x="9075777" y="2116601"/>
            <a:chExt cx="111664" cy="932083"/>
          </a:xfrm>
        </p:grpSpPr>
        <p:sp>
          <p:nvSpPr>
            <p:cNvPr id="149" name="모서리가 둥근 직사각형 148">
              <a:extLst>
                <a:ext uri="{FF2B5EF4-FFF2-40B4-BE49-F238E27FC236}">
                  <a16:creationId xmlns:a16="http://schemas.microsoft.com/office/drawing/2014/main" id="{4C407DF3-2C54-EB9D-2901-FB7F445FDD0B}"/>
                </a:ext>
              </a:extLst>
            </p:cNvPr>
            <p:cNvSpPr/>
            <p:nvPr/>
          </p:nvSpPr>
          <p:spPr>
            <a:xfrm>
              <a:off x="9075777" y="2116601"/>
              <a:ext cx="111664" cy="932083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50" name="모서리가 둥근 직사각형 149">
              <a:extLst>
                <a:ext uri="{FF2B5EF4-FFF2-40B4-BE49-F238E27FC236}">
                  <a16:creationId xmlns:a16="http://schemas.microsoft.com/office/drawing/2014/main" id="{FD56EE40-A010-CE78-5A2B-6B260D7111E5}"/>
                </a:ext>
              </a:extLst>
            </p:cNvPr>
            <p:cNvSpPr/>
            <p:nvPr/>
          </p:nvSpPr>
          <p:spPr>
            <a:xfrm>
              <a:off x="9097128" y="2151989"/>
              <a:ext cx="63032" cy="43482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E189A6DB-A1A9-0B66-EE76-A55972497834}"/>
              </a:ext>
            </a:extLst>
          </p:cNvPr>
          <p:cNvGrpSpPr/>
          <p:nvPr/>
        </p:nvGrpSpPr>
        <p:grpSpPr>
          <a:xfrm>
            <a:off x="2896612" y="4387878"/>
            <a:ext cx="1368152" cy="216024"/>
            <a:chOff x="2634572" y="3276338"/>
            <a:chExt cx="1368152" cy="216024"/>
          </a:xfrm>
        </p:grpSpPr>
        <p:sp>
          <p:nvSpPr>
            <p:cNvPr id="152" name="직사각형 151">
              <a:extLst>
                <a:ext uri="{FF2B5EF4-FFF2-40B4-BE49-F238E27FC236}">
                  <a16:creationId xmlns:a16="http://schemas.microsoft.com/office/drawing/2014/main" id="{1A01DE51-240E-533E-EC8D-6F848A9D9A1B}"/>
                </a:ext>
              </a:extLst>
            </p:cNvPr>
            <p:cNvSpPr/>
            <p:nvPr/>
          </p:nvSpPr>
          <p:spPr>
            <a:xfrm>
              <a:off x="2634572" y="3276338"/>
              <a:ext cx="1368152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800" dirty="0" err="1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글래드</a:t>
              </a:r>
              <a:r>
                <a:rPr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호텔 총괄 권한</a:t>
              </a:r>
              <a:endPara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53" name="Chevron Left">
              <a:extLst>
                <a:ext uri="{FF2B5EF4-FFF2-40B4-BE49-F238E27FC236}">
                  <a16:creationId xmlns:a16="http://schemas.microsoft.com/office/drawing/2014/main" id="{CCF752AB-D02B-BD9B-AEEF-E657551D92B3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854273" y="3335015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56" name="Teardrop 1">
            <a:extLst>
              <a:ext uri="{FF2B5EF4-FFF2-40B4-BE49-F238E27FC236}">
                <a16:creationId xmlns:a16="http://schemas.microsoft.com/office/drawing/2014/main" id="{C375F917-D4F0-8128-33AF-851FC8C01130}"/>
              </a:ext>
            </a:extLst>
          </p:cNvPr>
          <p:cNvSpPr/>
          <p:nvPr/>
        </p:nvSpPr>
        <p:spPr>
          <a:xfrm rot="16200000" flipH="1" flipV="1">
            <a:off x="1561481" y="429851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6B66DE57-5D33-6D4F-E2BA-C1D054988504}"/>
              </a:ext>
            </a:extLst>
          </p:cNvPr>
          <p:cNvSpPr txBox="1"/>
          <p:nvPr/>
        </p:nvSpPr>
        <p:spPr>
          <a:xfrm>
            <a:off x="4247578" y="4391633"/>
            <a:ext cx="23711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←권한관리 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&gt; </a:t>
            </a:r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호텔관리자 관리 해당 호텔 권한 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GET</a:t>
            </a:r>
            <a:endParaRPr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52271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807B5-C115-7975-3B05-1B3791B24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4831953-6D3D-5186-F289-AE7F090B1924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프로퍼티 </a:t>
            </a:r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관리자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C4FAF7-F9E5-EC0E-4F91-5BD0F91B2937}"/>
              </a:ext>
            </a:extLst>
          </p:cNvPr>
          <p:cNvSpPr txBox="1"/>
          <p:nvPr/>
        </p:nvSpPr>
        <p:spPr>
          <a:xfrm>
            <a:off x="2783632" y="5517232"/>
            <a:ext cx="70823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2400" i="1" dirty="0" err="1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공통헤더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kumimoji="1" lang="en-US" altLang="ko-KR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: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호텔 </a:t>
            </a:r>
            <a:r>
              <a:rPr kumimoji="1" lang="en-US" altLang="ko-KR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&gt;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프로퍼티 미 선택 시 메뉴 진입 불가</a:t>
            </a:r>
          </a:p>
        </p:txBody>
      </p:sp>
    </p:spTree>
    <p:extLst>
      <p:ext uri="{BB962C8B-B14F-4D97-AF65-F5344CB8AC3E}">
        <p14:creationId xmlns:p14="http://schemas.microsoft.com/office/powerpoint/2010/main" val="8026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60F2F-B635-CC44-3CBE-C8E6BD171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0B59E249-FCD4-8295-8E97-A3731DEC0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관리자 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1432FCA2-564F-5486-09FD-18749C983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회원관리 </a:t>
            </a:r>
            <a:r>
              <a:rPr lang="en-US" altLang="ko-KR" dirty="0"/>
              <a:t>&gt;</a:t>
            </a:r>
            <a:r>
              <a:rPr lang="ko-KR" altLang="en-US" dirty="0"/>
              <a:t> 프로퍼티 관리자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35C7FFD8-6F0E-00A4-6D3B-7931AEE8A8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7B216B0C-FE4A-CE64-F1CB-78AE1C4E81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회원관리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73F51DE-DD92-4C3B-FC47-343344F65A25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CA72CED-9150-0555-7768-D063FFE64646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C4B4B0B-65DA-4AE6-133A-74E1CCCF91B8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회원관리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D3827BE-A804-9426-17D2-7633DCF104C1}"/>
              </a:ext>
            </a:extLst>
          </p:cNvPr>
          <p:cNvSpPr/>
          <p:nvPr/>
        </p:nvSpPr>
        <p:spPr bwMode="auto">
          <a:xfrm>
            <a:off x="-106106" y="116468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F6A981D-4178-A1BC-CEFE-EEEBCB40DA73}"/>
              </a:ext>
            </a:extLst>
          </p:cNvPr>
          <p:cNvSpPr/>
          <p:nvPr/>
        </p:nvSpPr>
        <p:spPr>
          <a:xfrm>
            <a:off x="-14" y="808615"/>
            <a:ext cx="1318349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관리자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C64D5B1B-C98B-0566-AE52-22D844225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742711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관리자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페이지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2C5D8D02-4A6E-6868-AC4C-3D0F17EAFE97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프로퍼티 관리자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5F923E1F-88F8-1356-F408-CDC7413A88B3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43FF48FF-6B7A-AB12-9D55-63042141F2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872867"/>
              </p:ext>
            </p:extLst>
          </p:nvPr>
        </p:nvGraphicFramePr>
        <p:xfrm>
          <a:off x="1448266" y="888081"/>
          <a:ext cx="7816085" cy="750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명 </a:t>
                      </a:r>
                      <a:r>
                        <a:rPr lang="en-US" altLang="ko-KR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1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글래드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호텔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&gt;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글래드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여의도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아이디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관리자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338853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계정 상태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686952"/>
                  </a:ext>
                </a:extLst>
              </a:tr>
            </a:tbl>
          </a:graphicData>
        </a:graphic>
      </p:graphicFrame>
      <p:sp>
        <p:nvSpPr>
          <p:cNvPr id="35" name="Text Box">
            <a:extLst>
              <a:ext uri="{FF2B5EF4-FFF2-40B4-BE49-F238E27FC236}">
                <a16:creationId xmlns:a16="http://schemas.microsoft.com/office/drawing/2014/main" id="{41F2ED4E-6001-5852-4231-9FE0949CEA54}"/>
              </a:ext>
            </a:extLst>
          </p:cNvPr>
          <p:cNvSpPr>
            <a:spLocks/>
          </p:cNvSpPr>
          <p:nvPr/>
        </p:nvSpPr>
        <p:spPr bwMode="auto">
          <a:xfrm>
            <a:off x="2721031" y="1168373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아이디를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ACA39E5D-5531-ABDC-81D1-F54CC159C8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556028"/>
              </p:ext>
            </p:extLst>
          </p:nvPr>
        </p:nvGraphicFramePr>
        <p:xfrm>
          <a:off x="1447441" y="1964858"/>
          <a:ext cx="7814441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007734128"/>
                    </a:ext>
                  </a:extLst>
                </a:gridCol>
                <a:gridCol w="1927076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1742862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관리자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계정 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회원가입입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선우*아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EF94DC22-6F25-5C8A-BD5E-6F08F6DED888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4DF9DAD-3B32-8DC3-9BC3-20165227B8AE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58" name="Text Box">
            <a:extLst>
              <a:ext uri="{FF2B5EF4-FFF2-40B4-BE49-F238E27FC236}">
                <a16:creationId xmlns:a16="http://schemas.microsoft.com/office/drawing/2014/main" id="{829A74BA-A92B-5A4E-48EE-A0ECAE04FF75}"/>
              </a:ext>
            </a:extLst>
          </p:cNvPr>
          <p:cNvSpPr>
            <a:spLocks/>
          </p:cNvSpPr>
          <p:nvPr/>
        </p:nvSpPr>
        <p:spPr bwMode="auto">
          <a:xfrm>
            <a:off x="6660248" y="1164683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이름을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A60F135D-92A8-9710-1D49-FD4E8D2285F4}"/>
              </a:ext>
            </a:extLst>
          </p:cNvPr>
          <p:cNvSpPr/>
          <p:nvPr/>
        </p:nvSpPr>
        <p:spPr>
          <a:xfrm>
            <a:off x="8355864" y="1718309"/>
            <a:ext cx="906017" cy="158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프로퍼티 관리자 등록</a:t>
            </a:r>
          </a:p>
        </p:txBody>
      </p:sp>
      <p:sp>
        <p:nvSpPr>
          <p:cNvPr id="65" name="Teardrop 1">
            <a:extLst>
              <a:ext uri="{FF2B5EF4-FFF2-40B4-BE49-F238E27FC236}">
                <a16:creationId xmlns:a16="http://schemas.microsoft.com/office/drawing/2014/main" id="{243E101E-702F-9C5E-9AAE-A9D9BC3601DC}"/>
              </a:ext>
            </a:extLst>
          </p:cNvPr>
          <p:cNvSpPr/>
          <p:nvPr/>
        </p:nvSpPr>
        <p:spPr>
          <a:xfrm rot="16200000" flipH="1" flipV="1">
            <a:off x="2503185" y="207036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1" name="Click">
            <a:extLst>
              <a:ext uri="{FF2B5EF4-FFF2-40B4-BE49-F238E27FC236}">
                <a16:creationId xmlns:a16="http://schemas.microsoft.com/office/drawing/2014/main" id="{31580020-3DB9-DF56-5FC6-A5496377D389}"/>
              </a:ext>
            </a:extLst>
          </p:cNvPr>
          <p:cNvGrpSpPr>
            <a:grpSpLocks noChangeAspect="1"/>
          </p:cNvGrpSpPr>
          <p:nvPr/>
        </p:nvGrpSpPr>
        <p:grpSpPr>
          <a:xfrm>
            <a:off x="3030498" y="2204557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6D78EF14-4F49-F32F-86BE-44932530289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FFAE7253-BBF5-223C-0C3D-29E5646811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08" name="Pagination">
            <a:extLst>
              <a:ext uri="{FF2B5EF4-FFF2-40B4-BE49-F238E27FC236}">
                <a16:creationId xmlns:a16="http://schemas.microsoft.com/office/drawing/2014/main" id="{416FE182-CE63-7CE3-2F36-FBDCCDE27D9B}"/>
              </a:ext>
            </a:extLst>
          </p:cNvPr>
          <p:cNvSpPr txBox="1"/>
          <p:nvPr/>
        </p:nvSpPr>
        <p:spPr>
          <a:xfrm>
            <a:off x="4702956" y="4759580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C2711D0-1ED0-FF0F-D9FA-8952E5CBF0BD}"/>
              </a:ext>
            </a:extLst>
          </p:cNvPr>
          <p:cNvGrpSpPr/>
          <p:nvPr/>
        </p:nvGrpSpPr>
        <p:grpSpPr>
          <a:xfrm>
            <a:off x="1446413" y="1704925"/>
            <a:ext cx="1842121" cy="200055"/>
            <a:chOff x="1446413" y="1985887"/>
            <a:chExt cx="1842121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E374B52-26FA-35F9-1658-90A065CB68A3}"/>
                </a:ext>
              </a:extLst>
            </p:cNvPr>
            <p:cNvSpPr txBox="1"/>
            <p:nvPr/>
          </p:nvSpPr>
          <p:spPr>
            <a:xfrm>
              <a:off x="2382517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38A1B5C3-C8A6-6C5E-CBC1-FAA116121556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A501B340-7DEA-223A-0099-0D8C0013CE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94DA1244-E082-5CFE-43B7-E43788260A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1" name="Teardrop 1">
            <a:extLst>
              <a:ext uri="{FF2B5EF4-FFF2-40B4-BE49-F238E27FC236}">
                <a16:creationId xmlns:a16="http://schemas.microsoft.com/office/drawing/2014/main" id="{4FAB9D42-44D4-1E47-EE17-7AD39D8330BE}"/>
              </a:ext>
            </a:extLst>
          </p:cNvPr>
          <p:cNvSpPr/>
          <p:nvPr/>
        </p:nvSpPr>
        <p:spPr>
          <a:xfrm rot="16200000" flipH="1" flipV="1">
            <a:off x="8270240" y="162020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4510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1E8DE-184B-8817-3753-3DF81CD86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880B663C-1E81-464A-DF2A-FDFF3543F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관리자 관리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D839A57D-7731-3D27-C382-6692B79E4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회원관리 </a:t>
            </a:r>
            <a:r>
              <a:rPr lang="en-US" altLang="ko-KR" dirty="0"/>
              <a:t>&gt;</a:t>
            </a:r>
            <a:r>
              <a:rPr lang="ko-KR" altLang="en-US" dirty="0"/>
              <a:t> 프로퍼티 관리자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5F04299D-EC4E-5BAC-6366-73419133C7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ADC38C2D-C920-E201-F829-8556FBC89A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회원관리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D91DA82-D686-640E-026D-AAB3E3815B85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B60FFC3-DB35-B91B-555C-A6B86E78328C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29DA0C9-5622-04A9-2334-08F8E9029DAA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회원관리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229282C7-79E8-02DD-BF5A-DF3ED81A56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337129"/>
              </p:ext>
            </p:extLst>
          </p:nvPr>
        </p:nvGraphicFramePr>
        <p:xfrm>
          <a:off x="9406740" y="440717"/>
          <a:ext cx="2785260" cy="3260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관리자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아이디 중복 확인 필수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개만 설정 가능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없는 경우 저장 및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리스트 페이지로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483F5D45-6C5B-B4A3-9EAC-AF7B61C3D177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프로퍼티 관리자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49B47853-1D4F-9064-541F-BB445403645E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01BC869-1B95-0087-277F-4E2304161B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657012"/>
              </p:ext>
            </p:extLst>
          </p:nvPr>
        </p:nvGraphicFramePr>
        <p:xfrm>
          <a:off x="1513108" y="1138560"/>
          <a:ext cx="7746199" cy="26405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2532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371219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후 시스템에서 생성 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계정 유형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관리자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가입일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후 시스템에서 생성 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계정 상태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호텔 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호텔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616743"/>
                  </a:ext>
                </a:extLst>
              </a:tr>
              <a:tr h="2369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프로퍼티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여의도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16623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아이디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08359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휴대폰 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이메일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연락처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직급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4126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관리자 권한 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2663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C314D7A-A015-D052-7E0A-F6C046A111F3}"/>
              </a:ext>
            </a:extLst>
          </p:cNvPr>
          <p:cNvSpPr txBox="1"/>
          <p:nvPr/>
        </p:nvSpPr>
        <p:spPr>
          <a:xfrm>
            <a:off x="1427884" y="825632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5FD26F-724B-31B8-64FF-DFEA337DDE77}"/>
              </a:ext>
            </a:extLst>
          </p:cNvPr>
          <p:cNvSpPr txBox="1"/>
          <p:nvPr/>
        </p:nvSpPr>
        <p:spPr>
          <a:xfrm>
            <a:off x="7801966" y="825632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BA0EB19-0856-59F4-ACF9-B8E51AB8FC6A}"/>
              </a:ext>
            </a:extLst>
          </p:cNvPr>
          <p:cNvSpPr/>
          <p:nvPr/>
        </p:nvSpPr>
        <p:spPr>
          <a:xfrm>
            <a:off x="5052645" y="6381328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8F28D3FA-8206-CE5A-B94D-287FF39BBF32}"/>
              </a:ext>
            </a:extLst>
          </p:cNvPr>
          <p:cNvSpPr/>
          <p:nvPr/>
        </p:nvSpPr>
        <p:spPr>
          <a:xfrm>
            <a:off x="5663952" y="6381328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14" name="Teardrop 1">
            <a:extLst>
              <a:ext uri="{FF2B5EF4-FFF2-40B4-BE49-F238E27FC236}">
                <a16:creationId xmlns:a16="http://schemas.microsoft.com/office/drawing/2014/main" id="{F0C191D4-648C-6290-4D8B-EAB546374B10}"/>
              </a:ext>
            </a:extLst>
          </p:cNvPr>
          <p:cNvSpPr/>
          <p:nvPr/>
        </p:nvSpPr>
        <p:spPr>
          <a:xfrm rot="16200000" flipH="1" flipV="1">
            <a:off x="5601137" y="628165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F8BC75-6612-07F1-29F7-33F83C9622E5}"/>
              </a:ext>
            </a:extLst>
          </p:cNvPr>
          <p:cNvSpPr/>
          <p:nvPr/>
        </p:nvSpPr>
        <p:spPr>
          <a:xfrm>
            <a:off x="5241342" y="2331523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A919778-BB84-AAFF-3DE1-CFD0FAA105D5}"/>
              </a:ext>
            </a:extLst>
          </p:cNvPr>
          <p:cNvSpPr/>
          <p:nvPr/>
        </p:nvSpPr>
        <p:spPr>
          <a:xfrm>
            <a:off x="2911659" y="2627713"/>
            <a:ext cx="2232056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담당자명을 입력하세요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4A5ADB0-CB8C-C938-5DDF-5FF5F417FFA3}"/>
              </a:ext>
            </a:extLst>
          </p:cNvPr>
          <p:cNvSpPr/>
          <p:nvPr/>
        </p:nvSpPr>
        <p:spPr>
          <a:xfrm>
            <a:off x="2911659" y="2930141"/>
            <a:ext cx="2232056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담당자 이메일을 입력하세요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B5222C9-6116-F2AA-7D66-E1AC27654C42}"/>
              </a:ext>
            </a:extLst>
          </p:cNvPr>
          <p:cNvSpPr/>
          <p:nvPr/>
        </p:nvSpPr>
        <p:spPr>
          <a:xfrm>
            <a:off x="2911659" y="2319343"/>
            <a:ext cx="2232056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아이디를 입력하세요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FD5AD5E-B455-4542-1BA5-996534A03665}"/>
              </a:ext>
            </a:extLst>
          </p:cNvPr>
          <p:cNvSpPr/>
          <p:nvPr/>
        </p:nvSpPr>
        <p:spPr>
          <a:xfrm>
            <a:off x="2911659" y="3216258"/>
            <a:ext cx="2232056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부서명을 입력하세요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BFBA85F-D5B3-EF35-2F3A-58314004A10E}"/>
              </a:ext>
            </a:extLst>
          </p:cNvPr>
          <p:cNvSpPr/>
          <p:nvPr/>
        </p:nvSpPr>
        <p:spPr>
          <a:xfrm>
            <a:off x="6393015" y="3222573"/>
            <a:ext cx="281949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직급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직책을 입력하세요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86F9E686-A2E3-8B59-1D88-4BAA4DB51D0E}"/>
              </a:ext>
            </a:extLst>
          </p:cNvPr>
          <p:cNvGrpSpPr/>
          <p:nvPr/>
        </p:nvGrpSpPr>
        <p:grpSpPr>
          <a:xfrm>
            <a:off x="6397244" y="2612921"/>
            <a:ext cx="2815262" cy="217550"/>
            <a:chOff x="2634570" y="2005049"/>
            <a:chExt cx="2815262" cy="217550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BBAEAEC0-BC06-358C-2BD2-751B4DF01055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국가번호 선택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CEC91256-9366-82A9-99DD-0D16083C2D3B}"/>
                </a:ext>
              </a:extLst>
            </p:cNvPr>
            <p:cNvSpPr/>
            <p:nvPr/>
          </p:nvSpPr>
          <p:spPr>
            <a:xfrm>
              <a:off x="3563880" y="2005049"/>
              <a:ext cx="1885952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4" name="Chevron Left">
              <a:extLst>
                <a:ext uri="{FF2B5EF4-FFF2-40B4-BE49-F238E27FC236}">
                  <a16:creationId xmlns:a16="http://schemas.microsoft.com/office/drawing/2014/main" id="{9985948A-5A0C-7835-A15A-8F863BD5787E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ABD3408-52C2-0EEE-EFB1-3CE65D353544}"/>
              </a:ext>
            </a:extLst>
          </p:cNvPr>
          <p:cNvGrpSpPr/>
          <p:nvPr/>
        </p:nvGrpSpPr>
        <p:grpSpPr>
          <a:xfrm>
            <a:off x="6397244" y="2914258"/>
            <a:ext cx="2815262" cy="217550"/>
            <a:chOff x="2634570" y="2005049"/>
            <a:chExt cx="2815262" cy="217550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71B7E55D-5673-8020-854C-C92E24065A3F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국가번호 선택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E5E43BE-66CE-D88C-2A96-671613BBA73D}"/>
                </a:ext>
              </a:extLst>
            </p:cNvPr>
            <p:cNvSpPr/>
            <p:nvPr/>
          </p:nvSpPr>
          <p:spPr>
            <a:xfrm>
              <a:off x="3563880" y="2005049"/>
              <a:ext cx="1885952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8" name="Chevron Left">
              <a:extLst>
                <a:ext uri="{FF2B5EF4-FFF2-40B4-BE49-F238E27FC236}">
                  <a16:creationId xmlns:a16="http://schemas.microsoft.com/office/drawing/2014/main" id="{D024252D-1432-2449-68F6-8F005E443246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0" name="Teardrop 1">
            <a:extLst>
              <a:ext uri="{FF2B5EF4-FFF2-40B4-BE49-F238E27FC236}">
                <a16:creationId xmlns:a16="http://schemas.microsoft.com/office/drawing/2014/main" id="{ACAC42CF-717B-3D23-FFC1-2FEF4B58358A}"/>
              </a:ext>
            </a:extLst>
          </p:cNvPr>
          <p:cNvSpPr/>
          <p:nvPr/>
        </p:nvSpPr>
        <p:spPr>
          <a:xfrm rot="16200000" flipH="1" flipV="1">
            <a:off x="5133301" y="223171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2D1AE8F-C990-7EC8-E48A-D0D7AF85F741}"/>
              </a:ext>
            </a:extLst>
          </p:cNvPr>
          <p:cNvSpPr txBox="1"/>
          <p:nvPr/>
        </p:nvSpPr>
        <p:spPr>
          <a:xfrm>
            <a:off x="3537758" y="2042453"/>
            <a:ext cx="16527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⟵ 선택 기준 프로퍼티 자동 출력</a:t>
            </a:r>
            <a:endParaRPr kumimoji="1" lang="ko-KR" altLang="en-US" sz="80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389AB2F-AE49-EDBF-880D-C0396AF4E63F}"/>
              </a:ext>
            </a:extLst>
          </p:cNvPr>
          <p:cNvSpPr/>
          <p:nvPr/>
        </p:nvSpPr>
        <p:spPr bwMode="auto">
          <a:xfrm>
            <a:off x="-106106" y="116468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CFDCC9B-27EC-DBE3-3F4A-9AF6B86F803B}"/>
              </a:ext>
            </a:extLst>
          </p:cNvPr>
          <p:cNvSpPr/>
          <p:nvPr/>
        </p:nvSpPr>
        <p:spPr>
          <a:xfrm>
            <a:off x="-14" y="808615"/>
            <a:ext cx="1318349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관리자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2FF6680-8667-F770-1EE2-7D70949DFF24}"/>
              </a:ext>
            </a:extLst>
          </p:cNvPr>
          <p:cNvSpPr txBox="1"/>
          <p:nvPr/>
        </p:nvSpPr>
        <p:spPr>
          <a:xfrm>
            <a:off x="3537758" y="1765362"/>
            <a:ext cx="16527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⟵ 선택 기준 호텔 자동 출력</a:t>
            </a:r>
            <a:endParaRPr kumimoji="1" lang="ko-KR" altLang="en-US" sz="80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17792319-BD3A-65D4-8DCD-6CB0681D0364}"/>
              </a:ext>
            </a:extLst>
          </p:cNvPr>
          <p:cNvGrpSpPr/>
          <p:nvPr/>
        </p:nvGrpSpPr>
        <p:grpSpPr>
          <a:xfrm>
            <a:off x="2932693" y="3533716"/>
            <a:ext cx="1363107" cy="617706"/>
            <a:chOff x="2634571" y="3276338"/>
            <a:chExt cx="1363107" cy="617706"/>
          </a:xfrm>
        </p:grpSpPr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8BFBDB02-0E0C-5A7B-5333-BAB280972C35}"/>
                </a:ext>
              </a:extLst>
            </p:cNvPr>
            <p:cNvSpPr/>
            <p:nvPr/>
          </p:nvSpPr>
          <p:spPr>
            <a:xfrm>
              <a:off x="2634571" y="3276338"/>
              <a:ext cx="1363107" cy="61770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권한 선택</a:t>
              </a:r>
              <a:endPara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  <a:p>
              <a:r>
                <a:rPr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-------------------------------</a:t>
              </a:r>
            </a:p>
            <a:p>
              <a:r>
                <a:rPr lang="ko-KR" altLang="en-US" sz="800" dirty="0" err="1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글래드</a:t>
              </a:r>
              <a:r>
                <a:rPr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여의도 상담 권한</a:t>
              </a:r>
              <a:endPara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  <a:p>
              <a:r>
                <a:rPr lang="ko-KR" altLang="en-US" sz="800" dirty="0" err="1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글래드</a:t>
              </a:r>
              <a:r>
                <a:rPr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여의도 예약 권한</a:t>
              </a:r>
              <a:endPara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88" name="Chevron Left">
              <a:extLst>
                <a:ext uri="{FF2B5EF4-FFF2-40B4-BE49-F238E27FC236}">
                  <a16:creationId xmlns:a16="http://schemas.microsoft.com/office/drawing/2014/main" id="{EC2E4515-458F-E74A-9CD5-DA26BC99DE62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751793" y="3335015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68E6A780-8A64-59C7-0C38-A2955619ADB4}"/>
              </a:ext>
            </a:extLst>
          </p:cNvPr>
          <p:cNvSpPr txBox="1"/>
          <p:nvPr/>
        </p:nvSpPr>
        <p:spPr>
          <a:xfrm>
            <a:off x="4273790" y="3533716"/>
            <a:ext cx="25635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←권한관리 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&gt; </a:t>
            </a:r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프로퍼티 관리자 해당 프로퍼티 권한 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GET</a:t>
            </a:r>
            <a:endParaRPr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90" name="Teardrop 1">
            <a:extLst>
              <a:ext uri="{FF2B5EF4-FFF2-40B4-BE49-F238E27FC236}">
                <a16:creationId xmlns:a16="http://schemas.microsoft.com/office/drawing/2014/main" id="{FEFBA6BC-D64D-CD86-CE5E-C28B40DEDB43}"/>
              </a:ext>
            </a:extLst>
          </p:cNvPr>
          <p:cNvSpPr/>
          <p:nvPr/>
        </p:nvSpPr>
        <p:spPr>
          <a:xfrm rot="16200000" flipH="1" flipV="1">
            <a:off x="2787011" y="343752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1262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60FE6-1F5F-A0E1-B6F8-BB0EA31F2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F4D41F68-FF4C-6703-887C-B0ED5BCDB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관리자 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4DC6E521-4434-469A-61E8-052D44006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회원관리 </a:t>
            </a:r>
            <a:r>
              <a:rPr lang="en-US" altLang="ko-KR" dirty="0"/>
              <a:t>&gt;</a:t>
            </a:r>
            <a:r>
              <a:rPr lang="ko-KR" altLang="en-US" dirty="0"/>
              <a:t> 프로퍼티 관리자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FC83A767-C9B6-C395-C03D-908F4B0871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4B10A9DC-F9CC-98BB-BF71-114147874D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회원관리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3C410C-F699-D91E-BF5D-B55C9DD72FC4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B429811-83C7-4786-4FE9-8FF065B5BE67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8025F84-7E94-0E55-263D-73526C51F62D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회원관리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2BD16AD5-55E9-31FE-D9AE-36BA82D7F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662192"/>
              </p:ext>
            </p:extLst>
          </p:nvPr>
        </p:nvGraphicFramePr>
        <p:xfrm>
          <a:off x="9406740" y="440717"/>
          <a:ext cx="2785260" cy="33563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관리자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비밀번호 초기화 확인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alert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개만 설정 가능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없는 경우 저장 및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리스트 페이지로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없는 경우 삭제 및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리스트 페이지로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5C31570A-B748-AE58-C270-CC36BFA26B33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프로퍼티 관리자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FA9719AB-AC45-C4BA-B0CA-ADA7AB610BF2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92BE3A4-5A6A-F610-72C3-D508432782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722895"/>
              </p:ext>
            </p:extLst>
          </p:nvPr>
        </p:nvGraphicFramePr>
        <p:xfrm>
          <a:off x="1513108" y="1138560"/>
          <a:ext cx="7746199" cy="2712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2532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371219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19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9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U123458790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계정 유형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관리자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가입일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2025-01-01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계정 상태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68110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호텔 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호텔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616743"/>
                  </a:ext>
                </a:extLst>
              </a:tr>
              <a:tr h="3089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프로퍼티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여의도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130963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아이디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userid12345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08359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휴대폰 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이메일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연락처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직급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4126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관리자 권한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51779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3905321-B25D-50F1-0B8F-F53B37C66635}"/>
              </a:ext>
            </a:extLst>
          </p:cNvPr>
          <p:cNvSpPr txBox="1"/>
          <p:nvPr/>
        </p:nvSpPr>
        <p:spPr>
          <a:xfrm>
            <a:off x="1427884" y="825632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D0AA98-C62C-C7CE-F650-168D544EB633}"/>
              </a:ext>
            </a:extLst>
          </p:cNvPr>
          <p:cNvSpPr txBox="1"/>
          <p:nvPr/>
        </p:nvSpPr>
        <p:spPr>
          <a:xfrm>
            <a:off x="7801966" y="825632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53AFA7B-7221-344E-F78B-6321E368992B}"/>
              </a:ext>
            </a:extLst>
          </p:cNvPr>
          <p:cNvSpPr/>
          <p:nvPr/>
        </p:nvSpPr>
        <p:spPr>
          <a:xfrm>
            <a:off x="2896612" y="2984324"/>
            <a:ext cx="2165285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useremail</a:t>
            </a:r>
            <a:r>
              <a:rPr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.@</a:t>
            </a:r>
            <a:r>
              <a:rPr lang="en-US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gladkorea.com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F2D4769-124D-3FA9-E9FA-4749A9CF386A}"/>
              </a:ext>
            </a:extLst>
          </p:cNvPr>
          <p:cNvSpPr/>
          <p:nvPr/>
        </p:nvSpPr>
        <p:spPr>
          <a:xfrm>
            <a:off x="2896612" y="3275929"/>
            <a:ext cx="2165285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홍보팀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B686721-3511-E0B9-5C96-64B1C4421313}"/>
              </a:ext>
            </a:extLst>
          </p:cNvPr>
          <p:cNvSpPr/>
          <p:nvPr/>
        </p:nvSpPr>
        <p:spPr>
          <a:xfrm>
            <a:off x="6372853" y="3275929"/>
            <a:ext cx="281949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사원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8EE72B5-E99B-4233-500F-1AAF4D8EFE50}"/>
              </a:ext>
            </a:extLst>
          </p:cNvPr>
          <p:cNvSpPr/>
          <p:nvPr/>
        </p:nvSpPr>
        <p:spPr>
          <a:xfrm>
            <a:off x="2896612" y="2684629"/>
            <a:ext cx="2165285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김레드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2A14AE7-D3F4-3A18-A5F6-29B51865A121}"/>
              </a:ext>
            </a:extLst>
          </p:cNvPr>
          <p:cNvSpPr/>
          <p:nvPr/>
        </p:nvSpPr>
        <p:spPr>
          <a:xfrm>
            <a:off x="6389065" y="1779343"/>
            <a:ext cx="764258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비밀번호 초기화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E3A8D1B6-6E70-0B54-EF49-46B2AEC94742}"/>
              </a:ext>
            </a:extLst>
          </p:cNvPr>
          <p:cNvGrpSpPr/>
          <p:nvPr/>
        </p:nvGrpSpPr>
        <p:grpSpPr>
          <a:xfrm>
            <a:off x="6372853" y="2676759"/>
            <a:ext cx="2819491" cy="217550"/>
            <a:chOff x="2634570" y="2005049"/>
            <a:chExt cx="2819491" cy="217550"/>
          </a:xfrm>
        </p:grpSpPr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97BD5426-258E-AF6F-08A6-11CCE236722C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대한민국</a:t>
              </a: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4A0CF60C-C83C-72F2-797F-5D7BE47BE214}"/>
                </a:ext>
              </a:extLst>
            </p:cNvPr>
            <p:cNvSpPr/>
            <p:nvPr/>
          </p:nvSpPr>
          <p:spPr>
            <a:xfrm>
              <a:off x="3574092" y="2005049"/>
              <a:ext cx="187996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02-1234-1234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78" name="Chevron Left">
              <a:extLst>
                <a:ext uri="{FF2B5EF4-FFF2-40B4-BE49-F238E27FC236}">
                  <a16:creationId xmlns:a16="http://schemas.microsoft.com/office/drawing/2014/main" id="{037F8E05-9DAE-0C76-9C1A-2131117C44F7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A2A6DB5E-8A91-06EB-D83C-69C41084EE92}"/>
              </a:ext>
            </a:extLst>
          </p:cNvPr>
          <p:cNvGrpSpPr/>
          <p:nvPr/>
        </p:nvGrpSpPr>
        <p:grpSpPr>
          <a:xfrm>
            <a:off x="6372853" y="2972900"/>
            <a:ext cx="2819491" cy="217550"/>
            <a:chOff x="2634570" y="2005049"/>
            <a:chExt cx="2819491" cy="217550"/>
          </a:xfrm>
        </p:grpSpPr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5BF6F54D-42FB-F61E-5C8C-C7B971576EDC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대한민국</a:t>
              </a: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A6A9903A-5FB4-9940-ECBA-D1E8AB0C93A4}"/>
                </a:ext>
              </a:extLst>
            </p:cNvPr>
            <p:cNvSpPr/>
            <p:nvPr/>
          </p:nvSpPr>
          <p:spPr>
            <a:xfrm>
              <a:off x="3574092" y="2005049"/>
              <a:ext cx="187996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02-1234-1234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86" name="Chevron Left">
              <a:extLst>
                <a:ext uri="{FF2B5EF4-FFF2-40B4-BE49-F238E27FC236}">
                  <a16:creationId xmlns:a16="http://schemas.microsoft.com/office/drawing/2014/main" id="{8319AA34-C602-DD92-1855-0014A273E13D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E4F66540-0268-C83C-F532-B1A98B67C8F5}"/>
              </a:ext>
            </a:extLst>
          </p:cNvPr>
          <p:cNvSpPr/>
          <p:nvPr/>
        </p:nvSpPr>
        <p:spPr>
          <a:xfrm>
            <a:off x="4404573" y="6381328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62825368-8FD2-B551-CE85-5AAA49075992}"/>
              </a:ext>
            </a:extLst>
          </p:cNvPr>
          <p:cNvSpPr/>
          <p:nvPr/>
        </p:nvSpPr>
        <p:spPr>
          <a:xfrm>
            <a:off x="5015880" y="6381328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12150395-FCA3-F07F-22ED-20C048B2AFEC}"/>
              </a:ext>
            </a:extLst>
          </p:cNvPr>
          <p:cNvSpPr/>
          <p:nvPr/>
        </p:nvSpPr>
        <p:spPr>
          <a:xfrm>
            <a:off x="5627187" y="6381328"/>
            <a:ext cx="520605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6" name="Teardrop 1">
            <a:extLst>
              <a:ext uri="{FF2B5EF4-FFF2-40B4-BE49-F238E27FC236}">
                <a16:creationId xmlns:a16="http://schemas.microsoft.com/office/drawing/2014/main" id="{62019B85-F2E9-A58C-9CED-65767E70BC1F}"/>
              </a:ext>
            </a:extLst>
          </p:cNvPr>
          <p:cNvSpPr/>
          <p:nvPr/>
        </p:nvSpPr>
        <p:spPr>
          <a:xfrm rot="16200000" flipH="1" flipV="1">
            <a:off x="6271844" y="167563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ardrop 1">
            <a:extLst>
              <a:ext uri="{FF2B5EF4-FFF2-40B4-BE49-F238E27FC236}">
                <a16:creationId xmlns:a16="http://schemas.microsoft.com/office/drawing/2014/main" id="{1DC1D3CE-35D4-70B5-DFBE-B9C8DC440B53}"/>
              </a:ext>
            </a:extLst>
          </p:cNvPr>
          <p:cNvSpPr/>
          <p:nvPr/>
        </p:nvSpPr>
        <p:spPr>
          <a:xfrm rot="16200000" flipH="1" flipV="1">
            <a:off x="4964902" y="627786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Teardrop 1">
            <a:extLst>
              <a:ext uri="{FF2B5EF4-FFF2-40B4-BE49-F238E27FC236}">
                <a16:creationId xmlns:a16="http://schemas.microsoft.com/office/drawing/2014/main" id="{C8DA6EF3-0AC4-E5E3-6D98-BAB28458325D}"/>
              </a:ext>
            </a:extLst>
          </p:cNvPr>
          <p:cNvSpPr/>
          <p:nvPr/>
        </p:nvSpPr>
        <p:spPr>
          <a:xfrm rot="16200000" flipH="1" flipV="1">
            <a:off x="5561907" y="627786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7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6DF46CD7-D812-19F1-D07D-B957CFA26D50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7321435" y="4234809"/>
            <a:ext cx="2193637" cy="1154545"/>
            <a:chOff x="595686" y="1261242"/>
            <a:chExt cx="3222246" cy="1507358"/>
          </a:xfrm>
        </p:grpSpPr>
        <p:sp>
          <p:nvSpPr>
            <p:cNvPr id="22" name="Window Body">
              <a:extLst>
                <a:ext uri="{FF2B5EF4-FFF2-40B4-BE49-F238E27FC236}">
                  <a16:creationId xmlns:a16="http://schemas.microsoft.com/office/drawing/2014/main" id="{6760FB1F-84BC-CF75-ABC3-2038B87FDD2B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3" name="Text">
              <a:extLst>
                <a:ext uri="{FF2B5EF4-FFF2-40B4-BE49-F238E27FC236}">
                  <a16:creationId xmlns:a16="http://schemas.microsoft.com/office/drawing/2014/main" id="{4A22C692-A27D-DB21-714D-E076E8A3BEA9}"/>
                </a:ext>
              </a:extLst>
            </p:cNvPr>
            <p:cNvSpPr txBox="1"/>
            <p:nvPr/>
          </p:nvSpPr>
          <p:spPr>
            <a:xfrm>
              <a:off x="665740" y="1777985"/>
              <a:ext cx="3082137" cy="489613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정말 비밀번호를 </a:t>
              </a:r>
              <a:endParaRPr lang="en-US" altLang="ko-KR" sz="900" noProof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초기화 하시겠습니까</a:t>
              </a:r>
              <a:r>
                <a:rPr lang="en-US" altLang="ko-KR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?</a:t>
              </a:r>
              <a:endParaRPr lang="en-US" sz="900" noProof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" name="Title Bar">
              <a:extLst>
                <a:ext uri="{FF2B5EF4-FFF2-40B4-BE49-F238E27FC236}">
                  <a16:creationId xmlns:a16="http://schemas.microsoft.com/office/drawing/2014/main" id="{8CEDA323-EC7D-D744-1F47-1BD70A5FBA33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confirm alert</a:t>
              </a:r>
            </a:p>
          </p:txBody>
        </p:sp>
        <p:sp>
          <p:nvSpPr>
            <p:cNvPr id="26" name="Close Button">
              <a:extLst>
                <a:ext uri="{FF2B5EF4-FFF2-40B4-BE49-F238E27FC236}">
                  <a16:creationId xmlns:a16="http://schemas.microsoft.com/office/drawing/2014/main" id="{03592C7D-FC85-3589-AF0D-3831DFCDAF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27" name="Icons">
              <a:extLst>
                <a:ext uri="{FF2B5EF4-FFF2-40B4-BE49-F238E27FC236}">
                  <a16:creationId xmlns:a16="http://schemas.microsoft.com/office/drawing/2014/main" id="{D95CB969-23F7-F599-7532-D7AB82F6BABC}"/>
                </a:ext>
              </a:extLst>
            </p:cNvPr>
            <p:cNvGrpSpPr/>
            <p:nvPr/>
          </p:nvGrpSpPr>
          <p:grpSpPr>
            <a:xfrm>
              <a:off x="802903" y="1669713"/>
              <a:ext cx="398463" cy="396875"/>
              <a:chOff x="802903" y="1669713"/>
              <a:chExt cx="398463" cy="396875"/>
            </a:xfrm>
          </p:grpSpPr>
          <p:sp>
            <p:nvSpPr>
              <p:cNvPr id="39" name="Info Icon" hidden="1">
                <a:extLst>
                  <a:ext uri="{FF2B5EF4-FFF2-40B4-BE49-F238E27FC236}">
                    <a16:creationId xmlns:a16="http://schemas.microsoft.com/office/drawing/2014/main" id="{B861FB1D-00CF-E7A4-DCC7-41CEC6FACAD0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0" name="Error Icon" hidden="1">
                <a:extLst>
                  <a:ext uri="{FF2B5EF4-FFF2-40B4-BE49-F238E27FC236}">
                    <a16:creationId xmlns:a16="http://schemas.microsoft.com/office/drawing/2014/main" id="{64CB70C2-C28B-8117-235B-8830EF80FA16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1" name="Question Icon" hidden="1">
                <a:extLst>
                  <a:ext uri="{FF2B5EF4-FFF2-40B4-BE49-F238E27FC236}">
                    <a16:creationId xmlns:a16="http://schemas.microsoft.com/office/drawing/2014/main" id="{D654B0A5-B0E8-A602-7D08-1A9B0714819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8" name="Buttons">
              <a:extLst>
                <a:ext uri="{FF2B5EF4-FFF2-40B4-BE49-F238E27FC236}">
                  <a16:creationId xmlns:a16="http://schemas.microsoft.com/office/drawing/2014/main" id="{9C36387A-8837-EE76-62D3-2A8FC5EC28D4}"/>
                </a:ext>
              </a:extLst>
            </p:cNvPr>
            <p:cNvGrpSpPr/>
            <p:nvPr/>
          </p:nvGrpSpPr>
          <p:grpSpPr>
            <a:xfrm>
              <a:off x="1538287" y="2386471"/>
              <a:ext cx="1441030" cy="240384"/>
              <a:chOff x="1538287" y="2386471"/>
              <a:chExt cx="1441030" cy="240384"/>
            </a:xfrm>
          </p:grpSpPr>
          <p:sp>
            <p:nvSpPr>
              <p:cNvPr id="30" name="Button 1">
                <a:extLst>
                  <a:ext uri="{FF2B5EF4-FFF2-40B4-BE49-F238E27FC236}">
                    <a16:creationId xmlns:a16="http://schemas.microsoft.com/office/drawing/2014/main" id="{88AF123A-7C33-C8C0-1F28-ABC35F8B7F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0353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취소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7" name="Button 2" hidden="1">
                <a:extLst>
                  <a:ext uri="{FF2B5EF4-FFF2-40B4-BE49-F238E27FC236}">
                    <a16:creationId xmlns:a16="http://schemas.microsoft.com/office/drawing/2014/main" id="{C7D90D1D-51F3-3D41-78B3-5CA04C9554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 err="1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8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8" name="Button 3" hidden="1">
                <a:extLst>
                  <a:ext uri="{FF2B5EF4-FFF2-40B4-BE49-F238E27FC236}">
                    <a16:creationId xmlns:a16="http://schemas.microsoft.com/office/drawing/2014/main" id="{7B38A5E7-92E4-510A-C8C4-1656995FBF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1" name="Button 1">
                <a:extLst>
                  <a:ext uri="{FF2B5EF4-FFF2-40B4-BE49-F238E27FC236}">
                    <a16:creationId xmlns:a16="http://schemas.microsoft.com/office/drawing/2014/main" id="{ABF4720C-3000-155E-294F-767964BB9D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6290" y="2386471"/>
                <a:ext cx="663027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확인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cxnSp>
        <p:nvCxnSpPr>
          <p:cNvPr id="42" name="꺾인 연결선[E] 41">
            <a:extLst>
              <a:ext uri="{FF2B5EF4-FFF2-40B4-BE49-F238E27FC236}">
                <a16:creationId xmlns:a16="http://schemas.microsoft.com/office/drawing/2014/main" id="{6AB8AFFF-1066-03DF-2602-87F62C592AA2}"/>
              </a:ext>
            </a:extLst>
          </p:cNvPr>
          <p:cNvCxnSpPr>
            <a:cxnSpLocks/>
            <a:stCxn id="11" idx="3"/>
            <a:endCxn id="24" idx="0"/>
          </p:cNvCxnSpPr>
          <p:nvPr/>
        </p:nvCxnSpPr>
        <p:spPr>
          <a:xfrm>
            <a:off x="7153323" y="1875175"/>
            <a:ext cx="1264931" cy="235963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5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3EC63C30-8F66-16EF-FDB1-D1BF799BF769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9768408" y="4234809"/>
            <a:ext cx="2193637" cy="1154545"/>
            <a:chOff x="595686" y="1261242"/>
            <a:chExt cx="3222246" cy="1507358"/>
          </a:xfrm>
        </p:grpSpPr>
        <p:sp>
          <p:nvSpPr>
            <p:cNvPr id="47" name="Window Body">
              <a:extLst>
                <a:ext uri="{FF2B5EF4-FFF2-40B4-BE49-F238E27FC236}">
                  <a16:creationId xmlns:a16="http://schemas.microsoft.com/office/drawing/2014/main" id="{6420AB68-39DC-BCBE-A247-0ECE938A489F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8" name="Text">
              <a:extLst>
                <a:ext uri="{FF2B5EF4-FFF2-40B4-BE49-F238E27FC236}">
                  <a16:creationId xmlns:a16="http://schemas.microsoft.com/office/drawing/2014/main" id="{BC47224F-C461-DF29-C8BE-25E5232E575B}"/>
                </a:ext>
              </a:extLst>
            </p:cNvPr>
            <p:cNvSpPr txBox="1"/>
            <p:nvPr/>
          </p:nvSpPr>
          <p:spPr>
            <a:xfrm>
              <a:off x="665740" y="1608226"/>
              <a:ext cx="3082137" cy="893902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비밀번호 초기화가 완료 되었습니다</a:t>
              </a:r>
              <a:r>
                <a:rPr lang="en-US" altLang="ko-KR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</a:t>
              </a:r>
            </a:p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초기 비밀번호 </a:t>
              </a:r>
              <a:r>
                <a:rPr lang="en-US" altLang="ko-KR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:</a:t>
              </a:r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altLang="ko-KR" sz="900" b="0" kern="0" spc="-30" baseline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holapms1</a:t>
              </a:r>
              <a:r>
                <a:rPr lang="en-US" altLang="ko-KR" sz="900" b="0" kern="0" spc="-30" baseline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!</a:t>
              </a:r>
            </a:p>
            <a:p>
              <a:pPr algn="ctr"/>
              <a:r>
                <a:rPr lang="ko-KR" altLang="en-US" sz="900" kern="0" spc="-3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Segoe UI" panose="020B0502040204020203" pitchFamily="34" charset="0"/>
                </a:rPr>
                <a:t>로그인 후 비밀번호를 수정하세요</a:t>
              </a:r>
              <a:r>
                <a:rPr lang="en-US" altLang="ko-KR" sz="900" kern="0" spc="-3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Segoe UI" panose="020B0502040204020203" pitchFamily="34" charset="0"/>
                </a:rPr>
                <a:t>.</a:t>
              </a:r>
              <a:endParaRPr lang="en-US" sz="900" noProof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9" name="Title Bar">
              <a:extLst>
                <a:ext uri="{FF2B5EF4-FFF2-40B4-BE49-F238E27FC236}">
                  <a16:creationId xmlns:a16="http://schemas.microsoft.com/office/drawing/2014/main" id="{72CD24C2-9873-BE38-FBD1-72FD068D5418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50" name="Close Button">
              <a:extLst>
                <a:ext uri="{FF2B5EF4-FFF2-40B4-BE49-F238E27FC236}">
                  <a16:creationId xmlns:a16="http://schemas.microsoft.com/office/drawing/2014/main" id="{00EA8595-3979-E0B3-6D5E-3E5624C770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51" name="Icons">
              <a:extLst>
                <a:ext uri="{FF2B5EF4-FFF2-40B4-BE49-F238E27FC236}">
                  <a16:creationId xmlns:a16="http://schemas.microsoft.com/office/drawing/2014/main" id="{FF5B1048-6EA0-4F6E-625F-75931DC3C271}"/>
                </a:ext>
              </a:extLst>
            </p:cNvPr>
            <p:cNvGrpSpPr/>
            <p:nvPr/>
          </p:nvGrpSpPr>
          <p:grpSpPr>
            <a:xfrm>
              <a:off x="802903" y="1669713"/>
              <a:ext cx="398463" cy="396875"/>
              <a:chOff x="802903" y="1669713"/>
              <a:chExt cx="398463" cy="396875"/>
            </a:xfrm>
          </p:grpSpPr>
          <p:sp>
            <p:nvSpPr>
              <p:cNvPr id="56" name="Info Icon" hidden="1">
                <a:extLst>
                  <a:ext uri="{FF2B5EF4-FFF2-40B4-BE49-F238E27FC236}">
                    <a16:creationId xmlns:a16="http://schemas.microsoft.com/office/drawing/2014/main" id="{4B546C04-0E35-6954-681D-94AE2C772CF7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7" name="Error Icon" hidden="1">
                <a:extLst>
                  <a:ext uri="{FF2B5EF4-FFF2-40B4-BE49-F238E27FC236}">
                    <a16:creationId xmlns:a16="http://schemas.microsoft.com/office/drawing/2014/main" id="{171DE0FC-E208-CE09-922B-5E1DB086CDEF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8" name="Question Icon" hidden="1">
                <a:extLst>
                  <a:ext uri="{FF2B5EF4-FFF2-40B4-BE49-F238E27FC236}">
                    <a16:creationId xmlns:a16="http://schemas.microsoft.com/office/drawing/2014/main" id="{BFC915A1-2ECA-C58F-F444-58C7AC991B5E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52" name="Buttons">
              <a:extLst>
                <a:ext uri="{FF2B5EF4-FFF2-40B4-BE49-F238E27FC236}">
                  <a16:creationId xmlns:a16="http://schemas.microsoft.com/office/drawing/2014/main" id="{03AA5DB1-141B-77F2-9AD3-6BA14DB4F981}"/>
                </a:ext>
              </a:extLst>
            </p:cNvPr>
            <p:cNvGrpSpPr/>
            <p:nvPr/>
          </p:nvGrpSpPr>
          <p:grpSpPr>
            <a:xfrm>
              <a:off x="1538287" y="2386471"/>
              <a:ext cx="1377404" cy="240384"/>
              <a:chOff x="1538287" y="2386471"/>
              <a:chExt cx="1377404" cy="240384"/>
            </a:xfrm>
          </p:grpSpPr>
          <p:sp>
            <p:nvSpPr>
              <p:cNvPr id="53" name="Button 1">
                <a:extLst>
                  <a:ext uri="{FF2B5EF4-FFF2-40B4-BE49-F238E27FC236}">
                    <a16:creationId xmlns:a16="http://schemas.microsoft.com/office/drawing/2014/main" id="{B97E2574-C6AA-0364-18EF-28A48079E1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6645" y="2386471"/>
                <a:ext cx="663028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확인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4" name="Button 2" hidden="1">
                <a:extLst>
                  <a:ext uri="{FF2B5EF4-FFF2-40B4-BE49-F238E27FC236}">
                    <a16:creationId xmlns:a16="http://schemas.microsoft.com/office/drawing/2014/main" id="{0CBF408C-9369-27C1-A0B6-0543CBE292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 err="1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8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5" name="Button 3" hidden="1">
                <a:extLst>
                  <a:ext uri="{FF2B5EF4-FFF2-40B4-BE49-F238E27FC236}">
                    <a16:creationId xmlns:a16="http://schemas.microsoft.com/office/drawing/2014/main" id="{9758AE0A-60F1-D15D-70C6-06555A152F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4038F034-C816-6FD2-27C3-6AA490897561}"/>
              </a:ext>
            </a:extLst>
          </p:cNvPr>
          <p:cNvCxnSpPr>
            <a:cxnSpLocks/>
            <a:stCxn id="22" idx="3"/>
            <a:endCxn id="47" idx="1"/>
          </p:cNvCxnSpPr>
          <p:nvPr/>
        </p:nvCxnSpPr>
        <p:spPr>
          <a:xfrm>
            <a:off x="9515072" y="4903131"/>
            <a:ext cx="2533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Check" hidden="1">
            <a:extLst>
              <a:ext uri="{FF2B5EF4-FFF2-40B4-BE49-F238E27FC236}">
                <a16:creationId xmlns:a16="http://schemas.microsoft.com/office/drawing/2014/main" id="{43B49CB8-DD88-3EDE-936C-F067A85A349C}"/>
              </a:ext>
            </a:extLst>
          </p:cNvPr>
          <p:cNvSpPr>
            <a:spLocks noEditPoints="1"/>
          </p:cNvSpPr>
          <p:nvPr/>
        </p:nvSpPr>
        <p:spPr bwMode="auto">
          <a:xfrm>
            <a:off x="2671263" y="2434670"/>
            <a:ext cx="88178" cy="89556"/>
          </a:xfrm>
          <a:custGeom>
            <a:avLst/>
            <a:gdLst>
              <a:gd name="T0" fmla="*/ 275 w 275"/>
              <a:gd name="T1" fmla="*/ 0 h 275"/>
              <a:gd name="T2" fmla="*/ 0 w 275"/>
              <a:gd name="T3" fmla="*/ 275 h 275"/>
              <a:gd name="T4" fmla="*/ 0 w 275"/>
              <a:gd name="T5" fmla="*/ 0 h 275"/>
              <a:gd name="T6" fmla="*/ 275 w 275"/>
              <a:gd name="T7" fmla="*/ 275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5" h="275">
                <a:moveTo>
                  <a:pt x="275" y="0"/>
                </a:moveTo>
                <a:lnTo>
                  <a:pt x="0" y="275"/>
                </a:lnTo>
                <a:moveTo>
                  <a:pt x="0" y="0"/>
                </a:moveTo>
                <a:lnTo>
                  <a:pt x="275" y="275"/>
                </a:lnTo>
              </a:path>
            </a:pathLst>
          </a:custGeom>
          <a:solidFill>
            <a:srgbClr val="FFFFFF"/>
          </a:solidFill>
          <a:ln w="6350" cap="flat">
            <a:solidFill>
              <a:srgbClr val="80808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3" name="Check" hidden="1">
            <a:extLst>
              <a:ext uri="{FF2B5EF4-FFF2-40B4-BE49-F238E27FC236}">
                <a16:creationId xmlns:a16="http://schemas.microsoft.com/office/drawing/2014/main" id="{863912F2-0BFA-0D08-DF93-D37BE541F31B}"/>
              </a:ext>
            </a:extLst>
          </p:cNvPr>
          <p:cNvSpPr>
            <a:spLocks noEditPoints="1"/>
          </p:cNvSpPr>
          <p:nvPr/>
        </p:nvSpPr>
        <p:spPr bwMode="auto">
          <a:xfrm>
            <a:off x="2671263" y="2672520"/>
            <a:ext cx="88178" cy="89556"/>
          </a:xfrm>
          <a:custGeom>
            <a:avLst/>
            <a:gdLst>
              <a:gd name="T0" fmla="*/ 275 w 275"/>
              <a:gd name="T1" fmla="*/ 0 h 275"/>
              <a:gd name="T2" fmla="*/ 0 w 275"/>
              <a:gd name="T3" fmla="*/ 275 h 275"/>
              <a:gd name="T4" fmla="*/ 0 w 275"/>
              <a:gd name="T5" fmla="*/ 0 h 275"/>
              <a:gd name="T6" fmla="*/ 275 w 275"/>
              <a:gd name="T7" fmla="*/ 275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5" h="275">
                <a:moveTo>
                  <a:pt x="275" y="0"/>
                </a:moveTo>
                <a:lnTo>
                  <a:pt x="0" y="275"/>
                </a:lnTo>
                <a:moveTo>
                  <a:pt x="0" y="0"/>
                </a:moveTo>
                <a:lnTo>
                  <a:pt x="275" y="275"/>
                </a:lnTo>
              </a:path>
            </a:pathLst>
          </a:custGeom>
          <a:solidFill>
            <a:srgbClr val="FFFFFF"/>
          </a:solidFill>
          <a:ln w="6350" cap="flat">
            <a:solidFill>
              <a:srgbClr val="80808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4" name="Check" hidden="1">
            <a:extLst>
              <a:ext uri="{FF2B5EF4-FFF2-40B4-BE49-F238E27FC236}">
                <a16:creationId xmlns:a16="http://schemas.microsoft.com/office/drawing/2014/main" id="{A786EB6A-2BCC-712E-5628-83E527E0CDA3}"/>
              </a:ext>
            </a:extLst>
          </p:cNvPr>
          <p:cNvSpPr>
            <a:spLocks noEditPoints="1"/>
          </p:cNvSpPr>
          <p:nvPr/>
        </p:nvSpPr>
        <p:spPr bwMode="auto">
          <a:xfrm>
            <a:off x="2671263" y="2905084"/>
            <a:ext cx="88178" cy="89556"/>
          </a:xfrm>
          <a:custGeom>
            <a:avLst/>
            <a:gdLst>
              <a:gd name="T0" fmla="*/ 275 w 275"/>
              <a:gd name="T1" fmla="*/ 0 h 275"/>
              <a:gd name="T2" fmla="*/ 0 w 275"/>
              <a:gd name="T3" fmla="*/ 275 h 275"/>
              <a:gd name="T4" fmla="*/ 0 w 275"/>
              <a:gd name="T5" fmla="*/ 0 h 275"/>
              <a:gd name="T6" fmla="*/ 275 w 275"/>
              <a:gd name="T7" fmla="*/ 275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5" h="275">
                <a:moveTo>
                  <a:pt x="275" y="0"/>
                </a:moveTo>
                <a:lnTo>
                  <a:pt x="0" y="275"/>
                </a:lnTo>
                <a:moveTo>
                  <a:pt x="0" y="0"/>
                </a:moveTo>
                <a:lnTo>
                  <a:pt x="275" y="275"/>
                </a:lnTo>
              </a:path>
            </a:pathLst>
          </a:custGeom>
          <a:solidFill>
            <a:srgbClr val="FFFFFF"/>
          </a:solidFill>
          <a:ln w="6350" cap="flat">
            <a:solidFill>
              <a:srgbClr val="80808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D15C4C5-5FD2-F5B2-DE52-32D1AA1A9BBF}"/>
              </a:ext>
            </a:extLst>
          </p:cNvPr>
          <p:cNvSpPr/>
          <p:nvPr/>
        </p:nvSpPr>
        <p:spPr bwMode="auto">
          <a:xfrm>
            <a:off x="-106106" y="116468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B15E1DD-63C2-3EFC-6134-DEBD1C709D22}"/>
              </a:ext>
            </a:extLst>
          </p:cNvPr>
          <p:cNvSpPr/>
          <p:nvPr/>
        </p:nvSpPr>
        <p:spPr>
          <a:xfrm>
            <a:off x="-14" y="808615"/>
            <a:ext cx="1318349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관리자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65623321-7503-AF29-46F4-7D63081E9150}"/>
              </a:ext>
            </a:extLst>
          </p:cNvPr>
          <p:cNvGrpSpPr/>
          <p:nvPr/>
        </p:nvGrpSpPr>
        <p:grpSpPr>
          <a:xfrm>
            <a:off x="2932694" y="3589437"/>
            <a:ext cx="1368152" cy="216024"/>
            <a:chOff x="2634572" y="3276338"/>
            <a:chExt cx="1368152" cy="216024"/>
          </a:xfrm>
        </p:grpSpPr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29A020AA-BAAD-3141-E9AB-9DAA92462A37}"/>
                </a:ext>
              </a:extLst>
            </p:cNvPr>
            <p:cNvSpPr/>
            <p:nvPr/>
          </p:nvSpPr>
          <p:spPr>
            <a:xfrm>
              <a:off x="2634572" y="3276338"/>
              <a:ext cx="1368152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800" dirty="0" err="1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글래드</a:t>
              </a:r>
              <a:r>
                <a:rPr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여의도 통합 권한</a:t>
              </a:r>
              <a:endPara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67" name="Chevron Left">
              <a:extLst>
                <a:ext uri="{FF2B5EF4-FFF2-40B4-BE49-F238E27FC236}">
                  <a16:creationId xmlns:a16="http://schemas.microsoft.com/office/drawing/2014/main" id="{711A66AE-CD3E-03EE-6374-E80E72F390FC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854273" y="3335015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1" name="Teardrop 1">
            <a:extLst>
              <a:ext uri="{FF2B5EF4-FFF2-40B4-BE49-F238E27FC236}">
                <a16:creationId xmlns:a16="http://schemas.microsoft.com/office/drawing/2014/main" id="{12E80DFB-8628-4F5E-6BF0-8BB08370AE70}"/>
              </a:ext>
            </a:extLst>
          </p:cNvPr>
          <p:cNvSpPr/>
          <p:nvPr/>
        </p:nvSpPr>
        <p:spPr>
          <a:xfrm rot="16200000" flipH="1" flipV="1">
            <a:off x="1471244" y="348638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8867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BE344-62DA-66C6-F5E0-90DA4E407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8EAF6ED-D837-6687-DD64-397D3CCD6AB3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블루웨이브 관리자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3900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45D6E-0046-DBBB-CE75-638A9654C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426A512C-90CB-F82B-435E-71F42C291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블루웨이브 관리자 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1699F418-278E-B7E0-1A6D-7D7F125EF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회원관리 </a:t>
            </a:r>
            <a:r>
              <a:rPr lang="en-US" altLang="ko-KR" dirty="0"/>
              <a:t>&gt;</a:t>
            </a:r>
            <a:r>
              <a:rPr lang="ko-KR" altLang="en-US" dirty="0"/>
              <a:t> 블루웨이브 관리자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AAA99B82-4036-5A90-7835-BCD2727E5D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4995113E-0FA2-8BA6-14B8-D34D3FB91F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회원관리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FC7A3C1-E278-5470-3AEC-EB4667F70C80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05E015C-EF8B-8A2B-D8A5-618EAA09356B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A5542E5-305F-E45E-AF11-B7ACBE8510CF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회원관리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3CEAF1E5-96EF-F6C8-D75C-F2866E12AB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857372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블루웨이브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페이지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DAAF1F90-C674-300A-F575-3A6575193C09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블루웨이브 관리자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6D0B601A-0993-C593-D3F8-81BB5FA0A019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78BC024F-0EFF-A877-8606-56B2ADEDD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959636"/>
              </p:ext>
            </p:extLst>
          </p:nvPr>
        </p:nvGraphicFramePr>
        <p:xfrm>
          <a:off x="1448266" y="908719"/>
          <a:ext cx="7816085" cy="50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아이디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관리자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계정 상태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686952"/>
                  </a:ext>
                </a:extLst>
              </a:tr>
            </a:tbl>
          </a:graphicData>
        </a:graphic>
      </p:graphicFrame>
      <p:sp>
        <p:nvSpPr>
          <p:cNvPr id="35" name="Text Box">
            <a:extLst>
              <a:ext uri="{FF2B5EF4-FFF2-40B4-BE49-F238E27FC236}">
                <a16:creationId xmlns:a16="http://schemas.microsoft.com/office/drawing/2014/main" id="{805276D4-A1BF-8C61-BC5D-1EF672696B9A}"/>
              </a:ext>
            </a:extLst>
          </p:cNvPr>
          <p:cNvSpPr>
            <a:spLocks/>
          </p:cNvSpPr>
          <p:nvPr/>
        </p:nvSpPr>
        <p:spPr bwMode="auto">
          <a:xfrm>
            <a:off x="2721031" y="942863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아이디를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F99E091E-C7E5-2C25-B356-15134A3AA6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650452"/>
              </p:ext>
            </p:extLst>
          </p:nvPr>
        </p:nvGraphicFramePr>
        <p:xfrm>
          <a:off x="1447441" y="1748834"/>
          <a:ext cx="7814440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87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6691">
                  <a:extLst>
                    <a:ext uri="{9D8B030D-6E8A-4147-A177-3AD203B41FA5}">
                      <a16:colId xmlns:a16="http://schemas.microsoft.com/office/drawing/2014/main" val="2007734128"/>
                    </a:ext>
                  </a:extLst>
                </a:gridCol>
                <a:gridCol w="1478883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1971843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관리자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계정 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회원가입입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선우*아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admin*****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D106BFDF-4190-1917-7CFD-2016FCF1A365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7B233D4-0917-5239-8806-88449B0BE137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58" name="Text Box">
            <a:extLst>
              <a:ext uri="{FF2B5EF4-FFF2-40B4-BE49-F238E27FC236}">
                <a16:creationId xmlns:a16="http://schemas.microsoft.com/office/drawing/2014/main" id="{8C1BE3EF-E0F9-50DA-494E-AEAEF5284F4F}"/>
              </a:ext>
            </a:extLst>
          </p:cNvPr>
          <p:cNvSpPr>
            <a:spLocks/>
          </p:cNvSpPr>
          <p:nvPr/>
        </p:nvSpPr>
        <p:spPr bwMode="auto">
          <a:xfrm>
            <a:off x="6660248" y="939173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이름을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4F422EA3-F480-21BB-3312-006A300C6628}"/>
              </a:ext>
            </a:extLst>
          </p:cNvPr>
          <p:cNvSpPr/>
          <p:nvPr/>
        </p:nvSpPr>
        <p:spPr>
          <a:xfrm>
            <a:off x="8616281" y="1481528"/>
            <a:ext cx="6456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시스템 관리자 등록</a:t>
            </a:r>
          </a:p>
        </p:txBody>
      </p:sp>
      <p:sp>
        <p:nvSpPr>
          <p:cNvPr id="65" name="Teardrop 1">
            <a:extLst>
              <a:ext uri="{FF2B5EF4-FFF2-40B4-BE49-F238E27FC236}">
                <a16:creationId xmlns:a16="http://schemas.microsoft.com/office/drawing/2014/main" id="{F40C77BA-F878-A99A-6619-2F5F385FE13C}"/>
              </a:ext>
            </a:extLst>
          </p:cNvPr>
          <p:cNvSpPr/>
          <p:nvPr/>
        </p:nvSpPr>
        <p:spPr>
          <a:xfrm rot="16200000" flipH="1" flipV="1">
            <a:off x="2832571" y="187015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1" name="Click">
            <a:extLst>
              <a:ext uri="{FF2B5EF4-FFF2-40B4-BE49-F238E27FC236}">
                <a16:creationId xmlns:a16="http://schemas.microsoft.com/office/drawing/2014/main" id="{4799C068-D064-8AB8-1240-01A5AE82FEB5}"/>
              </a:ext>
            </a:extLst>
          </p:cNvPr>
          <p:cNvGrpSpPr>
            <a:grpSpLocks noChangeAspect="1"/>
          </p:cNvGrpSpPr>
          <p:nvPr/>
        </p:nvGrpSpPr>
        <p:grpSpPr>
          <a:xfrm>
            <a:off x="3394602" y="1957271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206E2A0E-9749-E179-FF0E-BE2EDD7A426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1D116694-7AC8-24CE-B982-DCA6F545A3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08" name="Pagination">
            <a:extLst>
              <a:ext uri="{FF2B5EF4-FFF2-40B4-BE49-F238E27FC236}">
                <a16:creationId xmlns:a16="http://schemas.microsoft.com/office/drawing/2014/main" id="{78AB3AF0-BF56-134B-34D9-6B804A211B7C}"/>
              </a:ext>
            </a:extLst>
          </p:cNvPr>
          <p:cNvSpPr txBox="1"/>
          <p:nvPr/>
        </p:nvSpPr>
        <p:spPr>
          <a:xfrm>
            <a:off x="4702956" y="4543556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B028269-D384-4051-B9D0-7206F46EABF6}"/>
              </a:ext>
            </a:extLst>
          </p:cNvPr>
          <p:cNvGrpSpPr/>
          <p:nvPr/>
        </p:nvGrpSpPr>
        <p:grpSpPr>
          <a:xfrm>
            <a:off x="1446413" y="1488901"/>
            <a:ext cx="1842121" cy="200055"/>
            <a:chOff x="1446413" y="1985887"/>
            <a:chExt cx="1842121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3E16062-FA73-9375-B07D-DB4AB29F6738}"/>
                </a:ext>
              </a:extLst>
            </p:cNvPr>
            <p:cNvSpPr txBox="1"/>
            <p:nvPr/>
          </p:nvSpPr>
          <p:spPr>
            <a:xfrm>
              <a:off x="2382517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E667B0F6-501E-FEB8-5672-4A179B50491C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41A36B1F-EC7D-0126-E9B2-946C486573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02D7586D-618C-86E8-9146-10BD3A596D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1" name="Teardrop 1">
            <a:extLst>
              <a:ext uri="{FF2B5EF4-FFF2-40B4-BE49-F238E27FC236}">
                <a16:creationId xmlns:a16="http://schemas.microsoft.com/office/drawing/2014/main" id="{FFC33C15-CA80-1201-07E9-A253B76C098D}"/>
              </a:ext>
            </a:extLst>
          </p:cNvPr>
          <p:cNvSpPr/>
          <p:nvPr/>
        </p:nvSpPr>
        <p:spPr>
          <a:xfrm rot="16200000" flipH="1" flipV="1">
            <a:off x="8505732" y="133284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4205E02-6E1A-9F27-53D5-AD98F1247DEA}"/>
              </a:ext>
            </a:extLst>
          </p:cNvPr>
          <p:cNvSpPr/>
          <p:nvPr/>
        </p:nvSpPr>
        <p:spPr bwMode="auto">
          <a:xfrm>
            <a:off x="-106106" y="1392774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4D26642-3303-31E0-6BFF-1178234D7311}"/>
              </a:ext>
            </a:extLst>
          </p:cNvPr>
          <p:cNvSpPr/>
          <p:nvPr/>
        </p:nvSpPr>
        <p:spPr>
          <a:xfrm>
            <a:off x="-14" y="808615"/>
            <a:ext cx="1318349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953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AA6F2-ADAE-8973-70F6-7A3E8F234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44F7FD17-2420-5E6C-D928-44A389D42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블루웨이브 관리자 관리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E063863B-A976-C68D-656C-014742E7D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회원관리 </a:t>
            </a:r>
            <a:r>
              <a:rPr lang="en-US" altLang="ko-KR" dirty="0"/>
              <a:t>&gt;</a:t>
            </a:r>
            <a:r>
              <a:rPr lang="ko-KR" altLang="en-US" dirty="0"/>
              <a:t> 블루웨이브 관리자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034286C1-F946-5D6B-E583-15565706A6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37FEE048-88F9-9B88-E50B-1771426E32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회원관리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9F0B96B-510E-2703-881B-1E33471AAA58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9E18B9A-C26E-B632-3AA8-A4E20532413F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7D89E03-ECED-08AB-4040-EDA838512786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회원관리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B9BB005A-E521-044C-8162-B7BF5B6CC4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378466"/>
              </p:ext>
            </p:extLst>
          </p:nvPr>
        </p:nvGraphicFramePr>
        <p:xfrm>
          <a:off x="9406740" y="440717"/>
          <a:ext cx="2785260" cy="3270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블루웨이브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아이디 중복 확인 필수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없는 경우 저장 및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리스트 페이지로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AA8A7AA5-9583-5551-4605-2B2EF39AB276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블루웨이브 관리자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59B0AB94-AB47-A41E-7DDA-6DC8D1191E23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0DB030E-C086-8291-B99B-C33A105A74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939815"/>
              </p:ext>
            </p:extLst>
          </p:nvPr>
        </p:nvGraphicFramePr>
        <p:xfrm>
          <a:off x="1513108" y="1082536"/>
          <a:ext cx="7746199" cy="2103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후 시스템에서 생성 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계정 유형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가입일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후 시스템에서 생성 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계정 상태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아이디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08359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휴대폰 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이메일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연락처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직급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4126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 설정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57726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08231B9-E410-979A-1B8C-F62DE6056B24}"/>
              </a:ext>
            </a:extLst>
          </p:cNvPr>
          <p:cNvSpPr txBox="1"/>
          <p:nvPr/>
        </p:nvSpPr>
        <p:spPr>
          <a:xfrm>
            <a:off x="1427884" y="825632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C77B5BA-5452-6E0A-2650-B281AFC7CA41}"/>
              </a:ext>
            </a:extLst>
          </p:cNvPr>
          <p:cNvSpPr/>
          <p:nvPr/>
        </p:nvSpPr>
        <p:spPr>
          <a:xfrm>
            <a:off x="5221180" y="1728158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C6CF8AF-05A5-A659-A30D-84C1519A27C8}"/>
              </a:ext>
            </a:extLst>
          </p:cNvPr>
          <p:cNvSpPr/>
          <p:nvPr/>
        </p:nvSpPr>
        <p:spPr>
          <a:xfrm>
            <a:off x="2634571" y="2024348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담당자명을 입력하세요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698FC29-9438-C389-A7C1-5A488E959442}"/>
              </a:ext>
            </a:extLst>
          </p:cNvPr>
          <p:cNvSpPr/>
          <p:nvPr/>
        </p:nvSpPr>
        <p:spPr>
          <a:xfrm>
            <a:off x="2634571" y="2326776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담당자 이메일을 입력하세요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948625F-0688-31AE-D378-ED03BB6D4860}"/>
              </a:ext>
            </a:extLst>
          </p:cNvPr>
          <p:cNvSpPr/>
          <p:nvPr/>
        </p:nvSpPr>
        <p:spPr>
          <a:xfrm>
            <a:off x="2634571" y="1715978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아이디를 입력하세요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821F61-2537-263E-EAE2-BE23D4FB1FFC}"/>
              </a:ext>
            </a:extLst>
          </p:cNvPr>
          <p:cNvSpPr txBox="1"/>
          <p:nvPr/>
        </p:nvSpPr>
        <p:spPr>
          <a:xfrm>
            <a:off x="7801966" y="825632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F48F509-0597-5230-CEF0-8DE1E433C677}"/>
              </a:ext>
            </a:extLst>
          </p:cNvPr>
          <p:cNvSpPr/>
          <p:nvPr/>
        </p:nvSpPr>
        <p:spPr>
          <a:xfrm>
            <a:off x="2634571" y="2612893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부서명을 입력하세요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4C1ADD9-CB9C-AC71-0330-9611ED58542C}"/>
              </a:ext>
            </a:extLst>
          </p:cNvPr>
          <p:cNvSpPr/>
          <p:nvPr/>
        </p:nvSpPr>
        <p:spPr>
          <a:xfrm>
            <a:off x="6372853" y="2612893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직급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직책을 입력하세요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7E80021A-44FB-560F-BB1F-F5FDD5BC7127}"/>
              </a:ext>
            </a:extLst>
          </p:cNvPr>
          <p:cNvSpPr/>
          <p:nvPr/>
        </p:nvSpPr>
        <p:spPr>
          <a:xfrm>
            <a:off x="5052645" y="6381328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FD1FC26-50D8-F661-7ECE-0C996C9F43B2}"/>
              </a:ext>
            </a:extLst>
          </p:cNvPr>
          <p:cNvSpPr/>
          <p:nvPr/>
        </p:nvSpPr>
        <p:spPr>
          <a:xfrm>
            <a:off x="5663952" y="6381328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FC8102B-492D-05B8-F2E2-1EC659CA3A83}"/>
              </a:ext>
            </a:extLst>
          </p:cNvPr>
          <p:cNvSpPr txBox="1"/>
          <p:nvPr/>
        </p:nvSpPr>
        <p:spPr>
          <a:xfrm>
            <a:off x="6811652" y="1420498"/>
            <a:ext cx="9749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 디폴트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: </a:t>
            </a:r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사용 중</a:t>
            </a: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5AD971DC-9F15-D5BD-007E-534FF0BBD686}"/>
              </a:ext>
            </a:extLst>
          </p:cNvPr>
          <p:cNvGrpSpPr/>
          <p:nvPr/>
        </p:nvGrpSpPr>
        <p:grpSpPr>
          <a:xfrm>
            <a:off x="6377082" y="2009556"/>
            <a:ext cx="2815262" cy="217550"/>
            <a:chOff x="2634570" y="2005049"/>
            <a:chExt cx="2815262" cy="217550"/>
          </a:xfrm>
        </p:grpSpPr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D9BF54E5-0310-8395-3EEA-1287222443DB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국가번호 선택</a:t>
              </a: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D8FFF2A2-075C-D76B-6D05-850D8D515E55}"/>
                </a:ext>
              </a:extLst>
            </p:cNvPr>
            <p:cNvSpPr/>
            <p:nvPr/>
          </p:nvSpPr>
          <p:spPr>
            <a:xfrm>
              <a:off x="3563880" y="2005049"/>
              <a:ext cx="1885952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95" name="Chevron Left">
              <a:extLst>
                <a:ext uri="{FF2B5EF4-FFF2-40B4-BE49-F238E27FC236}">
                  <a16:creationId xmlns:a16="http://schemas.microsoft.com/office/drawing/2014/main" id="{E11FD2E1-6337-B8EE-2F1B-21C7C9AD3423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5CF1B8E7-45C9-3E31-3425-A5BDD44B86A0}"/>
              </a:ext>
            </a:extLst>
          </p:cNvPr>
          <p:cNvGrpSpPr/>
          <p:nvPr/>
        </p:nvGrpSpPr>
        <p:grpSpPr>
          <a:xfrm>
            <a:off x="6377082" y="2310893"/>
            <a:ext cx="2815262" cy="217550"/>
            <a:chOff x="2634570" y="2005049"/>
            <a:chExt cx="2815262" cy="217550"/>
          </a:xfrm>
        </p:grpSpPr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7D63E153-54E7-6ED0-BB70-0E563570BC53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국가번호 선택</a:t>
              </a: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C71EE536-0F87-CD85-C458-9941D04445D8}"/>
                </a:ext>
              </a:extLst>
            </p:cNvPr>
            <p:cNvSpPr/>
            <p:nvPr/>
          </p:nvSpPr>
          <p:spPr>
            <a:xfrm>
              <a:off x="3563880" y="2005049"/>
              <a:ext cx="1885952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99" name="Chevron Left">
              <a:extLst>
                <a:ext uri="{FF2B5EF4-FFF2-40B4-BE49-F238E27FC236}">
                  <a16:creationId xmlns:a16="http://schemas.microsoft.com/office/drawing/2014/main" id="{88F42C88-AFF8-B7F2-D1DD-18A62D5CFADD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429A2970-5A69-F3BF-6664-BE8C494C7DE5}"/>
              </a:ext>
            </a:extLst>
          </p:cNvPr>
          <p:cNvGrpSpPr/>
          <p:nvPr/>
        </p:nvGrpSpPr>
        <p:grpSpPr>
          <a:xfrm>
            <a:off x="2634571" y="2928587"/>
            <a:ext cx="2499451" cy="216024"/>
            <a:chOff x="2634571" y="3276338"/>
            <a:chExt cx="2499451" cy="216024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A4FA5F1-A1E3-C0B9-E5FF-10A707E048B3}"/>
                </a:ext>
              </a:extLst>
            </p:cNvPr>
            <p:cNvSpPr/>
            <p:nvPr/>
          </p:nvSpPr>
          <p:spPr>
            <a:xfrm>
              <a:off x="2634571" y="3276338"/>
              <a:ext cx="249945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권한 선택</a:t>
              </a:r>
            </a:p>
          </p:txBody>
        </p:sp>
        <p:sp>
          <p:nvSpPr>
            <p:cNvPr id="11" name="Chevron Left">
              <a:extLst>
                <a:ext uri="{FF2B5EF4-FFF2-40B4-BE49-F238E27FC236}">
                  <a16:creationId xmlns:a16="http://schemas.microsoft.com/office/drawing/2014/main" id="{659C2E4D-9464-A9CE-7E53-DEE53CDCF930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4976205" y="3335015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D1B855D-7036-8BD4-E5E6-F31D107053B1}"/>
              </a:ext>
            </a:extLst>
          </p:cNvPr>
          <p:cNvSpPr txBox="1"/>
          <p:nvPr/>
        </p:nvSpPr>
        <p:spPr>
          <a:xfrm>
            <a:off x="5123027" y="2939625"/>
            <a:ext cx="26885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←권한관리 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&gt; </a:t>
            </a:r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블루웨이브 관리자 권한 관리에 있는 값 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GET</a:t>
            </a:r>
            <a:endParaRPr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6" name="Teardrop 1">
            <a:extLst>
              <a:ext uri="{FF2B5EF4-FFF2-40B4-BE49-F238E27FC236}">
                <a16:creationId xmlns:a16="http://schemas.microsoft.com/office/drawing/2014/main" id="{2252726D-2709-A88D-DA5B-94AB703C77C1}"/>
              </a:ext>
            </a:extLst>
          </p:cNvPr>
          <p:cNvSpPr/>
          <p:nvPr/>
        </p:nvSpPr>
        <p:spPr>
          <a:xfrm rot="16200000" flipH="1" flipV="1">
            <a:off x="5106790" y="161840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9" name="Teardrop 1">
            <a:extLst>
              <a:ext uri="{FF2B5EF4-FFF2-40B4-BE49-F238E27FC236}">
                <a16:creationId xmlns:a16="http://schemas.microsoft.com/office/drawing/2014/main" id="{C46920D0-FB49-7372-2C51-FB50FFC82AEC}"/>
              </a:ext>
            </a:extLst>
          </p:cNvPr>
          <p:cNvSpPr/>
          <p:nvPr/>
        </p:nvSpPr>
        <p:spPr>
          <a:xfrm rot="16200000" flipH="1" flipV="1">
            <a:off x="5568429" y="627917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0595332-6123-618A-BC74-231BF8131533}"/>
              </a:ext>
            </a:extLst>
          </p:cNvPr>
          <p:cNvSpPr/>
          <p:nvPr/>
        </p:nvSpPr>
        <p:spPr bwMode="auto">
          <a:xfrm>
            <a:off x="-106106" y="1392774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639FA1B-49F4-5E94-0718-1C9826D5612A}"/>
              </a:ext>
            </a:extLst>
          </p:cNvPr>
          <p:cNvSpPr/>
          <p:nvPr/>
        </p:nvSpPr>
        <p:spPr>
          <a:xfrm>
            <a:off x="-14" y="808615"/>
            <a:ext cx="1318349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0508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C9148-0686-6694-95C1-72891027D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35B4551F-4A36-BDA0-2696-A81767B3C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블루웨이브 관리자 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D90C7055-83E3-190D-ACC0-DCD1ABE3A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회원관리 </a:t>
            </a:r>
            <a:r>
              <a:rPr lang="en-US" altLang="ko-KR" dirty="0"/>
              <a:t>&gt;</a:t>
            </a:r>
            <a:r>
              <a:rPr lang="ko-KR" altLang="en-US" dirty="0"/>
              <a:t> 블루웨이브 관리자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2A796F50-8723-B213-BEF3-BAF4837A5B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35A07B4E-D4A2-9B5F-FFC2-ADD2EF1106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회원관리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4DC25F8-9570-04F7-B969-661F122B97A2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52D7315-F5D4-EA79-BB56-D1517E31F3D0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4EB63E6-23AD-68EC-89D8-E66F98539684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회원관리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F173954B-D0D9-DD89-4F52-4F708AEF8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319201"/>
              </p:ext>
            </p:extLst>
          </p:nvPr>
        </p:nvGraphicFramePr>
        <p:xfrm>
          <a:off x="9406740" y="440717"/>
          <a:ext cx="2785260" cy="33563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블루웨이브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비밀번호 초기화 확인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alert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개만 설정 가능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없는 경우 저장 및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리스트 페이지로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없는 경우 삭제 및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리스트 페이지로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827ECF5C-B73A-843A-A633-D17DAF989719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블루웨이브 관리자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2DBCD5B6-B87B-CE9A-B739-1C6200D97974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373BEF8-DEEC-AB78-9474-9195D8B63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102026"/>
              </p:ext>
            </p:extLst>
          </p:nvPr>
        </p:nvGraphicFramePr>
        <p:xfrm>
          <a:off x="1513108" y="1138560"/>
          <a:ext cx="7746198" cy="240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19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A123458790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계정 유형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가입일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2025-01-01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계정 상태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68110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61674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아이디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userid12345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08359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휴대폰 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이메일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연락처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직급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4126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 설정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023925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741DC7D-2835-A687-1FC6-C12EB6DCB590}"/>
              </a:ext>
            </a:extLst>
          </p:cNvPr>
          <p:cNvSpPr txBox="1"/>
          <p:nvPr/>
        </p:nvSpPr>
        <p:spPr>
          <a:xfrm>
            <a:off x="1427884" y="825632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9A873F-152C-ABBF-3DE9-DA515688A0E9}"/>
              </a:ext>
            </a:extLst>
          </p:cNvPr>
          <p:cNvSpPr txBox="1"/>
          <p:nvPr/>
        </p:nvSpPr>
        <p:spPr>
          <a:xfrm>
            <a:off x="7801966" y="825632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7E9D4F1-E946-2C8A-688C-3FC0B602A6C1}"/>
              </a:ext>
            </a:extLst>
          </p:cNvPr>
          <p:cNvSpPr/>
          <p:nvPr/>
        </p:nvSpPr>
        <p:spPr>
          <a:xfrm>
            <a:off x="4404573" y="6381328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51B20DF-F3F7-C264-ED2A-A81A17D52D41}"/>
              </a:ext>
            </a:extLst>
          </p:cNvPr>
          <p:cNvSpPr/>
          <p:nvPr/>
        </p:nvSpPr>
        <p:spPr>
          <a:xfrm>
            <a:off x="5015880" y="6381328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B58BA8D-4BD3-1B85-AC63-835B607EC834}"/>
              </a:ext>
            </a:extLst>
          </p:cNvPr>
          <p:cNvSpPr/>
          <p:nvPr/>
        </p:nvSpPr>
        <p:spPr>
          <a:xfrm>
            <a:off x="2634571" y="2687651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useremail</a:t>
            </a:r>
            <a:r>
              <a:rPr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.@</a:t>
            </a:r>
            <a:r>
              <a:rPr lang="en-US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gladkorea.com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B5EE8AA-5803-74C9-A280-DC228465ACC7}"/>
              </a:ext>
            </a:extLst>
          </p:cNvPr>
          <p:cNvSpPr/>
          <p:nvPr/>
        </p:nvSpPr>
        <p:spPr>
          <a:xfrm>
            <a:off x="2634571" y="2983487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홍보팀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457B03B-7C4A-7D9D-06C1-973D397A1ACC}"/>
              </a:ext>
            </a:extLst>
          </p:cNvPr>
          <p:cNvSpPr/>
          <p:nvPr/>
        </p:nvSpPr>
        <p:spPr>
          <a:xfrm>
            <a:off x="6372853" y="2983487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사원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E530CD2-FA18-D719-AA5B-22AA0FE3D228}"/>
              </a:ext>
            </a:extLst>
          </p:cNvPr>
          <p:cNvSpPr/>
          <p:nvPr/>
        </p:nvSpPr>
        <p:spPr>
          <a:xfrm>
            <a:off x="2634571" y="2408272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김레드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B12EF78-38C2-6FDE-7CB3-4DEE2C147E7E}"/>
              </a:ext>
            </a:extLst>
          </p:cNvPr>
          <p:cNvSpPr/>
          <p:nvPr/>
        </p:nvSpPr>
        <p:spPr>
          <a:xfrm>
            <a:off x="2634571" y="1795356"/>
            <a:ext cx="764258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비밀번호 초기화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63F3707-2083-12B8-E9D0-B0F0238AD061}"/>
              </a:ext>
            </a:extLst>
          </p:cNvPr>
          <p:cNvGrpSpPr/>
          <p:nvPr/>
        </p:nvGrpSpPr>
        <p:grpSpPr>
          <a:xfrm>
            <a:off x="6372853" y="2379806"/>
            <a:ext cx="2819491" cy="217550"/>
            <a:chOff x="2634570" y="2005049"/>
            <a:chExt cx="2819491" cy="217550"/>
          </a:xfrm>
        </p:grpSpPr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27CC2A7F-6658-BA17-A913-AB66CBEDBD27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대한민국</a:t>
              </a: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E2B5FE01-9E39-71D3-92F1-25634DB6DB2D}"/>
                </a:ext>
              </a:extLst>
            </p:cNvPr>
            <p:cNvSpPr/>
            <p:nvPr/>
          </p:nvSpPr>
          <p:spPr>
            <a:xfrm>
              <a:off x="3574092" y="2005049"/>
              <a:ext cx="187996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02-1234-1234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78" name="Chevron Left">
              <a:extLst>
                <a:ext uri="{FF2B5EF4-FFF2-40B4-BE49-F238E27FC236}">
                  <a16:creationId xmlns:a16="http://schemas.microsoft.com/office/drawing/2014/main" id="{D7FEE0E0-C9DB-075F-784B-E916D687AC4B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121B70BB-B55C-54E9-7FDB-4F592CD4FA0F}"/>
              </a:ext>
            </a:extLst>
          </p:cNvPr>
          <p:cNvGrpSpPr/>
          <p:nvPr/>
        </p:nvGrpSpPr>
        <p:grpSpPr>
          <a:xfrm>
            <a:off x="6372853" y="2675947"/>
            <a:ext cx="2819491" cy="217550"/>
            <a:chOff x="2634570" y="2005049"/>
            <a:chExt cx="2819491" cy="217550"/>
          </a:xfrm>
        </p:grpSpPr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1E3DB3A5-E972-3F7B-52E5-5794E033EB93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대한민국</a:t>
              </a: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C8BF5B91-44A4-F7DB-D5FE-E615D6158068}"/>
                </a:ext>
              </a:extLst>
            </p:cNvPr>
            <p:cNvSpPr/>
            <p:nvPr/>
          </p:nvSpPr>
          <p:spPr>
            <a:xfrm>
              <a:off x="3574092" y="2005049"/>
              <a:ext cx="187996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02-1234-1234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86" name="Chevron Left">
              <a:extLst>
                <a:ext uri="{FF2B5EF4-FFF2-40B4-BE49-F238E27FC236}">
                  <a16:creationId xmlns:a16="http://schemas.microsoft.com/office/drawing/2014/main" id="{E556EF3D-9285-1109-20D8-9C7DF6A7B43C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DD4359DC-E0C2-8886-267B-62D12C5FEEAC}"/>
              </a:ext>
            </a:extLst>
          </p:cNvPr>
          <p:cNvSpPr/>
          <p:nvPr/>
        </p:nvSpPr>
        <p:spPr>
          <a:xfrm>
            <a:off x="5627187" y="6381328"/>
            <a:ext cx="520605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859B98A-725C-167A-1B12-56286B9C6034}"/>
              </a:ext>
            </a:extLst>
          </p:cNvPr>
          <p:cNvGrpSpPr/>
          <p:nvPr/>
        </p:nvGrpSpPr>
        <p:grpSpPr>
          <a:xfrm>
            <a:off x="2634571" y="3276338"/>
            <a:ext cx="2499451" cy="617706"/>
            <a:chOff x="2634571" y="3276338"/>
            <a:chExt cx="2499451" cy="617706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0ECCA0B-0174-7D6B-6655-1598C995A9FA}"/>
                </a:ext>
              </a:extLst>
            </p:cNvPr>
            <p:cNvSpPr/>
            <p:nvPr/>
          </p:nvSpPr>
          <p:spPr>
            <a:xfrm>
              <a:off x="2634571" y="3276338"/>
              <a:ext cx="2499451" cy="61770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블루웨이브 </a:t>
              </a:r>
              <a:r>
                <a:rPr kumimoji="1" lang="ko-KR" altLang="en-US" sz="800" dirty="0" err="1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홍보팀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관리자 권한</a:t>
              </a:r>
              <a:endPara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  <a:p>
              <a:r>
                <a:rPr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--------------------------------------------------------------</a:t>
              </a:r>
            </a:p>
            <a:p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블루웨이브 기획팀 권한</a:t>
              </a:r>
              <a:endPara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  <a:p>
              <a:r>
                <a:rPr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블루웨이브 개발팀 권한</a:t>
              </a:r>
              <a:endPara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2" name="Chevron Left">
              <a:extLst>
                <a:ext uri="{FF2B5EF4-FFF2-40B4-BE49-F238E27FC236}">
                  <a16:creationId xmlns:a16="http://schemas.microsoft.com/office/drawing/2014/main" id="{5165774A-4154-3135-1FEE-1E1E1EA26E9C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4976205" y="3335015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0" name="Teardrop 1">
            <a:extLst>
              <a:ext uri="{FF2B5EF4-FFF2-40B4-BE49-F238E27FC236}">
                <a16:creationId xmlns:a16="http://schemas.microsoft.com/office/drawing/2014/main" id="{BB420E7E-A532-C6BA-6633-9E763ABF66BE}"/>
              </a:ext>
            </a:extLst>
          </p:cNvPr>
          <p:cNvSpPr/>
          <p:nvPr/>
        </p:nvSpPr>
        <p:spPr>
          <a:xfrm rot="16200000" flipH="1" flipV="1">
            <a:off x="2526111" y="170762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" name="Teardrop 1">
            <a:extLst>
              <a:ext uri="{FF2B5EF4-FFF2-40B4-BE49-F238E27FC236}">
                <a16:creationId xmlns:a16="http://schemas.microsoft.com/office/drawing/2014/main" id="{156AF4E0-A2C8-8D5E-6578-C783C1253361}"/>
              </a:ext>
            </a:extLst>
          </p:cNvPr>
          <p:cNvSpPr/>
          <p:nvPr/>
        </p:nvSpPr>
        <p:spPr>
          <a:xfrm rot="16200000" flipH="1" flipV="1">
            <a:off x="2497536" y="317923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3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EE9752E7-A3D2-F59E-97BC-6F125E169869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4223792" y="4487775"/>
            <a:ext cx="2193637" cy="1154545"/>
            <a:chOff x="595686" y="1261242"/>
            <a:chExt cx="3222246" cy="1507358"/>
          </a:xfrm>
        </p:grpSpPr>
        <p:sp>
          <p:nvSpPr>
            <p:cNvPr id="24" name="Window Body">
              <a:extLst>
                <a:ext uri="{FF2B5EF4-FFF2-40B4-BE49-F238E27FC236}">
                  <a16:creationId xmlns:a16="http://schemas.microsoft.com/office/drawing/2014/main" id="{B05E2EC4-4FCA-E8D9-0F2C-7B4C46EBE146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6" name="Text">
              <a:extLst>
                <a:ext uri="{FF2B5EF4-FFF2-40B4-BE49-F238E27FC236}">
                  <a16:creationId xmlns:a16="http://schemas.microsoft.com/office/drawing/2014/main" id="{B5F7534C-219F-A431-46D0-AEDAB3160BB7}"/>
                </a:ext>
              </a:extLst>
            </p:cNvPr>
            <p:cNvSpPr txBox="1"/>
            <p:nvPr/>
          </p:nvSpPr>
          <p:spPr>
            <a:xfrm>
              <a:off x="665740" y="1777985"/>
              <a:ext cx="3082137" cy="489613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정말 비밀번호를 </a:t>
              </a:r>
              <a:endParaRPr lang="en-US" altLang="ko-KR" sz="900" noProof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초기화 하시겠습니까</a:t>
              </a:r>
              <a:r>
                <a:rPr lang="en-US" altLang="ko-KR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?</a:t>
              </a:r>
              <a:endParaRPr lang="en-US" sz="900" noProof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7" name="Title Bar">
              <a:extLst>
                <a:ext uri="{FF2B5EF4-FFF2-40B4-BE49-F238E27FC236}">
                  <a16:creationId xmlns:a16="http://schemas.microsoft.com/office/drawing/2014/main" id="{073E0497-5E9C-22DA-7CD9-A058F70D4CB0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confirm alert</a:t>
              </a:r>
            </a:p>
          </p:txBody>
        </p:sp>
        <p:sp>
          <p:nvSpPr>
            <p:cNvPr id="28" name="Close Button">
              <a:extLst>
                <a:ext uri="{FF2B5EF4-FFF2-40B4-BE49-F238E27FC236}">
                  <a16:creationId xmlns:a16="http://schemas.microsoft.com/office/drawing/2014/main" id="{59388D1E-E557-0316-4650-9DAD3F3BCF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30" name="Icons">
              <a:extLst>
                <a:ext uri="{FF2B5EF4-FFF2-40B4-BE49-F238E27FC236}">
                  <a16:creationId xmlns:a16="http://schemas.microsoft.com/office/drawing/2014/main" id="{7F18AD3D-750F-4271-B127-606A7EE781BE}"/>
                </a:ext>
              </a:extLst>
            </p:cNvPr>
            <p:cNvGrpSpPr/>
            <p:nvPr/>
          </p:nvGrpSpPr>
          <p:grpSpPr>
            <a:xfrm>
              <a:off x="802903" y="1669713"/>
              <a:ext cx="398463" cy="396875"/>
              <a:chOff x="802903" y="1669713"/>
              <a:chExt cx="398463" cy="396875"/>
            </a:xfrm>
          </p:grpSpPr>
          <p:sp>
            <p:nvSpPr>
              <p:cNvPr id="41" name="Info Icon" hidden="1">
                <a:extLst>
                  <a:ext uri="{FF2B5EF4-FFF2-40B4-BE49-F238E27FC236}">
                    <a16:creationId xmlns:a16="http://schemas.microsoft.com/office/drawing/2014/main" id="{49F2B87C-E59F-CD2D-5F72-9060B45A9717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2" name="Error Icon" hidden="1">
                <a:extLst>
                  <a:ext uri="{FF2B5EF4-FFF2-40B4-BE49-F238E27FC236}">
                    <a16:creationId xmlns:a16="http://schemas.microsoft.com/office/drawing/2014/main" id="{E0A90E86-4412-F1B7-89AC-7C0EF9290DB6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3" name="Question Icon" hidden="1">
                <a:extLst>
                  <a:ext uri="{FF2B5EF4-FFF2-40B4-BE49-F238E27FC236}">
                    <a16:creationId xmlns:a16="http://schemas.microsoft.com/office/drawing/2014/main" id="{AC08C416-38AE-D3CC-3231-5B4D014590EE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34" name="Buttons">
              <a:extLst>
                <a:ext uri="{FF2B5EF4-FFF2-40B4-BE49-F238E27FC236}">
                  <a16:creationId xmlns:a16="http://schemas.microsoft.com/office/drawing/2014/main" id="{BE355B36-17C8-6D87-B5C1-9B710E141226}"/>
                </a:ext>
              </a:extLst>
            </p:cNvPr>
            <p:cNvGrpSpPr/>
            <p:nvPr/>
          </p:nvGrpSpPr>
          <p:grpSpPr>
            <a:xfrm>
              <a:off x="1538287" y="2386471"/>
              <a:ext cx="1441030" cy="240384"/>
              <a:chOff x="1538287" y="2386471"/>
              <a:chExt cx="1441030" cy="240384"/>
            </a:xfrm>
          </p:grpSpPr>
          <p:sp>
            <p:nvSpPr>
              <p:cNvPr id="37" name="Button 1">
                <a:extLst>
                  <a:ext uri="{FF2B5EF4-FFF2-40B4-BE49-F238E27FC236}">
                    <a16:creationId xmlns:a16="http://schemas.microsoft.com/office/drawing/2014/main" id="{33788842-2608-A52B-7272-CF5F109AF4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0353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취소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8" name="Button 2" hidden="1">
                <a:extLst>
                  <a:ext uri="{FF2B5EF4-FFF2-40B4-BE49-F238E27FC236}">
                    <a16:creationId xmlns:a16="http://schemas.microsoft.com/office/drawing/2014/main" id="{E392E3AF-7448-7DF5-2B0D-CDD26D541B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 err="1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8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9" name="Button 3" hidden="1">
                <a:extLst>
                  <a:ext uri="{FF2B5EF4-FFF2-40B4-BE49-F238E27FC236}">
                    <a16:creationId xmlns:a16="http://schemas.microsoft.com/office/drawing/2014/main" id="{77E49CA2-5AC3-1C29-5DE6-87969E201A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0" name="Button 1">
                <a:extLst>
                  <a:ext uri="{FF2B5EF4-FFF2-40B4-BE49-F238E27FC236}">
                    <a16:creationId xmlns:a16="http://schemas.microsoft.com/office/drawing/2014/main" id="{671E4A25-6877-FE91-976E-B7132270A0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6290" y="2386471"/>
                <a:ext cx="663027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확인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cxnSp>
        <p:nvCxnSpPr>
          <p:cNvPr id="44" name="꺾인 연결선[E] 43">
            <a:extLst>
              <a:ext uri="{FF2B5EF4-FFF2-40B4-BE49-F238E27FC236}">
                <a16:creationId xmlns:a16="http://schemas.microsoft.com/office/drawing/2014/main" id="{78069763-7F5D-44F6-6F2A-DDEC64E70C11}"/>
              </a:ext>
            </a:extLst>
          </p:cNvPr>
          <p:cNvCxnSpPr>
            <a:cxnSpLocks/>
            <a:stCxn id="11" idx="3"/>
            <a:endCxn id="27" idx="0"/>
          </p:cNvCxnSpPr>
          <p:nvPr/>
        </p:nvCxnSpPr>
        <p:spPr>
          <a:xfrm>
            <a:off x="3398829" y="1891188"/>
            <a:ext cx="1921782" cy="25965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5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ED0A966B-D9DB-D7C2-0D86-D9FFE78D9D27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515229" y="4483161"/>
            <a:ext cx="2193637" cy="1154545"/>
            <a:chOff x="595686" y="1261242"/>
            <a:chExt cx="3222246" cy="1507358"/>
          </a:xfrm>
        </p:grpSpPr>
        <p:sp>
          <p:nvSpPr>
            <p:cNvPr id="47" name="Window Body">
              <a:extLst>
                <a:ext uri="{FF2B5EF4-FFF2-40B4-BE49-F238E27FC236}">
                  <a16:creationId xmlns:a16="http://schemas.microsoft.com/office/drawing/2014/main" id="{FFF34468-6316-70A2-A4FE-ABB6918744BC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8" name="Text">
              <a:extLst>
                <a:ext uri="{FF2B5EF4-FFF2-40B4-BE49-F238E27FC236}">
                  <a16:creationId xmlns:a16="http://schemas.microsoft.com/office/drawing/2014/main" id="{7921E56B-2E9C-2E18-9F0A-C67B9F70921F}"/>
                </a:ext>
              </a:extLst>
            </p:cNvPr>
            <p:cNvSpPr txBox="1"/>
            <p:nvPr/>
          </p:nvSpPr>
          <p:spPr>
            <a:xfrm>
              <a:off x="665740" y="1608226"/>
              <a:ext cx="3082137" cy="893902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비밀번호 초기화가 완료 되었습니다</a:t>
              </a:r>
              <a:r>
                <a:rPr lang="en-US" altLang="ko-KR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</a:t>
              </a:r>
            </a:p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초기 비밀번호 </a:t>
              </a:r>
              <a:r>
                <a:rPr lang="en-US" altLang="ko-KR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:</a:t>
              </a:r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altLang="ko-KR" sz="900" b="0" kern="0" spc="-30" baseline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holapms1</a:t>
              </a:r>
              <a:r>
                <a:rPr lang="en-US" altLang="ko-KR" sz="900" b="0" kern="0" spc="-30" baseline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!</a:t>
              </a:r>
            </a:p>
            <a:p>
              <a:pPr algn="ctr"/>
              <a:r>
                <a:rPr lang="ko-KR" altLang="en-US" sz="900" kern="0" spc="-3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Segoe UI" panose="020B0502040204020203" pitchFamily="34" charset="0"/>
                </a:rPr>
                <a:t>로그인 후 비밀번호를 수정하세요</a:t>
              </a:r>
              <a:r>
                <a:rPr lang="en-US" altLang="ko-KR" sz="900" kern="0" spc="-3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Segoe UI" panose="020B0502040204020203" pitchFamily="34" charset="0"/>
                </a:rPr>
                <a:t>.</a:t>
              </a:r>
              <a:endParaRPr lang="en-US" sz="900" noProof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9" name="Title Bar">
              <a:extLst>
                <a:ext uri="{FF2B5EF4-FFF2-40B4-BE49-F238E27FC236}">
                  <a16:creationId xmlns:a16="http://schemas.microsoft.com/office/drawing/2014/main" id="{3D82E048-46A5-8F5C-71AB-DC7022DCADC5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50" name="Close Button">
              <a:extLst>
                <a:ext uri="{FF2B5EF4-FFF2-40B4-BE49-F238E27FC236}">
                  <a16:creationId xmlns:a16="http://schemas.microsoft.com/office/drawing/2014/main" id="{15F84092-570C-058C-B56E-19D7E14FEE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51" name="Icons">
              <a:extLst>
                <a:ext uri="{FF2B5EF4-FFF2-40B4-BE49-F238E27FC236}">
                  <a16:creationId xmlns:a16="http://schemas.microsoft.com/office/drawing/2014/main" id="{1D78546C-46D5-50FC-96D1-8DD9486BEAC7}"/>
                </a:ext>
              </a:extLst>
            </p:cNvPr>
            <p:cNvGrpSpPr/>
            <p:nvPr/>
          </p:nvGrpSpPr>
          <p:grpSpPr>
            <a:xfrm>
              <a:off x="802903" y="1669713"/>
              <a:ext cx="398463" cy="396875"/>
              <a:chOff x="802903" y="1669713"/>
              <a:chExt cx="398463" cy="396875"/>
            </a:xfrm>
          </p:grpSpPr>
          <p:sp>
            <p:nvSpPr>
              <p:cNvPr id="58" name="Info Icon" hidden="1">
                <a:extLst>
                  <a:ext uri="{FF2B5EF4-FFF2-40B4-BE49-F238E27FC236}">
                    <a16:creationId xmlns:a16="http://schemas.microsoft.com/office/drawing/2014/main" id="{CF059BA9-2F81-9BE9-187F-4EAB9D6AE7F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9" name="Error Icon" hidden="1">
                <a:extLst>
                  <a:ext uri="{FF2B5EF4-FFF2-40B4-BE49-F238E27FC236}">
                    <a16:creationId xmlns:a16="http://schemas.microsoft.com/office/drawing/2014/main" id="{7681631E-C1AF-A6FC-B927-6BD10AB1F145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0" name="Question Icon" hidden="1">
                <a:extLst>
                  <a:ext uri="{FF2B5EF4-FFF2-40B4-BE49-F238E27FC236}">
                    <a16:creationId xmlns:a16="http://schemas.microsoft.com/office/drawing/2014/main" id="{F13ED03C-07A7-2DFB-707D-30148D7ECF1A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52" name="Buttons">
              <a:extLst>
                <a:ext uri="{FF2B5EF4-FFF2-40B4-BE49-F238E27FC236}">
                  <a16:creationId xmlns:a16="http://schemas.microsoft.com/office/drawing/2014/main" id="{C1FA2111-6923-03EA-0377-FC33330830D3}"/>
                </a:ext>
              </a:extLst>
            </p:cNvPr>
            <p:cNvGrpSpPr/>
            <p:nvPr/>
          </p:nvGrpSpPr>
          <p:grpSpPr>
            <a:xfrm>
              <a:off x="1538287" y="2386471"/>
              <a:ext cx="1377404" cy="240384"/>
              <a:chOff x="1538287" y="2386471"/>
              <a:chExt cx="1377404" cy="240384"/>
            </a:xfrm>
          </p:grpSpPr>
          <p:sp>
            <p:nvSpPr>
              <p:cNvPr id="53" name="Button 1">
                <a:extLst>
                  <a:ext uri="{FF2B5EF4-FFF2-40B4-BE49-F238E27FC236}">
                    <a16:creationId xmlns:a16="http://schemas.microsoft.com/office/drawing/2014/main" id="{34208E5C-6D42-2BE5-D03E-2B41153134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6645" y="2386471"/>
                <a:ext cx="663028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확인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4" name="Button 2" hidden="1">
                <a:extLst>
                  <a:ext uri="{FF2B5EF4-FFF2-40B4-BE49-F238E27FC236}">
                    <a16:creationId xmlns:a16="http://schemas.microsoft.com/office/drawing/2014/main" id="{47A932E5-BD0B-D2F3-2814-7DEAC5EF21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 err="1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8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5" name="Button 3" hidden="1">
                <a:extLst>
                  <a:ext uri="{FF2B5EF4-FFF2-40B4-BE49-F238E27FC236}">
                    <a16:creationId xmlns:a16="http://schemas.microsoft.com/office/drawing/2014/main" id="{7304BC05-1A24-AFCE-9BFB-DD53E4FA83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9BF238BE-868F-01B3-373E-E4744D7A1924}"/>
              </a:ext>
            </a:extLst>
          </p:cNvPr>
          <p:cNvCxnSpPr>
            <a:cxnSpLocks/>
            <a:stCxn id="24" idx="1"/>
            <a:endCxn id="47" idx="3"/>
          </p:cNvCxnSpPr>
          <p:nvPr/>
        </p:nvCxnSpPr>
        <p:spPr>
          <a:xfrm flipH="1" flipV="1">
            <a:off x="3708866" y="5151483"/>
            <a:ext cx="514926" cy="4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ardrop 1">
            <a:extLst>
              <a:ext uri="{FF2B5EF4-FFF2-40B4-BE49-F238E27FC236}">
                <a16:creationId xmlns:a16="http://schemas.microsoft.com/office/drawing/2014/main" id="{6DEE7538-A72A-0666-D972-2A40188FE7B5}"/>
              </a:ext>
            </a:extLst>
          </p:cNvPr>
          <p:cNvSpPr/>
          <p:nvPr/>
        </p:nvSpPr>
        <p:spPr>
          <a:xfrm rot="16200000" flipH="1" flipV="1">
            <a:off x="5533699" y="629529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6" name="Teardrop 1">
            <a:extLst>
              <a:ext uri="{FF2B5EF4-FFF2-40B4-BE49-F238E27FC236}">
                <a16:creationId xmlns:a16="http://schemas.microsoft.com/office/drawing/2014/main" id="{66A85B5C-D13F-4017-EE93-F2C65693F62A}"/>
              </a:ext>
            </a:extLst>
          </p:cNvPr>
          <p:cNvSpPr/>
          <p:nvPr/>
        </p:nvSpPr>
        <p:spPr>
          <a:xfrm rot="16200000" flipH="1" flipV="1">
            <a:off x="4974406" y="629529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63E6B8C-7A9B-BABE-2F7B-0819F07B62B6}"/>
              </a:ext>
            </a:extLst>
          </p:cNvPr>
          <p:cNvSpPr/>
          <p:nvPr/>
        </p:nvSpPr>
        <p:spPr bwMode="auto">
          <a:xfrm>
            <a:off x="-106106" y="1392774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3311783-730E-E097-BE48-0B78FB7B5536}"/>
              </a:ext>
            </a:extLst>
          </p:cNvPr>
          <p:cNvSpPr/>
          <p:nvPr/>
        </p:nvSpPr>
        <p:spPr>
          <a:xfrm>
            <a:off x="-14" y="808615"/>
            <a:ext cx="1318349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관리자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52B0359-C3DB-1CC8-C72C-DC8BD8CCA409}"/>
              </a:ext>
            </a:extLst>
          </p:cNvPr>
          <p:cNvSpPr txBox="1"/>
          <p:nvPr/>
        </p:nvSpPr>
        <p:spPr>
          <a:xfrm>
            <a:off x="5123027" y="3307776"/>
            <a:ext cx="26885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←권한관리 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&gt; </a:t>
            </a:r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블루웨이브 관리자 권한 관리에 있는 값 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GET</a:t>
            </a:r>
            <a:endParaRPr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323062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ll 나눔고딕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 sz="1200" b="1" dirty="0" smtClean="0">
            <a:solidFill>
              <a:schemeClr val="tx1">
                <a:lumMod val="65000"/>
                <a:lumOff val="3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80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79551</TotalTime>
  <Words>2026</Words>
  <Application>Microsoft Macintosh PowerPoint</Application>
  <PresentationFormat>와이드스크린</PresentationFormat>
  <Paragraphs>875</Paragraphs>
  <Slides>14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굴림</vt:lpstr>
      <vt:lpstr>NanumGothic</vt:lpstr>
      <vt:lpstr>나눔고딕OTF</vt:lpstr>
      <vt:lpstr>맑은 고딕</vt:lpstr>
      <vt:lpstr>Arial</vt:lpstr>
      <vt:lpstr>Calibri</vt:lpstr>
      <vt:lpstr>Segoe UI</vt:lpstr>
      <vt:lpstr>1_Office 테마</vt:lpstr>
      <vt:lpstr>PowerPoint 프레젠테이션</vt:lpstr>
      <vt:lpstr>PowerPoint 프레젠테이션</vt:lpstr>
      <vt:lpstr>PowerPoint 프레젠테이션</vt:lpstr>
      <vt:lpstr>호텔 관리자 관리 리스트</vt:lpstr>
      <vt:lpstr>호텔 관리자 등록</vt:lpstr>
      <vt:lpstr>호텔 관리자 수정/상세</vt:lpstr>
      <vt:lpstr>PowerPoint 프레젠테이션</vt:lpstr>
      <vt:lpstr>프로퍼티 관리자 관리 리스트</vt:lpstr>
      <vt:lpstr>프로퍼티 관리자 관리 등록</vt:lpstr>
      <vt:lpstr>프로퍼티 관리자 관리 수정/상세</vt:lpstr>
      <vt:lpstr>PowerPoint 프레젠테이션</vt:lpstr>
      <vt:lpstr>블루웨이브 관리자 관리 리스트</vt:lpstr>
      <vt:lpstr>블루웨이브 관리자 관리 등록</vt:lpstr>
      <vt:lpstr>블루웨이브 관리자 관리 수정/상세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화면설계서</dc:title>
  <dc:creator>김 무현</dc:creator>
  <cp:lastModifiedBy>성광 박</cp:lastModifiedBy>
  <cp:revision>11559</cp:revision>
  <cp:lastPrinted>2021-10-07T06:19:02Z</cp:lastPrinted>
  <dcterms:created xsi:type="dcterms:W3CDTF">2008-07-01T10:06:20Z</dcterms:created>
  <dcterms:modified xsi:type="dcterms:W3CDTF">2025-02-20T07:53:37Z</dcterms:modified>
</cp:coreProperties>
</file>