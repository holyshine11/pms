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19"/>
  </p:notesMasterIdLst>
  <p:handoutMasterIdLst>
    <p:handoutMasterId r:id="rId20"/>
  </p:handoutMasterIdLst>
  <p:sldIdLst>
    <p:sldId id="593" r:id="rId2"/>
    <p:sldId id="594" r:id="rId3"/>
    <p:sldId id="1281" r:id="rId4"/>
    <p:sldId id="1243" r:id="rId5"/>
    <p:sldId id="1248" r:id="rId6"/>
    <p:sldId id="1282" r:id="rId7"/>
    <p:sldId id="1307" r:id="rId8"/>
    <p:sldId id="1308" r:id="rId9"/>
    <p:sldId id="1309" r:id="rId10"/>
    <p:sldId id="1310" r:id="rId11"/>
    <p:sldId id="1287" r:id="rId12"/>
    <p:sldId id="1305" r:id="rId13"/>
    <p:sldId id="1283" r:id="rId14"/>
    <p:sldId id="1284" r:id="rId15"/>
    <p:sldId id="1285" r:id="rId16"/>
    <p:sldId id="1286" r:id="rId17"/>
    <p:sldId id="1306" r:id="rId18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호텔관리자 권한 관리" id="{6FEED677-355B-EA42-BB9B-49E68D9AD91E}">
          <p14:sldIdLst>
            <p14:sldId id="1281"/>
            <p14:sldId id="1243"/>
            <p14:sldId id="1248"/>
            <p14:sldId id="1282"/>
          </p14:sldIdLst>
        </p14:section>
        <p14:section name="프로퍼티 권한관리" id="{E890AD21-F233-C547-BE22-D0A2C284EFEC}">
          <p14:sldIdLst>
            <p14:sldId id="1307"/>
            <p14:sldId id="1308"/>
            <p14:sldId id="1309"/>
            <p14:sldId id="1310"/>
            <p14:sldId id="1287"/>
            <p14:sldId id="1305"/>
          </p14:sldIdLst>
        </p14:section>
        <p14:section name="블루웨이브 관리자 권한 관리" id="{AC39AD00-3602-984D-8A2D-C15E131B8DA9}">
          <p14:sldIdLst>
            <p14:sldId id="1283"/>
            <p14:sldId id="1284"/>
            <p14:sldId id="1285"/>
            <p14:sldId id="1286"/>
            <p14:sldId id="1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61" autoAdjust="0"/>
    <p:restoredTop sz="94831" autoAdjust="0"/>
  </p:normalViewPr>
  <p:slideViewPr>
    <p:cSldViewPr>
      <p:cViewPr>
        <p:scale>
          <a:sx n="170" d="100"/>
          <a:sy n="170" d="100"/>
        </p:scale>
        <p:origin x="144" y="-280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2025. 2. 17.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449D-8510-72D6-0CC9-9646A417B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CFE3A-67F2-525D-2058-A00F31720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DFC48F-DF94-A34D-CB17-603C4C4EE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9F2CC9-2F33-D79C-C28D-BBEB6E8E2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266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1D5D-4428-CAAF-A1D4-009C584A5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530D06-6DB8-5E63-3B48-18370613A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ACBF5-C3B5-397D-5B4C-53E278D5E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1D19A6-04C9-3C7C-C8CC-64D1D9C1A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2143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9096B-AA2B-05A2-48DC-0D61C6ED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84859-62D4-A0F2-F540-F3B4C6C7F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8DBB58-F91A-98D4-CD2F-8E34DA95E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C59135-DEE6-6CD2-F721-CD361BD2B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4440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8C411-D5D0-A99B-AE65-DDE3F474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1BBBAA-E3C4-5E0B-F5F8-A3246B998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2B834F-87D2-CFD1-8883-58F8F71BA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A4EDD-40E8-F43C-616E-33B3B0D64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274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1D8A-151C-FADA-D4FA-04427F310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2B4B8C-99C5-999E-DDF9-853DEE259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7DE7AA-E476-60FF-0C04-A024DFEA7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31177F-828F-6716-CBB5-BF9E8C30D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4044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44A5-0B15-4A47-5327-B0D49A1B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69F234-56B8-15A7-319A-B26478763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A73547-5C75-DC77-BD76-7EDEF9152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AD091-E74C-08B7-84AC-251B9C868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71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FBC0F-B283-BC54-B102-4B7185A0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5BFBFD-9BD2-027B-B87C-B33E741C3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F2C0F8-6F9D-33C8-D061-DC5FD4F03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375E95-E300-221F-0994-BBFA30E41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5903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330F-AF63-3298-54C8-FE6C45763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48A37-1C5B-8B4B-5019-320E21E6A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F065EA-D43E-5162-F36F-9C61168CA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9F2AF1-D55C-23D3-521A-B3E725055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260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52E35-6CC7-4ECC-FD53-83FD5DC8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B79EFE-6D12-F380-A808-3C05FB697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4D16A3-9AFD-13F6-AF40-A00FED20D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22EE9-A700-5483-7D84-1C9565FD2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5929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C96E-645C-1231-F42D-90C37B760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8A03A6-BD72-95B4-C420-D99E32BFE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BDFF53-B25D-35B3-D218-918AD6B73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A917FE-2A29-080F-EE77-611B93C93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1774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권한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025764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2025-01-15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내용 전체 적용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2025-02-17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호텔관리자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 권한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호텔관리자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호텔관리자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68876-2C66-9DAD-11AF-5E288B1D5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F470E4-E8B9-2714-DF82-2575CA7890D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6C2F0B-DA6B-42F2-D338-A86D6CC7C95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1845FB-BB5F-7D7B-F0B6-5C47A530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438289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블루웨이브관리자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F43AAFB-AA94-E297-AA64-689BF17A18D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호텔관리자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F67CF1-36F1-1232-6FA7-CCC356E860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4F90CBA-F4F5-AFC7-2BFE-87492C449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217569"/>
              </p:ext>
            </p:extLst>
          </p:nvPr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01AC1F4-0EDF-2017-5106-11B025B1D985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961B274-DC9A-D03E-98EA-F6A74CDE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35025"/>
              </p:ext>
            </p:extLst>
          </p:nvPr>
        </p:nvGraphicFramePr>
        <p:xfrm>
          <a:off x="1447441" y="1532810"/>
          <a:ext cx="781444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364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860668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2034307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477AAAB-D465-4506-EFC2-A9B2C1A4BA0E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6EC6D0-7C72-4E9D-F6E0-05532E716F5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BE6499A-F5B4-EB3E-4210-0766039B0186}"/>
              </a:ext>
            </a:extLst>
          </p:cNvPr>
          <p:cNvSpPr/>
          <p:nvPr/>
        </p:nvSpPr>
        <p:spPr>
          <a:xfrm>
            <a:off x="8616281" y="1265504"/>
            <a:ext cx="6456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797BE9C9-F2F5-932C-33E8-B21ED4D810FC}"/>
              </a:ext>
            </a:extLst>
          </p:cNvPr>
          <p:cNvSpPr txBox="1"/>
          <p:nvPr/>
        </p:nvSpPr>
        <p:spPr>
          <a:xfrm>
            <a:off x="4702956" y="420689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04A42-FE03-BFBE-52E3-E5996A353E0A}"/>
              </a:ext>
            </a:extLst>
          </p:cNvPr>
          <p:cNvGrpSpPr/>
          <p:nvPr/>
        </p:nvGrpSpPr>
        <p:grpSpPr>
          <a:xfrm>
            <a:off x="1446413" y="1272877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F40188-80FE-6DEB-B130-08B3D3E758F2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5C1029F-A6C9-40EF-6D2C-AF5AADED61B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8ADB02BB-3C3E-AE28-7452-F3C3C46E1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D287F79C-F3E3-9D0C-D028-695B328B3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6E5DCD5F-18EB-8E01-2218-CED641719A3F}"/>
              </a:ext>
            </a:extLst>
          </p:cNvPr>
          <p:cNvSpPr/>
          <p:nvPr/>
        </p:nvSpPr>
        <p:spPr>
          <a:xfrm rot="16200000" flipH="1" flipV="1">
            <a:off x="8505732" y="11168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1AEB34CC-F043-9F4A-8B69-819F9D8374DD}"/>
              </a:ext>
            </a:extLst>
          </p:cNvPr>
          <p:cNvGrpSpPr>
            <a:grpSpLocks noChangeAspect="1"/>
          </p:cNvGrpSpPr>
          <p:nvPr/>
        </p:nvGrpSpPr>
        <p:grpSpPr>
          <a:xfrm>
            <a:off x="3673930" y="1727722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6E4B97B-2061-10BF-709C-D801533873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0A855424-1A2D-B2C5-A03C-6E2A31369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3CBE0AB3-1461-F8A4-BBB3-A0B8E163039F}"/>
              </a:ext>
            </a:extLst>
          </p:cNvPr>
          <p:cNvSpPr/>
          <p:nvPr/>
        </p:nvSpPr>
        <p:spPr>
          <a:xfrm rot="16200000" flipH="1" flipV="1">
            <a:off x="2805778" y="163547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B9825D-C9BA-2952-7F3F-A6CED74A11BD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4E0576-2870-7189-BC16-7EF65F1BA60B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F45B-654C-2C92-048A-72A354C3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E393A92-C874-5AF6-1F94-628CF938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호텔관리자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E43093F-771C-54CC-EFFA-01DD9B44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호텔관리자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699D76B-1E08-AEEA-4A63-34D8A278A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07CD645-E9C5-4DE5-BC28-21B37A267D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9493A3-7283-29EF-0C7D-2618BFBEB4F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10E4AE-7FD0-62D0-D44A-28D0C3DD66E2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A132DB-09E4-3F38-BA66-EF9B3733166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FE819BB-BA18-8B50-804F-4737D29B0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99073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권한명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중복체크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프로퍼티 조회 공통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체크박스 전체 선택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해제 버튼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E5BCB14-59A3-0F3A-44CE-29C4B3FB4741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호텔관리자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74A954B-4B03-F9F0-137A-4DAAACC2CB2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E84E284-55A5-2AF7-5943-C3684E0DD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810067"/>
              </p:ext>
            </p:extLst>
          </p:nvPr>
        </p:nvGraphicFramePr>
        <p:xfrm>
          <a:off x="1513108" y="1052736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AFEB76-B9AD-19C9-98BF-AC202AD26A0C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F3C34E-61C4-2136-C81B-CBB99EC3C3E5}"/>
              </a:ext>
            </a:extLst>
          </p:cNvPr>
          <p:cNvSpPr/>
          <p:nvPr/>
        </p:nvSpPr>
        <p:spPr>
          <a:xfrm>
            <a:off x="7824192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DA335A9-CE27-4687-4464-2E4C0B4BC5EC}"/>
              </a:ext>
            </a:extLst>
          </p:cNvPr>
          <p:cNvSpPr/>
          <p:nvPr/>
        </p:nvSpPr>
        <p:spPr>
          <a:xfrm>
            <a:off x="2780215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입력해주세요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B7208D-7B61-89B9-4EDC-CA0E6865A9D7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5F8F0F2-13F0-F683-42BA-3BCC447284A0}"/>
              </a:ext>
            </a:extLst>
          </p:cNvPr>
          <p:cNvSpPr/>
          <p:nvPr/>
        </p:nvSpPr>
        <p:spPr>
          <a:xfrm>
            <a:off x="4728198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83CD816-E75A-4626-37CD-4E1A7024E449}"/>
              </a:ext>
            </a:extLst>
          </p:cNvPr>
          <p:cNvSpPr/>
          <p:nvPr/>
        </p:nvSpPr>
        <p:spPr>
          <a:xfrm>
            <a:off x="5339505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2E95B-D566-60F9-21CF-A376289C40FE}"/>
              </a:ext>
            </a:extLst>
          </p:cNvPr>
          <p:cNvSpPr txBox="1"/>
          <p:nvPr/>
        </p:nvSpPr>
        <p:spPr>
          <a:xfrm>
            <a:off x="6815785" y="1684640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B8A9B7-319D-ED72-14C9-A9448D8DA332}"/>
              </a:ext>
            </a:extLst>
          </p:cNvPr>
          <p:cNvSpPr txBox="1"/>
          <p:nvPr/>
        </p:nvSpPr>
        <p:spPr>
          <a:xfrm>
            <a:off x="1427884" y="2049894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906E8D2-93E8-4556-72A5-1F2E9E2E8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152720"/>
              </p:ext>
            </p:extLst>
          </p:nvPr>
        </p:nvGraphicFramePr>
        <p:xfrm>
          <a:off x="1582422" y="2390726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객실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26EB7466-92C5-0165-B186-EC6987861296}"/>
              </a:ext>
            </a:extLst>
          </p:cNvPr>
          <p:cNvGrpSpPr/>
          <p:nvPr/>
        </p:nvGrpSpPr>
        <p:grpSpPr>
          <a:xfrm>
            <a:off x="9091450" y="2390726"/>
            <a:ext cx="112218" cy="3188901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94E3FEBA-0107-38D2-1851-F58922DDB76E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F359BC2F-730A-C0B9-B1E0-A279320446CF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7FAA27-5157-E1DC-4B26-3E556C2CAB8D}"/>
              </a:ext>
            </a:extLst>
          </p:cNvPr>
          <p:cNvSpPr/>
          <p:nvPr/>
        </p:nvSpPr>
        <p:spPr>
          <a:xfrm>
            <a:off x="1513108" y="2324275"/>
            <a:ext cx="7746199" cy="332711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B16148-8C27-3850-7765-D084AD4D78E5}"/>
              </a:ext>
            </a:extLst>
          </p:cNvPr>
          <p:cNvSpPr/>
          <p:nvPr/>
        </p:nvSpPr>
        <p:spPr>
          <a:xfrm>
            <a:off x="8699667" y="2068472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grpSp>
        <p:nvGrpSpPr>
          <p:cNvPr id="46" name="Click">
            <a:extLst>
              <a:ext uri="{FF2B5EF4-FFF2-40B4-BE49-F238E27FC236}">
                <a16:creationId xmlns:a16="http://schemas.microsoft.com/office/drawing/2014/main" id="{222629FA-C37D-15E4-ED30-2BE70FCBC9A4}"/>
              </a:ext>
            </a:extLst>
          </p:cNvPr>
          <p:cNvGrpSpPr>
            <a:grpSpLocks noChangeAspect="1"/>
          </p:cNvGrpSpPr>
          <p:nvPr/>
        </p:nvGrpSpPr>
        <p:grpSpPr>
          <a:xfrm>
            <a:off x="9029824" y="2081534"/>
            <a:ext cx="299298" cy="426545"/>
            <a:chOff x="5294313" y="2197100"/>
            <a:chExt cx="530225" cy="755651"/>
          </a:xfrm>
        </p:grpSpPr>
        <p:sp>
          <p:nvSpPr>
            <p:cNvPr id="47" name="Arrow Cursor">
              <a:extLst>
                <a:ext uri="{FF2B5EF4-FFF2-40B4-BE49-F238E27FC236}">
                  <a16:creationId xmlns:a16="http://schemas.microsoft.com/office/drawing/2014/main" id="{2915657F-FE87-8C5E-AC4D-7874792018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8" name="Click">
              <a:extLst>
                <a:ext uri="{FF2B5EF4-FFF2-40B4-BE49-F238E27FC236}">
                  <a16:creationId xmlns:a16="http://schemas.microsoft.com/office/drawing/2014/main" id="{B26B9AF6-1832-4281-079A-7EA3E34B8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59D380-2314-4731-9323-EC8BE24FE51A}"/>
              </a:ext>
            </a:extLst>
          </p:cNvPr>
          <p:cNvSpPr/>
          <p:nvPr/>
        </p:nvSpPr>
        <p:spPr>
          <a:xfrm>
            <a:off x="2780215" y="1388947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AE53047D-CB12-A731-78F3-BC6B90868291}"/>
              </a:ext>
            </a:extLst>
          </p:cNvPr>
          <p:cNvSpPr/>
          <p:nvPr/>
        </p:nvSpPr>
        <p:spPr>
          <a:xfrm rot="16200000" flipH="1" flipV="1">
            <a:off x="7722766" y="971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ardrop 1">
            <a:extLst>
              <a:ext uri="{FF2B5EF4-FFF2-40B4-BE49-F238E27FC236}">
                <a16:creationId xmlns:a16="http://schemas.microsoft.com/office/drawing/2014/main" id="{A91BB1A4-76C3-6655-9D85-86FEA374CF98}"/>
              </a:ext>
            </a:extLst>
          </p:cNvPr>
          <p:cNvSpPr/>
          <p:nvPr/>
        </p:nvSpPr>
        <p:spPr>
          <a:xfrm rot="16200000" flipH="1" flipV="1">
            <a:off x="2727019" y="12945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ardrop 1">
            <a:extLst>
              <a:ext uri="{FF2B5EF4-FFF2-40B4-BE49-F238E27FC236}">
                <a16:creationId xmlns:a16="http://schemas.microsoft.com/office/drawing/2014/main" id="{5CF3957F-9D1E-1B0A-6CAA-A0C76DECEA82}"/>
              </a:ext>
            </a:extLst>
          </p:cNvPr>
          <p:cNvSpPr/>
          <p:nvPr/>
        </p:nvSpPr>
        <p:spPr>
          <a:xfrm rot="16200000" flipH="1" flipV="1">
            <a:off x="8586985" y="19636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ardrop 1">
            <a:extLst>
              <a:ext uri="{FF2B5EF4-FFF2-40B4-BE49-F238E27FC236}">
                <a16:creationId xmlns:a16="http://schemas.microsoft.com/office/drawing/2014/main" id="{656E503E-5C81-9FF4-1465-AB7A8EC44540}"/>
              </a:ext>
            </a:extLst>
          </p:cNvPr>
          <p:cNvSpPr/>
          <p:nvPr/>
        </p:nvSpPr>
        <p:spPr>
          <a:xfrm rot="16200000" flipH="1" flipV="1">
            <a:off x="5257377" y="636669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441342C-9FFA-2154-218D-2FA0ECEB724C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FF05CB1-5F6C-0541-8D10-2356B1902694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3306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D084B-D786-1101-0C7C-DC625E735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BB4D3D6-31D5-EDAF-484A-BFD5947D0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호텔관리자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56FE03AF-8EA4-E160-D7B4-03A7F7FEA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호텔관리자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A965017-2464-AAC4-51E4-6AD6285939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F60D056-29B4-9B9C-ECF0-A8E1F068F0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5F3452-FB06-C761-5E38-FB49847EB0EE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7448F4-4771-D3CB-DC26-657D60A117F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4F4A0F-E85B-86A9-C98C-AD8EC87D1B1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C2D2703-7F37-48E6-0490-A05946C50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795852"/>
              </p:ext>
            </p:extLst>
          </p:nvPr>
        </p:nvGraphicFramePr>
        <p:xfrm>
          <a:off x="9406740" y="440717"/>
          <a:ext cx="2785260" cy="3511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삭제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  페이지 이동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사용자에 권한 매핑 된 경우 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A0A99C2-3C7A-050E-00FE-E054385DAA6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호텔관리자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D9ED28F-0E8E-654A-AE85-4F595357A0A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2783E79-85C7-58F1-7DFF-B120B7D48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770519"/>
              </p:ext>
            </p:extLst>
          </p:nvPr>
        </p:nvGraphicFramePr>
        <p:xfrm>
          <a:off x="1513108" y="1052736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33730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19FBD9A-6B0A-D502-3C84-5EC0E8590706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227EB8-1D22-B928-DD7D-6D416D4CD40C}"/>
              </a:ext>
            </a:extLst>
          </p:cNvPr>
          <p:cNvSpPr/>
          <p:nvPr/>
        </p:nvSpPr>
        <p:spPr>
          <a:xfrm>
            <a:off x="7824192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DCD747C-E85D-01E3-9BFB-6D9DCBED2BB5}"/>
              </a:ext>
            </a:extLst>
          </p:cNvPr>
          <p:cNvSpPr/>
          <p:nvPr/>
        </p:nvSpPr>
        <p:spPr>
          <a:xfrm>
            <a:off x="2780215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글래드</a:t>
            </a:r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 관리자 권한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3DC6B7-01ED-D3A7-B511-074C49C39405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AD7EDF-62DB-356A-EF79-85328E4DB224}"/>
              </a:ext>
            </a:extLst>
          </p:cNvPr>
          <p:cNvSpPr txBox="1"/>
          <p:nvPr/>
        </p:nvSpPr>
        <p:spPr>
          <a:xfrm>
            <a:off x="6834139" y="1696433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B23D16-A5B1-5052-E170-56603C5ABBA9}"/>
              </a:ext>
            </a:extLst>
          </p:cNvPr>
          <p:cNvSpPr txBox="1"/>
          <p:nvPr/>
        </p:nvSpPr>
        <p:spPr>
          <a:xfrm>
            <a:off x="1427884" y="2004152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87627E0-8164-8080-74B2-430D6D519709}"/>
              </a:ext>
            </a:extLst>
          </p:cNvPr>
          <p:cNvGrpSpPr/>
          <p:nvPr/>
        </p:nvGrpSpPr>
        <p:grpSpPr>
          <a:xfrm>
            <a:off x="9089321" y="2354870"/>
            <a:ext cx="112218" cy="3069222"/>
            <a:chOff x="8879645" y="4358558"/>
            <a:chExt cx="120215" cy="2733223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6D00888A-8C91-86DE-D299-C772753089C2}"/>
                </a:ext>
              </a:extLst>
            </p:cNvPr>
            <p:cNvSpPr/>
            <p:nvPr/>
          </p:nvSpPr>
          <p:spPr>
            <a:xfrm>
              <a:off x="8879645" y="4358558"/>
              <a:ext cx="120215" cy="273322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DD8B5BDC-6A7E-D3F1-882A-B2A59FACC23E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857EC2E-7F88-9369-0AA4-2C5659F464E2}"/>
              </a:ext>
            </a:extLst>
          </p:cNvPr>
          <p:cNvSpPr/>
          <p:nvPr/>
        </p:nvSpPr>
        <p:spPr>
          <a:xfrm>
            <a:off x="1513108" y="2278533"/>
            <a:ext cx="7746199" cy="321732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A05936-4F29-8489-728B-DF7A8CB20823}"/>
              </a:ext>
            </a:extLst>
          </p:cNvPr>
          <p:cNvSpPr/>
          <p:nvPr/>
        </p:nvSpPr>
        <p:spPr>
          <a:xfrm>
            <a:off x="8722225" y="2022730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FBC797-6870-89D4-358C-E3899DAEF8ED}"/>
              </a:ext>
            </a:extLst>
          </p:cNvPr>
          <p:cNvSpPr/>
          <p:nvPr/>
        </p:nvSpPr>
        <p:spPr>
          <a:xfrm>
            <a:off x="4404573" y="5864112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2320E8-98AD-716F-86AE-35E6C63A00BD}"/>
              </a:ext>
            </a:extLst>
          </p:cNvPr>
          <p:cNvSpPr/>
          <p:nvPr/>
        </p:nvSpPr>
        <p:spPr>
          <a:xfrm>
            <a:off x="5015880" y="5864112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7AE663-A7B7-45A8-FE52-821F2F5078D3}"/>
              </a:ext>
            </a:extLst>
          </p:cNvPr>
          <p:cNvSpPr/>
          <p:nvPr/>
        </p:nvSpPr>
        <p:spPr>
          <a:xfrm>
            <a:off x="5627187" y="5864112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80DCD2A5-EA5E-26BC-F552-FADD8DCFF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433363"/>
              </p:ext>
            </p:extLst>
          </p:nvPr>
        </p:nvGraphicFramePr>
        <p:xfrm>
          <a:off x="1582422" y="2344984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협력사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12" name="Click">
            <a:extLst>
              <a:ext uri="{FF2B5EF4-FFF2-40B4-BE49-F238E27FC236}">
                <a16:creationId xmlns:a16="http://schemas.microsoft.com/office/drawing/2014/main" id="{29121FB3-D079-014F-C340-48EB2D5882C6}"/>
              </a:ext>
            </a:extLst>
          </p:cNvPr>
          <p:cNvGrpSpPr>
            <a:grpSpLocks noChangeAspect="1"/>
          </p:cNvGrpSpPr>
          <p:nvPr/>
        </p:nvGrpSpPr>
        <p:grpSpPr>
          <a:xfrm>
            <a:off x="4852268" y="3194119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59B298D8-E119-B23E-2538-A4E996F57FD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E66D1B60-65B4-9032-677C-DDD344E08C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5F801D1-64B7-ABA7-C769-F5A68774FFD4}"/>
              </a:ext>
            </a:extLst>
          </p:cNvPr>
          <p:cNvSpPr/>
          <p:nvPr/>
        </p:nvSpPr>
        <p:spPr>
          <a:xfrm>
            <a:off x="3287688" y="1393794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02F782A6-4DE7-A26B-DC05-8E1DACCD8F52}"/>
              </a:ext>
            </a:extLst>
          </p:cNvPr>
          <p:cNvSpPr/>
          <p:nvPr/>
        </p:nvSpPr>
        <p:spPr>
          <a:xfrm rot="16200000" flipH="1" flipV="1">
            <a:off x="4936680" y="576207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D8153497-DE29-A5FD-EC68-05D5438867AE}"/>
              </a:ext>
            </a:extLst>
          </p:cNvPr>
          <p:cNvSpPr/>
          <p:nvPr/>
        </p:nvSpPr>
        <p:spPr>
          <a:xfrm rot="16200000" flipH="1" flipV="1">
            <a:off x="5546280" y="576207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689C8B3-9269-B08E-23AB-9379AA1B1F39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3B94299-9928-6106-9EF3-29BB9350BF6A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619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6B353-00D5-3496-D1D1-0A45027D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4E111F-BAE1-3B32-E52C-EE17BFCE3C19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프로퍼티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 권한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187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5C26-205D-812A-952A-B6264CC5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9B55907-A488-1785-531A-A383B100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FD6C3F6-6FCB-31A2-4888-16D0490A8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프로퍼티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88B9AA81-FA4B-83A3-4B36-60930D7E89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091004D-0A01-FE35-5C07-9BC973B442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CB6D54-A2F8-EAA2-3769-EEED8DD856A9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725294-4254-4EBB-17F4-6866D9055D27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7CE855-6560-FCBD-86F5-57780FC7B07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3BEC128-B85E-AAB9-0404-596A8693D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86579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호텔관리자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FD7873B-C5FF-62A2-929B-253674DE723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95511C05-6E5F-CFD1-09ED-FE798CCAA42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FB58C5CB-1C0B-9F3C-F6CB-57DE56447E0D}"/>
              </a:ext>
            </a:extLst>
          </p:cNvPr>
          <p:cNvGraphicFramePr>
            <a:graphicFrameLocks noGrp="1"/>
          </p:cNvGraphicFramePr>
          <p:nvPr/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EDD64F7-91B3-545E-3ED1-378BB7AEB774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5C7B00B6-D441-990F-381E-AB96E7F09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508802"/>
              </p:ext>
            </p:extLst>
          </p:nvPr>
        </p:nvGraphicFramePr>
        <p:xfrm>
          <a:off x="1447441" y="1532810"/>
          <a:ext cx="781444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38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860668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2034307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여의도 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C16CCDE6-6479-45DC-CB7F-D0510C1CEC74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2B21A46-64F2-5396-62E8-C9D4F02249A8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8295007-92C8-FEFA-2B5A-05DAF1316ED5}"/>
              </a:ext>
            </a:extLst>
          </p:cNvPr>
          <p:cNvSpPr/>
          <p:nvPr/>
        </p:nvSpPr>
        <p:spPr>
          <a:xfrm>
            <a:off x="8616281" y="1265504"/>
            <a:ext cx="6456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823D4DF2-E26C-3EF5-A948-B35C7FD402E1}"/>
              </a:ext>
            </a:extLst>
          </p:cNvPr>
          <p:cNvSpPr txBox="1"/>
          <p:nvPr/>
        </p:nvSpPr>
        <p:spPr>
          <a:xfrm>
            <a:off x="4702956" y="420689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8EB8440-593E-3583-E040-23BBB892488D}"/>
              </a:ext>
            </a:extLst>
          </p:cNvPr>
          <p:cNvGrpSpPr/>
          <p:nvPr/>
        </p:nvGrpSpPr>
        <p:grpSpPr>
          <a:xfrm>
            <a:off x="1446413" y="1272877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0E348CB-E10F-9924-E9EB-FF18F8BA3BEA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8210DD6-0A58-CA53-406F-0626AAAFD1B3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3B3FE79F-88FE-2ED5-D729-3187B8908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2465C71C-8F25-6A01-E1CF-6DA2625267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352EF44C-BB14-C8C9-CC32-106C80813587}"/>
              </a:ext>
            </a:extLst>
          </p:cNvPr>
          <p:cNvSpPr/>
          <p:nvPr/>
        </p:nvSpPr>
        <p:spPr>
          <a:xfrm rot="16200000" flipH="1" flipV="1">
            <a:off x="8505732" y="11168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95507BF6-464D-0AB0-798F-8979C7C60F25}"/>
              </a:ext>
            </a:extLst>
          </p:cNvPr>
          <p:cNvGrpSpPr>
            <a:grpSpLocks noChangeAspect="1"/>
          </p:cNvGrpSpPr>
          <p:nvPr/>
        </p:nvGrpSpPr>
        <p:grpSpPr>
          <a:xfrm>
            <a:off x="3673930" y="1727722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7A535C9E-6C7B-911E-9804-5B6B678CCF7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47A03A47-5FF8-5594-7072-B5E458D4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E6AD4753-BED0-5244-EEB7-0B1BFDC7A968}"/>
              </a:ext>
            </a:extLst>
          </p:cNvPr>
          <p:cNvSpPr/>
          <p:nvPr/>
        </p:nvSpPr>
        <p:spPr>
          <a:xfrm rot="16200000" flipH="1" flipV="1">
            <a:off x="2283736" y="163547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1A9FDC-8093-7507-3092-40370FEA855E}"/>
              </a:ext>
            </a:extLst>
          </p:cNvPr>
          <p:cNvSpPr/>
          <p:nvPr/>
        </p:nvSpPr>
        <p:spPr bwMode="auto">
          <a:xfrm>
            <a:off x="-106106" y="1150729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C16A7-89C8-0B07-C2AE-614ADC34A63F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0152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DA363-BC1C-53FA-A96C-65EA18E9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7D5E213-B75E-BDF4-657E-CEBB07EF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권한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AFA7FCD-23B2-6EA8-C437-5AB0CE4C9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프로퍼티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65CD14D6-5DE0-82B2-3D60-5D82FC0261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106B5D8-6D46-2631-678B-9093790A6B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4814CD-D437-16EA-6B37-21807CE1A250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68C66C-7F3A-A779-8837-89716911527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85FBCE-0FE7-4499-7527-F6A73A8265C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D60DFDD5-193C-493E-C401-773AFB8E5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763367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호텔관리자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권한명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중복체크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프로퍼티 조회 공통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체크박스 전체 선택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해제 버튼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57392F1-A97F-BF2D-332D-D7109AC669E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686EA159-1EF9-F9B4-2696-619367696F4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39C4DFD-7BB0-8A49-05FF-54C6E6336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441824"/>
              </p:ext>
            </p:extLst>
          </p:nvPr>
        </p:nvGraphicFramePr>
        <p:xfrm>
          <a:off x="1513108" y="1052736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BAF4FE7-E4F6-1D0B-F662-C3E3E072814A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56AA76-F653-FD63-F8F3-306EC55DE1CE}"/>
              </a:ext>
            </a:extLst>
          </p:cNvPr>
          <p:cNvSpPr/>
          <p:nvPr/>
        </p:nvSpPr>
        <p:spPr>
          <a:xfrm>
            <a:off x="7824192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FE9B89-0B5B-8246-E175-49BCF4FC28BD}"/>
              </a:ext>
            </a:extLst>
          </p:cNvPr>
          <p:cNvSpPr/>
          <p:nvPr/>
        </p:nvSpPr>
        <p:spPr>
          <a:xfrm>
            <a:off x="2780215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입력해주세요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AB6904-75A3-E3A7-3E8A-AF81375A27C3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B64B1AA-ADA9-F996-4A43-1590EDD66C87}"/>
              </a:ext>
            </a:extLst>
          </p:cNvPr>
          <p:cNvSpPr/>
          <p:nvPr/>
        </p:nvSpPr>
        <p:spPr>
          <a:xfrm>
            <a:off x="4728198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DAEBEE2-1CDD-E4CB-A8F3-FF46718FB7D8}"/>
              </a:ext>
            </a:extLst>
          </p:cNvPr>
          <p:cNvSpPr/>
          <p:nvPr/>
        </p:nvSpPr>
        <p:spPr>
          <a:xfrm>
            <a:off x="5339505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8561D0-4DAE-BB85-E900-89B73E11F8FB}"/>
              </a:ext>
            </a:extLst>
          </p:cNvPr>
          <p:cNvSpPr txBox="1"/>
          <p:nvPr/>
        </p:nvSpPr>
        <p:spPr>
          <a:xfrm>
            <a:off x="6815785" y="1684640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C4F704-3CC8-9A46-1AB2-5FF17C8C9753}"/>
              </a:ext>
            </a:extLst>
          </p:cNvPr>
          <p:cNvSpPr txBox="1"/>
          <p:nvPr/>
        </p:nvSpPr>
        <p:spPr>
          <a:xfrm>
            <a:off x="1427884" y="2049894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B1714EC-D196-CF0E-C406-182B48A0150B}"/>
              </a:ext>
            </a:extLst>
          </p:cNvPr>
          <p:cNvGraphicFramePr>
            <a:graphicFrameLocks noGrp="1"/>
          </p:cNvGraphicFramePr>
          <p:nvPr/>
        </p:nvGraphicFramePr>
        <p:xfrm>
          <a:off x="1582422" y="2390726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객실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0A97979B-46FB-E9AA-BAC8-9E5E24AF59CC}"/>
              </a:ext>
            </a:extLst>
          </p:cNvPr>
          <p:cNvGrpSpPr/>
          <p:nvPr/>
        </p:nvGrpSpPr>
        <p:grpSpPr>
          <a:xfrm>
            <a:off x="9091450" y="2390726"/>
            <a:ext cx="112218" cy="3188901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82987447-F73F-3B3F-C316-56DD3CEBEE85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EA380944-DE53-92B5-70B7-C0B0652C279D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653C8E3-C989-BF81-6F00-0F19CA1DAA6D}"/>
              </a:ext>
            </a:extLst>
          </p:cNvPr>
          <p:cNvSpPr/>
          <p:nvPr/>
        </p:nvSpPr>
        <p:spPr>
          <a:xfrm>
            <a:off x="1513108" y="2324275"/>
            <a:ext cx="7746199" cy="332711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8F0FFB-8E9B-AB84-57FA-950655E9364A}"/>
              </a:ext>
            </a:extLst>
          </p:cNvPr>
          <p:cNvSpPr/>
          <p:nvPr/>
        </p:nvSpPr>
        <p:spPr>
          <a:xfrm>
            <a:off x="8699667" y="2068472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grpSp>
        <p:nvGrpSpPr>
          <p:cNvPr id="46" name="Click">
            <a:extLst>
              <a:ext uri="{FF2B5EF4-FFF2-40B4-BE49-F238E27FC236}">
                <a16:creationId xmlns:a16="http://schemas.microsoft.com/office/drawing/2014/main" id="{293FFB04-BA36-C496-8004-723ED82B061B}"/>
              </a:ext>
            </a:extLst>
          </p:cNvPr>
          <p:cNvGrpSpPr>
            <a:grpSpLocks noChangeAspect="1"/>
          </p:cNvGrpSpPr>
          <p:nvPr/>
        </p:nvGrpSpPr>
        <p:grpSpPr>
          <a:xfrm>
            <a:off x="9029824" y="2081534"/>
            <a:ext cx="299298" cy="426545"/>
            <a:chOff x="5294313" y="2197100"/>
            <a:chExt cx="530225" cy="755651"/>
          </a:xfrm>
        </p:grpSpPr>
        <p:sp>
          <p:nvSpPr>
            <p:cNvPr id="47" name="Arrow Cursor">
              <a:extLst>
                <a:ext uri="{FF2B5EF4-FFF2-40B4-BE49-F238E27FC236}">
                  <a16:creationId xmlns:a16="http://schemas.microsoft.com/office/drawing/2014/main" id="{24682FE8-D562-0DC3-09C4-EE1FAA78C28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8" name="Click">
              <a:extLst>
                <a:ext uri="{FF2B5EF4-FFF2-40B4-BE49-F238E27FC236}">
                  <a16:creationId xmlns:a16="http://schemas.microsoft.com/office/drawing/2014/main" id="{C5D639DE-B8C1-A308-7D1F-3C0FF59A94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56C2A9-80D7-E700-5D7C-9160FA41AAAA}"/>
              </a:ext>
            </a:extLst>
          </p:cNvPr>
          <p:cNvSpPr/>
          <p:nvPr/>
        </p:nvSpPr>
        <p:spPr>
          <a:xfrm>
            <a:off x="2780215" y="1388947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B1E2BA5A-2DC9-1983-79CC-BE3B18B47390}"/>
              </a:ext>
            </a:extLst>
          </p:cNvPr>
          <p:cNvSpPr/>
          <p:nvPr/>
        </p:nvSpPr>
        <p:spPr>
          <a:xfrm rot="16200000" flipH="1" flipV="1">
            <a:off x="7722766" y="9712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ardrop 1">
            <a:extLst>
              <a:ext uri="{FF2B5EF4-FFF2-40B4-BE49-F238E27FC236}">
                <a16:creationId xmlns:a16="http://schemas.microsoft.com/office/drawing/2014/main" id="{2C42ADF1-B5F8-15E1-10C9-D90025B47F36}"/>
              </a:ext>
            </a:extLst>
          </p:cNvPr>
          <p:cNvSpPr/>
          <p:nvPr/>
        </p:nvSpPr>
        <p:spPr>
          <a:xfrm rot="16200000" flipH="1" flipV="1">
            <a:off x="2727019" y="12945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ardrop 1">
            <a:extLst>
              <a:ext uri="{FF2B5EF4-FFF2-40B4-BE49-F238E27FC236}">
                <a16:creationId xmlns:a16="http://schemas.microsoft.com/office/drawing/2014/main" id="{C2BF9B25-EABF-16DC-1847-C24F4E67FD19}"/>
              </a:ext>
            </a:extLst>
          </p:cNvPr>
          <p:cNvSpPr/>
          <p:nvPr/>
        </p:nvSpPr>
        <p:spPr>
          <a:xfrm rot="16200000" flipH="1" flipV="1">
            <a:off x="8586985" y="19636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ardrop 1">
            <a:extLst>
              <a:ext uri="{FF2B5EF4-FFF2-40B4-BE49-F238E27FC236}">
                <a16:creationId xmlns:a16="http://schemas.microsoft.com/office/drawing/2014/main" id="{B1A31A56-56AA-827E-6A14-B9FA89C65D4D}"/>
              </a:ext>
            </a:extLst>
          </p:cNvPr>
          <p:cNvSpPr/>
          <p:nvPr/>
        </p:nvSpPr>
        <p:spPr>
          <a:xfrm rot="16200000" flipH="1" flipV="1">
            <a:off x="5257377" y="636669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1D0EA5-7AF9-5614-8EB1-D919F6B699D2}"/>
              </a:ext>
            </a:extLst>
          </p:cNvPr>
          <p:cNvSpPr/>
          <p:nvPr/>
        </p:nvSpPr>
        <p:spPr bwMode="auto">
          <a:xfrm>
            <a:off x="-106106" y="1150729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C6D25F-88B5-C9A7-6AC4-1A1FC00F4431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FFCAF5-D534-3658-39F2-29074A259C25}"/>
              </a:ext>
            </a:extLst>
          </p:cNvPr>
          <p:cNvSpPr txBox="1"/>
          <p:nvPr/>
        </p:nvSpPr>
        <p:spPr>
          <a:xfrm>
            <a:off x="4357411" y="2059140"/>
            <a:ext cx="15311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본인 호텔에 할당된 권한 출력</a:t>
            </a:r>
          </a:p>
        </p:txBody>
      </p:sp>
    </p:spTree>
    <p:extLst>
      <p:ext uri="{BB962C8B-B14F-4D97-AF65-F5344CB8AC3E}">
        <p14:creationId xmlns:p14="http://schemas.microsoft.com/office/powerpoint/2010/main" val="4288165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0159C-3DC5-32DF-7E7A-C102D7AF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0D905C1-E397-EE99-6E8E-43753007D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권한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2548073F-4D9D-1DFD-ABCF-A03A77BA9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프로퍼티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0361724E-ABC6-8E2E-11BD-5E9CFBC15E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99555FCF-5747-B903-06B2-1A6EAFAC3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74D473-C925-7D0F-BCB6-3C81AC2DB00D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A414A9-8265-2A35-E9C9-FBF72405E65B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F939C7-1D08-3B08-4881-48C3DD1EE2C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052A590-76AC-F0ED-060A-E6A2DB0E1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659092"/>
              </p:ext>
            </p:extLst>
          </p:nvPr>
        </p:nvGraphicFramePr>
        <p:xfrm>
          <a:off x="9406740" y="440717"/>
          <a:ext cx="2785260" cy="3511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호텔관리자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삭제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  페이지 이동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사용자에 권한 매핑 된 경우 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D0D4622-C0EC-C8D2-C502-C0E21018B842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18DEDB1-314B-B4AD-7363-D1496030E281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D1DB931-257C-C2D6-4421-05BE189AC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16555"/>
              </p:ext>
            </p:extLst>
          </p:nvPr>
        </p:nvGraphicFramePr>
        <p:xfrm>
          <a:off x="1513108" y="1052736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마포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33730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200EEB8-D913-0A2D-5935-92F3D06A60E9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D8F69E-1603-E79B-33B9-E1D325CB69F7}"/>
              </a:ext>
            </a:extLst>
          </p:cNvPr>
          <p:cNvSpPr/>
          <p:nvPr/>
        </p:nvSpPr>
        <p:spPr>
          <a:xfrm>
            <a:off x="7824192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997CF72-5835-0CD5-7BB5-20C8B0603BD1}"/>
              </a:ext>
            </a:extLst>
          </p:cNvPr>
          <p:cNvSpPr/>
          <p:nvPr/>
        </p:nvSpPr>
        <p:spPr>
          <a:xfrm>
            <a:off x="2780215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글래드</a:t>
            </a:r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마포 예약 담당자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4B229A-D9DD-5397-C692-3B9F6DF4FB22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0C2E2-726B-8E14-0A52-0568979ECF40}"/>
              </a:ext>
            </a:extLst>
          </p:cNvPr>
          <p:cNvSpPr txBox="1"/>
          <p:nvPr/>
        </p:nvSpPr>
        <p:spPr>
          <a:xfrm>
            <a:off x="6834139" y="1696433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C8CD0-52C1-FC5C-290A-F9EB3C4027E3}"/>
              </a:ext>
            </a:extLst>
          </p:cNvPr>
          <p:cNvSpPr txBox="1"/>
          <p:nvPr/>
        </p:nvSpPr>
        <p:spPr>
          <a:xfrm>
            <a:off x="1427884" y="2004152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1D56503-6A35-BED9-D5D1-D0D991E89B5C}"/>
              </a:ext>
            </a:extLst>
          </p:cNvPr>
          <p:cNvGrpSpPr/>
          <p:nvPr/>
        </p:nvGrpSpPr>
        <p:grpSpPr>
          <a:xfrm>
            <a:off x="9089321" y="2354870"/>
            <a:ext cx="112218" cy="3069222"/>
            <a:chOff x="8879645" y="4358558"/>
            <a:chExt cx="120215" cy="2733223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2B4B3416-BF6D-C549-57BC-20F219713DB2}"/>
                </a:ext>
              </a:extLst>
            </p:cNvPr>
            <p:cNvSpPr/>
            <p:nvPr/>
          </p:nvSpPr>
          <p:spPr>
            <a:xfrm>
              <a:off x="8879645" y="4358558"/>
              <a:ext cx="120215" cy="273322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25923E90-836D-79CB-2072-B19FB2C9FBD2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E579745-A70D-89C1-5D5F-C6D24B3F9A03}"/>
              </a:ext>
            </a:extLst>
          </p:cNvPr>
          <p:cNvSpPr/>
          <p:nvPr/>
        </p:nvSpPr>
        <p:spPr>
          <a:xfrm>
            <a:off x="1513108" y="2278533"/>
            <a:ext cx="7746199" cy="321732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8801E2-3F96-40A0-E63D-8A72A3B3DD5A}"/>
              </a:ext>
            </a:extLst>
          </p:cNvPr>
          <p:cNvSpPr/>
          <p:nvPr/>
        </p:nvSpPr>
        <p:spPr>
          <a:xfrm>
            <a:off x="8722225" y="2022730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C8A889-BCA7-D251-2F6F-1FDFBBECF3DD}"/>
              </a:ext>
            </a:extLst>
          </p:cNvPr>
          <p:cNvSpPr/>
          <p:nvPr/>
        </p:nvSpPr>
        <p:spPr>
          <a:xfrm>
            <a:off x="4404573" y="5864112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2E43DE-E9BF-9B7B-BFFD-5A3CD1F02A3B}"/>
              </a:ext>
            </a:extLst>
          </p:cNvPr>
          <p:cNvSpPr/>
          <p:nvPr/>
        </p:nvSpPr>
        <p:spPr>
          <a:xfrm>
            <a:off x="5015880" y="5864112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04F409-F03A-C3EE-CF9E-66560BB063D3}"/>
              </a:ext>
            </a:extLst>
          </p:cNvPr>
          <p:cNvSpPr/>
          <p:nvPr/>
        </p:nvSpPr>
        <p:spPr>
          <a:xfrm>
            <a:off x="5627187" y="5864112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1AEBCAD-5FA4-7096-7494-BC8432CBB686}"/>
              </a:ext>
            </a:extLst>
          </p:cNvPr>
          <p:cNvGraphicFramePr>
            <a:graphicFrameLocks noGrp="1"/>
          </p:cNvGraphicFramePr>
          <p:nvPr/>
        </p:nvGraphicFramePr>
        <p:xfrm>
          <a:off x="1582422" y="2344984"/>
          <a:ext cx="743141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94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01999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협력사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정산 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12" name="Click">
            <a:extLst>
              <a:ext uri="{FF2B5EF4-FFF2-40B4-BE49-F238E27FC236}">
                <a16:creationId xmlns:a16="http://schemas.microsoft.com/office/drawing/2014/main" id="{D76DE2BA-58D8-7F02-C9D8-0124EEBC3CFB}"/>
              </a:ext>
            </a:extLst>
          </p:cNvPr>
          <p:cNvGrpSpPr>
            <a:grpSpLocks noChangeAspect="1"/>
          </p:cNvGrpSpPr>
          <p:nvPr/>
        </p:nvGrpSpPr>
        <p:grpSpPr>
          <a:xfrm>
            <a:off x="4852268" y="3194119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AFD77094-D9F8-340E-27E7-7ACD4CA17A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C28483A1-67FE-68F0-C54F-E595487CA3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AA78D66-D482-A08C-0D62-E41D85D38BC7}"/>
              </a:ext>
            </a:extLst>
          </p:cNvPr>
          <p:cNvSpPr/>
          <p:nvPr/>
        </p:nvSpPr>
        <p:spPr>
          <a:xfrm>
            <a:off x="3974806" y="1393794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AF325F48-27BE-F4A2-D493-D64C613D8E2E}"/>
              </a:ext>
            </a:extLst>
          </p:cNvPr>
          <p:cNvSpPr/>
          <p:nvPr/>
        </p:nvSpPr>
        <p:spPr>
          <a:xfrm rot="16200000" flipH="1" flipV="1">
            <a:off x="4936680" y="576207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91E9B5D8-A80D-534E-91FA-47A775FE26ED}"/>
              </a:ext>
            </a:extLst>
          </p:cNvPr>
          <p:cNvSpPr/>
          <p:nvPr/>
        </p:nvSpPr>
        <p:spPr>
          <a:xfrm rot="16200000" flipH="1" flipV="1">
            <a:off x="5546280" y="576207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8E6049-82EF-7EE5-5945-038B83F2F4D5}"/>
              </a:ext>
            </a:extLst>
          </p:cNvPr>
          <p:cNvSpPr/>
          <p:nvPr/>
        </p:nvSpPr>
        <p:spPr bwMode="auto">
          <a:xfrm>
            <a:off x="-106106" y="1150729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D717F9-A823-330E-1973-3EFEACEF88E4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5739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4F5DD-4D25-5BB7-3BEB-3D04F66E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AE1BBFB2-FCCB-0294-BB4D-50740561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97660747-B88F-ABE0-C194-BA81F457C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프로퍼티 권한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91F9E8E2-1A7D-D522-738F-06E2CDF407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A82414B-AC93-983A-DFD5-0EEB7028E7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46177E-1AC2-9A10-2226-5A5052BE5227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55478D-B1E1-9FE0-F7FC-488B34D97F3A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8E289D-B4A0-5034-E86E-53210ABFFAC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0532EEF-F380-F209-DA68-A434F7774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407313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호텔관리자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다중 선택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항목 부모창에 반영 후 리스트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1AA7E3B-4482-0340-5C67-5F8245CEDAE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권한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D039FF30-747F-6DF1-A652-66F48985319A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F4363879-6864-03B2-9D99-D52996A486E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1121242"/>
            <a:ext cx="4104451" cy="3963942"/>
            <a:chOff x="3776975" y="1261242"/>
            <a:chExt cx="3487175" cy="2676892"/>
          </a:xfrm>
        </p:grpSpPr>
        <p:sp>
          <p:nvSpPr>
            <p:cNvPr id="2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F9A9FFFE-8FC1-0E63-4887-07C78A4BDFF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776976" y="1496299"/>
              <a:ext cx="3487169" cy="244183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31CFCBB-A484-5BA9-9F80-9AF601E2A51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776975" y="1261242"/>
              <a:ext cx="34871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프로퍼티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5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EDAF9F0-3D08-4CBC-191A-30AF19CDF83E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45248F4-3C13-C06C-4CD6-74C45E6A4F1C}"/>
              </a:ext>
            </a:extLst>
          </p:cNvPr>
          <p:cNvSpPr txBox="1"/>
          <p:nvPr/>
        </p:nvSpPr>
        <p:spPr>
          <a:xfrm>
            <a:off x="2063553" y="1553602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프로퍼티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D79123E8-F5FA-B79D-B7A5-8E4225A9A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534477"/>
              </p:ext>
            </p:extLst>
          </p:nvPr>
        </p:nvGraphicFramePr>
        <p:xfrm>
          <a:off x="2166186" y="1779778"/>
          <a:ext cx="3838636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474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933162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F3BBCE28-8A7C-7AA5-33C4-15F379645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412966"/>
              </p:ext>
            </p:extLst>
          </p:nvPr>
        </p:nvGraphicFramePr>
        <p:xfrm>
          <a:off x="2166186" y="2145560"/>
          <a:ext cx="3838634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694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806484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564962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EA6ED276-6A2F-3033-DC9B-7ADD8EEB7CF0}"/>
              </a:ext>
            </a:extLst>
          </p:cNvPr>
          <p:cNvSpPr/>
          <p:nvPr/>
        </p:nvSpPr>
        <p:spPr>
          <a:xfrm>
            <a:off x="3724689" y="473887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F89F0C4-D40B-B1FD-711A-D07E6CAE09CD}"/>
              </a:ext>
            </a:extLst>
          </p:cNvPr>
          <p:cNvSpPr/>
          <p:nvPr/>
        </p:nvSpPr>
        <p:spPr>
          <a:xfrm>
            <a:off x="4214034" y="473887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9D1D868-802F-54F4-CF52-0FEDF8292A4E}"/>
              </a:ext>
            </a:extLst>
          </p:cNvPr>
          <p:cNvGrpSpPr/>
          <p:nvPr/>
        </p:nvGrpSpPr>
        <p:grpSpPr>
          <a:xfrm>
            <a:off x="6042577" y="2138405"/>
            <a:ext cx="90244" cy="2190572"/>
            <a:chOff x="8879645" y="4358558"/>
            <a:chExt cx="96675" cy="1950762"/>
          </a:xfrm>
        </p:grpSpPr>
        <p:sp>
          <p:nvSpPr>
            <p:cNvPr id="43" name="모서리가 둥근 직사각형 42">
              <a:extLst>
                <a:ext uri="{FF2B5EF4-FFF2-40B4-BE49-F238E27FC236}">
                  <a16:creationId xmlns:a16="http://schemas.microsoft.com/office/drawing/2014/main" id="{5E371401-2B99-BAFD-6D02-C14CB097764E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4" name="모서리가 둥근 직사각형 170">
              <a:extLst>
                <a:ext uri="{FF2B5EF4-FFF2-40B4-BE49-F238E27FC236}">
                  <a16:creationId xmlns:a16="http://schemas.microsoft.com/office/drawing/2014/main" id="{F3D4D58F-5017-67F7-4521-CFE105BDE98B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47" name="Teardrop 1">
            <a:extLst>
              <a:ext uri="{FF2B5EF4-FFF2-40B4-BE49-F238E27FC236}">
                <a16:creationId xmlns:a16="http://schemas.microsoft.com/office/drawing/2014/main" id="{787BA8C2-D514-8B3E-321E-B8B2EB0A51CD}"/>
              </a:ext>
            </a:extLst>
          </p:cNvPr>
          <p:cNvSpPr/>
          <p:nvPr/>
        </p:nvSpPr>
        <p:spPr>
          <a:xfrm rot="16200000" flipH="1" flipV="1">
            <a:off x="4123747" y="463140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" name="Pagination">
            <a:extLst>
              <a:ext uri="{FF2B5EF4-FFF2-40B4-BE49-F238E27FC236}">
                <a16:creationId xmlns:a16="http://schemas.microsoft.com/office/drawing/2014/main" id="{1EF3133A-E723-1819-8327-52E4D3181CE3}"/>
              </a:ext>
            </a:extLst>
          </p:cNvPr>
          <p:cNvSpPr txBox="1"/>
          <p:nvPr/>
        </p:nvSpPr>
        <p:spPr>
          <a:xfrm>
            <a:off x="3503712" y="4441084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2" name="Teardrop 1">
            <a:extLst>
              <a:ext uri="{FF2B5EF4-FFF2-40B4-BE49-F238E27FC236}">
                <a16:creationId xmlns:a16="http://schemas.microsoft.com/office/drawing/2014/main" id="{35ECE793-56F2-1145-D6DB-BE24D0D5112C}"/>
              </a:ext>
            </a:extLst>
          </p:cNvPr>
          <p:cNvSpPr/>
          <p:nvPr/>
        </p:nvSpPr>
        <p:spPr>
          <a:xfrm rot="16200000" flipH="1" flipV="1">
            <a:off x="5379090" y="224689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56D2E74-8E71-BD6B-F413-A3F8AA2276D7}"/>
              </a:ext>
            </a:extLst>
          </p:cNvPr>
          <p:cNvGrpSpPr/>
          <p:nvPr/>
        </p:nvGrpSpPr>
        <p:grpSpPr>
          <a:xfrm>
            <a:off x="5660770" y="2384812"/>
            <a:ext cx="120020" cy="1882018"/>
            <a:chOff x="8006676" y="2589288"/>
            <a:chExt cx="120020" cy="1882018"/>
          </a:xfrm>
        </p:grpSpPr>
        <p:grpSp>
          <p:nvGrpSpPr>
            <p:cNvPr id="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DF890F60-121A-1349-AFA6-D3B2E7C2A9AC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25" name="Circle">
                <a:extLst>
                  <a:ext uri="{FF2B5EF4-FFF2-40B4-BE49-F238E27FC236}">
                    <a16:creationId xmlns:a16="http://schemas.microsoft.com/office/drawing/2014/main" id="{A6CEF49E-FA8A-56C2-6C3D-B22377FB7BD9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6" name="Check">
                <a:extLst>
                  <a:ext uri="{FF2B5EF4-FFF2-40B4-BE49-F238E27FC236}">
                    <a16:creationId xmlns:a16="http://schemas.microsoft.com/office/drawing/2014/main" id="{ED53E394-0D7B-E965-1343-5BA1A9437E79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7" name="Circle">
              <a:extLst>
                <a:ext uri="{FF2B5EF4-FFF2-40B4-BE49-F238E27FC236}">
                  <a16:creationId xmlns:a16="http://schemas.microsoft.com/office/drawing/2014/main" id="{81318C0F-7C16-5C43-CAE9-6750F1F2088A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432A3050-5660-51C5-FD7E-F37A99340799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Circle">
              <a:extLst>
                <a:ext uri="{FF2B5EF4-FFF2-40B4-BE49-F238E27FC236}">
                  <a16:creationId xmlns:a16="http://schemas.microsoft.com/office/drawing/2014/main" id="{DA0997FF-70A2-C783-7C1E-0A288984929B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A1516532-744B-858E-A547-2E80D96FE79A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ircle">
              <a:extLst>
                <a:ext uri="{FF2B5EF4-FFF2-40B4-BE49-F238E27FC236}">
                  <a16:creationId xmlns:a16="http://schemas.microsoft.com/office/drawing/2014/main" id="{6BA3E915-7B2B-82C1-6470-EE868E825C0F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Circle">
              <a:extLst>
                <a:ext uri="{FF2B5EF4-FFF2-40B4-BE49-F238E27FC236}">
                  <a16:creationId xmlns:a16="http://schemas.microsoft.com/office/drawing/2014/main" id="{E4EC9B8D-166E-5D2B-A04B-9B109CC1AD0A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Circle">
              <a:extLst>
                <a:ext uri="{FF2B5EF4-FFF2-40B4-BE49-F238E27FC236}">
                  <a16:creationId xmlns:a16="http://schemas.microsoft.com/office/drawing/2014/main" id="{A229B537-A0C2-E9BC-89E7-90E6B7F7DA1D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Circle">
              <a:extLst>
                <a:ext uri="{FF2B5EF4-FFF2-40B4-BE49-F238E27FC236}">
                  <a16:creationId xmlns:a16="http://schemas.microsoft.com/office/drawing/2014/main" id="{7125F7AA-2D6D-4951-7739-4376BA7FBA0E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ircle">
              <a:extLst>
                <a:ext uri="{FF2B5EF4-FFF2-40B4-BE49-F238E27FC236}">
                  <a16:creationId xmlns:a16="http://schemas.microsoft.com/office/drawing/2014/main" id="{B5489F34-EEB5-2950-F184-2A70A8EBEC43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5476EEF-4652-1F11-7057-145C74295FE1}"/>
              </a:ext>
            </a:extLst>
          </p:cNvPr>
          <p:cNvSpPr/>
          <p:nvPr/>
        </p:nvSpPr>
        <p:spPr bwMode="auto">
          <a:xfrm>
            <a:off x="-106106" y="1150729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6A12A62-12F5-A8E8-E9D8-F075F16674CC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1658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150268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possible only when use or not is "N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2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05CAE-05A2-CAEE-7B8F-BEC9037C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8E47B57-272D-CC4F-77A8-31ECC083100C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블루웨이브 관리자 권한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5149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A3FD-ED94-8635-0640-038D93B5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71171FF-4351-BF06-EC75-E4BF38DC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1642EA9-BC1A-D2CC-9E19-508AEFF42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권한관리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AE16233-3F4E-BEC0-0149-3FC0C6EDC8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DE09CE0-6960-F87F-5DA7-374DBA8158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69D64E-D5CF-817E-EEA2-581A0F9CE5E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E37973-1A89-0C3F-8B53-4F5B3B60EE2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4116DF-39FE-0DD7-55E4-921D2A886490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8B2C00B-E178-5C5F-8F8D-5C64B5F4F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781097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19BCA86-3E62-B8E1-34BB-163B5265EAC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권한관리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98BDDDF-E058-1DA4-685F-9F3A84750D0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D6B48E84-3570-9FC2-4773-539AF37D5823}"/>
              </a:ext>
            </a:extLst>
          </p:cNvPr>
          <p:cNvGraphicFramePr>
            <a:graphicFrameLocks noGrp="1"/>
          </p:cNvGraphicFramePr>
          <p:nvPr/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DC82E6EE-FD77-88EB-9DD5-E02194E1FE87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AAAADF70-FD28-9AAD-A2EC-AB388BB0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738876"/>
              </p:ext>
            </p:extLst>
          </p:nvPr>
        </p:nvGraphicFramePr>
        <p:xfrm>
          <a:off x="1447441" y="1532810"/>
          <a:ext cx="781444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3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725721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블루웨이브 시스템 관리자 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사용자가 입력한 권한명이 출력 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줄말줄임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4928D631-0EFF-A4B3-32F3-DDBDAF1451B0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6F96576-EC43-55BA-6209-182BD147EDAF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02EA6E-A4B0-374D-D94D-B7CF076312E4}"/>
              </a:ext>
            </a:extLst>
          </p:cNvPr>
          <p:cNvSpPr/>
          <p:nvPr/>
        </p:nvSpPr>
        <p:spPr>
          <a:xfrm>
            <a:off x="8387000" y="1265504"/>
            <a:ext cx="874881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BW </a:t>
            </a: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관리자 권한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82DDCFAB-639A-6901-63B5-531AD8A18229}"/>
              </a:ext>
            </a:extLst>
          </p:cNvPr>
          <p:cNvSpPr txBox="1"/>
          <p:nvPr/>
        </p:nvSpPr>
        <p:spPr>
          <a:xfrm>
            <a:off x="4702956" y="420689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86F8BD0-05C6-CA85-5582-D641224D1C25}"/>
              </a:ext>
            </a:extLst>
          </p:cNvPr>
          <p:cNvGrpSpPr/>
          <p:nvPr/>
        </p:nvGrpSpPr>
        <p:grpSpPr>
          <a:xfrm>
            <a:off x="1446413" y="1272877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2DBB1DF-1C37-FC33-B15C-7D62D50B7CE1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D059B2E-DEAB-1ECE-921B-DBEB9A98CA5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9227C4CD-6CDF-F0AD-C495-BBD9F7182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3193CAEC-2F36-1F14-0C02-2527816537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EBAC21FF-041C-B1AF-489F-3647A6B3D7A5}"/>
              </a:ext>
            </a:extLst>
          </p:cNvPr>
          <p:cNvSpPr/>
          <p:nvPr/>
        </p:nvSpPr>
        <p:spPr>
          <a:xfrm rot="16200000" flipH="1" flipV="1">
            <a:off x="8259808" y="11168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35B2397B-5963-F731-B53C-FF80342A5303}"/>
              </a:ext>
            </a:extLst>
          </p:cNvPr>
          <p:cNvGrpSpPr>
            <a:grpSpLocks noChangeAspect="1"/>
          </p:cNvGrpSpPr>
          <p:nvPr/>
        </p:nvGrpSpPr>
        <p:grpSpPr>
          <a:xfrm>
            <a:off x="4840930" y="1951299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7D985887-7153-69B1-F982-0CA5BEE26DA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93327954-1223-19E7-5B7E-40A48C4DDF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8BF4A73C-E249-7FE3-E4AC-AC0D29558630}"/>
              </a:ext>
            </a:extLst>
          </p:cNvPr>
          <p:cNvSpPr/>
          <p:nvPr/>
        </p:nvSpPr>
        <p:spPr>
          <a:xfrm rot="16200000" flipH="1" flipV="1">
            <a:off x="3427724" y="186417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EA6B2C-24BF-4869-C958-72540EEA9674}"/>
              </a:ext>
            </a:extLst>
          </p:cNvPr>
          <p:cNvSpPr/>
          <p:nvPr/>
        </p:nvSpPr>
        <p:spPr bwMode="auto">
          <a:xfrm>
            <a:off x="-106106" y="139109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72AC50-5AD4-062E-861D-4560E56FC922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7660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B7974-B249-227E-8F9B-B5195332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1B68656-9040-075A-59F9-B8FF2008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23D6666-B69E-3D90-B676-3A6F1B826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권한관리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DB3932B-4418-3260-2BB6-CB74B42F66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4750D40-1C1F-58D6-262B-99D8F7BBD7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2B654E-4F3A-7D77-A449-DFBE1C602A03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01EFDC-3FF5-53BF-0744-BF154CE6C5E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AE0258-7BE9-71E0-08A5-C0C9E41C533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AAB2060-5D64-0477-66CD-8C069FC3B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73331"/>
              </p:ext>
            </p:extLst>
          </p:nvPr>
        </p:nvGraphicFramePr>
        <p:xfrm>
          <a:off x="9406740" y="440717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권한명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중복체크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체크박스 전체 선택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해제 버튼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C1C20855-CFCB-80C6-1484-1EE7E900E07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권한관리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588D3DF-CE11-F7AF-364E-F6032A1C860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363D35E-6266-D713-1708-3D49CDFC3B76}"/>
              </a:ext>
            </a:extLst>
          </p:cNvPr>
          <p:cNvGraphicFramePr>
            <a:graphicFrameLocks noGrp="1"/>
          </p:cNvGraphicFramePr>
          <p:nvPr/>
        </p:nvGraphicFramePr>
        <p:xfrm>
          <a:off x="1513108" y="1052736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6D43959-2A33-685E-3085-F303D56224AD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112CE1-2129-CBA4-C393-FB5737BED1D3}"/>
              </a:ext>
            </a:extLst>
          </p:cNvPr>
          <p:cNvSpPr/>
          <p:nvPr/>
        </p:nvSpPr>
        <p:spPr>
          <a:xfrm>
            <a:off x="7678548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A5E51BA-D1FA-C755-2C3B-8D1CCDEF1692}"/>
              </a:ext>
            </a:extLst>
          </p:cNvPr>
          <p:cNvSpPr/>
          <p:nvPr/>
        </p:nvSpPr>
        <p:spPr>
          <a:xfrm>
            <a:off x="2634571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권한명을 입력해주세요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CFD805-AC45-A0D6-57F1-D7C86953AD48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9576CDD-DFA9-CA8C-4A65-B3E4B587ABA4}"/>
              </a:ext>
            </a:extLst>
          </p:cNvPr>
          <p:cNvSpPr/>
          <p:nvPr/>
        </p:nvSpPr>
        <p:spPr>
          <a:xfrm>
            <a:off x="4620597" y="6467475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8D5A4C4-D36D-479F-B892-F11E487AABF6}"/>
              </a:ext>
            </a:extLst>
          </p:cNvPr>
          <p:cNvSpPr/>
          <p:nvPr/>
        </p:nvSpPr>
        <p:spPr>
          <a:xfrm>
            <a:off x="5231904" y="6467475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0C22F-6B03-EEE1-BCD7-6C6F6D25AD93}"/>
              </a:ext>
            </a:extLst>
          </p:cNvPr>
          <p:cNvSpPr txBox="1"/>
          <p:nvPr/>
        </p:nvSpPr>
        <p:spPr>
          <a:xfrm>
            <a:off x="6815785" y="1413019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60837F-0ED3-1417-72D9-D68F2EEDCB93}"/>
              </a:ext>
            </a:extLst>
          </p:cNvPr>
          <p:cNvSpPr txBox="1"/>
          <p:nvPr/>
        </p:nvSpPr>
        <p:spPr>
          <a:xfrm>
            <a:off x="1427884" y="173497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8066173-7E9C-DFA7-EC3E-3D82DE002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507907"/>
              </p:ext>
            </p:extLst>
          </p:nvPr>
        </p:nvGraphicFramePr>
        <p:xfrm>
          <a:off x="1582422" y="2075808"/>
          <a:ext cx="7456876" cy="4092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9106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17770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227342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52244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프로퍼티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09184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회원관리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6636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15571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56268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그룹코드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공통코드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층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호수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10644DB1-D3E6-1168-E37E-4B95821D99FB}"/>
              </a:ext>
            </a:extLst>
          </p:cNvPr>
          <p:cNvGrpSpPr/>
          <p:nvPr/>
        </p:nvGrpSpPr>
        <p:grpSpPr>
          <a:xfrm>
            <a:off x="9089449" y="2075809"/>
            <a:ext cx="112218" cy="4092158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EEA91440-BE43-0ED2-1B58-90EFC86BCB06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08B72B6B-2BF8-CE63-28B5-EA3E84E3A0DD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E768A1-20C9-3DB5-A354-0309C30361CE}"/>
              </a:ext>
            </a:extLst>
          </p:cNvPr>
          <p:cNvSpPr/>
          <p:nvPr/>
        </p:nvSpPr>
        <p:spPr>
          <a:xfrm>
            <a:off x="1513108" y="2009358"/>
            <a:ext cx="7746199" cy="422795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D97EBEA-F431-1C83-F6B6-356D547DA2AA}"/>
              </a:ext>
            </a:extLst>
          </p:cNvPr>
          <p:cNvSpPr/>
          <p:nvPr/>
        </p:nvSpPr>
        <p:spPr>
          <a:xfrm>
            <a:off x="8722225" y="1753555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grpSp>
        <p:nvGrpSpPr>
          <p:cNvPr id="46" name="Click">
            <a:extLst>
              <a:ext uri="{FF2B5EF4-FFF2-40B4-BE49-F238E27FC236}">
                <a16:creationId xmlns:a16="http://schemas.microsoft.com/office/drawing/2014/main" id="{ABC001F0-2761-57BD-7219-D5DD592DFD6C}"/>
              </a:ext>
            </a:extLst>
          </p:cNvPr>
          <p:cNvGrpSpPr>
            <a:grpSpLocks noChangeAspect="1"/>
          </p:cNvGrpSpPr>
          <p:nvPr/>
        </p:nvGrpSpPr>
        <p:grpSpPr>
          <a:xfrm>
            <a:off x="9052382" y="1766617"/>
            <a:ext cx="299298" cy="426545"/>
            <a:chOff x="5294313" y="2197100"/>
            <a:chExt cx="530225" cy="755651"/>
          </a:xfrm>
        </p:grpSpPr>
        <p:sp>
          <p:nvSpPr>
            <p:cNvPr id="47" name="Arrow Cursor">
              <a:extLst>
                <a:ext uri="{FF2B5EF4-FFF2-40B4-BE49-F238E27FC236}">
                  <a16:creationId xmlns:a16="http://schemas.microsoft.com/office/drawing/2014/main" id="{8BC5F397-AF75-5272-AEE4-B88287C9D76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8" name="Click">
              <a:extLst>
                <a:ext uri="{FF2B5EF4-FFF2-40B4-BE49-F238E27FC236}">
                  <a16:creationId xmlns:a16="http://schemas.microsoft.com/office/drawing/2014/main" id="{1D2A832D-12AA-97C4-4C83-D3A8E14A1D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0EF4271-7ADB-0B5A-694A-2F366BDA3521}"/>
              </a:ext>
            </a:extLst>
          </p:cNvPr>
          <p:cNvSpPr txBox="1"/>
          <p:nvPr/>
        </p:nvSpPr>
        <p:spPr>
          <a:xfrm>
            <a:off x="4299272" y="1748066"/>
            <a:ext cx="18197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블루웨이브 관리자는 전체 메뉴 출력</a:t>
            </a: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6AE9F670-81B7-5B9A-6A49-AA791F294F21}"/>
              </a:ext>
            </a:extLst>
          </p:cNvPr>
          <p:cNvSpPr/>
          <p:nvPr/>
        </p:nvSpPr>
        <p:spPr>
          <a:xfrm rot="16200000" flipH="1" flipV="1">
            <a:off x="7608116" y="98996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E0BE08C1-8E21-6A00-B2C4-BEECF90B666E}"/>
              </a:ext>
            </a:extLst>
          </p:cNvPr>
          <p:cNvSpPr/>
          <p:nvPr/>
        </p:nvSpPr>
        <p:spPr>
          <a:xfrm rot="16200000" flipH="1" flipV="1">
            <a:off x="8606406" y="166107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ardrop 1">
            <a:extLst>
              <a:ext uri="{FF2B5EF4-FFF2-40B4-BE49-F238E27FC236}">
                <a16:creationId xmlns:a16="http://schemas.microsoft.com/office/drawing/2014/main" id="{FEDBDEC5-2F71-3C95-2D2D-C53D284545A7}"/>
              </a:ext>
            </a:extLst>
          </p:cNvPr>
          <p:cNvSpPr/>
          <p:nvPr/>
        </p:nvSpPr>
        <p:spPr>
          <a:xfrm rot="16200000" flipH="1" flipV="1">
            <a:off x="5166920" y="639247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7" name="Click">
            <a:extLst>
              <a:ext uri="{FF2B5EF4-FFF2-40B4-BE49-F238E27FC236}">
                <a16:creationId xmlns:a16="http://schemas.microsoft.com/office/drawing/2014/main" id="{8BFF3AAD-AAFD-5118-B689-25A7CA4A4C2D}"/>
              </a:ext>
            </a:extLst>
          </p:cNvPr>
          <p:cNvGrpSpPr>
            <a:grpSpLocks noChangeAspect="1"/>
          </p:cNvGrpSpPr>
          <p:nvPr/>
        </p:nvGrpSpPr>
        <p:grpSpPr>
          <a:xfrm>
            <a:off x="5000499" y="2546793"/>
            <a:ext cx="299298" cy="426545"/>
            <a:chOff x="5294313" y="2197100"/>
            <a:chExt cx="530225" cy="755651"/>
          </a:xfrm>
        </p:grpSpPr>
        <p:sp>
          <p:nvSpPr>
            <p:cNvPr id="22" name="Arrow Cursor">
              <a:extLst>
                <a:ext uri="{FF2B5EF4-FFF2-40B4-BE49-F238E27FC236}">
                  <a16:creationId xmlns:a16="http://schemas.microsoft.com/office/drawing/2014/main" id="{87BCF26E-18FF-099A-9F38-93B1739A3B1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3" name="Click">
              <a:extLst>
                <a:ext uri="{FF2B5EF4-FFF2-40B4-BE49-F238E27FC236}">
                  <a16:creationId xmlns:a16="http://schemas.microsoft.com/office/drawing/2014/main" id="{2A726605-F6A0-12AB-ACDD-1D007ED4F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9E8B629-B421-F86E-5735-A708BFEC4407}"/>
              </a:ext>
            </a:extLst>
          </p:cNvPr>
          <p:cNvSpPr/>
          <p:nvPr/>
        </p:nvSpPr>
        <p:spPr bwMode="auto">
          <a:xfrm>
            <a:off x="-106106" y="139109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7FD97D0-BC9F-B852-AEA7-85DEF42F89B2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5092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38D54-F627-3D8C-6EC8-EB7917E25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2BFE82C7-B2A9-15AD-0529-6C46FF53B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블루웨이브 관리자 권한관리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4E02448-1D82-043F-CAED-CDB1B8DC1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권한관리 </a:t>
            </a:r>
            <a:r>
              <a:rPr lang="en-US" altLang="ko-KR" dirty="0"/>
              <a:t>&gt;</a:t>
            </a:r>
            <a:r>
              <a:rPr lang="ko-KR" altLang="en-US" dirty="0"/>
              <a:t> 블루웨이브 관리자 권한관리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F239588-7F11-C2F4-41D0-E09874A534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7931E8C-62EE-9D87-251C-6BAE31295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권한관리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E81DF5-FDFA-DC48-C23D-90592E5F9639}"/>
              </a:ext>
            </a:extLst>
          </p:cNvPr>
          <p:cNvSpPr/>
          <p:nvPr/>
        </p:nvSpPr>
        <p:spPr>
          <a:xfrm>
            <a:off x="47328" y="854187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9AB7F7-162B-3C30-DA1F-6A74988BAEE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94D1C3A-ECCB-AF9A-DBA9-B15992C9488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권한관리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C530A51-D6ED-3E4A-8DB4-2A214A283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507185"/>
              </p:ext>
            </p:extLst>
          </p:nvPr>
        </p:nvGraphicFramePr>
        <p:xfrm>
          <a:off x="9406740" y="440717"/>
          <a:ext cx="2785260" cy="3511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저장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이상 없으면 삭제 후 리스트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  페이지 이동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사용자에 권한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매핑된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경우 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CAE7B9C-AAD4-4EBA-6022-43C804F441A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권한관리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B7EACE9-042B-511D-C531-CECDCDD26CDC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E52DCDB-A010-C68A-703A-CE4B15FE077F}"/>
              </a:ext>
            </a:extLst>
          </p:cNvPr>
          <p:cNvGraphicFramePr>
            <a:graphicFrameLocks noGrp="1"/>
          </p:cNvGraphicFramePr>
          <p:nvPr/>
        </p:nvGraphicFramePr>
        <p:xfrm>
          <a:off x="1513108" y="1052736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6B22E69-C322-D1D8-347D-FD830E6D1867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권한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A6F0AA-5D64-709F-2ABA-3D48D4318C32}"/>
              </a:ext>
            </a:extLst>
          </p:cNvPr>
          <p:cNvSpPr/>
          <p:nvPr/>
        </p:nvSpPr>
        <p:spPr>
          <a:xfrm>
            <a:off x="7678548" y="1088006"/>
            <a:ext cx="537082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9B9E71-C5F8-3433-5ED6-952632009011}"/>
              </a:ext>
            </a:extLst>
          </p:cNvPr>
          <p:cNvSpPr/>
          <p:nvPr/>
        </p:nvSpPr>
        <p:spPr>
          <a:xfrm>
            <a:off x="2634571" y="1088006"/>
            <a:ext cx="497359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블루웨이브 관리자 권한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30075D-978A-37A1-C63D-6ED923F2279E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49A3D-9805-81E2-1DC4-771BD1C9B3C0}"/>
              </a:ext>
            </a:extLst>
          </p:cNvPr>
          <p:cNvSpPr txBox="1"/>
          <p:nvPr/>
        </p:nvSpPr>
        <p:spPr>
          <a:xfrm>
            <a:off x="6834139" y="1413019"/>
            <a:ext cx="7264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디폴트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: Y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E99154-2B4F-9EFE-D265-3B432A67FC5A}"/>
              </a:ext>
            </a:extLst>
          </p:cNvPr>
          <p:cNvSpPr txBox="1"/>
          <p:nvPr/>
        </p:nvSpPr>
        <p:spPr>
          <a:xfrm>
            <a:off x="1427884" y="173497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화면 권한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AE229D7-9ED8-FFD1-273A-FAD5CBCCC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85868"/>
              </p:ext>
            </p:extLst>
          </p:nvPr>
        </p:nvGraphicFramePr>
        <p:xfrm>
          <a:off x="1582421" y="2075808"/>
          <a:ext cx="7453735" cy="4092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7911">
                  <a:extLst>
                    <a:ext uri="{9D8B030D-6E8A-4147-A177-3AD203B41FA5}">
                      <a16:colId xmlns:a16="http://schemas.microsoft.com/office/drawing/2014/main" val="3419385535"/>
                    </a:ext>
                  </a:extLst>
                </a:gridCol>
                <a:gridCol w="4615824">
                  <a:extLst>
                    <a:ext uri="{9D8B030D-6E8A-4147-A177-3AD203B41FA5}">
                      <a16:colId xmlns:a16="http://schemas.microsoft.com/office/drawing/2014/main" val="3770055341"/>
                    </a:ext>
                  </a:extLst>
                </a:gridCol>
              </a:tblGrid>
              <a:tr h="227342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Depth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863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호텔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52244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프로퍼티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09184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회원관리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6636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관리자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15571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권한관리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협력사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16565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관리자 권한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56268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상품관리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객실관리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8703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옵션관리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587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82379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프로모션 상품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64444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예약내역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26840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☒  취소내역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97186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시스템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그룹코드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011272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공통코드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29866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마켓코드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660523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층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37808"/>
                  </a:ext>
                </a:extLst>
              </a:tr>
              <a:tr h="227342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☐  호수 코드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96546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7BCB725E-CD67-BCC7-5320-7F12234385FD}"/>
              </a:ext>
            </a:extLst>
          </p:cNvPr>
          <p:cNvGrpSpPr/>
          <p:nvPr/>
        </p:nvGrpSpPr>
        <p:grpSpPr>
          <a:xfrm>
            <a:off x="9091623" y="2075809"/>
            <a:ext cx="112218" cy="4092158"/>
            <a:chOff x="8879645" y="4358558"/>
            <a:chExt cx="120215" cy="3644175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52224087-06F1-33B1-51A9-89626B164D00}"/>
                </a:ext>
              </a:extLst>
            </p:cNvPr>
            <p:cNvSpPr/>
            <p:nvPr/>
          </p:nvSpPr>
          <p:spPr>
            <a:xfrm>
              <a:off x="8879645" y="4358558"/>
              <a:ext cx="120215" cy="36441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170">
              <a:extLst>
                <a:ext uri="{FF2B5EF4-FFF2-40B4-BE49-F238E27FC236}">
                  <a16:creationId xmlns:a16="http://schemas.microsoft.com/office/drawing/2014/main" id="{1A176BAE-5812-7E75-5E2E-6173B6527D4A}"/>
                </a:ext>
              </a:extLst>
            </p:cNvPr>
            <p:cNvSpPr/>
            <p:nvPr/>
          </p:nvSpPr>
          <p:spPr>
            <a:xfrm>
              <a:off x="8925353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17A0D10-4802-DF2D-555F-2289D4AA01C0}"/>
              </a:ext>
            </a:extLst>
          </p:cNvPr>
          <p:cNvSpPr/>
          <p:nvPr/>
        </p:nvSpPr>
        <p:spPr>
          <a:xfrm>
            <a:off x="1513108" y="2009358"/>
            <a:ext cx="7746199" cy="422795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4B921E-19C9-7A1A-A35F-C973C71DE65F}"/>
              </a:ext>
            </a:extLst>
          </p:cNvPr>
          <p:cNvSpPr/>
          <p:nvPr/>
        </p:nvSpPr>
        <p:spPr>
          <a:xfrm>
            <a:off x="8706423" y="1753555"/>
            <a:ext cx="537082" cy="1785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 선택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0F21E6-F156-B74D-6247-70B7E6495F96}"/>
              </a:ext>
            </a:extLst>
          </p:cNvPr>
          <p:cNvSpPr/>
          <p:nvPr/>
        </p:nvSpPr>
        <p:spPr>
          <a:xfrm>
            <a:off x="4404573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187BC2-0470-387D-3BEC-09B8AED97AD9}"/>
              </a:ext>
            </a:extLst>
          </p:cNvPr>
          <p:cNvSpPr/>
          <p:nvPr/>
        </p:nvSpPr>
        <p:spPr>
          <a:xfrm>
            <a:off x="5015880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282612-2B1F-0D7F-A81D-A11B39740C95}"/>
              </a:ext>
            </a:extLst>
          </p:cNvPr>
          <p:cNvSpPr/>
          <p:nvPr/>
        </p:nvSpPr>
        <p:spPr>
          <a:xfrm>
            <a:off x="5627187" y="6477696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2" name="Click">
            <a:extLst>
              <a:ext uri="{FF2B5EF4-FFF2-40B4-BE49-F238E27FC236}">
                <a16:creationId xmlns:a16="http://schemas.microsoft.com/office/drawing/2014/main" id="{AF89B8D0-D4B9-27F1-37CD-312376721D17}"/>
              </a:ext>
            </a:extLst>
          </p:cNvPr>
          <p:cNvGrpSpPr>
            <a:grpSpLocks noChangeAspect="1"/>
          </p:cNvGrpSpPr>
          <p:nvPr/>
        </p:nvGrpSpPr>
        <p:grpSpPr>
          <a:xfrm>
            <a:off x="4976884" y="3695341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346747EE-298D-8E64-A524-3C0D78C3CF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83295F32-90E6-1189-CFB5-5E85897411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" name="Teardrop 1">
            <a:extLst>
              <a:ext uri="{FF2B5EF4-FFF2-40B4-BE49-F238E27FC236}">
                <a16:creationId xmlns:a16="http://schemas.microsoft.com/office/drawing/2014/main" id="{12C1B527-589A-DAB7-3F14-481484D90250}"/>
              </a:ext>
            </a:extLst>
          </p:cNvPr>
          <p:cNvSpPr/>
          <p:nvPr/>
        </p:nvSpPr>
        <p:spPr>
          <a:xfrm rot="16200000" flipH="1" flipV="1">
            <a:off x="4953473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CC8B759E-B892-D1A1-2A54-172BDDBFFFED}"/>
              </a:ext>
            </a:extLst>
          </p:cNvPr>
          <p:cNvSpPr/>
          <p:nvPr/>
        </p:nvSpPr>
        <p:spPr>
          <a:xfrm rot="16200000" flipH="1" flipV="1">
            <a:off x="5549091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535B8F41-A1F7-F5AF-6B61-071DCDE44134}"/>
              </a:ext>
            </a:extLst>
          </p:cNvPr>
          <p:cNvSpPr/>
          <p:nvPr/>
        </p:nvSpPr>
        <p:spPr>
          <a:xfrm rot="16200000" flipH="1" flipV="1">
            <a:off x="7608116" y="98996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BA40D5C-6927-1384-47B7-B5BB06088911}"/>
              </a:ext>
            </a:extLst>
          </p:cNvPr>
          <p:cNvSpPr/>
          <p:nvPr/>
        </p:nvSpPr>
        <p:spPr bwMode="auto">
          <a:xfrm>
            <a:off x="-106106" y="139109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1D16DE2-6FB0-A253-6D68-787FB8823CBA}"/>
              </a:ext>
            </a:extLst>
          </p:cNvPr>
          <p:cNvSpPr/>
          <p:nvPr/>
        </p:nvSpPr>
        <p:spPr>
          <a:xfrm>
            <a:off x="-14" y="808615"/>
            <a:ext cx="1485503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호텔관리자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권한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블루웨이브 관리자 권한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9914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AF5BF-FDAD-0AE4-4C3B-7DF8C40AD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5FABCB-F422-7B2D-8FE3-A865D5C119E1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A058A6E-4308-4411-C779-D97DABDADC5E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FF537D1-A220-8BCF-202C-15D5575DE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386077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사용여부가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"Y"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"N"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 경우에만 삭제가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Deletion is possible only when use or not is "N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4159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79551</TotalTime>
  <Words>2478</Words>
  <Application>Microsoft Macintosh PowerPoint</Application>
  <PresentationFormat>와이드스크린</PresentationFormat>
  <Paragraphs>903</Paragraphs>
  <Slides>17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굴림</vt:lpstr>
      <vt:lpstr>나눔고딕</vt:lpstr>
      <vt:lpstr>나눔고딕</vt:lpstr>
      <vt:lpstr>나눔고딕OTF</vt:lpstr>
      <vt:lpstr>Malgun Gothic</vt:lpstr>
      <vt:lpstr>Malgun Gothic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호텔관리자 권한관리 리스트</vt:lpstr>
      <vt:lpstr>호텔관리자 등록</vt:lpstr>
      <vt:lpstr>호텔관리자 수정/상세</vt:lpstr>
      <vt:lpstr>PowerPoint 프레젠테이션</vt:lpstr>
      <vt:lpstr>프로퍼티 권한관리 리스트</vt:lpstr>
      <vt:lpstr>프로퍼티 권한 등록</vt:lpstr>
      <vt:lpstr>프로퍼티 권한 수정/상세</vt:lpstr>
      <vt:lpstr>프로퍼티 조회 팝업</vt:lpstr>
      <vt:lpstr>PowerPoint 프레젠테이션</vt:lpstr>
      <vt:lpstr>PowerPoint 프레젠테이션</vt:lpstr>
      <vt:lpstr>블루웨이브 관리자 권한관리 리스트</vt:lpstr>
      <vt:lpstr>블루웨이브 관리자 권한관리 리스트</vt:lpstr>
      <vt:lpstr>블루웨이브 관리자 권한관리 리스트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11650</cp:revision>
  <cp:lastPrinted>2021-10-07T06:19:02Z</cp:lastPrinted>
  <dcterms:created xsi:type="dcterms:W3CDTF">2008-07-01T10:06:20Z</dcterms:created>
  <dcterms:modified xsi:type="dcterms:W3CDTF">2025-02-17T12:45:51Z</dcterms:modified>
</cp:coreProperties>
</file>