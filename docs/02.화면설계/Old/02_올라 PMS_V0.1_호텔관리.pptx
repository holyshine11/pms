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2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19"/>
  </p:notesMasterIdLst>
  <p:handoutMasterIdLst>
    <p:handoutMasterId r:id="rId20"/>
  </p:handoutMasterIdLst>
  <p:sldIdLst>
    <p:sldId id="593" r:id="rId2"/>
    <p:sldId id="594" r:id="rId3"/>
    <p:sldId id="1280" r:id="rId4"/>
    <p:sldId id="1243" r:id="rId5"/>
    <p:sldId id="1304" r:id="rId6"/>
    <p:sldId id="1284" r:id="rId7"/>
    <p:sldId id="1295" r:id="rId8"/>
    <p:sldId id="1281" r:id="rId9"/>
    <p:sldId id="1291" r:id="rId10"/>
    <p:sldId id="1283" r:id="rId11"/>
    <p:sldId id="1293" r:id="rId12"/>
    <p:sldId id="1294" r:id="rId13"/>
    <p:sldId id="1296" r:id="rId14"/>
    <p:sldId id="1297" r:id="rId15"/>
    <p:sldId id="1298" r:id="rId16"/>
    <p:sldId id="1303" r:id="rId17"/>
    <p:sldId id="1305" r:id="rId18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호텔관리" id="{2BC0C4DD-6B96-4415-9CF6-51025E7F6FE3}">
          <p14:sldIdLst>
            <p14:sldId id="1280"/>
            <p14:sldId id="1243"/>
            <p14:sldId id="1304"/>
            <p14:sldId id="1284"/>
            <p14:sldId id="1295"/>
          </p14:sldIdLst>
        </p14:section>
        <p14:section name="프로퍼티 관리" id="{E598B0B4-80CF-F84E-8405-52FD89B9A604}">
          <p14:sldIdLst>
            <p14:sldId id="1281"/>
            <p14:sldId id="1291"/>
            <p14:sldId id="1283"/>
            <p14:sldId id="1293"/>
            <p14:sldId id="1294"/>
            <p14:sldId id="1296"/>
            <p14:sldId id="1297"/>
            <p14:sldId id="1298"/>
            <p14:sldId id="1303"/>
            <p14:sldId id="130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588EC"/>
    <a:srgbClr val="E4E4E4"/>
    <a:srgbClr val="0971CE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4" autoAdjust="0"/>
    <p:restoredTop sz="96966" autoAdjust="0"/>
  </p:normalViewPr>
  <p:slideViewPr>
    <p:cSldViewPr>
      <p:cViewPr varScale="1">
        <p:scale>
          <a:sx n="143" d="100"/>
          <a:sy n="143" d="100"/>
        </p:scale>
        <p:origin x="3720" y="504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2025. 1. 24.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2025. 1. 24.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000D1-E4BA-3DCD-98A5-6EE87596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9CA796-6A2B-A4E7-303C-9ED679F2E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2DDBF-23B4-E087-7388-C3C2E3E4F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7B75C1-442D-2B09-2B99-36BF17753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4004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4828-854B-CF52-BD48-ABE8FB1C8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D9B45A-6A74-6289-0E91-FF9FED5E2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380F9F-22BF-0FEB-8734-F15E2149E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E6F609-C2EB-CD0D-0819-E2AE85896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2122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853B5-334B-96C2-A08D-5BD663659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9BAF6F-1F79-95EB-0E15-731337E7E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3A4443-A4B3-966D-CF7E-09526F862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313375-1340-B58A-BC88-CEB8F2D78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1740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59D9-059F-2690-8EEC-C4F818D8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3A9EA2-C211-B349-6A03-03CF026AF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C25427-1D52-8535-1765-2B77E0D08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57677C-2E2E-77C0-79BE-F384B0D6A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3813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36CFE-7F1A-6BBA-D397-C6974FA3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DC1865-AF33-9A04-75A4-40C95CFF0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2A9486-6A16-C9FF-0494-84AE418FE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1ECEF1-AB67-C727-7B2D-5DEF4BE5D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7393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EC7BC-5559-D4FA-937E-FB9C1EBD6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ACF33-A0AA-AF9C-3D5E-6B9D47FC8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FEFA6B-1785-1CE4-92E9-625773A09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94A4E-0100-835A-A5C3-400933A64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7613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24177-5D6A-E912-5F9F-9C80C09B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E0B7BA-2091-C22B-E618-CD9AE6351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C57106-9DF3-6A04-6101-2C97633AC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3ED53E-9A22-234A-4871-C9F1DFBFF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8601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C4B28-9189-FD6B-2C9A-4DAC13C9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631BA7-679D-5E70-C7DE-4C607FE0B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ED0A71-629D-A452-8668-5B307A1A1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BA8A13-4CC2-2039-566B-FFF23B7A2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9877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938E-E3DF-040F-D028-D60137226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B619C3-2DEB-3ADF-E465-A04B9A1D3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C6F7DE-5B12-998B-E9D0-80E367950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354912-B117-732A-B8CE-2AF661E8C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737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B3E4E-71DC-0A95-6908-B3A61984E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2F461F-D565-2E51-4DA7-1F9F5C083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B395D3-E159-AD2F-3ED7-30567E386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8CC60A-5180-6151-1075-E1BCCC2E8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1013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C5EF-8FF5-80BA-A086-45154F214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A91CA7-1C63-728C-17F5-F0EA29042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039F46-422D-109F-9990-A6E962E9F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89A996-A046-DC3C-2369-08BC5D39B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14511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tags" Target="../tags/tag30.xml"/><Relationship Id="rId3" Type="http://schemas.openxmlformats.org/officeDocument/2006/relationships/tags" Target="../tags/tag7.xml"/><Relationship Id="rId21" Type="http://schemas.openxmlformats.org/officeDocument/2006/relationships/tags" Target="../tags/tag25.xml"/><Relationship Id="rId34" Type="http://schemas.openxmlformats.org/officeDocument/2006/relationships/notesSlide" Target="../notesSlides/notesSlide9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slideLayout" Target="../slideLayouts/slideLayout25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tags" Target="../tags/tag33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32" Type="http://schemas.openxmlformats.org/officeDocument/2006/relationships/tags" Target="../tags/tag36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31" Type="http://schemas.openxmlformats.org/officeDocument/2006/relationships/tags" Target="../tags/tag35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tags" Target="../tags/tag34.xml"/><Relationship Id="rId8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26" Type="http://schemas.openxmlformats.org/officeDocument/2006/relationships/tags" Target="../tags/tag62.xml"/><Relationship Id="rId3" Type="http://schemas.openxmlformats.org/officeDocument/2006/relationships/tags" Target="../tags/tag39.xml"/><Relationship Id="rId21" Type="http://schemas.openxmlformats.org/officeDocument/2006/relationships/tags" Target="../tags/tag57.xml"/><Relationship Id="rId34" Type="http://schemas.openxmlformats.org/officeDocument/2006/relationships/tags" Target="../tags/tag70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5" Type="http://schemas.openxmlformats.org/officeDocument/2006/relationships/tags" Target="../tags/tag61.xml"/><Relationship Id="rId33" Type="http://schemas.openxmlformats.org/officeDocument/2006/relationships/tags" Target="../tags/tag69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29" Type="http://schemas.openxmlformats.org/officeDocument/2006/relationships/tags" Target="../tags/tag65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24" Type="http://schemas.openxmlformats.org/officeDocument/2006/relationships/tags" Target="../tags/tag60.xml"/><Relationship Id="rId32" Type="http://schemas.openxmlformats.org/officeDocument/2006/relationships/tags" Target="../tags/tag68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23" Type="http://schemas.openxmlformats.org/officeDocument/2006/relationships/tags" Target="../tags/tag59.xml"/><Relationship Id="rId28" Type="http://schemas.openxmlformats.org/officeDocument/2006/relationships/tags" Target="../tags/tag64.xml"/><Relationship Id="rId36" Type="http://schemas.openxmlformats.org/officeDocument/2006/relationships/notesSlide" Target="../notesSlides/notesSlide12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31" Type="http://schemas.openxmlformats.org/officeDocument/2006/relationships/tags" Target="../tags/tag67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tags" Target="../tags/tag58.xml"/><Relationship Id="rId27" Type="http://schemas.openxmlformats.org/officeDocument/2006/relationships/tags" Target="../tags/tag63.xml"/><Relationship Id="rId30" Type="http://schemas.openxmlformats.org/officeDocument/2006/relationships/tags" Target="../tags/tag66.xml"/><Relationship Id="rId35" Type="http://schemas.openxmlformats.org/officeDocument/2006/relationships/slideLayout" Target="../slideLayouts/slideLayout25.xml"/><Relationship Id="rId8" Type="http://schemas.openxmlformats.org/officeDocument/2006/relationships/tags" Target="../tags/tag4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7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호텔 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2025.01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418718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2025-01-14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FA7E8-C590-2559-7738-EEDBFED2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9C679C-C0DA-E1B4-69DE-913CDBDB945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호텔관리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3610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호텔관리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468876-2C66-9DAD-11AF-5E288B1D5F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F470E4-E8B9-2714-DF82-2575CA7890D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6C2F0B-DA6B-42F2-D338-A86D6CC7C95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61845FB-BB5F-7D7B-F0B6-5C47A530C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826460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F43AAFB-AA94-E297-AA64-689BF17A18D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4F67CF1-36F1-1232-6FA7-CCC356E860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4F90CBA-F4F5-AFC7-2BFE-87492C449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563226"/>
              </p:ext>
            </p:extLst>
          </p:nvPr>
        </p:nvGraphicFramePr>
        <p:xfrm>
          <a:off x="1448266" y="908719"/>
          <a:ext cx="7816085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701AC1F4-0EDF-2017-5106-11B025B1D985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961B274-DC9A-D03E-98EA-F6A74CDED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035591"/>
              </p:ext>
            </p:extLst>
          </p:nvPr>
        </p:nvGraphicFramePr>
        <p:xfrm>
          <a:off x="1447441" y="1498973"/>
          <a:ext cx="7814439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011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2287214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1194832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2348130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호텔명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477AAAB-D465-4506-EFC2-A9B2C1A4BA0E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6EC6D0-7C72-4E9D-F6E0-05532E716F5B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BE6499A-F5B4-EB3E-4210-0766039B0186}"/>
              </a:ext>
            </a:extLst>
          </p:cNvPr>
          <p:cNvSpPr/>
          <p:nvPr/>
        </p:nvSpPr>
        <p:spPr>
          <a:xfrm>
            <a:off x="8688287" y="1277654"/>
            <a:ext cx="57359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3CBE0AB3-1461-F8A4-BBB3-A0B8E163039F}"/>
              </a:ext>
            </a:extLst>
          </p:cNvPr>
          <p:cNvSpPr/>
          <p:nvPr/>
        </p:nvSpPr>
        <p:spPr>
          <a:xfrm rot="16200000" flipH="1" flipV="1">
            <a:off x="3897267" y="162147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1AEB34CC-F043-9F4A-8B69-819F9D8374DD}"/>
              </a:ext>
            </a:extLst>
          </p:cNvPr>
          <p:cNvGrpSpPr>
            <a:grpSpLocks noChangeAspect="1"/>
          </p:cNvGrpSpPr>
          <p:nvPr/>
        </p:nvGrpSpPr>
        <p:grpSpPr>
          <a:xfrm>
            <a:off x="4798978" y="1758995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6E4B97B-2061-10BF-709C-D801533873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0A855424-1A2D-B2C5-A03C-6E2A31369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797BE9C9-F2F5-932C-33E8-B21ED4D810FC}"/>
              </a:ext>
            </a:extLst>
          </p:cNvPr>
          <p:cNvSpPr txBox="1"/>
          <p:nvPr/>
        </p:nvSpPr>
        <p:spPr>
          <a:xfrm>
            <a:off x="4702956" y="4412928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A237D575-0025-4CF8-1BE6-C78DFA023C33}"/>
              </a:ext>
            </a:extLst>
          </p:cNvPr>
          <p:cNvSpPr/>
          <p:nvPr/>
        </p:nvSpPr>
        <p:spPr>
          <a:xfrm rot="16200000" flipH="1" flipV="1">
            <a:off x="8579738" y="118883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5CFB986-7277-1D80-4402-F217EF1E787F}"/>
              </a:ext>
            </a:extLst>
          </p:cNvPr>
          <p:cNvGrpSpPr/>
          <p:nvPr/>
        </p:nvGrpSpPr>
        <p:grpSpPr>
          <a:xfrm>
            <a:off x="1446413" y="1253659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DB5A897-94D6-4008-E0A5-D698E1EC1BBF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BACF5DC-0E57-D205-6063-C51F79E59632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0C5815D3-DF52-EDF6-BEAA-E9758106B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D101DC8A-8460-454B-AC0D-5B14B67874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E74313-DF0F-7F57-C4E2-3D153CD60A04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B0AA086-EDE5-A428-CD62-1687E3551085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37DA-EFFA-F04C-A3B1-939D21AC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DE7D4D7C-3A79-4E9C-0285-1AEA9A14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3B0BE5E-5E24-1B4F-C556-836A1A7F8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 </a:t>
            </a:r>
            <a:r>
              <a:rPr lang="ko-KR" altLang="en-US" dirty="0"/>
              <a:t>호텔관리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1B86447-7181-7101-4F1A-C9F1F9D7B0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C1CB2FE-5202-2F59-023B-2D7C8DC8A0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CFA4A3-8550-BA57-8183-4F85390027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93C0F2-F9C5-472D-CACE-B1E4555CD861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5E8E75-12FA-19F4-99AE-F4B9C034646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E729444-F358-C7EC-5203-E8BBC91E8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790706"/>
              </p:ext>
            </p:extLst>
          </p:nvPr>
        </p:nvGraphicFramePr>
        <p:xfrm>
          <a:off x="9406740" y="440717"/>
          <a:ext cx="2785260" cy="5178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 확인 필수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 동일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국가번호 선택 </a:t>
                      </a:r>
                      <a:r>
                        <a:rPr lang="ko-KR" altLang="en-US" sz="800" b="1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박스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국가번호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+ 82(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대한민국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+ 1(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미국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66(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태국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81(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86(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중국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다음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API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insert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입력 길이 제한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자리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숫자만 허용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등록 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alert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정상 등록 완료 되면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리스트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66763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4057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997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3439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70892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0B4A5D49-6C31-89EE-574E-B8547B5B670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E6EC9B2C-2DC0-2E15-FCEB-0C348FD8250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EF582B8-A206-6D5F-B1C5-90CCB6F27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44933"/>
              </p:ext>
            </p:extLst>
          </p:nvPr>
        </p:nvGraphicFramePr>
        <p:xfrm>
          <a:off x="1513108" y="1066552"/>
          <a:ext cx="7746199" cy="4572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호텔코드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자동으로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대표자명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본사 대표 전화번호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17242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호텔 본사 주소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51681"/>
                  </a:ext>
                </a:extLst>
              </a:tr>
              <a:tr h="1386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호텔 본사 소개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025849"/>
                  </a:ext>
                </a:extLst>
              </a:tr>
              <a:tr h="2603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사용여부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9977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476D05-F890-90EC-3172-C9AF60B2D0DE}"/>
              </a:ext>
            </a:extLst>
          </p:cNvPr>
          <p:cNvSpPr txBox="1"/>
          <p:nvPr/>
        </p:nvSpPr>
        <p:spPr>
          <a:xfrm>
            <a:off x="1427884" y="819695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D39B9-ACB6-1D9A-E56A-89F38F75C361}"/>
              </a:ext>
            </a:extLst>
          </p:cNvPr>
          <p:cNvSpPr txBox="1"/>
          <p:nvPr/>
        </p:nvSpPr>
        <p:spPr>
          <a:xfrm>
            <a:off x="7801966" y="808615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F6A0CC-708C-123A-9559-6412E54F6190}"/>
              </a:ext>
            </a:extLst>
          </p:cNvPr>
          <p:cNvSpPr/>
          <p:nvPr/>
        </p:nvSpPr>
        <p:spPr>
          <a:xfrm>
            <a:off x="2634572" y="1705111"/>
            <a:ext cx="186824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대표자명 입력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8DFE19-3B20-E2D3-0159-75AE17D70AB9}"/>
              </a:ext>
            </a:extLst>
          </p:cNvPr>
          <p:cNvSpPr/>
          <p:nvPr/>
        </p:nvSpPr>
        <p:spPr>
          <a:xfrm>
            <a:off x="2634571" y="2482200"/>
            <a:ext cx="65311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26819B-407C-79AE-8BAD-616D158FE904}"/>
              </a:ext>
            </a:extLst>
          </p:cNvPr>
          <p:cNvSpPr/>
          <p:nvPr/>
        </p:nvSpPr>
        <p:spPr>
          <a:xfrm>
            <a:off x="3324147" y="249231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8AFFC0-FE0D-9958-E94C-AB9344967B5B}"/>
              </a:ext>
            </a:extLst>
          </p:cNvPr>
          <p:cNvSpPr/>
          <p:nvPr/>
        </p:nvSpPr>
        <p:spPr>
          <a:xfrm>
            <a:off x="2634571" y="2723120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주소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10394D2-CA75-64A5-8929-2C4B76BD1DBE}"/>
              </a:ext>
            </a:extLst>
          </p:cNvPr>
          <p:cNvSpPr/>
          <p:nvPr/>
        </p:nvSpPr>
        <p:spPr>
          <a:xfrm>
            <a:off x="2634571" y="2964039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상세주소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8F9E3D4-060B-76E7-44D9-3062617E5069}"/>
              </a:ext>
            </a:extLst>
          </p:cNvPr>
          <p:cNvSpPr/>
          <p:nvPr/>
        </p:nvSpPr>
        <p:spPr>
          <a:xfrm>
            <a:off x="2634571" y="4199087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본사 소개 문구를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1DC1A605-6261-9C5C-7513-B71FA9E32417}"/>
              </a:ext>
            </a:extLst>
          </p:cNvPr>
          <p:cNvSpPr/>
          <p:nvPr/>
        </p:nvSpPr>
        <p:spPr>
          <a:xfrm>
            <a:off x="9075427" y="4225213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357484-0001-7513-D038-E7A52ED84F3D}"/>
              </a:ext>
            </a:extLst>
          </p:cNvPr>
          <p:cNvSpPr txBox="1"/>
          <p:nvPr/>
        </p:nvSpPr>
        <p:spPr>
          <a:xfrm>
            <a:off x="3842971" y="2483925"/>
            <a:ext cx="6303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다음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API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626BCE8-B73F-E76B-47AC-6E024529EB69}"/>
              </a:ext>
            </a:extLst>
          </p:cNvPr>
          <p:cNvSpPr/>
          <p:nvPr/>
        </p:nvSpPr>
        <p:spPr>
          <a:xfrm>
            <a:off x="4571437" y="1705111"/>
            <a:ext cx="186824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대표자명 입력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1D86523-69AE-78DB-8434-975EF818DE13}"/>
              </a:ext>
            </a:extLst>
          </p:cNvPr>
          <p:cNvGrpSpPr/>
          <p:nvPr/>
        </p:nvGrpSpPr>
        <p:grpSpPr>
          <a:xfrm>
            <a:off x="2634570" y="2005049"/>
            <a:ext cx="2923666" cy="217550"/>
            <a:chOff x="2634570" y="2005049"/>
            <a:chExt cx="2923666" cy="21755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80FA26-1AD3-CDB6-A337-B3A1EA05C729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83C046B-08DD-EFCE-3CCF-8A06537FE727}"/>
                </a:ext>
              </a:extLst>
            </p:cNvPr>
            <p:cNvSpPr/>
            <p:nvPr/>
          </p:nvSpPr>
          <p:spPr>
            <a:xfrm>
              <a:off x="3563880" y="2005049"/>
              <a:ext cx="1994356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0FD8DF7F-7C76-2F2D-FAA6-EBB18DAA299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0CFEB28-D75C-919A-9D65-929D76E71A74}"/>
              </a:ext>
            </a:extLst>
          </p:cNvPr>
          <p:cNvSpPr txBox="1"/>
          <p:nvPr/>
        </p:nvSpPr>
        <p:spPr>
          <a:xfrm>
            <a:off x="2556867" y="227687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07CE09-C79B-29C5-A624-31F057DD2965}"/>
              </a:ext>
            </a:extLst>
          </p:cNvPr>
          <p:cNvSpPr txBox="1"/>
          <p:nvPr/>
        </p:nvSpPr>
        <p:spPr>
          <a:xfrm>
            <a:off x="2556867" y="320158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2FA5518-8842-6FE3-6621-FCC5B1630D0F}"/>
              </a:ext>
            </a:extLst>
          </p:cNvPr>
          <p:cNvSpPr/>
          <p:nvPr/>
        </p:nvSpPr>
        <p:spPr>
          <a:xfrm>
            <a:off x="2634572" y="3444689"/>
            <a:ext cx="83168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POST CODE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3AD39FE-1E04-F4D3-7DEE-5FFFDADADD20}"/>
              </a:ext>
            </a:extLst>
          </p:cNvPr>
          <p:cNvSpPr/>
          <p:nvPr/>
        </p:nvSpPr>
        <p:spPr>
          <a:xfrm>
            <a:off x="2634571" y="3695407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주소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78A4BC-EAA3-255B-9334-CFC31675B813}"/>
              </a:ext>
            </a:extLst>
          </p:cNvPr>
          <p:cNvSpPr txBox="1"/>
          <p:nvPr/>
        </p:nvSpPr>
        <p:spPr>
          <a:xfrm>
            <a:off x="2556867" y="3990050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6A0ED69-D0CC-8533-3A7A-55B462D35680}"/>
              </a:ext>
            </a:extLst>
          </p:cNvPr>
          <p:cNvSpPr/>
          <p:nvPr/>
        </p:nvSpPr>
        <p:spPr>
          <a:xfrm>
            <a:off x="2634571" y="4872638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영문 본사 소개 문구를 입력하세요</a:t>
            </a:r>
            <a:r>
              <a:rPr lang="en-US" altLang="ko-KR" sz="8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.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D434751F-BAA8-A5DD-1606-2E6CA0C5A893}"/>
              </a:ext>
            </a:extLst>
          </p:cNvPr>
          <p:cNvSpPr/>
          <p:nvPr/>
        </p:nvSpPr>
        <p:spPr>
          <a:xfrm>
            <a:off x="9075427" y="4898764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F0A718F-A293-E82B-4244-B27B6F9667AE}"/>
              </a:ext>
            </a:extLst>
          </p:cNvPr>
          <p:cNvSpPr txBox="1"/>
          <p:nvPr/>
        </p:nvSpPr>
        <p:spPr>
          <a:xfrm>
            <a:off x="2556867" y="4663601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2115C3C-9F90-F529-5220-5C0445C407A7}"/>
              </a:ext>
            </a:extLst>
          </p:cNvPr>
          <p:cNvSpPr/>
          <p:nvPr/>
        </p:nvSpPr>
        <p:spPr>
          <a:xfrm>
            <a:off x="488778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DD9B230-D9FF-47A9-1EA2-86F2DD0D106C}"/>
              </a:ext>
            </a:extLst>
          </p:cNvPr>
          <p:cNvSpPr/>
          <p:nvPr/>
        </p:nvSpPr>
        <p:spPr>
          <a:xfrm>
            <a:off x="5558918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98AF57-22D8-DD2B-425E-14D705063D59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220DA0-FDAE-B72A-8CCD-1F4551F703E5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5C7C06-F6E5-6BE6-99D8-AFC9D113019B}"/>
              </a:ext>
            </a:extLst>
          </p:cNvPr>
          <p:cNvSpPr/>
          <p:nvPr/>
        </p:nvSpPr>
        <p:spPr>
          <a:xfrm>
            <a:off x="2634572" y="1410972"/>
            <a:ext cx="159657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호텔명을 입력하세요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28EE22-2534-5738-6581-5BA19FA2FFAB}"/>
              </a:ext>
            </a:extLst>
          </p:cNvPr>
          <p:cNvSpPr/>
          <p:nvPr/>
        </p:nvSpPr>
        <p:spPr>
          <a:xfrm>
            <a:off x="4873016" y="1410972"/>
            <a:ext cx="159657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호텔명을 입력하세요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404CF0-E98A-F9C1-EF16-068F34DC0071}"/>
              </a:ext>
            </a:extLst>
          </p:cNvPr>
          <p:cNvSpPr/>
          <p:nvPr/>
        </p:nvSpPr>
        <p:spPr>
          <a:xfrm>
            <a:off x="4284002" y="141645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BA0387-769C-DBBE-91C4-1605827D954B}"/>
              </a:ext>
            </a:extLst>
          </p:cNvPr>
          <p:cNvSpPr/>
          <p:nvPr/>
        </p:nvSpPr>
        <p:spPr>
          <a:xfrm>
            <a:off x="6525545" y="141645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A7A1DDEC-3588-25A3-4DAF-30ED7BB3FFBF}"/>
              </a:ext>
            </a:extLst>
          </p:cNvPr>
          <p:cNvSpPr/>
          <p:nvPr/>
        </p:nvSpPr>
        <p:spPr>
          <a:xfrm rot="16200000" flipH="1" flipV="1">
            <a:off x="4176823" y="129895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ardrop 1">
            <a:extLst>
              <a:ext uri="{FF2B5EF4-FFF2-40B4-BE49-F238E27FC236}">
                <a16:creationId xmlns:a16="http://schemas.microsoft.com/office/drawing/2014/main" id="{A3E6544F-8866-4584-3F43-986DAD2DE82F}"/>
              </a:ext>
            </a:extLst>
          </p:cNvPr>
          <p:cNvSpPr/>
          <p:nvPr/>
        </p:nvSpPr>
        <p:spPr>
          <a:xfrm rot="16200000" flipH="1" flipV="1">
            <a:off x="6432678" y="129895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466B2EEF-02CD-E60D-8302-7BB8364D6959}"/>
              </a:ext>
            </a:extLst>
          </p:cNvPr>
          <p:cNvSpPr/>
          <p:nvPr/>
        </p:nvSpPr>
        <p:spPr>
          <a:xfrm rot="16200000" flipH="1" flipV="1">
            <a:off x="2538942" y="191190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ardrop 1">
            <a:extLst>
              <a:ext uri="{FF2B5EF4-FFF2-40B4-BE49-F238E27FC236}">
                <a16:creationId xmlns:a16="http://schemas.microsoft.com/office/drawing/2014/main" id="{15EE5D10-04C8-BE05-F49D-932327D581B8}"/>
              </a:ext>
            </a:extLst>
          </p:cNvPr>
          <p:cNvSpPr/>
          <p:nvPr/>
        </p:nvSpPr>
        <p:spPr>
          <a:xfrm rot="16200000" flipH="1" flipV="1">
            <a:off x="3244947" y="239952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ardrop 1">
            <a:extLst>
              <a:ext uri="{FF2B5EF4-FFF2-40B4-BE49-F238E27FC236}">
                <a16:creationId xmlns:a16="http://schemas.microsoft.com/office/drawing/2014/main" id="{C9AA8DBD-B5AA-A582-B474-5786D427646B}"/>
              </a:ext>
            </a:extLst>
          </p:cNvPr>
          <p:cNvSpPr/>
          <p:nvPr/>
        </p:nvSpPr>
        <p:spPr>
          <a:xfrm rot="16200000" flipH="1" flipV="1">
            <a:off x="2511417" y="336918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335403-2C1E-72BD-8BDB-BB34A1DF1A54}"/>
              </a:ext>
            </a:extLst>
          </p:cNvPr>
          <p:cNvSpPr txBox="1"/>
          <p:nvPr/>
        </p:nvSpPr>
        <p:spPr>
          <a:xfrm>
            <a:off x="4511888" y="4326746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FF6BA7-132F-4C2B-4730-890E3AAA7A0B}"/>
              </a:ext>
            </a:extLst>
          </p:cNvPr>
          <p:cNvSpPr txBox="1"/>
          <p:nvPr/>
        </p:nvSpPr>
        <p:spPr>
          <a:xfrm>
            <a:off x="4511888" y="4989937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5DBE52-ECED-C15A-C05B-A1CE5164E1E9}"/>
              </a:ext>
            </a:extLst>
          </p:cNvPr>
          <p:cNvSpPr txBox="1"/>
          <p:nvPr/>
        </p:nvSpPr>
        <p:spPr>
          <a:xfrm>
            <a:off x="3220675" y="5416992"/>
            <a:ext cx="7120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디폴트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"Y"</a:t>
            </a:r>
          </a:p>
        </p:txBody>
      </p:sp>
      <p:sp>
        <p:nvSpPr>
          <p:cNvPr id="44" name="Teardrop 1">
            <a:extLst>
              <a:ext uri="{FF2B5EF4-FFF2-40B4-BE49-F238E27FC236}">
                <a16:creationId xmlns:a16="http://schemas.microsoft.com/office/drawing/2014/main" id="{A744BCDF-8D93-E028-6352-839B7D3FA566}"/>
              </a:ext>
            </a:extLst>
          </p:cNvPr>
          <p:cNvSpPr/>
          <p:nvPr/>
        </p:nvSpPr>
        <p:spPr>
          <a:xfrm rot="16200000" flipH="1" flipV="1">
            <a:off x="5503270" y="632093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85262F17-0F0F-AD83-0A7E-5393585E360B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537598" y="5761579"/>
            <a:ext cx="2200838" cy="954169"/>
            <a:chOff x="595686" y="1261242"/>
            <a:chExt cx="3222246" cy="1507358"/>
          </a:xfrm>
        </p:grpSpPr>
        <p:sp>
          <p:nvSpPr>
            <p:cNvPr id="47" name="Window Body">
              <a:extLst>
                <a:ext uri="{FF2B5EF4-FFF2-40B4-BE49-F238E27FC236}">
                  <a16:creationId xmlns:a16="http://schemas.microsoft.com/office/drawing/2014/main" id="{EFC97CEF-0A5B-A933-716B-A9AE29DA3EB7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">
              <a:extLst>
                <a:ext uri="{FF2B5EF4-FFF2-40B4-BE49-F238E27FC236}">
                  <a16:creationId xmlns:a16="http://schemas.microsoft.com/office/drawing/2014/main" id="{BBC5C74E-BC37-E26D-C38A-0B016E007D4E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등록 하시겠습니까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itle Bar">
              <a:extLst>
                <a:ext uri="{FF2B5EF4-FFF2-40B4-BE49-F238E27FC236}">
                  <a16:creationId xmlns:a16="http://schemas.microsoft.com/office/drawing/2014/main" id="{572C81A0-3B43-0E6C-269A-13BA9C2E2711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4" name="Close Button">
              <a:extLst>
                <a:ext uri="{FF2B5EF4-FFF2-40B4-BE49-F238E27FC236}">
                  <a16:creationId xmlns:a16="http://schemas.microsoft.com/office/drawing/2014/main" id="{2549483B-7CF8-7079-589D-A1539D7E9E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6" name="Icons">
              <a:extLst>
                <a:ext uri="{FF2B5EF4-FFF2-40B4-BE49-F238E27FC236}">
                  <a16:creationId xmlns:a16="http://schemas.microsoft.com/office/drawing/2014/main" id="{5811A9E3-430F-5E08-BB6F-EED292C9C4EC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62" name="Info Icon" hidden="1">
                <a:extLst>
                  <a:ext uri="{FF2B5EF4-FFF2-40B4-BE49-F238E27FC236}">
                    <a16:creationId xmlns:a16="http://schemas.microsoft.com/office/drawing/2014/main" id="{B87FF68F-F49A-0DF1-8B25-47FA3C9493C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Warning Icon" hidden="1">
                <a:extLst>
                  <a:ext uri="{FF2B5EF4-FFF2-40B4-BE49-F238E27FC236}">
                    <a16:creationId xmlns:a16="http://schemas.microsoft.com/office/drawing/2014/main" id="{3098C4C0-91C1-57F4-082B-0C1F3CE6FF4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Error Icon" hidden="1">
                <a:extLst>
                  <a:ext uri="{FF2B5EF4-FFF2-40B4-BE49-F238E27FC236}">
                    <a16:creationId xmlns:a16="http://schemas.microsoft.com/office/drawing/2014/main" id="{27C533EB-1F9A-4615-E059-861AA12276A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6" name="Question Icon">
                <a:extLst>
                  <a:ext uri="{FF2B5EF4-FFF2-40B4-BE49-F238E27FC236}">
                    <a16:creationId xmlns:a16="http://schemas.microsoft.com/office/drawing/2014/main" id="{A0FFDC7F-95DB-7EE5-61BE-7C1B3ED2516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7" name="Buttons">
              <a:extLst>
                <a:ext uri="{FF2B5EF4-FFF2-40B4-BE49-F238E27FC236}">
                  <a16:creationId xmlns:a16="http://schemas.microsoft.com/office/drawing/2014/main" id="{51719256-8970-E1CE-8633-17CC75257B62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58" name="Button 1">
                <a:extLst>
                  <a:ext uri="{FF2B5EF4-FFF2-40B4-BE49-F238E27FC236}">
                    <a16:creationId xmlns:a16="http://schemas.microsoft.com/office/drawing/2014/main" id="{46E89385-7173-B02C-9A97-E0247382E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9" name="Button 2">
                <a:extLst>
                  <a:ext uri="{FF2B5EF4-FFF2-40B4-BE49-F238E27FC236}">
                    <a16:creationId xmlns:a16="http://schemas.microsoft.com/office/drawing/2014/main" id="{B3CF5CAB-6710-3718-5F9A-0E6204029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6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6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Button 3" hidden="1">
                <a:extLst>
                  <a:ext uri="{FF2B5EF4-FFF2-40B4-BE49-F238E27FC236}">
                    <a16:creationId xmlns:a16="http://schemas.microsoft.com/office/drawing/2014/main" id="{A7E51D3D-AA90-4CA0-84FB-B52EF7E1F1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6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3B8271F1-137B-2617-264C-A2DC9208C608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046284" y="5761579"/>
            <a:ext cx="2200838" cy="954169"/>
            <a:chOff x="595686" y="1261242"/>
            <a:chExt cx="3222246" cy="1507358"/>
          </a:xfrm>
        </p:grpSpPr>
        <p:sp>
          <p:nvSpPr>
            <p:cNvPr id="68" name="Window Body">
              <a:extLst>
                <a:ext uri="{FF2B5EF4-FFF2-40B4-BE49-F238E27FC236}">
                  <a16:creationId xmlns:a16="http://schemas.microsoft.com/office/drawing/2014/main" id="{7B61F98A-D0C1-7D6C-6D58-79CC38F15B65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ext">
              <a:extLst>
                <a:ext uri="{FF2B5EF4-FFF2-40B4-BE49-F238E27FC236}">
                  <a16:creationId xmlns:a16="http://schemas.microsoft.com/office/drawing/2014/main" id="{6EDE08AB-9F8B-8891-7859-FAB637327815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등록이 완료 되었습니다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Title Bar">
              <a:extLst>
                <a:ext uri="{FF2B5EF4-FFF2-40B4-BE49-F238E27FC236}">
                  <a16:creationId xmlns:a16="http://schemas.microsoft.com/office/drawing/2014/main" id="{AC0419A9-6F6F-FDD1-7367-0D9F566B6C85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71" name="Close Button">
              <a:extLst>
                <a:ext uri="{FF2B5EF4-FFF2-40B4-BE49-F238E27FC236}">
                  <a16:creationId xmlns:a16="http://schemas.microsoft.com/office/drawing/2014/main" id="{42DFD509-9177-2322-BBD8-4845596AB1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2" name="Icons">
              <a:extLst>
                <a:ext uri="{FF2B5EF4-FFF2-40B4-BE49-F238E27FC236}">
                  <a16:creationId xmlns:a16="http://schemas.microsoft.com/office/drawing/2014/main" id="{A7FC3092-8267-DF2D-5373-B3EFD9F0C5F7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83" name="Info Icon" hidden="1">
                <a:extLst>
                  <a:ext uri="{FF2B5EF4-FFF2-40B4-BE49-F238E27FC236}">
                    <a16:creationId xmlns:a16="http://schemas.microsoft.com/office/drawing/2014/main" id="{9400C3C6-AE40-50F5-DDBA-908EBB48204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4" name="Warning Icon" hidden="1">
                <a:extLst>
                  <a:ext uri="{FF2B5EF4-FFF2-40B4-BE49-F238E27FC236}">
                    <a16:creationId xmlns:a16="http://schemas.microsoft.com/office/drawing/2014/main" id="{07426C93-BE4E-7921-42D8-59C0A5F5A73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Error Icon" hidden="1">
                <a:extLst>
                  <a:ext uri="{FF2B5EF4-FFF2-40B4-BE49-F238E27FC236}">
                    <a16:creationId xmlns:a16="http://schemas.microsoft.com/office/drawing/2014/main" id="{38C02B6F-BDE2-1D2D-8AA0-DFCE76F637D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6" name="Question Icon">
                <a:extLst>
                  <a:ext uri="{FF2B5EF4-FFF2-40B4-BE49-F238E27FC236}">
                    <a16:creationId xmlns:a16="http://schemas.microsoft.com/office/drawing/2014/main" id="{D1DFDD53-FC55-116C-E3F8-A0022C146B7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3" name="Buttons">
              <a:extLst>
                <a:ext uri="{FF2B5EF4-FFF2-40B4-BE49-F238E27FC236}">
                  <a16:creationId xmlns:a16="http://schemas.microsoft.com/office/drawing/2014/main" id="{CB3EDB98-06CB-4C71-40F1-A1EC734F5ABB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77" name="Button 1">
                <a:extLst>
                  <a:ext uri="{FF2B5EF4-FFF2-40B4-BE49-F238E27FC236}">
                    <a16:creationId xmlns:a16="http://schemas.microsoft.com/office/drawing/2014/main" id="{BF536F09-527E-5728-972D-AAE557551A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Button 2" hidden="1">
                <a:extLst>
                  <a:ext uri="{FF2B5EF4-FFF2-40B4-BE49-F238E27FC236}">
                    <a16:creationId xmlns:a16="http://schemas.microsoft.com/office/drawing/2014/main" id="{A443A59E-7173-EC20-301B-7C8772621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2" name="Button 3" hidden="1">
                <a:extLst>
                  <a:ext uri="{FF2B5EF4-FFF2-40B4-BE49-F238E27FC236}">
                    <a16:creationId xmlns:a16="http://schemas.microsoft.com/office/drawing/2014/main" id="{1792A500-495C-68D5-8C1C-064AF16C7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88" name="꺾인 연결선[E] 87">
            <a:extLst>
              <a:ext uri="{FF2B5EF4-FFF2-40B4-BE49-F238E27FC236}">
                <a16:creationId xmlns:a16="http://schemas.microsoft.com/office/drawing/2014/main" id="{1327051F-EBC0-102C-D0A1-87F06D9F1FAC}"/>
              </a:ext>
            </a:extLst>
          </p:cNvPr>
          <p:cNvCxnSpPr>
            <a:stCxn id="80" idx="3"/>
            <a:endCxn id="47" idx="1"/>
          </p:cNvCxnSpPr>
          <p:nvPr/>
        </p:nvCxnSpPr>
        <p:spPr>
          <a:xfrm flipV="1">
            <a:off x="6096000" y="6313911"/>
            <a:ext cx="441598" cy="2143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E23646D3-58AA-24EB-9F62-C3FB42DC8537}"/>
              </a:ext>
            </a:extLst>
          </p:cNvPr>
          <p:cNvCxnSpPr>
            <a:stCxn id="58" idx="3"/>
            <a:endCxn id="68" idx="1"/>
          </p:cNvCxnSpPr>
          <p:nvPr/>
        </p:nvCxnSpPr>
        <p:spPr>
          <a:xfrm flipV="1">
            <a:off x="8610121" y="6313911"/>
            <a:ext cx="436163" cy="236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55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93A6-B2E7-8E3C-8F2C-517A444F2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0B2D5E4-1FD7-4AD1-D464-0C11E0DF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AAD372F-398A-212E-140F-6BD4C9419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 </a:t>
            </a:r>
            <a:r>
              <a:rPr lang="ko-KR" altLang="en-US" dirty="0"/>
              <a:t>호텔관리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995815C-48E2-2815-01BA-04234CA1A9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33E269-9C39-5651-2599-FAFC4A24CC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4FB57D-3459-BAE2-15D9-1782A2AB60DF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DAFE76-CDB4-7DD9-F58E-76CDF255ECB8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060675-6634-2779-255D-F6793F2C22C1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B6EDBCA-B64B-046C-EAE6-549678DF4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549908"/>
              </p:ext>
            </p:extLst>
          </p:nvPr>
        </p:nvGraphicFramePr>
        <p:xfrm>
          <a:off x="9406740" y="440717"/>
          <a:ext cx="2785260" cy="4243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66763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4057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997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3439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70892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1D7A1A1-50ED-2229-314C-0900116DA4DE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8A045ED2-6F05-8BE7-1130-9A6CCBCFF69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697EC8E-D019-9077-907C-987520840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242119"/>
              </p:ext>
            </p:extLst>
          </p:nvPr>
        </p:nvGraphicFramePr>
        <p:xfrm>
          <a:off x="1513108" y="1066552"/>
          <a:ext cx="7746199" cy="4572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호텔코드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ASDO02019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대표자명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대표 전화번호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17242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호텔 본사 주소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51681"/>
                  </a:ext>
                </a:extLst>
              </a:tr>
              <a:tr h="13860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호텔 본사 소개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025849"/>
                  </a:ext>
                </a:extLst>
              </a:tr>
              <a:tr h="2603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사용여부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9977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B00CC0C-DC3D-8B57-9907-1CB582A29CF1}"/>
              </a:ext>
            </a:extLst>
          </p:cNvPr>
          <p:cNvSpPr txBox="1"/>
          <p:nvPr/>
        </p:nvSpPr>
        <p:spPr>
          <a:xfrm>
            <a:off x="1427884" y="819695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276C6-6CBF-D281-EAFF-47A273BE7E69}"/>
              </a:ext>
            </a:extLst>
          </p:cNvPr>
          <p:cNvSpPr txBox="1"/>
          <p:nvPr/>
        </p:nvSpPr>
        <p:spPr>
          <a:xfrm>
            <a:off x="7801966" y="808615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337E34-2115-C2F8-9159-F08CD5A55D30}"/>
              </a:ext>
            </a:extLst>
          </p:cNvPr>
          <p:cNvSpPr/>
          <p:nvPr/>
        </p:nvSpPr>
        <p:spPr>
          <a:xfrm>
            <a:off x="2634572" y="1705111"/>
            <a:ext cx="186824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이부진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B012856-5038-D06D-9B2C-4937EF521122}"/>
              </a:ext>
            </a:extLst>
          </p:cNvPr>
          <p:cNvSpPr/>
          <p:nvPr/>
        </p:nvSpPr>
        <p:spPr>
          <a:xfrm>
            <a:off x="2634571" y="2482200"/>
            <a:ext cx="65311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0" i="0" dirty="0">
                <a:solidFill>
                  <a:schemeClr val="tx1"/>
                </a:solidFill>
                <a:effectLst/>
                <a:latin typeface="+mn-ea"/>
              </a:rPr>
              <a:t>04605</a:t>
            </a:r>
            <a:endParaRPr kumimoji="1"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C751CD-ACBE-22D7-5DA4-EE43E195E431}"/>
              </a:ext>
            </a:extLst>
          </p:cNvPr>
          <p:cNvSpPr/>
          <p:nvPr/>
        </p:nvSpPr>
        <p:spPr>
          <a:xfrm>
            <a:off x="3324147" y="249231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F7A0B31-4699-F028-AC5E-E3A9F4DCBA36}"/>
              </a:ext>
            </a:extLst>
          </p:cNvPr>
          <p:cNvSpPr/>
          <p:nvPr/>
        </p:nvSpPr>
        <p:spPr>
          <a:xfrm>
            <a:off x="2634571" y="2723120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서울특별시 중구 동호로 </a:t>
            </a:r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249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521E47-30AD-B72A-379B-2B9855F2ABF0}"/>
              </a:ext>
            </a:extLst>
          </p:cNvPr>
          <p:cNvSpPr/>
          <p:nvPr/>
        </p:nvSpPr>
        <p:spPr>
          <a:xfrm>
            <a:off x="2634571" y="2964039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신라호텔 서울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A6AF7E6-5756-DA14-D4F7-423F5E66A399}"/>
              </a:ext>
            </a:extLst>
          </p:cNvPr>
          <p:cNvSpPr/>
          <p:nvPr/>
        </p:nvSpPr>
        <p:spPr>
          <a:xfrm>
            <a:off x="2634571" y="4199087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관리자가 입력한 문구가 출력되는 영역입니다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827266CA-84F2-2324-0975-4C2519E3CDE8}"/>
              </a:ext>
            </a:extLst>
          </p:cNvPr>
          <p:cNvSpPr/>
          <p:nvPr/>
        </p:nvSpPr>
        <p:spPr>
          <a:xfrm>
            <a:off x="9075427" y="4225213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4C89774-11EC-8038-6422-D327329C9A62}"/>
              </a:ext>
            </a:extLst>
          </p:cNvPr>
          <p:cNvSpPr/>
          <p:nvPr/>
        </p:nvSpPr>
        <p:spPr>
          <a:xfrm>
            <a:off x="4571437" y="1705111"/>
            <a:ext cx="186824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LEE BU JIN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4D74744-A4C7-3AA9-AA87-BA339B9C7321}"/>
              </a:ext>
            </a:extLst>
          </p:cNvPr>
          <p:cNvGrpSpPr/>
          <p:nvPr/>
        </p:nvGrpSpPr>
        <p:grpSpPr>
          <a:xfrm>
            <a:off x="2634570" y="2005049"/>
            <a:ext cx="2923666" cy="217550"/>
            <a:chOff x="2634570" y="2005049"/>
            <a:chExt cx="2923666" cy="21755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06ABD38-BC1C-27EB-57F4-15059980ED1E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F388725-9BB5-3D85-C3A9-92A361BABF04}"/>
                </a:ext>
              </a:extLst>
            </p:cNvPr>
            <p:cNvSpPr/>
            <p:nvPr/>
          </p:nvSpPr>
          <p:spPr>
            <a:xfrm>
              <a:off x="3574092" y="2005049"/>
              <a:ext cx="1984144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423FF771-0875-88AF-C320-738F3B69CC3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6900E7A-7A68-4145-0D2D-9E82EF862FF1}"/>
              </a:ext>
            </a:extLst>
          </p:cNvPr>
          <p:cNvSpPr txBox="1"/>
          <p:nvPr/>
        </p:nvSpPr>
        <p:spPr>
          <a:xfrm>
            <a:off x="2556867" y="227687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C229FD-B982-593A-AC03-04D36B93B01F}"/>
              </a:ext>
            </a:extLst>
          </p:cNvPr>
          <p:cNvSpPr txBox="1"/>
          <p:nvPr/>
        </p:nvSpPr>
        <p:spPr>
          <a:xfrm>
            <a:off x="2556867" y="320158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3A9FBB8-6541-980B-9264-6F3AE725879A}"/>
              </a:ext>
            </a:extLst>
          </p:cNvPr>
          <p:cNvSpPr/>
          <p:nvPr/>
        </p:nvSpPr>
        <p:spPr>
          <a:xfrm>
            <a:off x="2634572" y="3444689"/>
            <a:ext cx="83168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0" i="0" dirty="0">
                <a:solidFill>
                  <a:schemeClr val="tx1"/>
                </a:solidFill>
                <a:effectLst/>
                <a:latin typeface="+mn-ea"/>
              </a:rPr>
              <a:t>04605</a:t>
            </a:r>
            <a:endParaRPr kumimoji="1"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498532E-3F8F-0D8D-2454-AB2EFB2D84B0}"/>
              </a:ext>
            </a:extLst>
          </p:cNvPr>
          <p:cNvSpPr/>
          <p:nvPr/>
        </p:nvSpPr>
        <p:spPr>
          <a:xfrm>
            <a:off x="2634571" y="3695407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249, </a:t>
            </a:r>
            <a:r>
              <a:rPr kumimoji="1" lang="en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Dongho-ro</a:t>
            </a:r>
            <a:r>
              <a:rPr kumimoji="1" lang="en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Jung-</a:t>
            </a:r>
            <a:r>
              <a:rPr kumimoji="1" lang="en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gu</a:t>
            </a:r>
            <a:r>
              <a:rPr kumimoji="1" lang="en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Seoul, Republic of Korea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E9AD2C-BDA0-BF73-0641-AAFCD1A3F314}"/>
              </a:ext>
            </a:extLst>
          </p:cNvPr>
          <p:cNvSpPr txBox="1"/>
          <p:nvPr/>
        </p:nvSpPr>
        <p:spPr>
          <a:xfrm>
            <a:off x="2556867" y="3990050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03F1BEE-0B25-1457-2205-264F92C9FFB5}"/>
              </a:ext>
            </a:extLst>
          </p:cNvPr>
          <p:cNvSpPr/>
          <p:nvPr/>
        </p:nvSpPr>
        <p:spPr>
          <a:xfrm>
            <a:off x="2634571" y="4872638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800" b="0" i="0" dirty="0">
                <a:solidFill>
                  <a:srgbClr val="000000"/>
                </a:solidFill>
                <a:effectLst/>
                <a:latin typeface="+mn-ea"/>
              </a:rPr>
              <a:t>The area where the phrase entered by the administrator is output.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2D02BA94-27F8-F61A-2AD9-CCEEEAFF9C7B}"/>
              </a:ext>
            </a:extLst>
          </p:cNvPr>
          <p:cNvSpPr/>
          <p:nvPr/>
        </p:nvSpPr>
        <p:spPr>
          <a:xfrm>
            <a:off x="9075427" y="4898764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02F4B1-A509-B8EB-97CD-A2395C154FF5}"/>
              </a:ext>
            </a:extLst>
          </p:cNvPr>
          <p:cNvSpPr txBox="1"/>
          <p:nvPr/>
        </p:nvSpPr>
        <p:spPr>
          <a:xfrm>
            <a:off x="2556867" y="4663601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1D46936-ECF2-1053-8252-AF31817CC824}"/>
              </a:ext>
            </a:extLst>
          </p:cNvPr>
          <p:cNvSpPr/>
          <p:nvPr/>
        </p:nvSpPr>
        <p:spPr>
          <a:xfrm>
            <a:off x="470768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DD31CDE-E6A0-AD2C-2CCA-D7D371CE961F}"/>
              </a:ext>
            </a:extLst>
          </p:cNvPr>
          <p:cNvSpPr/>
          <p:nvPr/>
        </p:nvSpPr>
        <p:spPr>
          <a:xfrm>
            <a:off x="5378818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FC21CC-C9D9-20E2-51AD-C0291900AB5E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00007A-D5E9-75C6-816E-A5B96AAB8A8E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93FBC6C-04AD-B419-99B4-0DE473731D4C}"/>
              </a:ext>
            </a:extLst>
          </p:cNvPr>
          <p:cNvSpPr/>
          <p:nvPr/>
        </p:nvSpPr>
        <p:spPr>
          <a:xfrm>
            <a:off x="6049956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82CBDB-C737-DB1A-96FE-D1E9B8B90E29}"/>
              </a:ext>
            </a:extLst>
          </p:cNvPr>
          <p:cNvSpPr/>
          <p:nvPr/>
        </p:nvSpPr>
        <p:spPr>
          <a:xfrm>
            <a:off x="2634572" y="1410972"/>
            <a:ext cx="159657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신라호텔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01D536-1761-D26B-B825-FB9551E9A4D1}"/>
              </a:ext>
            </a:extLst>
          </p:cNvPr>
          <p:cNvSpPr/>
          <p:nvPr/>
        </p:nvSpPr>
        <p:spPr>
          <a:xfrm>
            <a:off x="4873016" y="1410972"/>
            <a:ext cx="159657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HOTEL Shilla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1F023B-0EE2-AD64-C98E-BFDFA8A483ED}"/>
              </a:ext>
            </a:extLst>
          </p:cNvPr>
          <p:cNvSpPr/>
          <p:nvPr/>
        </p:nvSpPr>
        <p:spPr>
          <a:xfrm>
            <a:off x="4284002" y="141645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4C16229-1AE4-03CA-042F-74482B634079}"/>
              </a:ext>
            </a:extLst>
          </p:cNvPr>
          <p:cNvSpPr/>
          <p:nvPr/>
        </p:nvSpPr>
        <p:spPr>
          <a:xfrm>
            <a:off x="6525545" y="141645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36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EFA96973-C130-4229-AE1D-8A3711F4F6F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078805" y="5715191"/>
            <a:ext cx="2200838" cy="954169"/>
            <a:chOff x="595686" y="1261242"/>
            <a:chExt cx="3222246" cy="1507358"/>
          </a:xfrm>
        </p:grpSpPr>
        <p:sp>
          <p:nvSpPr>
            <p:cNvPr id="37" name="Window Body">
              <a:extLst>
                <a:ext uri="{FF2B5EF4-FFF2-40B4-BE49-F238E27FC236}">
                  <a16:creationId xmlns:a16="http://schemas.microsoft.com/office/drawing/2014/main" id="{2F6880E7-A3C0-7B78-BE8A-E927E160C881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4" name="Text">
              <a:extLst>
                <a:ext uri="{FF2B5EF4-FFF2-40B4-BE49-F238E27FC236}">
                  <a16:creationId xmlns:a16="http://schemas.microsoft.com/office/drawing/2014/main" id="{782BEEA6-A831-D680-E470-B001FD5CB534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삭제 하시겠습니까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Title Bar">
              <a:extLst>
                <a:ext uri="{FF2B5EF4-FFF2-40B4-BE49-F238E27FC236}">
                  <a16:creationId xmlns:a16="http://schemas.microsoft.com/office/drawing/2014/main" id="{6B1361EB-9C9C-EF2F-3BA2-3AC18E59D683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1" name="Close Button">
              <a:extLst>
                <a:ext uri="{FF2B5EF4-FFF2-40B4-BE49-F238E27FC236}">
                  <a16:creationId xmlns:a16="http://schemas.microsoft.com/office/drawing/2014/main" id="{85CEDEBB-4C12-9FC3-9157-AF05DB55E7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6" name="Icons">
              <a:extLst>
                <a:ext uri="{FF2B5EF4-FFF2-40B4-BE49-F238E27FC236}">
                  <a16:creationId xmlns:a16="http://schemas.microsoft.com/office/drawing/2014/main" id="{F0C633B9-2296-8A7D-992C-40D5A6FC4D6B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62" name="Info Icon" hidden="1">
                <a:extLst>
                  <a:ext uri="{FF2B5EF4-FFF2-40B4-BE49-F238E27FC236}">
                    <a16:creationId xmlns:a16="http://schemas.microsoft.com/office/drawing/2014/main" id="{6696FB21-E678-4443-7888-EBEBEDC6D4A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Warning Icon" hidden="1">
                <a:extLst>
                  <a:ext uri="{FF2B5EF4-FFF2-40B4-BE49-F238E27FC236}">
                    <a16:creationId xmlns:a16="http://schemas.microsoft.com/office/drawing/2014/main" id="{A1B5ED82-F908-1E44-9D29-324F2813B2C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Error Icon" hidden="1">
                <a:extLst>
                  <a:ext uri="{FF2B5EF4-FFF2-40B4-BE49-F238E27FC236}">
                    <a16:creationId xmlns:a16="http://schemas.microsoft.com/office/drawing/2014/main" id="{24A118DE-DCDD-3AAE-76DE-90614CA2352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6" name="Question Icon">
                <a:extLst>
                  <a:ext uri="{FF2B5EF4-FFF2-40B4-BE49-F238E27FC236}">
                    <a16:creationId xmlns:a16="http://schemas.microsoft.com/office/drawing/2014/main" id="{D72618CD-5767-A01E-B341-3C4CACB021E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7" name="Buttons">
              <a:extLst>
                <a:ext uri="{FF2B5EF4-FFF2-40B4-BE49-F238E27FC236}">
                  <a16:creationId xmlns:a16="http://schemas.microsoft.com/office/drawing/2014/main" id="{B37ED665-2C72-345A-3B53-BB73F3733541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58" name="Button 1">
                <a:extLst>
                  <a:ext uri="{FF2B5EF4-FFF2-40B4-BE49-F238E27FC236}">
                    <a16:creationId xmlns:a16="http://schemas.microsoft.com/office/drawing/2014/main" id="{11D4B504-E8EE-07F6-E874-5B43883FA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9" name="Button 2">
                <a:extLst>
                  <a:ext uri="{FF2B5EF4-FFF2-40B4-BE49-F238E27FC236}">
                    <a16:creationId xmlns:a16="http://schemas.microsoft.com/office/drawing/2014/main" id="{478496FE-E69F-51C0-0E39-8676FCC40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6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6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Button 3" hidden="1">
                <a:extLst>
                  <a:ext uri="{FF2B5EF4-FFF2-40B4-BE49-F238E27FC236}">
                    <a16:creationId xmlns:a16="http://schemas.microsoft.com/office/drawing/2014/main" id="{87EC0764-CF95-EC18-4AFD-ED9FE3C850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6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F6DB461C-2B53-5509-48DE-49DB8F5D151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587491" y="5715191"/>
            <a:ext cx="2200838" cy="954169"/>
            <a:chOff x="595686" y="1261242"/>
            <a:chExt cx="3222246" cy="1507358"/>
          </a:xfrm>
        </p:grpSpPr>
        <p:sp>
          <p:nvSpPr>
            <p:cNvPr id="68" name="Window Body">
              <a:extLst>
                <a:ext uri="{FF2B5EF4-FFF2-40B4-BE49-F238E27FC236}">
                  <a16:creationId xmlns:a16="http://schemas.microsoft.com/office/drawing/2014/main" id="{75FF5296-9253-14E3-AF62-64ED4DCC2786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ext">
              <a:extLst>
                <a:ext uri="{FF2B5EF4-FFF2-40B4-BE49-F238E27FC236}">
                  <a16:creationId xmlns:a16="http://schemas.microsoft.com/office/drawing/2014/main" id="{91EE5F49-B625-BC1F-CC06-DD28D970AC4F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삭제가 완료 되었습니다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Title Bar">
              <a:extLst>
                <a:ext uri="{FF2B5EF4-FFF2-40B4-BE49-F238E27FC236}">
                  <a16:creationId xmlns:a16="http://schemas.microsoft.com/office/drawing/2014/main" id="{FBCBDB60-E19D-817F-9D94-1DFFB1180D67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71" name="Close Button">
              <a:extLst>
                <a:ext uri="{FF2B5EF4-FFF2-40B4-BE49-F238E27FC236}">
                  <a16:creationId xmlns:a16="http://schemas.microsoft.com/office/drawing/2014/main" id="{38908DD3-AC76-085E-16E8-21E247C053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2" name="Icons">
              <a:extLst>
                <a:ext uri="{FF2B5EF4-FFF2-40B4-BE49-F238E27FC236}">
                  <a16:creationId xmlns:a16="http://schemas.microsoft.com/office/drawing/2014/main" id="{83080753-3318-D8B7-408B-F59DF9C41DB3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83" name="Info Icon" hidden="1">
                <a:extLst>
                  <a:ext uri="{FF2B5EF4-FFF2-40B4-BE49-F238E27FC236}">
                    <a16:creationId xmlns:a16="http://schemas.microsoft.com/office/drawing/2014/main" id="{2201FF6E-6C14-7651-E0BC-A753211D990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4" name="Warning Icon" hidden="1">
                <a:extLst>
                  <a:ext uri="{FF2B5EF4-FFF2-40B4-BE49-F238E27FC236}">
                    <a16:creationId xmlns:a16="http://schemas.microsoft.com/office/drawing/2014/main" id="{CADCE2E4-CECF-FB93-122A-538DE397C51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Error Icon" hidden="1">
                <a:extLst>
                  <a:ext uri="{FF2B5EF4-FFF2-40B4-BE49-F238E27FC236}">
                    <a16:creationId xmlns:a16="http://schemas.microsoft.com/office/drawing/2014/main" id="{BDC5E973-E17E-8DB3-04CE-E17C6A26BA7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6" name="Question Icon">
                <a:extLst>
                  <a:ext uri="{FF2B5EF4-FFF2-40B4-BE49-F238E27FC236}">
                    <a16:creationId xmlns:a16="http://schemas.microsoft.com/office/drawing/2014/main" id="{4D9D64CF-8AD6-7477-14A7-907B1E3BBAD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3" name="Buttons">
              <a:extLst>
                <a:ext uri="{FF2B5EF4-FFF2-40B4-BE49-F238E27FC236}">
                  <a16:creationId xmlns:a16="http://schemas.microsoft.com/office/drawing/2014/main" id="{338C38FF-D468-6665-E0CF-AB46B27C6E81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77" name="Button 1">
                <a:extLst>
                  <a:ext uri="{FF2B5EF4-FFF2-40B4-BE49-F238E27FC236}">
                    <a16:creationId xmlns:a16="http://schemas.microsoft.com/office/drawing/2014/main" id="{D6E9A3C5-2AF8-3A6E-4F71-925F8A633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Button 2" hidden="1">
                <a:extLst>
                  <a:ext uri="{FF2B5EF4-FFF2-40B4-BE49-F238E27FC236}">
                    <a16:creationId xmlns:a16="http://schemas.microsoft.com/office/drawing/2014/main" id="{0172757C-7D21-374E-FFC4-4A391B0BC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2" name="Button 3" hidden="1">
                <a:extLst>
                  <a:ext uri="{FF2B5EF4-FFF2-40B4-BE49-F238E27FC236}">
                    <a16:creationId xmlns:a16="http://schemas.microsoft.com/office/drawing/2014/main" id="{6A22C9A6-9AC9-55BF-A564-6D263DC37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id="{4CDA5DBF-99B9-566D-780C-A022D90F3888}"/>
              </a:ext>
            </a:extLst>
          </p:cNvPr>
          <p:cNvCxnSpPr>
            <a:cxnSpLocks/>
            <a:stCxn id="55" idx="3"/>
            <a:endCxn id="37" idx="1"/>
          </p:cNvCxnSpPr>
          <p:nvPr/>
        </p:nvCxnSpPr>
        <p:spPr>
          <a:xfrm flipV="1">
            <a:off x="6587038" y="6267523"/>
            <a:ext cx="491767" cy="2607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07E62647-ADC0-786A-A491-7201429FC55F}"/>
              </a:ext>
            </a:extLst>
          </p:cNvPr>
          <p:cNvCxnSpPr>
            <a:cxnSpLocks/>
            <a:stCxn id="58" idx="3"/>
            <a:endCxn id="68" idx="1"/>
          </p:cNvCxnSpPr>
          <p:nvPr/>
        </p:nvCxnSpPr>
        <p:spPr>
          <a:xfrm flipV="1">
            <a:off x="9151328" y="6267523"/>
            <a:ext cx="436163" cy="236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" name="Click">
            <a:extLst>
              <a:ext uri="{FF2B5EF4-FFF2-40B4-BE49-F238E27FC236}">
                <a16:creationId xmlns:a16="http://schemas.microsoft.com/office/drawing/2014/main" id="{E73CE2D0-E678-13E4-D784-D7DFFBDB1B79}"/>
              </a:ext>
            </a:extLst>
          </p:cNvPr>
          <p:cNvGrpSpPr>
            <a:grpSpLocks noChangeAspect="1"/>
          </p:cNvGrpSpPr>
          <p:nvPr/>
        </p:nvGrpSpPr>
        <p:grpSpPr>
          <a:xfrm>
            <a:off x="4451227" y="1500028"/>
            <a:ext cx="299298" cy="426545"/>
            <a:chOff x="5294313" y="2197100"/>
            <a:chExt cx="530225" cy="755651"/>
          </a:xfrm>
        </p:grpSpPr>
        <p:sp>
          <p:nvSpPr>
            <p:cNvPr id="29" name="Arrow Cursor">
              <a:extLst>
                <a:ext uri="{FF2B5EF4-FFF2-40B4-BE49-F238E27FC236}">
                  <a16:creationId xmlns:a16="http://schemas.microsoft.com/office/drawing/2014/main" id="{5D84CAE2-E308-C0A8-69CA-F11B6CC27B5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Click">
              <a:extLst>
                <a:ext uri="{FF2B5EF4-FFF2-40B4-BE49-F238E27FC236}">
                  <a16:creationId xmlns:a16="http://schemas.microsoft.com/office/drawing/2014/main" id="{E9CFBCAD-61EC-940E-C438-F35BFAD91D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9522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D91A8-E588-407B-C19B-065D88290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463EB8-7C34-6A9B-EC4B-EC992CB52EA8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11C4F6-5EE9-3528-7393-908C11B5CC0C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1845F97-B94A-7E7D-32F7-EC460DD97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042640"/>
              </p:ext>
            </p:extLst>
          </p:nvPr>
        </p:nvGraphicFramePr>
        <p:xfrm>
          <a:off x="119336" y="548680"/>
          <a:ext cx="11953329" cy="3675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75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140345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3888433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호텔명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Double check of Korean hotel name is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호텔명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Double check of English hotel name is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4992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중복확인 버튼 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 있는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중복된 호텔명이 존재 합니다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hotel name exists.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중복확인 버튼 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사용할 수 있는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This is the name of the hotel you can use.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6189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매핑 된 프로퍼티가 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삭제가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 Deletion is complete.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매핑 된 프로퍼티가 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삭제 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프로퍼티 매핑이 되어있습니다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프로퍼티 삭제 후 가능 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delete it? 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PropertyMapping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 This is possible after deleting the properties.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68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E397-2FCC-3C9F-05F8-B8D12C4B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53636F-6CD4-5BA3-3F0D-D51BC18A94F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프로퍼티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749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FA6D6-C43C-2C37-25B8-8754CEE1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50EC820-F21E-4D39-4E2E-AA9E7CD49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38022891-353C-54A5-C8A4-1AAA32A88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65D3D96-3A7F-B5C7-BB3A-1C22DC134E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306B13D-81E8-BF70-FE03-033C834D5E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2D13D6-6FE7-065B-9D1C-50DC675560DF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AA02E7-FFAA-1A9A-8426-E76BBED794D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0CF320F-4F16-ABCF-5898-6EDDE9D81AC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5817853-91DF-1E66-718F-C760CF4B7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075165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상세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B7FF255-16AF-2B14-2EB8-E2B84E30E9D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840D8D5-9CE6-FF2D-C299-D201CDA6F31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EADFF96-7964-D187-4F49-2BFE52749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465691"/>
              </p:ext>
            </p:extLst>
          </p:nvPr>
        </p:nvGraphicFramePr>
        <p:xfrm>
          <a:off x="1448266" y="908719"/>
          <a:ext cx="7816085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1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218036729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28990325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FA854DA5-5304-C19D-4509-6E7588AD9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261074"/>
              </p:ext>
            </p:extLst>
          </p:nvPr>
        </p:nvGraphicFramePr>
        <p:xfrm>
          <a:off x="1447441" y="1484784"/>
          <a:ext cx="7814439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083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869736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C60C9C-75B1-175E-0E53-C314EACAAC00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5A0B6F1-86E5-CFAE-766F-4E9167B0D817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A1062BD-BA72-4953-FA23-A8AE9688CA57}"/>
              </a:ext>
            </a:extLst>
          </p:cNvPr>
          <p:cNvSpPr/>
          <p:nvPr/>
        </p:nvSpPr>
        <p:spPr>
          <a:xfrm>
            <a:off x="8544273" y="1270801"/>
            <a:ext cx="71760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 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D39CEDEA-B82B-9BD2-4284-77F6CA9417D4}"/>
              </a:ext>
            </a:extLst>
          </p:cNvPr>
          <p:cNvSpPr/>
          <p:nvPr/>
        </p:nvSpPr>
        <p:spPr>
          <a:xfrm rot="16200000" flipH="1" flipV="1">
            <a:off x="2241089" y="162919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59FDF0B7-2AB5-BF8D-C9E6-43203C249BA9}"/>
              </a:ext>
            </a:extLst>
          </p:cNvPr>
          <p:cNvGrpSpPr>
            <a:grpSpLocks noChangeAspect="1"/>
          </p:cNvGrpSpPr>
          <p:nvPr/>
        </p:nvGrpSpPr>
        <p:grpSpPr>
          <a:xfrm>
            <a:off x="3077287" y="1730096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57180C6-BF51-7DBA-74AC-AF63A51E30A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E09F98DC-6E46-38F2-04FF-ADE6334F77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D84AA1AB-B0CF-D97C-0716-8AEB46718DCC}"/>
              </a:ext>
            </a:extLst>
          </p:cNvPr>
          <p:cNvSpPr txBox="1"/>
          <p:nvPr/>
        </p:nvSpPr>
        <p:spPr>
          <a:xfrm>
            <a:off x="4702956" y="4398739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36EB16DB-7E85-297C-3D17-149E7E9EE09F}"/>
              </a:ext>
            </a:extLst>
          </p:cNvPr>
          <p:cNvSpPr/>
          <p:nvPr/>
        </p:nvSpPr>
        <p:spPr>
          <a:xfrm rot="16200000" flipH="1" flipV="1">
            <a:off x="8422731" y="114907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40D03D4-20AC-A051-19A2-83B25B4F4203}"/>
              </a:ext>
            </a:extLst>
          </p:cNvPr>
          <p:cNvGrpSpPr/>
          <p:nvPr/>
        </p:nvGrpSpPr>
        <p:grpSpPr>
          <a:xfrm>
            <a:off x="1446413" y="1246806"/>
            <a:ext cx="1780523" cy="200055"/>
            <a:chOff x="1446413" y="1985887"/>
            <a:chExt cx="1780523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2CE28D1-C9ED-0700-B47D-C891F7086714}"/>
                </a:ext>
              </a:extLst>
            </p:cNvPr>
            <p:cNvSpPr txBox="1"/>
            <p:nvPr/>
          </p:nvSpPr>
          <p:spPr>
            <a:xfrm>
              <a:off x="2320919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2B88F1B4-6F06-1694-B29D-E0B7B7A49DEE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92837785-0BBD-2C2C-4BA3-0034B0E6D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648AF5E1-056F-F4A0-2370-91EBBCDD0B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2" name="Text Box">
            <a:extLst>
              <a:ext uri="{FF2B5EF4-FFF2-40B4-BE49-F238E27FC236}">
                <a16:creationId xmlns:a16="http://schemas.microsoft.com/office/drawing/2014/main" id="{C02AFFAA-2BE7-4C88-DC83-D25B97968E9A}"/>
              </a:ext>
            </a:extLst>
          </p:cNvPr>
          <p:cNvSpPr>
            <a:spLocks/>
          </p:cNvSpPr>
          <p:nvPr/>
        </p:nvSpPr>
        <p:spPr bwMode="auto">
          <a:xfrm>
            <a:off x="2347313" y="941352"/>
            <a:ext cx="18580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4" name="Text Box">
            <a:extLst>
              <a:ext uri="{FF2B5EF4-FFF2-40B4-BE49-F238E27FC236}">
                <a16:creationId xmlns:a16="http://schemas.microsoft.com/office/drawing/2014/main" id="{8C18C65E-DA3E-5A9C-0320-41B942B8738A}"/>
              </a:ext>
            </a:extLst>
          </p:cNvPr>
          <p:cNvSpPr>
            <a:spLocks/>
          </p:cNvSpPr>
          <p:nvPr/>
        </p:nvSpPr>
        <p:spPr bwMode="auto">
          <a:xfrm>
            <a:off x="5132002" y="941352"/>
            <a:ext cx="180020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1989CC-A691-D005-7B30-23E4C8E387FA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213922-5317-ED87-DBC7-BF6193036725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5746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8D1F4-8E3E-54B9-65EA-6757C204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781C9AD7-74AC-EB66-CEFB-FF0CE152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444AB3F-2683-0100-5AC0-15054015E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기본정보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B913943-9366-5666-06E8-A348CB36E0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FAD1EF9-08D4-5BFB-390C-9C7C1FE930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82D4E8-7B22-A72E-B055-52F6644A4BA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4FD7F0-F775-0A63-3116-DE5F19E9FBB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D87109-5D86-E6B9-5683-6A7A2FF6B176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B5104AB-0D11-A2D6-74D8-1DC3E2044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097381"/>
              </p:ext>
            </p:extLst>
          </p:nvPr>
        </p:nvGraphicFramePr>
        <p:xfrm>
          <a:off x="9406740" y="440717"/>
          <a:ext cx="2785260" cy="4340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조회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 체크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PMS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 관리자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LOGO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에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사용 함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등록처리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등록 완료 후 리스트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66763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4057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997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3439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70892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410E9F2-567E-C40A-BF19-58E8D80F0D7E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BDB7FDBF-1C5C-0D71-D5A5-DD6A38DCAE8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6A7B3E1-5185-226E-593A-C1B56A14E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95368"/>
              </p:ext>
            </p:extLst>
          </p:nvPr>
        </p:nvGraphicFramePr>
        <p:xfrm>
          <a:off x="1513108" y="1196752"/>
          <a:ext cx="7746199" cy="491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10138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호텔조회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대표자명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사업자 등록번호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전화번호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프로퍼티 사업자 등록증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PDF, JPG,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PNG,GIF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파일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포멧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2MB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사용여부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로고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JPG,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PNG,GIF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파일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포멧으로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2MB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166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프로퍼티 주소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5168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성급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5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4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3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2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76376"/>
                  </a:ext>
                </a:extLst>
              </a:tr>
              <a:tr h="1446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소개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258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387AB1-83DF-5A0B-E0E2-32FCDD6A7542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20D552-628A-C728-EE5E-7B0A61768FA8}"/>
              </a:ext>
            </a:extLst>
          </p:cNvPr>
          <p:cNvSpPr/>
          <p:nvPr/>
        </p:nvSpPr>
        <p:spPr>
          <a:xfrm>
            <a:off x="6978574" y="2148955"/>
            <a:ext cx="403517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6AD908-13AE-DA0B-8E3D-ED971A806A82}"/>
              </a:ext>
            </a:extLst>
          </p:cNvPr>
          <p:cNvSpPr/>
          <p:nvPr/>
        </p:nvSpPr>
        <p:spPr>
          <a:xfrm>
            <a:off x="6978574" y="2450104"/>
            <a:ext cx="403517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B498FBA-B3C0-331C-7F8F-A3D2E718723A}"/>
              </a:ext>
            </a:extLst>
          </p:cNvPr>
          <p:cNvSpPr/>
          <p:nvPr/>
        </p:nvSpPr>
        <p:spPr>
          <a:xfrm>
            <a:off x="2634571" y="2917601"/>
            <a:ext cx="65311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우편번호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6AB984A-8759-7B0E-0E01-AFDA7B6F6356}"/>
              </a:ext>
            </a:extLst>
          </p:cNvPr>
          <p:cNvSpPr/>
          <p:nvPr/>
        </p:nvSpPr>
        <p:spPr>
          <a:xfrm>
            <a:off x="3324147" y="292771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E2FF8A-CBC1-444B-C6AA-418754FD0BE6}"/>
              </a:ext>
            </a:extLst>
          </p:cNvPr>
          <p:cNvSpPr/>
          <p:nvPr/>
        </p:nvSpPr>
        <p:spPr>
          <a:xfrm>
            <a:off x="2634571" y="3158521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주소를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16A9810-7A63-2F3F-E659-FE1E317C18D2}"/>
              </a:ext>
            </a:extLst>
          </p:cNvPr>
          <p:cNvSpPr/>
          <p:nvPr/>
        </p:nvSpPr>
        <p:spPr>
          <a:xfrm>
            <a:off x="2634571" y="3399440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상세 주소를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8A6397A-AB79-F327-BE4C-05CDD79DDE6C}"/>
              </a:ext>
            </a:extLst>
          </p:cNvPr>
          <p:cNvSpPr/>
          <p:nvPr/>
        </p:nvSpPr>
        <p:spPr>
          <a:xfrm>
            <a:off x="6978575" y="1835311"/>
            <a:ext cx="2160758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F1F16F-207C-861A-A9CE-5EB300C8FFBE}"/>
              </a:ext>
            </a:extLst>
          </p:cNvPr>
          <p:cNvSpPr txBox="1"/>
          <p:nvPr/>
        </p:nvSpPr>
        <p:spPr>
          <a:xfrm>
            <a:off x="3872516" y="2909151"/>
            <a:ext cx="6303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다음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API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34A9A2-6412-6DB4-9451-B6861D12A93E}"/>
              </a:ext>
            </a:extLst>
          </p:cNvPr>
          <p:cNvSpPr/>
          <p:nvPr/>
        </p:nvSpPr>
        <p:spPr>
          <a:xfrm>
            <a:off x="2634571" y="1536579"/>
            <a:ext cx="158922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</a:t>
            </a:r>
            <a:r>
              <a:rPr kumimoji="1"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1905E5B-1131-233E-8E93-B392429D03C2}"/>
              </a:ext>
            </a:extLst>
          </p:cNvPr>
          <p:cNvSpPr/>
          <p:nvPr/>
        </p:nvSpPr>
        <p:spPr>
          <a:xfrm>
            <a:off x="4284002" y="1554549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1EAC01C-15FF-81E0-7CC4-9F63835578C8}"/>
              </a:ext>
            </a:extLst>
          </p:cNvPr>
          <p:cNvSpPr/>
          <p:nvPr/>
        </p:nvSpPr>
        <p:spPr>
          <a:xfrm>
            <a:off x="4899789" y="1536579"/>
            <a:ext cx="158922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</a:t>
            </a:r>
            <a:r>
              <a:rPr kumimoji="1"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118FC89-EC0F-3134-9EC6-94F880B1EDE8}"/>
              </a:ext>
            </a:extLst>
          </p:cNvPr>
          <p:cNvSpPr/>
          <p:nvPr/>
        </p:nvSpPr>
        <p:spPr>
          <a:xfrm>
            <a:off x="6549220" y="1554549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BC42CA8-254C-EE30-F294-D2360EF4FA4D}"/>
              </a:ext>
            </a:extLst>
          </p:cNvPr>
          <p:cNvSpPr/>
          <p:nvPr/>
        </p:nvSpPr>
        <p:spPr>
          <a:xfrm>
            <a:off x="2642743" y="1255183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0861698-6805-395A-CC61-2ACD3B962A3B}"/>
              </a:ext>
            </a:extLst>
          </p:cNvPr>
          <p:cNvSpPr/>
          <p:nvPr/>
        </p:nvSpPr>
        <p:spPr>
          <a:xfrm>
            <a:off x="2633358" y="1833199"/>
            <a:ext cx="140364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대표자명을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5D56CC4-1662-FB8E-3F93-72925DCA7E38}"/>
              </a:ext>
            </a:extLst>
          </p:cNvPr>
          <p:cNvSpPr/>
          <p:nvPr/>
        </p:nvSpPr>
        <p:spPr>
          <a:xfrm>
            <a:off x="4078811" y="1833199"/>
            <a:ext cx="140364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대표자명을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B978B93-D569-4A4F-6C6D-AB1FF847422B}"/>
              </a:ext>
            </a:extLst>
          </p:cNvPr>
          <p:cNvGrpSpPr/>
          <p:nvPr/>
        </p:nvGrpSpPr>
        <p:grpSpPr>
          <a:xfrm>
            <a:off x="2633358" y="2129819"/>
            <a:ext cx="2923665" cy="217644"/>
            <a:chOff x="2634570" y="2005049"/>
            <a:chExt cx="2923665" cy="217644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8E27044-41DD-44EF-F3FC-55EBE52FB857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B633F85-421F-6B5F-591C-5D40F117CB4A}"/>
                </a:ext>
              </a:extLst>
            </p:cNvPr>
            <p:cNvSpPr/>
            <p:nvPr/>
          </p:nvSpPr>
          <p:spPr>
            <a:xfrm>
              <a:off x="3539967" y="2006669"/>
              <a:ext cx="58624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80BFAE2-443D-353D-6D1B-3DA45D4EDF32}"/>
                </a:ext>
              </a:extLst>
            </p:cNvPr>
            <p:cNvSpPr/>
            <p:nvPr/>
          </p:nvSpPr>
          <p:spPr>
            <a:xfrm>
              <a:off x="4158122" y="2005049"/>
              <a:ext cx="68521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7FCEDB8-34BA-8C8D-FFB5-9C55D960C7B7}"/>
                </a:ext>
              </a:extLst>
            </p:cNvPr>
            <p:cNvSpPr/>
            <p:nvPr/>
          </p:nvSpPr>
          <p:spPr>
            <a:xfrm>
              <a:off x="4873016" y="2005049"/>
              <a:ext cx="68521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3" name="Chevron Left">
              <a:extLst>
                <a:ext uri="{FF2B5EF4-FFF2-40B4-BE49-F238E27FC236}">
                  <a16:creationId xmlns:a16="http://schemas.microsoft.com/office/drawing/2014/main" id="{C5917EB1-DC6B-F1F0-5CEA-E6272C13ADE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221431A3-2623-1F90-1C7A-995D8954A9AB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65" name="양쪽 모서리가 둥근 사각형 64">
              <a:extLst>
                <a:ext uri="{FF2B5EF4-FFF2-40B4-BE49-F238E27FC236}">
                  <a16:creationId xmlns:a16="http://schemas.microsoft.com/office/drawing/2014/main" id="{D4D68C03-5178-82CA-25CA-0EDDFA6CD15F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74" name="양쪽 모서리가 둥근 사각형 73">
              <a:extLst>
                <a:ext uri="{FF2B5EF4-FFF2-40B4-BE49-F238E27FC236}">
                  <a16:creationId xmlns:a16="http://schemas.microsoft.com/office/drawing/2014/main" id="{DA4DF7A5-B72A-2D68-1102-5864D878935F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정산정보</a:t>
              </a:r>
            </a:p>
          </p:txBody>
        </p:sp>
        <p:sp>
          <p:nvSpPr>
            <p:cNvPr id="75" name="양쪽 모서리가 둥근 사각형 74">
              <a:extLst>
                <a:ext uri="{FF2B5EF4-FFF2-40B4-BE49-F238E27FC236}">
                  <a16:creationId xmlns:a16="http://schemas.microsoft.com/office/drawing/2014/main" id="{B1D331C5-BD61-7D92-10A0-E3262E6C1611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취소 수수료 정보</a:t>
              </a: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4D20041-D477-645D-44D5-17BA1AA1CC6D}"/>
              </a:ext>
            </a:extLst>
          </p:cNvPr>
          <p:cNvSpPr txBox="1"/>
          <p:nvPr/>
        </p:nvSpPr>
        <p:spPr>
          <a:xfrm>
            <a:off x="2556867" y="2704504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6FBE38-9EB3-9A12-61DF-1EC8D6A18098}"/>
              </a:ext>
            </a:extLst>
          </p:cNvPr>
          <p:cNvSpPr txBox="1"/>
          <p:nvPr/>
        </p:nvSpPr>
        <p:spPr>
          <a:xfrm>
            <a:off x="2556867" y="361798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8F77CD4-09C1-FF43-AEFC-561CBFA1B08E}"/>
              </a:ext>
            </a:extLst>
          </p:cNvPr>
          <p:cNvSpPr/>
          <p:nvPr/>
        </p:nvSpPr>
        <p:spPr>
          <a:xfrm>
            <a:off x="2634572" y="3832798"/>
            <a:ext cx="83168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POST CODE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EB0E5BE-4441-22EF-9A0A-48AF94FBE5FB}"/>
              </a:ext>
            </a:extLst>
          </p:cNvPr>
          <p:cNvSpPr/>
          <p:nvPr/>
        </p:nvSpPr>
        <p:spPr>
          <a:xfrm>
            <a:off x="2634571" y="4083516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Enter address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A0FBF47-F458-EC99-2D4F-D785C79C3D6F}"/>
              </a:ext>
            </a:extLst>
          </p:cNvPr>
          <p:cNvSpPr/>
          <p:nvPr/>
        </p:nvSpPr>
        <p:spPr>
          <a:xfrm>
            <a:off x="2634571" y="4892362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 소개 문구를 입력해주세요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84E6F1F0-4083-BBBD-3B8B-7D35E1419C4F}"/>
              </a:ext>
            </a:extLst>
          </p:cNvPr>
          <p:cNvSpPr/>
          <p:nvPr/>
        </p:nvSpPr>
        <p:spPr>
          <a:xfrm>
            <a:off x="9075427" y="4918488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D2CFEDC-FC8C-446D-925C-CE51B458118D}"/>
              </a:ext>
            </a:extLst>
          </p:cNvPr>
          <p:cNvSpPr txBox="1"/>
          <p:nvPr/>
        </p:nvSpPr>
        <p:spPr>
          <a:xfrm>
            <a:off x="4030826" y="4969889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A60452-5D4E-5F41-F564-E12A68067240}"/>
              </a:ext>
            </a:extLst>
          </p:cNvPr>
          <p:cNvSpPr txBox="1"/>
          <p:nvPr/>
        </p:nvSpPr>
        <p:spPr>
          <a:xfrm>
            <a:off x="2556867" y="4683325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B2207B5-C79C-F865-EED0-9932B28A4993}"/>
              </a:ext>
            </a:extLst>
          </p:cNvPr>
          <p:cNvSpPr/>
          <p:nvPr/>
        </p:nvSpPr>
        <p:spPr>
          <a:xfrm>
            <a:off x="2634571" y="5565913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Please enter the hotel introduction phrase.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47945227-79F6-83E4-607A-7C1E13E0C2F9}"/>
              </a:ext>
            </a:extLst>
          </p:cNvPr>
          <p:cNvSpPr/>
          <p:nvPr/>
        </p:nvSpPr>
        <p:spPr>
          <a:xfrm>
            <a:off x="9075427" y="5592039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ACBC0DB-E4ED-49D0-0991-1C51DE43256B}"/>
              </a:ext>
            </a:extLst>
          </p:cNvPr>
          <p:cNvSpPr txBox="1"/>
          <p:nvPr/>
        </p:nvSpPr>
        <p:spPr>
          <a:xfrm>
            <a:off x="4737090" y="5598688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2D73867-0728-EA3D-6AAE-C2F67302B233}"/>
              </a:ext>
            </a:extLst>
          </p:cNvPr>
          <p:cNvSpPr txBox="1"/>
          <p:nvPr/>
        </p:nvSpPr>
        <p:spPr>
          <a:xfrm>
            <a:off x="2556867" y="5356876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26E921C-0497-9EAD-9C29-34BC1AA5079A}"/>
              </a:ext>
            </a:extLst>
          </p:cNvPr>
          <p:cNvSpPr/>
          <p:nvPr/>
        </p:nvSpPr>
        <p:spPr>
          <a:xfrm>
            <a:off x="4943872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C7F8262F-F800-B496-B41D-B41F9F35E1BA}"/>
              </a:ext>
            </a:extLst>
          </p:cNvPr>
          <p:cNvSpPr/>
          <p:nvPr/>
        </p:nvSpPr>
        <p:spPr>
          <a:xfrm>
            <a:off x="561501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grpSp>
        <p:nvGrpSpPr>
          <p:cNvPr id="91" name="Click">
            <a:extLst>
              <a:ext uri="{FF2B5EF4-FFF2-40B4-BE49-F238E27FC236}">
                <a16:creationId xmlns:a16="http://schemas.microsoft.com/office/drawing/2014/main" id="{AEEC32B8-43B6-78DC-1A9C-FB2263FAD1F7}"/>
              </a:ext>
            </a:extLst>
          </p:cNvPr>
          <p:cNvGrpSpPr>
            <a:grpSpLocks noChangeAspect="1"/>
          </p:cNvGrpSpPr>
          <p:nvPr/>
        </p:nvGrpSpPr>
        <p:grpSpPr>
          <a:xfrm>
            <a:off x="2263579" y="934966"/>
            <a:ext cx="299298" cy="426545"/>
            <a:chOff x="5294313" y="2197100"/>
            <a:chExt cx="530225" cy="755651"/>
          </a:xfrm>
        </p:grpSpPr>
        <p:sp>
          <p:nvSpPr>
            <p:cNvPr id="92" name="Arrow Cursor">
              <a:extLst>
                <a:ext uri="{FF2B5EF4-FFF2-40B4-BE49-F238E27FC236}">
                  <a16:creationId xmlns:a16="http://schemas.microsoft.com/office/drawing/2014/main" id="{B1BAA69B-DD78-6748-E7F9-A8156A035ED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9118176E-160F-8C15-20A6-F6B17916EB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0EBCD008-EC88-CF1D-BCA0-E256E5521D89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29E38AB5-8602-0A8D-8C6B-4D7B26EE5D2C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ardrop 1">
            <a:extLst>
              <a:ext uri="{FF2B5EF4-FFF2-40B4-BE49-F238E27FC236}">
                <a16:creationId xmlns:a16="http://schemas.microsoft.com/office/drawing/2014/main" id="{A600871D-929A-29F6-331F-D20A8B8C07D2}"/>
              </a:ext>
            </a:extLst>
          </p:cNvPr>
          <p:cNvSpPr/>
          <p:nvPr/>
        </p:nvSpPr>
        <p:spPr>
          <a:xfrm rot="16200000" flipH="1" flipV="1">
            <a:off x="2584196" y="114907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Teardrop 1">
            <a:extLst>
              <a:ext uri="{FF2B5EF4-FFF2-40B4-BE49-F238E27FC236}">
                <a16:creationId xmlns:a16="http://schemas.microsoft.com/office/drawing/2014/main" id="{343082E2-BF24-8670-B1C7-35DEFD163D94}"/>
              </a:ext>
            </a:extLst>
          </p:cNvPr>
          <p:cNvSpPr/>
          <p:nvPr/>
        </p:nvSpPr>
        <p:spPr>
          <a:xfrm rot="16200000" flipH="1" flipV="1">
            <a:off x="4170541" y="141231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9E9488C8-2DC6-69F5-76A6-21516EB89226}"/>
              </a:ext>
            </a:extLst>
          </p:cNvPr>
          <p:cNvSpPr/>
          <p:nvPr/>
        </p:nvSpPr>
        <p:spPr>
          <a:xfrm rot="16200000" flipH="1" flipV="1">
            <a:off x="6442686" y="141231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693B30DE-1086-4C30-AF8A-782547C66E64}"/>
              </a:ext>
            </a:extLst>
          </p:cNvPr>
          <p:cNvSpPr/>
          <p:nvPr/>
        </p:nvSpPr>
        <p:spPr>
          <a:xfrm rot="16200000" flipH="1" flipV="1">
            <a:off x="5756886" y="237520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72B72604-6AF1-6390-6D9D-A38EBF834436}"/>
              </a:ext>
            </a:extLst>
          </p:cNvPr>
          <p:cNvSpPr/>
          <p:nvPr/>
        </p:nvSpPr>
        <p:spPr>
          <a:xfrm rot="16200000" flipH="1" flipV="1">
            <a:off x="5500577" y="635145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988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EB254-103C-55E7-3B2A-CE2B1C2C9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89906BC-F8EC-0D5A-F2CF-C4FA30E5A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10AF260-A72D-2F51-9AC7-A51712213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정산정보 탭 </a:t>
            </a:r>
            <a:r>
              <a:rPr lang="en-US" altLang="ko-KR" dirty="0"/>
              <a:t>&gt;</a:t>
            </a:r>
            <a:r>
              <a:rPr lang="ko-KR" altLang="en-US" dirty="0"/>
              <a:t> 국가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41A6800-A718-CA40-23CC-CA043AA9F8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A686E102-59BF-6A60-0883-B93B85C5D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532A53-F8A5-5161-E09E-6BCEC4EC623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B35C27-6F25-8AB5-EDDD-9990F22F882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EA6A5B-F3C8-0D44-3F3E-4E9A01146C92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9524283-E181-7A0D-4D67-A17F7AD71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106172"/>
              </p:ext>
            </p:extLst>
          </p:nvPr>
        </p:nvGraphicFramePr>
        <p:xfrm>
          <a:off x="9406740" y="440717"/>
          <a:ext cx="2785260" cy="5390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탭 메뉴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미국 사업자 정산 정보 입력 필드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정산일 선택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매월 말일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* 글로벌 이기 때문에 시간 기준은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" altLang="ko-KR" sz="800" b="0" i="0" strike="noStrike" baseline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UTC+09:00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한국 시간을 기준으로 함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정산일 선택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Default (Select)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1st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End of every month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* 글로벌 이기 때문에 시간 기준은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" altLang="ko-KR" sz="800" b="0" i="0" strike="noStrike" baseline="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UTC+09:00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한국 시간을 기준으로 함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3E908EE-1B7D-EFEA-532C-47390EDD1B7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3CC035EE-E22F-A313-65EA-ECC5039F4DB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DE019B1-0471-E123-9BAC-30500EE85283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7B4CE49-8375-1ACF-F9B9-C2EE144DBD4C}"/>
              </a:ext>
            </a:extLst>
          </p:cNvPr>
          <p:cNvSpPr/>
          <p:nvPr/>
        </p:nvSpPr>
        <p:spPr>
          <a:xfrm>
            <a:off x="4943872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AAAE376-9A28-631F-FB27-91B3C4383348}"/>
              </a:ext>
            </a:extLst>
          </p:cNvPr>
          <p:cNvSpPr/>
          <p:nvPr/>
        </p:nvSpPr>
        <p:spPr>
          <a:xfrm>
            <a:off x="561501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5B5E756-50B5-1AD5-031F-C5F35CC99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44799"/>
              </p:ext>
            </p:extLst>
          </p:nvPr>
        </p:nvGraphicFramePr>
        <p:xfrm>
          <a:off x="1513108" y="1603954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계좌번호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은행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정산일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익월                              일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통장 사본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PDF, JPG,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PNG,GIF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파일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포멧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2MB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F34C6CC-8614-A616-93D1-53A45582A8AB}"/>
              </a:ext>
            </a:extLst>
          </p:cNvPr>
          <p:cNvSpPr/>
          <p:nvPr/>
        </p:nvSpPr>
        <p:spPr>
          <a:xfrm>
            <a:off x="2634572" y="164493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계좌번호를 입력하세요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"-"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 가능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799B386-FE17-3626-CE23-44BC784BCF69}"/>
              </a:ext>
            </a:extLst>
          </p:cNvPr>
          <p:cNvGrpSpPr/>
          <p:nvPr/>
        </p:nvGrpSpPr>
        <p:grpSpPr>
          <a:xfrm>
            <a:off x="6362958" y="1644931"/>
            <a:ext cx="957178" cy="216024"/>
            <a:chOff x="6150274" y="5266034"/>
            <a:chExt cx="957178" cy="21602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1E09423-0254-2AB2-85CB-6AEB11BFC436}"/>
                </a:ext>
              </a:extLst>
            </p:cNvPr>
            <p:cNvSpPr/>
            <p:nvPr/>
          </p:nvSpPr>
          <p:spPr>
            <a:xfrm>
              <a:off x="6150274" y="5266034"/>
              <a:ext cx="95717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선택</a:t>
              </a: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395CCF25-0450-2EBB-7395-EE9DF21E565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3C86FC-A01E-6A49-AAA1-D821B59C3D65}"/>
              </a:ext>
            </a:extLst>
          </p:cNvPr>
          <p:cNvSpPr/>
          <p:nvPr/>
        </p:nvSpPr>
        <p:spPr>
          <a:xfrm>
            <a:off x="6353479" y="194653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cxnSp>
        <p:nvCxnSpPr>
          <p:cNvPr id="101" name="직선 연결선[R] 100">
            <a:extLst>
              <a:ext uri="{FF2B5EF4-FFF2-40B4-BE49-F238E27FC236}">
                <a16:creationId xmlns:a16="http://schemas.microsoft.com/office/drawing/2014/main" id="{4482D4D2-338A-53C1-E34F-21AFD8A7F51D}"/>
              </a:ext>
            </a:extLst>
          </p:cNvPr>
          <p:cNvCxnSpPr>
            <a:cxnSpLocks/>
          </p:cNvCxnSpPr>
          <p:nvPr/>
        </p:nvCxnSpPr>
        <p:spPr>
          <a:xfrm>
            <a:off x="1513228" y="1484784"/>
            <a:ext cx="148642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2331D927-285F-BABC-73D0-1988537DD9B4}"/>
              </a:ext>
            </a:extLst>
          </p:cNvPr>
          <p:cNvCxnSpPr>
            <a:cxnSpLocks/>
          </p:cNvCxnSpPr>
          <p:nvPr/>
        </p:nvCxnSpPr>
        <p:spPr>
          <a:xfrm>
            <a:off x="1514889" y="1484784"/>
            <a:ext cx="692679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6467937-5ADC-A38A-67BF-E7CCED39147E}"/>
              </a:ext>
            </a:extLst>
          </p:cNvPr>
          <p:cNvSpPr txBox="1"/>
          <p:nvPr/>
        </p:nvSpPr>
        <p:spPr>
          <a:xfrm>
            <a:off x="1462450" y="1256337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dirty="0">
                <a:latin typeface="+mn-ea"/>
                <a:ea typeface="+mn-ea"/>
              </a:rPr>
              <a:t>대한민국</a:t>
            </a:r>
            <a:r>
              <a:rPr kumimoji="1" lang="en-US" altLang="ko-KR" sz="800" dirty="0">
                <a:latin typeface="+mn-ea"/>
                <a:ea typeface="+mn-ea"/>
              </a:rPr>
              <a:t>(KR)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grpSp>
        <p:nvGrpSpPr>
          <p:cNvPr id="109" name="Click">
            <a:extLst>
              <a:ext uri="{FF2B5EF4-FFF2-40B4-BE49-F238E27FC236}">
                <a16:creationId xmlns:a16="http://schemas.microsoft.com/office/drawing/2014/main" id="{7E8548A8-3D9A-5679-35AB-5F6456FD8388}"/>
              </a:ext>
            </a:extLst>
          </p:cNvPr>
          <p:cNvGrpSpPr>
            <a:grpSpLocks noChangeAspect="1"/>
          </p:cNvGrpSpPr>
          <p:nvPr/>
        </p:nvGrpSpPr>
        <p:grpSpPr>
          <a:xfrm>
            <a:off x="2044610" y="1384922"/>
            <a:ext cx="204425" cy="291335"/>
            <a:chOff x="5294313" y="2197100"/>
            <a:chExt cx="530225" cy="755651"/>
          </a:xfrm>
        </p:grpSpPr>
        <p:sp>
          <p:nvSpPr>
            <p:cNvPr id="110" name="Arrow Cursor">
              <a:extLst>
                <a:ext uri="{FF2B5EF4-FFF2-40B4-BE49-F238E27FC236}">
                  <a16:creationId xmlns:a16="http://schemas.microsoft.com/office/drawing/2014/main" id="{A866BE4A-DBCF-6971-4FA1-9DBC2B702D4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11" name="Click">
              <a:extLst>
                <a:ext uri="{FF2B5EF4-FFF2-40B4-BE49-F238E27FC236}">
                  <a16:creationId xmlns:a16="http://schemas.microsoft.com/office/drawing/2014/main" id="{259DF0EC-A8EE-26B6-69A3-E7FDEBBE82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EF126E4E-36BC-0FE3-970E-88263F6E0496}"/>
              </a:ext>
            </a:extLst>
          </p:cNvPr>
          <p:cNvSpPr txBox="1"/>
          <p:nvPr/>
        </p:nvSpPr>
        <p:spPr>
          <a:xfrm>
            <a:off x="2305800" y="1256337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미국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(US)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31884355-028C-659E-6D60-FADF500AB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689762"/>
              </p:ext>
            </p:extLst>
          </p:nvPr>
        </p:nvGraphicFramePr>
        <p:xfrm>
          <a:off x="1513108" y="3114984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Account Number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Bank Name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Accountholder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Routing Number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SWIFT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CODE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정산일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Next month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</a:t>
                      </a:r>
                      <a:r>
                        <a:rPr lang="en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day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28474"/>
                  </a:ext>
                </a:extLst>
              </a:tr>
            </a:tbl>
          </a:graphicData>
        </a:graphic>
      </p:graphicFrame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AAAA23C-777C-1606-D88B-AD18CDA6F36A}"/>
              </a:ext>
            </a:extLst>
          </p:cNvPr>
          <p:cNvSpPr/>
          <p:nvPr/>
        </p:nvSpPr>
        <p:spPr>
          <a:xfrm>
            <a:off x="2634572" y="315596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계좌번호</a:t>
            </a:r>
          </a:p>
        </p:txBody>
      </p:sp>
      <p:cxnSp>
        <p:nvCxnSpPr>
          <p:cNvPr id="123" name="직선 연결선[R] 122">
            <a:extLst>
              <a:ext uri="{FF2B5EF4-FFF2-40B4-BE49-F238E27FC236}">
                <a16:creationId xmlns:a16="http://schemas.microsoft.com/office/drawing/2014/main" id="{5F3ED296-AE6D-32AA-0858-DAA387B75FD8}"/>
              </a:ext>
            </a:extLst>
          </p:cNvPr>
          <p:cNvCxnSpPr>
            <a:cxnSpLocks/>
          </p:cNvCxnSpPr>
          <p:nvPr/>
        </p:nvCxnSpPr>
        <p:spPr>
          <a:xfrm>
            <a:off x="1513228" y="2995814"/>
            <a:ext cx="148642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[R] 123">
            <a:extLst>
              <a:ext uri="{FF2B5EF4-FFF2-40B4-BE49-F238E27FC236}">
                <a16:creationId xmlns:a16="http://schemas.microsoft.com/office/drawing/2014/main" id="{4F7000CC-7C00-7F72-2748-0D171F494692}"/>
              </a:ext>
            </a:extLst>
          </p:cNvPr>
          <p:cNvCxnSpPr>
            <a:cxnSpLocks/>
          </p:cNvCxnSpPr>
          <p:nvPr/>
        </p:nvCxnSpPr>
        <p:spPr>
          <a:xfrm>
            <a:off x="2235419" y="2995814"/>
            <a:ext cx="764237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F2EB1F0C-BDBA-70A8-315A-D29311B63228}"/>
              </a:ext>
            </a:extLst>
          </p:cNvPr>
          <p:cNvSpPr txBox="1"/>
          <p:nvPr/>
        </p:nvSpPr>
        <p:spPr>
          <a:xfrm>
            <a:off x="1462450" y="2767367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대한민국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(KR)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26" name="Click">
            <a:extLst>
              <a:ext uri="{FF2B5EF4-FFF2-40B4-BE49-F238E27FC236}">
                <a16:creationId xmlns:a16="http://schemas.microsoft.com/office/drawing/2014/main" id="{80C15084-89C8-0552-C3FE-589040CBD21E}"/>
              </a:ext>
            </a:extLst>
          </p:cNvPr>
          <p:cNvGrpSpPr>
            <a:grpSpLocks noChangeAspect="1"/>
          </p:cNvGrpSpPr>
          <p:nvPr/>
        </p:nvGrpSpPr>
        <p:grpSpPr>
          <a:xfrm>
            <a:off x="2589750" y="2895952"/>
            <a:ext cx="204425" cy="29133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5CB4366C-3029-9535-2D31-0A74F393E1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F7F372DB-B87F-AAAB-3187-A4BC87E11A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D26DAED8-A369-2B9B-5718-4E09BCF8EA0C}"/>
              </a:ext>
            </a:extLst>
          </p:cNvPr>
          <p:cNvSpPr txBox="1"/>
          <p:nvPr/>
        </p:nvSpPr>
        <p:spPr>
          <a:xfrm>
            <a:off x="2305800" y="2767367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미국</a:t>
            </a:r>
            <a:r>
              <a:rPr kumimoji="1" lang="en-US" altLang="ko-KR" sz="800" dirty="0">
                <a:latin typeface="+mn-ea"/>
                <a:ea typeface="+mn-ea"/>
              </a:rPr>
              <a:t>(US)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9829446E-636C-9D59-D806-1CB4C2FE39F8}"/>
              </a:ext>
            </a:extLst>
          </p:cNvPr>
          <p:cNvSpPr/>
          <p:nvPr/>
        </p:nvSpPr>
        <p:spPr>
          <a:xfrm>
            <a:off x="6349599" y="315596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은행 명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083AD16-F84A-E3EA-3BFB-4C971E28767E}"/>
              </a:ext>
            </a:extLst>
          </p:cNvPr>
          <p:cNvSpPr/>
          <p:nvPr/>
        </p:nvSpPr>
        <p:spPr>
          <a:xfrm>
            <a:off x="2634572" y="34563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예금주 명 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F30D88DD-CD01-41F6-2CC7-4A37195BFC23}"/>
              </a:ext>
            </a:extLst>
          </p:cNvPr>
          <p:cNvSpPr/>
          <p:nvPr/>
        </p:nvSpPr>
        <p:spPr>
          <a:xfrm>
            <a:off x="6349598" y="34563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은행 라우팅 번호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9430B9DA-AFF0-17B4-0DBD-38C9FE43E484}"/>
              </a:ext>
            </a:extLst>
          </p:cNvPr>
          <p:cNvSpPr/>
          <p:nvPr/>
        </p:nvSpPr>
        <p:spPr>
          <a:xfrm>
            <a:off x="2634572" y="37611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스위프트 코드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44" name="Cutout">
            <a:extLst>
              <a:ext uri="{FF2B5EF4-FFF2-40B4-BE49-F238E27FC236}">
                <a16:creationId xmlns:a16="http://schemas.microsoft.com/office/drawing/2014/main" id="{A55A46F6-F871-DA59-258A-C69758586755}"/>
              </a:ext>
            </a:extLst>
          </p:cNvPr>
          <p:cNvGrpSpPr/>
          <p:nvPr/>
        </p:nvGrpSpPr>
        <p:grpSpPr>
          <a:xfrm rot="16200000">
            <a:off x="5285313" y="-1397821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45" name="Fill">
              <a:extLst>
                <a:ext uri="{FF2B5EF4-FFF2-40B4-BE49-F238E27FC236}">
                  <a16:creationId xmlns:a16="http://schemas.microsoft.com/office/drawing/2014/main" id="{26A10510-F802-2155-C55C-4C71A6146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6" name="Border">
              <a:extLst>
                <a:ext uri="{FF2B5EF4-FFF2-40B4-BE49-F238E27FC236}">
                  <a16:creationId xmlns:a16="http://schemas.microsoft.com/office/drawing/2014/main" id="{00812067-27BA-92DE-225C-D6B4AA500E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EC125583-F94F-C698-D37A-EEA04B82E701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987847AF-E02B-4DCD-7E4F-FF9F250B8E42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B0B88CE3-901A-E5C6-F185-3216B9E6810F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150" name="양쪽 모서리가 둥근 사각형 149">
              <a:extLst>
                <a:ext uri="{FF2B5EF4-FFF2-40B4-BE49-F238E27FC236}">
                  <a16:creationId xmlns:a16="http://schemas.microsoft.com/office/drawing/2014/main" id="{992640A8-1C9A-AED7-E077-568812B408FD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151" name="양쪽 모서리가 둥근 사각형 150">
              <a:extLst>
                <a:ext uri="{FF2B5EF4-FFF2-40B4-BE49-F238E27FC236}">
                  <a16:creationId xmlns:a16="http://schemas.microsoft.com/office/drawing/2014/main" id="{6CD0950E-0CAB-320E-177F-A6295BCE35A5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정산정보</a:t>
              </a:r>
            </a:p>
          </p:txBody>
        </p:sp>
        <p:sp>
          <p:nvSpPr>
            <p:cNvPr id="152" name="양쪽 모서리가 둥근 사각형 151">
              <a:extLst>
                <a:ext uri="{FF2B5EF4-FFF2-40B4-BE49-F238E27FC236}">
                  <a16:creationId xmlns:a16="http://schemas.microsoft.com/office/drawing/2014/main" id="{9C4EE0D1-1632-2F77-6AC3-BCEB579524EE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취소 수수료 정보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C7D4712-4BF7-E439-7D99-F7E76DE51895}"/>
              </a:ext>
            </a:extLst>
          </p:cNvPr>
          <p:cNvGrpSpPr/>
          <p:nvPr/>
        </p:nvGrpSpPr>
        <p:grpSpPr>
          <a:xfrm>
            <a:off x="2897871" y="1949731"/>
            <a:ext cx="659057" cy="216024"/>
            <a:chOff x="6448394" y="5266034"/>
            <a:chExt cx="659057" cy="216024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99D466A-FECD-844B-4BB7-F4591503F465}"/>
                </a:ext>
              </a:extLst>
            </p:cNvPr>
            <p:cNvSpPr/>
            <p:nvPr/>
          </p:nvSpPr>
          <p:spPr>
            <a:xfrm>
              <a:off x="6448394" y="5266034"/>
              <a:ext cx="659057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선택</a:t>
              </a:r>
            </a:p>
          </p:txBody>
        </p:sp>
        <p:sp>
          <p:nvSpPr>
            <p:cNvPr id="22" name="Chevron Left">
              <a:extLst>
                <a:ext uri="{FF2B5EF4-FFF2-40B4-BE49-F238E27FC236}">
                  <a16:creationId xmlns:a16="http://schemas.microsoft.com/office/drawing/2014/main" id="{1FD243AA-0CEC-88EA-5812-951378DD18D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CFCA6F0-DEED-504C-CA51-77EE98D0FD7A}"/>
              </a:ext>
            </a:extLst>
          </p:cNvPr>
          <p:cNvGrpSpPr/>
          <p:nvPr/>
        </p:nvGrpSpPr>
        <p:grpSpPr>
          <a:xfrm>
            <a:off x="6962574" y="3759869"/>
            <a:ext cx="659057" cy="216024"/>
            <a:chOff x="6448394" y="5266034"/>
            <a:chExt cx="659057" cy="21602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BADB03E-79A4-EF64-66F6-48B751A6A842}"/>
                </a:ext>
              </a:extLst>
            </p:cNvPr>
            <p:cNvSpPr/>
            <p:nvPr/>
          </p:nvSpPr>
          <p:spPr>
            <a:xfrm>
              <a:off x="6448394" y="5266034"/>
              <a:ext cx="659057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Select</a:t>
              </a:r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" name="Chevron Left">
              <a:extLst>
                <a:ext uri="{FF2B5EF4-FFF2-40B4-BE49-F238E27FC236}">
                  <a16:creationId xmlns:a16="http://schemas.microsoft.com/office/drawing/2014/main" id="{229C25FA-3E44-70BE-F222-E7F385F48AE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6" name="Teardrop 1">
            <a:extLst>
              <a:ext uri="{FF2B5EF4-FFF2-40B4-BE49-F238E27FC236}">
                <a16:creationId xmlns:a16="http://schemas.microsoft.com/office/drawing/2014/main" id="{A51D7255-043D-94FB-1BED-1DCB0F548D7E}"/>
              </a:ext>
            </a:extLst>
          </p:cNvPr>
          <p:cNvSpPr/>
          <p:nvPr/>
        </p:nvSpPr>
        <p:spPr>
          <a:xfrm rot="16200000" flipH="1" flipV="1">
            <a:off x="1363837" y="116338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ardrop 1">
            <a:extLst>
              <a:ext uri="{FF2B5EF4-FFF2-40B4-BE49-F238E27FC236}">
                <a16:creationId xmlns:a16="http://schemas.microsoft.com/office/drawing/2014/main" id="{FA1B4561-0253-1563-34EF-7B4C1B5C8B1B}"/>
              </a:ext>
            </a:extLst>
          </p:cNvPr>
          <p:cNvSpPr/>
          <p:nvPr/>
        </p:nvSpPr>
        <p:spPr>
          <a:xfrm rot="16200000" flipH="1" flipV="1">
            <a:off x="1365459" y="305829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ardrop 1">
            <a:extLst>
              <a:ext uri="{FF2B5EF4-FFF2-40B4-BE49-F238E27FC236}">
                <a16:creationId xmlns:a16="http://schemas.microsoft.com/office/drawing/2014/main" id="{31E8B6C3-3B94-B885-2733-4BB7C6C2B59C}"/>
              </a:ext>
            </a:extLst>
          </p:cNvPr>
          <p:cNvSpPr/>
          <p:nvPr/>
        </p:nvSpPr>
        <p:spPr>
          <a:xfrm rot="16200000" flipH="1" flipV="1">
            <a:off x="2813869" y="185128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ardrop 1">
            <a:extLst>
              <a:ext uri="{FF2B5EF4-FFF2-40B4-BE49-F238E27FC236}">
                <a16:creationId xmlns:a16="http://schemas.microsoft.com/office/drawing/2014/main" id="{CD34A52F-715F-D3B0-99D5-4B32244E6B9D}"/>
              </a:ext>
            </a:extLst>
          </p:cNvPr>
          <p:cNvSpPr/>
          <p:nvPr/>
        </p:nvSpPr>
        <p:spPr>
          <a:xfrm rot="16200000" flipH="1" flipV="1">
            <a:off x="6883374" y="368740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109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2409C-9937-3545-89EF-3FE59E07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AA9C9E4-FCE3-A0F9-60DF-0C05A804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340E1BD1-779A-2E06-5A93-D929A3A6E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취소 수수료 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6FBB067-699D-1964-1D10-86D7A86C4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A97BD2DB-1822-E63C-0470-D8B43287C5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D4A08E-9B73-6067-0115-EF6D41DF30D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67F509-CBE4-1CA3-2D50-F8061ADC6F5D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4DD7BF0-44DF-4764-7EA5-D05060DFC2FE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75D1C12-5185-3131-E8D6-33572B816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777853"/>
              </p:ext>
            </p:extLst>
          </p:nvPr>
        </p:nvGraphicFramePr>
        <p:xfrm>
          <a:off x="9406740" y="440717"/>
          <a:ext cx="2785260" cy="346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취소 수수료 기준 일자 선택 </a:t>
                      </a:r>
                      <a:r>
                        <a:rPr lang="ko-KR" altLang="en-US" sz="800" b="1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박스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일자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노쇼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박스가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이 거나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노쇼인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경우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"N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입력 필드 비활성화 처리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정율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(%)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정액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(KRW)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정액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(USD)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row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추가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row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삭제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D5AF135-F407-1263-F45C-7A7F33B2EA2C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46AB80C-2EA8-F9A5-141A-98AE4FF0DEB6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4FF3B79-D4C0-3CDA-5352-D73483C6748F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B32D776-A893-40CD-E283-7AB5F3224811}"/>
              </a:ext>
            </a:extLst>
          </p:cNvPr>
          <p:cNvSpPr/>
          <p:nvPr/>
        </p:nvSpPr>
        <p:spPr>
          <a:xfrm>
            <a:off x="4943872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169EA30-25C1-FCD6-8A34-606F2BE57444}"/>
              </a:ext>
            </a:extLst>
          </p:cNvPr>
          <p:cNvSpPr/>
          <p:nvPr/>
        </p:nvSpPr>
        <p:spPr>
          <a:xfrm>
            <a:off x="561501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5F71103-DA3E-BC9C-9493-54B2F2A66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147926"/>
              </p:ext>
            </p:extLst>
          </p:nvPr>
        </p:nvGraphicFramePr>
        <p:xfrm>
          <a:off x="1512625" y="1239803"/>
          <a:ext cx="7746199" cy="67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134240946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175385041"/>
                    </a:ext>
                  </a:extLst>
                </a:gridCol>
              </a:tblGrid>
              <a:tr h="6770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취소 수수료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24504"/>
                  </a:ext>
                </a:extLst>
              </a:tr>
            </a:tbl>
          </a:graphicData>
        </a:graphic>
      </p:graphicFrame>
      <p:sp>
        <p:nvSpPr>
          <p:cNvPr id="7" name="Text Box">
            <a:extLst>
              <a:ext uri="{FF2B5EF4-FFF2-40B4-BE49-F238E27FC236}">
                <a16:creationId xmlns:a16="http://schemas.microsoft.com/office/drawing/2014/main" id="{BCFBBC72-F10C-82EA-2E56-32563CE4BAAE}"/>
              </a:ext>
            </a:extLst>
          </p:cNvPr>
          <p:cNvSpPr/>
          <p:nvPr/>
        </p:nvSpPr>
        <p:spPr>
          <a:xfrm>
            <a:off x="5078695" y="1301135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318B2125-BA0A-369E-DC8B-4F688C018FF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263842" y="1301135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24" name="Text Box">
              <a:extLst>
                <a:ext uri="{FF2B5EF4-FFF2-40B4-BE49-F238E27FC236}">
                  <a16:creationId xmlns:a16="http://schemas.microsoft.com/office/drawing/2014/main" id="{4564F00F-7D1D-0BAB-40CB-93B77724B68B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</a:rPr>
                <a:t>선택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D1580C8-F266-91C0-9204-98D0EFDACC30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B458144-E28B-76A9-FBB3-74403149F6CC}"/>
              </a:ext>
            </a:extLst>
          </p:cNvPr>
          <p:cNvSpPr txBox="1"/>
          <p:nvPr/>
        </p:nvSpPr>
        <p:spPr>
          <a:xfrm>
            <a:off x="4398838" y="1303972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70BDAE9B-31D3-41EA-D09D-2550CE4430A0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816668" y="1308829"/>
            <a:ext cx="628341" cy="210314"/>
            <a:chOff x="424341" y="1281547"/>
            <a:chExt cx="1539495" cy="210314"/>
          </a:xfrm>
          <a:solidFill>
            <a:srgbClr val="FFFFFF"/>
          </a:solidFill>
        </p:grpSpPr>
        <p:sp>
          <p:nvSpPr>
            <p:cNvPr id="22" name="Text Box">
              <a:extLst>
                <a:ext uri="{FF2B5EF4-FFF2-40B4-BE49-F238E27FC236}">
                  <a16:creationId xmlns:a16="http://schemas.microsoft.com/office/drawing/2014/main" id="{6AC1F19D-1D6C-47A7-219F-A747BC974634}"/>
                </a:ext>
              </a:extLst>
            </p:cNvPr>
            <p:cNvSpPr/>
            <p:nvPr/>
          </p:nvSpPr>
          <p:spPr>
            <a:xfrm>
              <a:off x="424341" y="1281547"/>
              <a:ext cx="1539495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48C825B-9E98-D870-FA85-7A883EA086F0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01A3DCAE-FAB7-1D65-D756-5B94AB504DC4}"/>
              </a:ext>
            </a:extLst>
          </p:cNvPr>
          <p:cNvSpPr txBox="1"/>
          <p:nvPr/>
        </p:nvSpPr>
        <p:spPr>
          <a:xfrm>
            <a:off x="2589750" y="1301348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27" name="Text Box">
            <a:extLst>
              <a:ext uri="{FF2B5EF4-FFF2-40B4-BE49-F238E27FC236}">
                <a16:creationId xmlns:a16="http://schemas.microsoft.com/office/drawing/2014/main" id="{4FCAA9C1-0CDD-7A8C-BD79-4642D2CB580F}"/>
              </a:ext>
            </a:extLst>
          </p:cNvPr>
          <p:cNvSpPr/>
          <p:nvPr/>
        </p:nvSpPr>
        <p:spPr>
          <a:xfrm>
            <a:off x="5078695" y="1602931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3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52887605-FEA7-D1D6-A9C8-B253FD0CD75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816668" y="1610625"/>
            <a:ext cx="628341" cy="210314"/>
            <a:chOff x="424341" y="1281547"/>
            <a:chExt cx="1539495" cy="210314"/>
          </a:xfrm>
          <a:solidFill>
            <a:srgbClr val="FFFFFF"/>
          </a:solidFill>
        </p:grpSpPr>
        <p:sp>
          <p:nvSpPr>
            <p:cNvPr id="34" name="Text Box">
              <a:extLst>
                <a:ext uri="{FF2B5EF4-FFF2-40B4-BE49-F238E27FC236}">
                  <a16:creationId xmlns:a16="http://schemas.microsoft.com/office/drawing/2014/main" id="{85DDB34B-EC2F-C377-1AE6-294F0263FE10}"/>
                </a:ext>
              </a:extLst>
            </p:cNvPr>
            <p:cNvSpPr/>
            <p:nvPr/>
          </p:nvSpPr>
          <p:spPr>
            <a:xfrm>
              <a:off x="424341" y="1281547"/>
              <a:ext cx="1539495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4C08A76-68C6-49E5-8BB4-92E0D949E2E0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4C68F7B-6730-8BA7-91BA-BCA9ADEFCD68}"/>
              </a:ext>
            </a:extLst>
          </p:cNvPr>
          <p:cNvSpPr txBox="1"/>
          <p:nvPr/>
        </p:nvSpPr>
        <p:spPr>
          <a:xfrm>
            <a:off x="2589750" y="1603144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80E82E9-24E3-61D2-00BC-E82F5392BA78}"/>
              </a:ext>
            </a:extLst>
          </p:cNvPr>
          <p:cNvSpPr/>
          <p:nvPr/>
        </p:nvSpPr>
        <p:spPr>
          <a:xfrm>
            <a:off x="6516044" y="161647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FC2A13-C6BB-B18B-16A1-693C6D798BA5}"/>
              </a:ext>
            </a:extLst>
          </p:cNvPr>
          <p:cNvSpPr txBox="1"/>
          <p:nvPr/>
        </p:nvSpPr>
        <p:spPr>
          <a:xfrm>
            <a:off x="5952848" y="1055049"/>
            <a:ext cx="12362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디폴트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정율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(%)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,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 정액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원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D598247-3EB4-BE9B-35EE-D3522E952D63}"/>
              </a:ext>
            </a:extLst>
          </p:cNvPr>
          <p:cNvSpPr/>
          <p:nvPr/>
        </p:nvSpPr>
        <p:spPr>
          <a:xfrm>
            <a:off x="6516044" y="1311672"/>
            <a:ext cx="537082" cy="191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5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2F1B1E6F-9DE0-2D93-FF69-6DD3E2524A9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263842" y="16070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55" name="Text Box">
              <a:extLst>
                <a:ext uri="{FF2B5EF4-FFF2-40B4-BE49-F238E27FC236}">
                  <a16:creationId xmlns:a16="http://schemas.microsoft.com/office/drawing/2014/main" id="{72046D6B-B7E4-7BA3-6BBC-D47E74FBD5D7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</a:rPr>
                <a:t>선택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BE20E22-E4FA-5C9C-0081-238914416B34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7" name="Text Box">
            <a:extLst>
              <a:ext uri="{FF2B5EF4-FFF2-40B4-BE49-F238E27FC236}">
                <a16:creationId xmlns:a16="http://schemas.microsoft.com/office/drawing/2014/main" id="{3703B665-C4C0-892E-CDE1-0A1EC4B178EC}"/>
              </a:ext>
            </a:extLst>
          </p:cNvPr>
          <p:cNvSpPr/>
          <p:nvPr/>
        </p:nvSpPr>
        <p:spPr>
          <a:xfrm>
            <a:off x="3803404" y="1301135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1268B424-D27C-1511-697B-EAABE8C96AE1}"/>
              </a:ext>
            </a:extLst>
          </p:cNvPr>
          <p:cNvSpPr/>
          <p:nvPr/>
        </p:nvSpPr>
        <p:spPr>
          <a:xfrm>
            <a:off x="3803404" y="1602931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58E1DF-A9D9-72FF-F31D-338920212891}"/>
              </a:ext>
            </a:extLst>
          </p:cNvPr>
          <p:cNvSpPr txBox="1"/>
          <p:nvPr/>
        </p:nvSpPr>
        <p:spPr>
          <a:xfrm>
            <a:off x="4398838" y="16098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05258E-FB73-370F-2C2E-80422CB0F3CB}"/>
              </a:ext>
            </a:extLst>
          </p:cNvPr>
          <p:cNvSpPr txBox="1"/>
          <p:nvPr/>
        </p:nvSpPr>
        <p:spPr>
          <a:xfrm>
            <a:off x="3944981" y="1795442"/>
            <a:ext cx="8980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숫자만 입력 허용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61" name="Cutout">
            <a:extLst>
              <a:ext uri="{FF2B5EF4-FFF2-40B4-BE49-F238E27FC236}">
                <a16:creationId xmlns:a16="http://schemas.microsoft.com/office/drawing/2014/main" id="{89A3B177-40D7-ED09-754F-73749ED2A984}"/>
              </a:ext>
            </a:extLst>
          </p:cNvPr>
          <p:cNvGrpSpPr/>
          <p:nvPr/>
        </p:nvGrpSpPr>
        <p:grpSpPr>
          <a:xfrm rot="16200000">
            <a:off x="5285313" y="-1776006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2" name="Fill">
              <a:extLst>
                <a:ext uri="{FF2B5EF4-FFF2-40B4-BE49-F238E27FC236}">
                  <a16:creationId xmlns:a16="http://schemas.microsoft.com/office/drawing/2014/main" id="{6A05A5C4-2445-0B45-A706-80731B399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Border">
              <a:extLst>
                <a:ext uri="{FF2B5EF4-FFF2-40B4-BE49-F238E27FC236}">
                  <a16:creationId xmlns:a16="http://schemas.microsoft.com/office/drawing/2014/main" id="{98B70718-2B9F-C237-2A4C-AC1FF0DCBF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2F22E657-F3BB-BD9C-7736-30A18CC31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818002"/>
              </p:ext>
            </p:extLst>
          </p:nvPr>
        </p:nvGraphicFramePr>
        <p:xfrm>
          <a:off x="1512625" y="2501382"/>
          <a:ext cx="7746199" cy="1763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134240946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175385041"/>
                    </a:ext>
                  </a:extLst>
                </a:gridCol>
              </a:tblGrid>
              <a:tr h="1763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취소 수수료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24504"/>
                  </a:ext>
                </a:extLst>
              </a:tr>
            </a:tbl>
          </a:graphicData>
        </a:graphic>
      </p:graphicFrame>
      <p:sp>
        <p:nvSpPr>
          <p:cNvPr id="67" name="Text Box">
            <a:extLst>
              <a:ext uri="{FF2B5EF4-FFF2-40B4-BE49-F238E27FC236}">
                <a16:creationId xmlns:a16="http://schemas.microsoft.com/office/drawing/2014/main" id="{FC85E608-8EA8-C233-2460-6A058DF44DBC}"/>
              </a:ext>
            </a:extLst>
          </p:cNvPr>
          <p:cNvSpPr/>
          <p:nvPr/>
        </p:nvSpPr>
        <p:spPr>
          <a:xfrm>
            <a:off x="5137982" y="256271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100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6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22AACB29-26C3-8F18-3C59-907A11796DCB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63842" y="2562714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69" name="Text Box">
              <a:extLst>
                <a:ext uri="{FF2B5EF4-FFF2-40B4-BE49-F238E27FC236}">
                  <a16:creationId xmlns:a16="http://schemas.microsoft.com/office/drawing/2014/main" id="{184E9165-597E-9AE7-411E-8449965C25EE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360FC80-0AE1-625A-09FE-9B9FDC010A6A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E02250A7-E5B2-5548-0E2A-F7E30A7470EE}"/>
              </a:ext>
            </a:extLst>
          </p:cNvPr>
          <p:cNvSpPr txBox="1"/>
          <p:nvPr/>
        </p:nvSpPr>
        <p:spPr>
          <a:xfrm>
            <a:off x="4398838" y="2565551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7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67CEDC3-BC25-51D6-C7B4-EB517EF400AA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868423" y="2570408"/>
            <a:ext cx="720293" cy="210314"/>
            <a:chOff x="199050" y="1281547"/>
            <a:chExt cx="1764786" cy="210314"/>
          </a:xfrm>
          <a:solidFill>
            <a:srgbClr val="FFFFFF"/>
          </a:solidFill>
        </p:grpSpPr>
        <p:sp>
          <p:nvSpPr>
            <p:cNvPr id="73" name="Text Box">
              <a:extLst>
                <a:ext uri="{FF2B5EF4-FFF2-40B4-BE49-F238E27FC236}">
                  <a16:creationId xmlns:a16="http://schemas.microsoft.com/office/drawing/2014/main" id="{97082886-2ECD-CE65-DFB0-7DBA3FF95269}"/>
                </a:ext>
              </a:extLst>
            </p:cNvPr>
            <p:cNvSpPr/>
            <p:nvPr/>
          </p:nvSpPr>
          <p:spPr>
            <a:xfrm>
              <a:off x="199050" y="1281547"/>
              <a:ext cx="1764786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58789D9-C3CE-8C5A-0D46-5EA3749E08D2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3405AE2E-7390-0148-BCCE-5A1489B6B7E4}"/>
              </a:ext>
            </a:extLst>
          </p:cNvPr>
          <p:cNvSpPr txBox="1"/>
          <p:nvPr/>
        </p:nvSpPr>
        <p:spPr>
          <a:xfrm>
            <a:off x="2589750" y="2562927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26C62CE-3EF1-4A68-954E-01516ABEBD52}"/>
              </a:ext>
            </a:extLst>
          </p:cNvPr>
          <p:cNvSpPr txBox="1"/>
          <p:nvPr/>
        </p:nvSpPr>
        <p:spPr>
          <a:xfrm>
            <a:off x="4802610" y="2086461"/>
            <a:ext cx="1217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</a:t>
            </a:r>
            <a:endParaRPr lang="en-US" altLang="ko-KR" sz="70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AB9989B-4367-4059-0BB6-7E1EA86AD87F}"/>
              </a:ext>
            </a:extLst>
          </p:cNvPr>
          <p:cNvSpPr/>
          <p:nvPr/>
        </p:nvSpPr>
        <p:spPr>
          <a:xfrm>
            <a:off x="6639038" y="2573251"/>
            <a:ext cx="537082" cy="191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91" name="Text Box">
            <a:extLst>
              <a:ext uri="{FF2B5EF4-FFF2-40B4-BE49-F238E27FC236}">
                <a16:creationId xmlns:a16="http://schemas.microsoft.com/office/drawing/2014/main" id="{BBE60401-A767-5690-F84B-745F9856C511}"/>
              </a:ext>
            </a:extLst>
          </p:cNvPr>
          <p:cNvSpPr/>
          <p:nvPr/>
        </p:nvSpPr>
        <p:spPr>
          <a:xfrm>
            <a:off x="3803404" y="256271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95" name="Text Box">
            <a:extLst>
              <a:ext uri="{FF2B5EF4-FFF2-40B4-BE49-F238E27FC236}">
                <a16:creationId xmlns:a16="http://schemas.microsoft.com/office/drawing/2014/main" id="{898FD400-B163-3CC2-ABB4-BD42D096440D}"/>
              </a:ext>
            </a:extLst>
          </p:cNvPr>
          <p:cNvSpPr/>
          <p:nvPr/>
        </p:nvSpPr>
        <p:spPr>
          <a:xfrm>
            <a:off x="5137982" y="285825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040C28"/>
                </a:solidFill>
                <a:latin typeface="Arial" panose="020B0604020202020204" pitchFamily="34" charset="0"/>
              </a:rPr>
              <a:t>0</a:t>
            </a:r>
          </a:p>
        </p:txBody>
      </p:sp>
      <p:grpSp>
        <p:nvGrpSpPr>
          <p:cNvPr id="9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816A64C1-012A-17D7-1914-B00A8506C6F5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3263842" y="2858254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97" name="Text Box">
              <a:extLst>
                <a:ext uri="{FF2B5EF4-FFF2-40B4-BE49-F238E27FC236}">
                  <a16:creationId xmlns:a16="http://schemas.microsoft.com/office/drawing/2014/main" id="{9F6B1548-678B-B3FB-59CF-4B22E5917C21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784941B-00B9-74EF-4F69-25630304F2EA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26DB5862-1FF0-6C6E-42B9-B8E77B077F83}"/>
              </a:ext>
            </a:extLst>
          </p:cNvPr>
          <p:cNvSpPr txBox="1"/>
          <p:nvPr/>
        </p:nvSpPr>
        <p:spPr>
          <a:xfrm>
            <a:off x="4398838" y="2861091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0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A54D1BEF-77B7-CF89-BD50-F7F6433F2A38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868423" y="2865948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02" name="Text Box">
              <a:extLst>
                <a:ext uri="{FF2B5EF4-FFF2-40B4-BE49-F238E27FC236}">
                  <a16:creationId xmlns:a16="http://schemas.microsoft.com/office/drawing/2014/main" id="{6B6EB878-228C-BA06-F04F-E6ED88202562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0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BAF5076-FA3E-5406-BA4D-AC368EB3ABE6}"/>
                </a:ext>
              </a:extLst>
            </p:cNvPr>
            <p:cNvSpPr>
              <a:spLocks noChangeAspect="1"/>
            </p:cNvSpPr>
            <p:nvPr>
              <p:custDataLst>
                <p:tags r:id="rId25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697B3C8C-6DFE-5DE8-5348-A5667B490357}"/>
              </a:ext>
            </a:extLst>
          </p:cNvPr>
          <p:cNvSpPr txBox="1"/>
          <p:nvPr/>
        </p:nvSpPr>
        <p:spPr>
          <a:xfrm>
            <a:off x="2589750" y="2858467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07" name="Text Box">
            <a:extLst>
              <a:ext uri="{FF2B5EF4-FFF2-40B4-BE49-F238E27FC236}">
                <a16:creationId xmlns:a16="http://schemas.microsoft.com/office/drawing/2014/main" id="{8AFA173E-6E10-29F2-2EC8-57D9A1528B24}"/>
              </a:ext>
            </a:extLst>
          </p:cNvPr>
          <p:cNvSpPr/>
          <p:nvPr/>
        </p:nvSpPr>
        <p:spPr>
          <a:xfrm>
            <a:off x="3803404" y="285825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30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5C2842E-1ABE-85E3-F19D-16278436B6E7}"/>
              </a:ext>
            </a:extLst>
          </p:cNvPr>
          <p:cNvSpPr/>
          <p:nvPr/>
        </p:nvSpPr>
        <p:spPr>
          <a:xfrm>
            <a:off x="6639038" y="2874538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52" name="Text Box">
            <a:extLst>
              <a:ext uri="{FF2B5EF4-FFF2-40B4-BE49-F238E27FC236}">
                <a16:creationId xmlns:a16="http://schemas.microsoft.com/office/drawing/2014/main" id="{7C42BE89-6511-AB7B-7EEA-055AF314D9A2}"/>
              </a:ext>
            </a:extLst>
          </p:cNvPr>
          <p:cNvSpPr/>
          <p:nvPr/>
        </p:nvSpPr>
        <p:spPr>
          <a:xfrm>
            <a:off x="5137982" y="3143223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2,000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5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87F8E4DF-45C5-E639-8BD0-062AE2E70775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3263842" y="3143223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54" name="Text Box">
              <a:extLst>
                <a:ext uri="{FF2B5EF4-FFF2-40B4-BE49-F238E27FC236}">
                  <a16:creationId xmlns:a16="http://schemas.microsoft.com/office/drawing/2014/main" id="{2F83368F-100B-F2CF-A388-05BFB64AF787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1E1A0F6-4D54-0C3A-11F6-3C5C01D9262B}"/>
                </a:ext>
              </a:extLst>
            </p:cNvPr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D2C32C85-702E-BC0F-CB79-6CB34AF79EC1}"/>
              </a:ext>
            </a:extLst>
          </p:cNvPr>
          <p:cNvSpPr txBox="1"/>
          <p:nvPr/>
        </p:nvSpPr>
        <p:spPr>
          <a:xfrm>
            <a:off x="4398838" y="3146060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5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D5120067-C7B8-6AF3-0604-93CCE7C6D019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5868423" y="3150917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58" name="Text Box">
              <a:extLst>
                <a:ext uri="{FF2B5EF4-FFF2-40B4-BE49-F238E27FC236}">
                  <a16:creationId xmlns:a16="http://schemas.microsoft.com/office/drawing/2014/main" id="{E66B208D-F28B-3740-6444-EC29D6E50E0A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정액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 (KRW)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9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813DCC0-EDC9-8416-FEBC-0B1215632F04}"/>
                </a:ext>
              </a:extLst>
            </p:cNvPr>
            <p:cNvSpPr>
              <a:spLocks noChangeAspect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5A301CB2-A59B-AD57-ADF4-D1A6D8A2F103}"/>
              </a:ext>
            </a:extLst>
          </p:cNvPr>
          <p:cNvSpPr txBox="1"/>
          <p:nvPr/>
        </p:nvSpPr>
        <p:spPr>
          <a:xfrm>
            <a:off x="2589750" y="3143436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61" name="Text Box">
            <a:extLst>
              <a:ext uri="{FF2B5EF4-FFF2-40B4-BE49-F238E27FC236}">
                <a16:creationId xmlns:a16="http://schemas.microsoft.com/office/drawing/2014/main" id="{F281FBD2-41DA-0E38-1710-24F3AE969154}"/>
              </a:ext>
            </a:extLst>
          </p:cNvPr>
          <p:cNvSpPr/>
          <p:nvPr/>
        </p:nvSpPr>
        <p:spPr>
          <a:xfrm>
            <a:off x="3803404" y="3143223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3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1B1456D9-D514-D188-5692-F99CB6CD1D57}"/>
              </a:ext>
            </a:extLst>
          </p:cNvPr>
          <p:cNvSpPr/>
          <p:nvPr/>
        </p:nvSpPr>
        <p:spPr>
          <a:xfrm>
            <a:off x="6639038" y="315950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63" name="Text Box">
            <a:extLst>
              <a:ext uri="{FF2B5EF4-FFF2-40B4-BE49-F238E27FC236}">
                <a16:creationId xmlns:a16="http://schemas.microsoft.com/office/drawing/2014/main" id="{EB336748-BBD1-6F5C-B71A-C89800399869}"/>
              </a:ext>
            </a:extLst>
          </p:cNvPr>
          <p:cNvSpPr/>
          <p:nvPr/>
        </p:nvSpPr>
        <p:spPr>
          <a:xfrm>
            <a:off x="5137982" y="34242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040C28"/>
                </a:solidFill>
                <a:latin typeface="Arial" panose="020B0604020202020204" pitchFamily="34" charset="0"/>
              </a:rPr>
              <a:t>300</a:t>
            </a:r>
          </a:p>
        </p:txBody>
      </p:sp>
      <p:grpSp>
        <p:nvGrpSpPr>
          <p:cNvPr id="16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D2BC39A9-E296-13FF-5D29-B28ED5466B99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3263842" y="34242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65" name="Text Box">
              <a:extLst>
                <a:ext uri="{FF2B5EF4-FFF2-40B4-BE49-F238E27FC236}">
                  <a16:creationId xmlns:a16="http://schemas.microsoft.com/office/drawing/2014/main" id="{B8D657A1-16CA-5327-D213-08A469CAB35E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F943A31-9149-ECCE-D915-DEEBDFB909CE}"/>
                </a:ext>
              </a:extLst>
            </p:cNvPr>
            <p:cNvSpPr>
              <a:spLocks noChangeAspect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BF247C0A-A35F-05B7-745F-FC0A84E78D78}"/>
              </a:ext>
            </a:extLst>
          </p:cNvPr>
          <p:cNvSpPr txBox="1"/>
          <p:nvPr/>
        </p:nvSpPr>
        <p:spPr>
          <a:xfrm>
            <a:off x="4398838" y="34270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6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533B9A4B-DCA4-6F38-8D76-A76FC963930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5868423" y="343190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69" name="Text Box">
              <a:extLst>
                <a:ext uri="{FF2B5EF4-FFF2-40B4-BE49-F238E27FC236}">
                  <a16:creationId xmlns:a16="http://schemas.microsoft.com/office/drawing/2014/main" id="{7F90F201-DC90-9D11-191E-69E0A28AFB98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정액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 (USD)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B54EFBC-1C66-B354-7D4C-E33AB20F4892}"/>
                </a:ext>
              </a:extLst>
            </p:cNvPr>
            <p:cNvSpPr>
              <a:spLocks noChangeAspect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82A15E1B-481E-372F-5A5F-A1BDCA53504D}"/>
              </a:ext>
            </a:extLst>
          </p:cNvPr>
          <p:cNvSpPr txBox="1"/>
          <p:nvPr/>
        </p:nvSpPr>
        <p:spPr>
          <a:xfrm>
            <a:off x="2589750" y="3424421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72" name="Text Box">
            <a:extLst>
              <a:ext uri="{FF2B5EF4-FFF2-40B4-BE49-F238E27FC236}">
                <a16:creationId xmlns:a16="http://schemas.microsoft.com/office/drawing/2014/main" id="{A5162BFD-BDE3-F191-B262-4AA5BC7898F0}"/>
              </a:ext>
            </a:extLst>
          </p:cNvPr>
          <p:cNvSpPr/>
          <p:nvPr/>
        </p:nvSpPr>
        <p:spPr>
          <a:xfrm>
            <a:off x="3803404" y="34242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7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EDBD2F41-8B07-5589-77F2-8A3B6DCE9D7A}"/>
              </a:ext>
            </a:extLst>
          </p:cNvPr>
          <p:cNvSpPr/>
          <p:nvPr/>
        </p:nvSpPr>
        <p:spPr>
          <a:xfrm>
            <a:off x="6639038" y="344049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1EF9252-B464-FBA3-FD37-126E85B5C0F6}"/>
              </a:ext>
            </a:extLst>
          </p:cNvPr>
          <p:cNvSpPr txBox="1"/>
          <p:nvPr/>
        </p:nvSpPr>
        <p:spPr>
          <a:xfrm>
            <a:off x="7141239" y="2570405"/>
            <a:ext cx="180049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100%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불가라는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CC1270A-B072-A006-1FD3-59FC444D3B6D}"/>
              </a:ext>
            </a:extLst>
          </p:cNvPr>
          <p:cNvSpPr txBox="1"/>
          <p:nvPr/>
        </p:nvSpPr>
        <p:spPr>
          <a:xfrm>
            <a:off x="7141239" y="2881536"/>
            <a:ext cx="194476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수수료가 없다는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30D7C94-0E73-085F-DA43-ACCE10A156BF}"/>
              </a:ext>
            </a:extLst>
          </p:cNvPr>
          <p:cNvSpPr txBox="1"/>
          <p:nvPr/>
        </p:nvSpPr>
        <p:spPr>
          <a:xfrm>
            <a:off x="7124852" y="3157062"/>
            <a:ext cx="124104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정액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(KRW)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CF68A9D-7CBC-BEE7-CF2A-6113CC6A0E43}"/>
              </a:ext>
            </a:extLst>
          </p:cNvPr>
          <p:cNvSpPr txBox="1"/>
          <p:nvPr/>
        </p:nvSpPr>
        <p:spPr>
          <a:xfrm>
            <a:off x="7124852" y="3442197"/>
            <a:ext cx="121860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정액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600" i="1" dirty="0">
                <a:solidFill>
                  <a:srgbClr val="C00000"/>
                </a:solidFill>
                <a:latin typeface="+mn-ea"/>
                <a:ea typeface="+mn-ea"/>
              </a:rPr>
              <a:t>USD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179" name="Text Box">
            <a:extLst>
              <a:ext uri="{FF2B5EF4-FFF2-40B4-BE49-F238E27FC236}">
                <a16:creationId xmlns:a16="http://schemas.microsoft.com/office/drawing/2014/main" id="{FDBBCCAF-DE5F-3B11-29F9-90098386D7D4}"/>
              </a:ext>
            </a:extLst>
          </p:cNvPr>
          <p:cNvSpPr/>
          <p:nvPr/>
        </p:nvSpPr>
        <p:spPr>
          <a:xfrm>
            <a:off x="4712601" y="3974580"/>
            <a:ext cx="438366" cy="210314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rgbClr val="040C28"/>
                </a:solidFill>
                <a:latin typeface="Arial" panose="020B0604020202020204" pitchFamily="34" charset="0"/>
              </a:rPr>
              <a:t>100</a:t>
            </a:r>
            <a:endParaRPr lang="en-US" sz="7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8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88A2C6A3-98DF-45E4-ED9F-F4E30A653444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3263842" y="3966886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81" name="Text Box">
              <a:extLst>
                <a:ext uri="{FF2B5EF4-FFF2-40B4-BE49-F238E27FC236}">
                  <a16:creationId xmlns:a16="http://schemas.microsoft.com/office/drawing/2014/main" id="{3497856B-4A44-74B7-74A7-C1C26EB28DA1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노쇼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2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F6E3982-A3B0-7C4B-6A1F-C46CC6F2D364}"/>
                </a:ext>
              </a:extLst>
            </p:cNvPr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480667F4-B442-1316-466D-C82F3C6E52B0}"/>
              </a:ext>
            </a:extLst>
          </p:cNvPr>
          <p:cNvSpPr txBox="1"/>
          <p:nvPr/>
        </p:nvSpPr>
        <p:spPr>
          <a:xfrm>
            <a:off x="4398838" y="3969723"/>
            <a:ext cx="2808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시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B05260C1-F167-5DEB-DBE9-2AAB2805B995}"/>
              </a:ext>
            </a:extLst>
          </p:cNvPr>
          <p:cNvSpPr txBox="1"/>
          <p:nvPr/>
        </p:nvSpPr>
        <p:spPr>
          <a:xfrm>
            <a:off x="2589750" y="3967099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85" name="Text Box">
            <a:extLst>
              <a:ext uri="{FF2B5EF4-FFF2-40B4-BE49-F238E27FC236}">
                <a16:creationId xmlns:a16="http://schemas.microsoft.com/office/drawing/2014/main" id="{4EE79D5E-EF86-A2BA-15F2-F46C6E01EF6F}"/>
              </a:ext>
            </a:extLst>
          </p:cNvPr>
          <p:cNvSpPr/>
          <p:nvPr/>
        </p:nvSpPr>
        <p:spPr>
          <a:xfrm>
            <a:off x="3803404" y="3966886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8263CBFE-2064-D15F-E836-D2AE7663470C}"/>
              </a:ext>
            </a:extLst>
          </p:cNvPr>
          <p:cNvSpPr/>
          <p:nvPr/>
        </p:nvSpPr>
        <p:spPr>
          <a:xfrm>
            <a:off x="5961151" y="398317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18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B8C8EA05-BF99-AA41-DB06-9DF409CFF4D1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5190536" y="3980397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88" name="Text Box">
              <a:extLst>
                <a:ext uri="{FF2B5EF4-FFF2-40B4-BE49-F238E27FC236}">
                  <a16:creationId xmlns:a16="http://schemas.microsoft.com/office/drawing/2014/main" id="{D312CC1D-F3DD-EEA7-A176-F0A40F00D2FC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89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4689083-444B-F65D-E1FF-B5C02E4806CD}"/>
                </a:ext>
              </a:extLst>
            </p:cNvPr>
            <p:cNvSpPr>
              <a:spLocks noChangeAspect="1"/>
            </p:cNvSpPr>
            <p:nvPr>
              <p:custDataLst>
                <p:tags r:id="rId19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D8406FB6-6BE1-0E69-8D52-B4231844CD7A}"/>
              </a:ext>
            </a:extLst>
          </p:cNvPr>
          <p:cNvSpPr txBox="1"/>
          <p:nvPr/>
        </p:nvSpPr>
        <p:spPr>
          <a:xfrm>
            <a:off x="6477024" y="3999643"/>
            <a:ext cx="180049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100%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불가라는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1" name="Text Box">
            <a:extLst>
              <a:ext uri="{FF2B5EF4-FFF2-40B4-BE49-F238E27FC236}">
                <a16:creationId xmlns:a16="http://schemas.microsoft.com/office/drawing/2014/main" id="{CE443C36-142E-6098-E910-AB3DFEAE5196}"/>
              </a:ext>
            </a:extLst>
          </p:cNvPr>
          <p:cNvSpPr/>
          <p:nvPr/>
        </p:nvSpPr>
        <p:spPr>
          <a:xfrm>
            <a:off x="5137982" y="36870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5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9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2CEC216-AD8A-AFB7-7FBB-20F3A8355173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3263842" y="36870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93" name="Text Box">
              <a:extLst>
                <a:ext uri="{FF2B5EF4-FFF2-40B4-BE49-F238E27FC236}">
                  <a16:creationId xmlns:a16="http://schemas.microsoft.com/office/drawing/2014/main" id="{C0A266B8-EC4E-EF5C-F0B0-02274BF93429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D792F19-90B0-A807-82B1-AF3969347E2F}"/>
                </a:ext>
              </a:extLst>
            </p:cNvPr>
            <p:cNvSpPr>
              <a:spLocks noChangeAspect="1"/>
            </p:cNvSpPr>
            <p:nvPr>
              <p:custDataLst>
                <p:tags r:id="rId18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09C337CB-6A4B-F215-5B9A-883EDBA88009}"/>
              </a:ext>
            </a:extLst>
          </p:cNvPr>
          <p:cNvSpPr txBox="1"/>
          <p:nvPr/>
        </p:nvSpPr>
        <p:spPr>
          <a:xfrm>
            <a:off x="4398838" y="36898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9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07CF30C2-BE22-8BF1-97BD-F8AA85A9DC50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5868423" y="369470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97" name="Text Box">
              <a:extLst>
                <a:ext uri="{FF2B5EF4-FFF2-40B4-BE49-F238E27FC236}">
                  <a16:creationId xmlns:a16="http://schemas.microsoft.com/office/drawing/2014/main" id="{F99EFDA7-E340-CFC0-589E-B7A6E5422CB5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9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4C67512-DED9-4902-462C-7311C31DEEA1}"/>
                </a:ext>
              </a:extLst>
            </p:cNvPr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3B578C82-8ED1-41FF-7262-A9C30976334C}"/>
              </a:ext>
            </a:extLst>
          </p:cNvPr>
          <p:cNvSpPr txBox="1"/>
          <p:nvPr/>
        </p:nvSpPr>
        <p:spPr>
          <a:xfrm>
            <a:off x="2589750" y="3687221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200" name="Text Box">
            <a:extLst>
              <a:ext uri="{FF2B5EF4-FFF2-40B4-BE49-F238E27FC236}">
                <a16:creationId xmlns:a16="http://schemas.microsoft.com/office/drawing/2014/main" id="{8982C0FB-20B0-33F6-AE98-9C0B630D2EB8}"/>
              </a:ext>
            </a:extLst>
          </p:cNvPr>
          <p:cNvSpPr/>
          <p:nvPr/>
        </p:nvSpPr>
        <p:spPr>
          <a:xfrm>
            <a:off x="3803404" y="36870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C11CFFE2-4255-848A-F03D-ADBA653424D1}"/>
              </a:ext>
            </a:extLst>
          </p:cNvPr>
          <p:cNvSpPr/>
          <p:nvPr/>
        </p:nvSpPr>
        <p:spPr>
          <a:xfrm>
            <a:off x="6639038" y="370329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750180A8-BC83-C974-40CC-14C0FFAB518A}"/>
              </a:ext>
            </a:extLst>
          </p:cNvPr>
          <p:cNvSpPr txBox="1"/>
          <p:nvPr/>
        </p:nvSpPr>
        <p:spPr>
          <a:xfrm>
            <a:off x="7124852" y="3704997"/>
            <a:ext cx="114807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</a:t>
            </a:r>
            <a:r>
              <a:rPr lang="ko-KR" altLang="en-US" sz="600" b="0" i="1" dirty="0" err="1">
                <a:solidFill>
                  <a:srgbClr val="C00000"/>
                </a:solidFill>
                <a:latin typeface="+mn-ea"/>
                <a:ea typeface="+mn-ea"/>
              </a:rPr>
              <a:t>정율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600" i="1" dirty="0">
                <a:solidFill>
                  <a:srgbClr val="C00000"/>
                </a:solidFill>
                <a:latin typeface="+mn-ea"/>
                <a:ea typeface="+mn-ea"/>
              </a:rPr>
              <a:t>%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303E4D4-689D-A5CA-7DFB-4078FA007FC6}"/>
              </a:ext>
            </a:extLst>
          </p:cNvPr>
          <p:cNvSpPr txBox="1"/>
          <p:nvPr/>
        </p:nvSpPr>
        <p:spPr>
          <a:xfrm>
            <a:off x="3874935" y="1093658"/>
            <a:ext cx="15103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선택 값 선택 후 필드 입력 활성화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297B46EF-1E5F-75FD-C764-11AC88A8755F}"/>
              </a:ext>
            </a:extLst>
          </p:cNvPr>
          <p:cNvSpPr txBox="1"/>
          <p:nvPr/>
        </p:nvSpPr>
        <p:spPr>
          <a:xfrm>
            <a:off x="5160886" y="1795442"/>
            <a:ext cx="8980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숫자만 입력 허용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5ECCE276-2CF6-0343-CFDD-B09D3AE46A43}"/>
              </a:ext>
            </a:extLst>
          </p:cNvPr>
          <p:cNvSpPr txBox="1"/>
          <p:nvPr/>
        </p:nvSpPr>
        <p:spPr>
          <a:xfrm>
            <a:off x="3480367" y="4177825"/>
            <a:ext cx="14847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노쇼일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경우 화면 출력 방식 수정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7" name="Teardrop 1">
            <a:extLst>
              <a:ext uri="{FF2B5EF4-FFF2-40B4-BE49-F238E27FC236}">
                <a16:creationId xmlns:a16="http://schemas.microsoft.com/office/drawing/2014/main" id="{4C386614-3CB0-D361-0A57-A31B953651F8}"/>
              </a:ext>
            </a:extLst>
          </p:cNvPr>
          <p:cNvSpPr/>
          <p:nvPr/>
        </p:nvSpPr>
        <p:spPr>
          <a:xfrm rot="16200000" flipH="1" flipV="1">
            <a:off x="3157619" y="11905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934241B4-29E9-ACA4-AB4B-634E6C0877E0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FA3C4A03-423F-5F79-1728-8B07BBE80330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C0906324-E902-80EA-7E3F-DB236559B26E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211" name="양쪽 모서리가 둥근 사각형 210">
              <a:extLst>
                <a:ext uri="{FF2B5EF4-FFF2-40B4-BE49-F238E27FC236}">
                  <a16:creationId xmlns:a16="http://schemas.microsoft.com/office/drawing/2014/main" id="{A2ED069E-2D24-DF83-EEA0-1CFAC14421CF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212" name="양쪽 모서리가 둥근 사각형 211">
              <a:extLst>
                <a:ext uri="{FF2B5EF4-FFF2-40B4-BE49-F238E27FC236}">
                  <a16:creationId xmlns:a16="http://schemas.microsoft.com/office/drawing/2014/main" id="{F39151CF-23DF-515A-FF85-3BABE347652D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정산정보</a:t>
              </a:r>
            </a:p>
          </p:txBody>
        </p:sp>
        <p:sp>
          <p:nvSpPr>
            <p:cNvPr id="213" name="양쪽 모서리가 둥근 사각형 212">
              <a:extLst>
                <a:ext uri="{FF2B5EF4-FFF2-40B4-BE49-F238E27FC236}">
                  <a16:creationId xmlns:a16="http://schemas.microsoft.com/office/drawing/2014/main" id="{FE589DA3-F82E-757F-BE8D-4E5F3EB46080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취소 수수료 정보</a:t>
              </a:r>
            </a:p>
          </p:txBody>
        </p:sp>
      </p:grpSp>
      <p:sp>
        <p:nvSpPr>
          <p:cNvPr id="3" name="Teardrop 1">
            <a:extLst>
              <a:ext uri="{FF2B5EF4-FFF2-40B4-BE49-F238E27FC236}">
                <a16:creationId xmlns:a16="http://schemas.microsoft.com/office/drawing/2014/main" id="{0EE01776-EE8C-9CEC-BFD3-5B99F4FE5CDC}"/>
              </a:ext>
            </a:extLst>
          </p:cNvPr>
          <p:cNvSpPr/>
          <p:nvPr/>
        </p:nvSpPr>
        <p:spPr>
          <a:xfrm rot="16200000" flipH="1" flipV="1">
            <a:off x="1525589" y="125999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eardrop 1">
            <a:extLst>
              <a:ext uri="{FF2B5EF4-FFF2-40B4-BE49-F238E27FC236}">
                <a16:creationId xmlns:a16="http://schemas.microsoft.com/office/drawing/2014/main" id="{ECB3FE2E-5CAC-C892-7E3C-00D8B0A58DEC}"/>
              </a:ext>
            </a:extLst>
          </p:cNvPr>
          <p:cNvSpPr/>
          <p:nvPr/>
        </p:nvSpPr>
        <p:spPr>
          <a:xfrm rot="16200000" flipH="1" flipV="1">
            <a:off x="5779285" y="307143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6F070407-E86E-020B-DA0A-8A6C3FA2EAE6}"/>
              </a:ext>
            </a:extLst>
          </p:cNvPr>
          <p:cNvSpPr/>
          <p:nvPr/>
        </p:nvSpPr>
        <p:spPr>
          <a:xfrm rot="16200000" flipH="1" flipV="1">
            <a:off x="6575921" y="246876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1063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FAD08-76F6-2697-2D92-3C66728E7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960197B-7983-B3F4-E505-A9BEA20D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수정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A55FDDA-79EE-D942-D335-E46A2B190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기본정보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2B573BB-A6B6-6C67-C93C-B0F13C84AC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1C7665E-5C80-8723-6FD8-A439FD3415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5E1305-6C40-8817-1272-AFFF1A474AC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6969B8-6E2E-0689-77BF-2F232744773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12BC84B-9FF4-2434-6EB8-B51B1B7E8FD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35B61C3-FD04-1ACB-4536-66C5F83B3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15647"/>
              </p:ext>
            </p:extLst>
          </p:nvPr>
        </p:nvGraphicFramePr>
        <p:xfrm>
          <a:off x="9406740" y="440717"/>
          <a:ext cx="2785260" cy="4243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호텔 조회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이미지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보기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수정사항 적장 후 리스트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프로퍼티에 예약이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건 이상인 경우 삭제 불가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66763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4057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997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3439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70892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2D6C804-1BFF-A08A-2126-70C4E5D71F74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B0B5CCF8-283F-C62C-99D6-1B65245D09E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07DA85E-04D7-B87D-5B95-73E1ECF53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528177"/>
              </p:ext>
            </p:extLst>
          </p:nvPr>
        </p:nvGraphicFramePr>
        <p:xfrm>
          <a:off x="1513108" y="1196752"/>
          <a:ext cx="7746199" cy="491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10138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호텔조회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HOTLE-CODE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신라호텔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altLang="ko-KR" sz="7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대표자명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사업자 등록번호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전화번호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프로퍼티 사업자 등록증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u="sng" kern="0" spc="-30" baseline="0" dirty="0" err="1">
                          <a:solidFill>
                            <a:srgbClr val="0432FF"/>
                          </a:solidFill>
                          <a:latin typeface="+mn-ea"/>
                          <a:ea typeface="+mn-ea"/>
                        </a:rPr>
                        <a:t>image001.jpg</a:t>
                      </a:r>
                      <a:endParaRPr lang="en-US" altLang="ko-KR" sz="800" b="0" u="sng" kern="0" spc="-30" baseline="0" dirty="0">
                        <a:solidFill>
                          <a:srgbClr val="0432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사용여부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  ◎ 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로고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u="sng" kern="0" spc="-30" baseline="0" dirty="0" err="1">
                          <a:solidFill>
                            <a:srgbClr val="0432FF"/>
                          </a:solidFill>
                          <a:latin typeface="+mn-ea"/>
                          <a:ea typeface="+mn-ea"/>
                        </a:rPr>
                        <a:t>image001.jpg</a:t>
                      </a:r>
                      <a:endParaRPr lang="en-US" altLang="ko-KR" sz="800" b="0" u="sng" kern="0" spc="-30" baseline="0" dirty="0">
                        <a:solidFill>
                          <a:srgbClr val="0432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166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호텔 주소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5168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성급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5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4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3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2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76376"/>
                  </a:ext>
                </a:extLst>
              </a:tr>
              <a:tr h="1446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소개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258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7891F3-666F-6137-EAA1-2F2D4B94CA3B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013611-9F0C-DA82-0581-4DA6954A530E}"/>
              </a:ext>
            </a:extLst>
          </p:cNvPr>
          <p:cNvSpPr/>
          <p:nvPr/>
        </p:nvSpPr>
        <p:spPr>
          <a:xfrm>
            <a:off x="6978574" y="2148955"/>
            <a:ext cx="403517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D289436-4016-E4E2-85E4-4E4A19D78EAF}"/>
              </a:ext>
            </a:extLst>
          </p:cNvPr>
          <p:cNvSpPr/>
          <p:nvPr/>
        </p:nvSpPr>
        <p:spPr>
          <a:xfrm>
            <a:off x="6978574" y="2450104"/>
            <a:ext cx="403517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6BF7356-8381-F1D7-AB16-B47C6481019E}"/>
              </a:ext>
            </a:extLst>
          </p:cNvPr>
          <p:cNvSpPr/>
          <p:nvPr/>
        </p:nvSpPr>
        <p:spPr>
          <a:xfrm>
            <a:off x="2634571" y="2917601"/>
            <a:ext cx="65311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12345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D7F6200-5A96-1253-3F8A-ABB3080573C3}"/>
              </a:ext>
            </a:extLst>
          </p:cNvPr>
          <p:cNvSpPr/>
          <p:nvPr/>
        </p:nvSpPr>
        <p:spPr>
          <a:xfrm>
            <a:off x="3324147" y="292771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DB87BF-10C3-47E7-6F69-F53DC3EBCA63}"/>
              </a:ext>
            </a:extLst>
          </p:cNvPr>
          <p:cNvSpPr/>
          <p:nvPr/>
        </p:nvSpPr>
        <p:spPr>
          <a:xfrm>
            <a:off x="2634571" y="3158521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주소가 출력되는 영역입니다</a:t>
            </a:r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CCB1D8-3A92-A56D-2B43-03E1BABA3E0B}"/>
              </a:ext>
            </a:extLst>
          </p:cNvPr>
          <p:cNvSpPr/>
          <p:nvPr/>
        </p:nvSpPr>
        <p:spPr>
          <a:xfrm>
            <a:off x="2634571" y="3399440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상세 주소가 출력되는 영역입니다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6145652-7BD3-8B49-57EF-17EF8AA0FC5F}"/>
              </a:ext>
            </a:extLst>
          </p:cNvPr>
          <p:cNvSpPr/>
          <p:nvPr/>
        </p:nvSpPr>
        <p:spPr>
          <a:xfrm>
            <a:off x="6978575" y="1835311"/>
            <a:ext cx="2160758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203-81-43363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2FEAC0-0922-09DD-101A-536116D92558}"/>
              </a:ext>
            </a:extLst>
          </p:cNvPr>
          <p:cNvSpPr txBox="1"/>
          <p:nvPr/>
        </p:nvSpPr>
        <p:spPr>
          <a:xfrm>
            <a:off x="3872516" y="2909151"/>
            <a:ext cx="6303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다음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API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BD08548-2DE4-5A08-1A6C-9168220A3567}"/>
              </a:ext>
            </a:extLst>
          </p:cNvPr>
          <p:cNvSpPr/>
          <p:nvPr/>
        </p:nvSpPr>
        <p:spPr>
          <a:xfrm>
            <a:off x="2634571" y="1536579"/>
            <a:ext cx="158922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제주신라호텔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CF743A8-16FB-C95E-6035-101891EECF9E}"/>
              </a:ext>
            </a:extLst>
          </p:cNvPr>
          <p:cNvSpPr/>
          <p:nvPr/>
        </p:nvSpPr>
        <p:spPr>
          <a:xfrm>
            <a:off x="4284002" y="1554549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823DACB-15DE-EAA4-D6D5-AAB370E71A54}"/>
              </a:ext>
            </a:extLst>
          </p:cNvPr>
          <p:cNvSpPr/>
          <p:nvPr/>
        </p:nvSpPr>
        <p:spPr>
          <a:xfrm>
            <a:off x="4899789" y="1536579"/>
            <a:ext cx="158922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THE SHILLA JEJU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451A1A7-FF4C-20AF-CE54-ED8AA5C2BE1C}"/>
              </a:ext>
            </a:extLst>
          </p:cNvPr>
          <p:cNvSpPr/>
          <p:nvPr/>
        </p:nvSpPr>
        <p:spPr>
          <a:xfrm>
            <a:off x="6549220" y="1554549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EDE98DC-87F6-D45D-B6C5-F1D297232A08}"/>
              </a:ext>
            </a:extLst>
          </p:cNvPr>
          <p:cNvSpPr/>
          <p:nvPr/>
        </p:nvSpPr>
        <p:spPr>
          <a:xfrm>
            <a:off x="3762285" y="1255183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D655A3D-1BEB-F6F5-90E5-E56020CC71C7}"/>
              </a:ext>
            </a:extLst>
          </p:cNvPr>
          <p:cNvSpPr/>
          <p:nvPr/>
        </p:nvSpPr>
        <p:spPr>
          <a:xfrm>
            <a:off x="2633358" y="1833199"/>
            <a:ext cx="140364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이부진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AF2CEAA-A4F7-5D84-29AA-8CDC7DA032FB}"/>
              </a:ext>
            </a:extLst>
          </p:cNvPr>
          <p:cNvSpPr/>
          <p:nvPr/>
        </p:nvSpPr>
        <p:spPr>
          <a:xfrm>
            <a:off x="4078811" y="1833199"/>
            <a:ext cx="140364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BU JIN LEE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280DA55-D0EF-4B27-4521-A2B2D0BF37C2}"/>
              </a:ext>
            </a:extLst>
          </p:cNvPr>
          <p:cNvGrpSpPr/>
          <p:nvPr/>
        </p:nvGrpSpPr>
        <p:grpSpPr>
          <a:xfrm>
            <a:off x="2633358" y="2129819"/>
            <a:ext cx="2923665" cy="217644"/>
            <a:chOff x="2634570" y="2005049"/>
            <a:chExt cx="2923665" cy="217644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B722555-6DF9-B7C2-6104-36A2A5064827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82+</a:t>
              </a:r>
              <a:r>
                <a:rPr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(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대한민국</a:t>
              </a:r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)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3DB01C1-AEA0-CBC7-2898-44B8B2F0B1F1}"/>
                </a:ext>
              </a:extLst>
            </p:cNvPr>
            <p:cNvSpPr/>
            <p:nvPr/>
          </p:nvSpPr>
          <p:spPr>
            <a:xfrm>
              <a:off x="3539967" y="2006669"/>
              <a:ext cx="58624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064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71BEA45-4B10-C733-30D7-EE4513A37782}"/>
                </a:ext>
              </a:extLst>
            </p:cNvPr>
            <p:cNvSpPr/>
            <p:nvPr/>
          </p:nvSpPr>
          <p:spPr>
            <a:xfrm>
              <a:off x="4158122" y="2005049"/>
              <a:ext cx="68521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735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CEB3F22-C570-728F-1CAA-8B2BD8622913}"/>
                </a:ext>
              </a:extLst>
            </p:cNvPr>
            <p:cNvSpPr/>
            <p:nvPr/>
          </p:nvSpPr>
          <p:spPr>
            <a:xfrm>
              <a:off x="4873016" y="2005049"/>
              <a:ext cx="68521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5114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3" name="Chevron Left">
              <a:extLst>
                <a:ext uri="{FF2B5EF4-FFF2-40B4-BE49-F238E27FC236}">
                  <a16:creationId xmlns:a16="http://schemas.microsoft.com/office/drawing/2014/main" id="{ED9333D0-03A0-1392-EAFC-915F19CD9E3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893930BC-1BE9-DD51-40FD-3EA1E46D6BF0}"/>
              </a:ext>
            </a:extLst>
          </p:cNvPr>
          <p:cNvSpPr txBox="1"/>
          <p:nvPr/>
        </p:nvSpPr>
        <p:spPr>
          <a:xfrm>
            <a:off x="2556867" y="2704504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8A88846-0A18-551E-E4E5-AFF5CF5B4F8C}"/>
              </a:ext>
            </a:extLst>
          </p:cNvPr>
          <p:cNvSpPr txBox="1"/>
          <p:nvPr/>
        </p:nvSpPr>
        <p:spPr>
          <a:xfrm>
            <a:off x="2556867" y="361798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567C157-C75E-9D9B-E6CC-A6303A54EFA5}"/>
              </a:ext>
            </a:extLst>
          </p:cNvPr>
          <p:cNvSpPr/>
          <p:nvPr/>
        </p:nvSpPr>
        <p:spPr>
          <a:xfrm>
            <a:off x="2634572" y="3832798"/>
            <a:ext cx="83168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12345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982EA52-3752-430F-3C31-DCC76312B1A4}"/>
              </a:ext>
            </a:extLst>
          </p:cNvPr>
          <p:cNvSpPr/>
          <p:nvPr/>
        </p:nvSpPr>
        <p:spPr>
          <a:xfrm>
            <a:off x="2634571" y="4083516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영문주소가 </a:t>
            </a:r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줄로 출력되는 영역입니다</a:t>
            </a:r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D770B03B-99D2-A5C3-4227-59F228E22F6B}"/>
              </a:ext>
            </a:extLst>
          </p:cNvPr>
          <p:cNvSpPr/>
          <p:nvPr/>
        </p:nvSpPr>
        <p:spPr>
          <a:xfrm>
            <a:off x="2634571" y="4892362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소개 문구가 출력되는 영역입니다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4C03D8C6-D13F-2332-117D-C4CA2145BCF7}"/>
              </a:ext>
            </a:extLst>
          </p:cNvPr>
          <p:cNvSpPr/>
          <p:nvPr/>
        </p:nvSpPr>
        <p:spPr>
          <a:xfrm>
            <a:off x="9075427" y="4918488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3CCAA19-9EC4-09BA-CF01-24B765E135D0}"/>
              </a:ext>
            </a:extLst>
          </p:cNvPr>
          <p:cNvSpPr txBox="1"/>
          <p:nvPr/>
        </p:nvSpPr>
        <p:spPr>
          <a:xfrm>
            <a:off x="4473356" y="4920277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DE99092-0892-C23B-8FFE-83C80B702F18}"/>
              </a:ext>
            </a:extLst>
          </p:cNvPr>
          <p:cNvSpPr txBox="1"/>
          <p:nvPr/>
        </p:nvSpPr>
        <p:spPr>
          <a:xfrm>
            <a:off x="2556867" y="4683325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E980338-3CFF-5CFD-BE91-6319839F509C}"/>
              </a:ext>
            </a:extLst>
          </p:cNvPr>
          <p:cNvSpPr/>
          <p:nvPr/>
        </p:nvSpPr>
        <p:spPr>
          <a:xfrm>
            <a:off x="2634571" y="5565913"/>
            <a:ext cx="6557773" cy="45537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소개 문구가 출력되는 영역입니다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8264F64C-76E9-62E2-B47E-32447F22D7C4}"/>
              </a:ext>
            </a:extLst>
          </p:cNvPr>
          <p:cNvSpPr/>
          <p:nvPr/>
        </p:nvSpPr>
        <p:spPr>
          <a:xfrm>
            <a:off x="9075427" y="5592039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602D7AB-3537-BD04-D705-9E1F02212CC2}"/>
              </a:ext>
            </a:extLst>
          </p:cNvPr>
          <p:cNvSpPr txBox="1"/>
          <p:nvPr/>
        </p:nvSpPr>
        <p:spPr>
          <a:xfrm>
            <a:off x="4737090" y="5598688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1F33923-307C-0E17-E63E-4BAFA17C4ACF}"/>
              </a:ext>
            </a:extLst>
          </p:cNvPr>
          <p:cNvSpPr txBox="1"/>
          <p:nvPr/>
        </p:nvSpPr>
        <p:spPr>
          <a:xfrm>
            <a:off x="2556867" y="5356876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소개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045691D-932F-E18A-2B0E-5F154903382F}"/>
              </a:ext>
            </a:extLst>
          </p:cNvPr>
          <p:cNvSpPr/>
          <p:nvPr/>
        </p:nvSpPr>
        <p:spPr>
          <a:xfrm>
            <a:off x="4632337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09D873B-0749-9860-689F-7D5B175CA179}"/>
              </a:ext>
            </a:extLst>
          </p:cNvPr>
          <p:cNvSpPr/>
          <p:nvPr/>
        </p:nvSpPr>
        <p:spPr>
          <a:xfrm>
            <a:off x="5303475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871357-339E-59F1-4CC2-3D7B8EAB0DBD}"/>
              </a:ext>
            </a:extLst>
          </p:cNvPr>
          <p:cNvSpPr/>
          <p:nvPr/>
        </p:nvSpPr>
        <p:spPr>
          <a:xfrm>
            <a:off x="5968803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B69B39-85E9-76A1-8303-929A4DBA04A3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087C82-5772-8F3B-535B-9BD0393CE247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A339310-0431-38AA-F1F4-4AF126338A33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10" name="양쪽 모서리가 둥근 사각형 9">
              <a:extLst>
                <a:ext uri="{FF2B5EF4-FFF2-40B4-BE49-F238E27FC236}">
                  <a16:creationId xmlns:a16="http://schemas.microsoft.com/office/drawing/2014/main" id="{3F2E7152-A59C-2B4F-BB4C-F0EF78E7EFD2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11" name="양쪽 모서리가 둥근 사각형 10">
              <a:extLst>
                <a:ext uri="{FF2B5EF4-FFF2-40B4-BE49-F238E27FC236}">
                  <a16:creationId xmlns:a16="http://schemas.microsoft.com/office/drawing/2014/main" id="{6D7C5F15-ACE0-FEBC-0BA1-330D3EAA4A96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정산정보</a:t>
              </a:r>
            </a:p>
          </p:txBody>
        </p:sp>
        <p:sp>
          <p:nvSpPr>
            <p:cNvPr id="12" name="양쪽 모서리가 둥근 사각형 11">
              <a:extLst>
                <a:ext uri="{FF2B5EF4-FFF2-40B4-BE49-F238E27FC236}">
                  <a16:creationId xmlns:a16="http://schemas.microsoft.com/office/drawing/2014/main" id="{D1C70DA2-41D9-5899-FCAD-053FD8C09538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취소 수수료 정보</a:t>
              </a:r>
            </a:p>
          </p:txBody>
        </p:sp>
      </p:grpSp>
      <p:grpSp>
        <p:nvGrpSpPr>
          <p:cNvPr id="6" name="Click">
            <a:extLst>
              <a:ext uri="{FF2B5EF4-FFF2-40B4-BE49-F238E27FC236}">
                <a16:creationId xmlns:a16="http://schemas.microsoft.com/office/drawing/2014/main" id="{33309E37-C75F-C1E7-7936-CE1135532B78}"/>
              </a:ext>
            </a:extLst>
          </p:cNvPr>
          <p:cNvGrpSpPr>
            <a:grpSpLocks noChangeAspect="1"/>
          </p:cNvGrpSpPr>
          <p:nvPr/>
        </p:nvGrpSpPr>
        <p:grpSpPr>
          <a:xfrm>
            <a:off x="7759656" y="2463212"/>
            <a:ext cx="299298" cy="426545"/>
            <a:chOff x="5294313" y="2197100"/>
            <a:chExt cx="530225" cy="755651"/>
          </a:xfrm>
        </p:grpSpPr>
        <p:sp>
          <p:nvSpPr>
            <p:cNvPr id="17" name="Arrow Cursor">
              <a:extLst>
                <a:ext uri="{FF2B5EF4-FFF2-40B4-BE49-F238E27FC236}">
                  <a16:creationId xmlns:a16="http://schemas.microsoft.com/office/drawing/2014/main" id="{E46AF910-C91D-2F9E-C6EE-B6E721E62D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2" name="Click">
              <a:extLst>
                <a:ext uri="{FF2B5EF4-FFF2-40B4-BE49-F238E27FC236}">
                  <a16:creationId xmlns:a16="http://schemas.microsoft.com/office/drawing/2014/main" id="{860CCD72-6348-1F45-313E-600D251BA4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9" name="Teardrop 1">
            <a:extLst>
              <a:ext uri="{FF2B5EF4-FFF2-40B4-BE49-F238E27FC236}">
                <a16:creationId xmlns:a16="http://schemas.microsoft.com/office/drawing/2014/main" id="{8B490637-4563-DEB4-8A4D-9CC23E562217}"/>
              </a:ext>
            </a:extLst>
          </p:cNvPr>
          <p:cNvSpPr/>
          <p:nvPr/>
        </p:nvSpPr>
        <p:spPr>
          <a:xfrm rot="16200000" flipH="1" flipV="1">
            <a:off x="3683085" y="115559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ardrop 1">
            <a:extLst>
              <a:ext uri="{FF2B5EF4-FFF2-40B4-BE49-F238E27FC236}">
                <a16:creationId xmlns:a16="http://schemas.microsoft.com/office/drawing/2014/main" id="{FF3AB533-C0D6-A8D8-B664-71164E25BF6A}"/>
              </a:ext>
            </a:extLst>
          </p:cNvPr>
          <p:cNvSpPr/>
          <p:nvPr/>
        </p:nvSpPr>
        <p:spPr>
          <a:xfrm rot="16200000" flipH="1" flipV="1">
            <a:off x="7316622" y="205394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B5739C9A-F7D1-592D-BF32-EF6E66437065}"/>
              </a:ext>
            </a:extLst>
          </p:cNvPr>
          <p:cNvSpPr/>
          <p:nvPr/>
        </p:nvSpPr>
        <p:spPr>
          <a:xfrm rot="16200000" flipH="1" flipV="1">
            <a:off x="5896895" y="632917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ardrop 1">
            <a:extLst>
              <a:ext uri="{FF2B5EF4-FFF2-40B4-BE49-F238E27FC236}">
                <a16:creationId xmlns:a16="http://schemas.microsoft.com/office/drawing/2014/main" id="{F582047F-D8D4-89A2-E0B3-4685398A5C45}"/>
              </a:ext>
            </a:extLst>
          </p:cNvPr>
          <p:cNvSpPr/>
          <p:nvPr/>
        </p:nvSpPr>
        <p:spPr>
          <a:xfrm rot="16200000" flipH="1" flipV="1">
            <a:off x="5231148" y="632917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1743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FC76-3623-AF11-F657-7994C693D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6B7E15A-2E9C-452B-8B62-C1AF4E13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수정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36286B4-03AF-D837-C9C7-27B35DEA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정산정보 탭 </a:t>
            </a:r>
            <a:r>
              <a:rPr lang="en-US" altLang="ko-KR" dirty="0"/>
              <a:t>&gt;</a:t>
            </a:r>
            <a:r>
              <a:rPr lang="ko-KR" altLang="en-US" dirty="0"/>
              <a:t> 국가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1129A2B-2DD1-3D3F-3D5D-EE2BA00940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2C3A7CD-57AA-7074-4666-71E9348E6E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9C158F-0EAB-188A-04FB-0FC651AAF6A9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C39AB2-355F-1207-A108-C21F2912BAA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35108A8-EC7F-1268-01C9-89300EE8101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4F94DB9-DEAD-3F5B-BD16-24BF0F0DA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91598"/>
              </p:ext>
            </p:extLst>
          </p:nvPr>
        </p:nvGraphicFramePr>
        <p:xfrm>
          <a:off x="9406740" y="440717"/>
          <a:ext cx="2785260" cy="2515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미리보기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3F58163-806D-7D7D-FF70-F9D838AA8F9B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ECFE86C4-1D1A-76BE-7AD0-3965ECB07316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87B7D4F-1938-CADA-6FEB-6A4FADAEFC6D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DD2B305-DB2F-43A0-D550-69585D6598C2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60544EA-8E4B-92E5-B08E-F2C6BB82C1BC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3B9E88D-964F-26E2-115A-501A64965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213325"/>
              </p:ext>
            </p:extLst>
          </p:nvPr>
        </p:nvGraphicFramePr>
        <p:xfrm>
          <a:off x="1513108" y="1603954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계좌번호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은행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정산일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익월                        일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통장 사본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</a:t>
                      </a:r>
                      <a:r>
                        <a:rPr lang="en-US" altLang="ko-KR" sz="800" b="0" u="sng" kern="0" spc="-30" baseline="0" dirty="0" err="1">
                          <a:solidFill>
                            <a:srgbClr val="0432FF"/>
                          </a:solidFill>
                          <a:latin typeface="+mn-ea"/>
                          <a:ea typeface="+mn-ea"/>
                        </a:rPr>
                        <a:t>image.jpg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ECFE03A-B10F-BDDE-FFC2-1D2BCA7B244B}"/>
              </a:ext>
            </a:extLst>
          </p:cNvPr>
          <p:cNvSpPr/>
          <p:nvPr/>
        </p:nvSpPr>
        <p:spPr>
          <a:xfrm>
            <a:off x="2634572" y="164493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3333-10-145592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FC4F553-2D0E-E261-345A-0611D59FBF4C}"/>
              </a:ext>
            </a:extLst>
          </p:cNvPr>
          <p:cNvGrpSpPr/>
          <p:nvPr/>
        </p:nvGrpSpPr>
        <p:grpSpPr>
          <a:xfrm>
            <a:off x="6362958" y="1644931"/>
            <a:ext cx="957178" cy="216024"/>
            <a:chOff x="6150274" y="5266034"/>
            <a:chExt cx="957178" cy="21602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318907B-6405-C17F-12D7-F7F13EDEF2A6}"/>
                </a:ext>
              </a:extLst>
            </p:cNvPr>
            <p:cNvSpPr/>
            <p:nvPr/>
          </p:nvSpPr>
          <p:spPr>
            <a:xfrm>
              <a:off x="6150274" y="5266034"/>
              <a:ext cx="95717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KB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국민</a:t>
              </a: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17260557-2068-3A12-7D7C-C033BC12DB2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458CF9-2EA5-D735-F4C1-A28D9C210978}"/>
              </a:ext>
            </a:extLst>
          </p:cNvPr>
          <p:cNvSpPr/>
          <p:nvPr/>
        </p:nvSpPr>
        <p:spPr>
          <a:xfrm>
            <a:off x="6353479" y="194653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cxnSp>
        <p:nvCxnSpPr>
          <p:cNvPr id="101" name="직선 연결선[R] 100">
            <a:extLst>
              <a:ext uri="{FF2B5EF4-FFF2-40B4-BE49-F238E27FC236}">
                <a16:creationId xmlns:a16="http://schemas.microsoft.com/office/drawing/2014/main" id="{BD63CF94-1DB3-E553-9990-1058EE4654AB}"/>
              </a:ext>
            </a:extLst>
          </p:cNvPr>
          <p:cNvCxnSpPr>
            <a:cxnSpLocks/>
          </p:cNvCxnSpPr>
          <p:nvPr/>
        </p:nvCxnSpPr>
        <p:spPr>
          <a:xfrm>
            <a:off x="1513228" y="1484784"/>
            <a:ext cx="148642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EFD13725-54A5-F1C5-8F2A-1F248C4C7DF3}"/>
              </a:ext>
            </a:extLst>
          </p:cNvPr>
          <p:cNvCxnSpPr>
            <a:cxnSpLocks/>
          </p:cNvCxnSpPr>
          <p:nvPr/>
        </p:nvCxnSpPr>
        <p:spPr>
          <a:xfrm>
            <a:off x="1514889" y="1484784"/>
            <a:ext cx="692679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3EE928D4-C934-C4D1-C684-F8838C1E6886}"/>
              </a:ext>
            </a:extLst>
          </p:cNvPr>
          <p:cNvSpPr txBox="1"/>
          <p:nvPr/>
        </p:nvSpPr>
        <p:spPr>
          <a:xfrm>
            <a:off x="1462450" y="1256337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dirty="0">
                <a:latin typeface="+mn-ea"/>
                <a:ea typeface="+mn-ea"/>
              </a:rPr>
              <a:t>대한민국</a:t>
            </a:r>
            <a:r>
              <a:rPr kumimoji="1" lang="en-US" altLang="ko-KR" sz="800" dirty="0">
                <a:latin typeface="+mn-ea"/>
                <a:ea typeface="+mn-ea"/>
              </a:rPr>
              <a:t>(KR)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grpSp>
        <p:nvGrpSpPr>
          <p:cNvPr id="109" name="Click">
            <a:extLst>
              <a:ext uri="{FF2B5EF4-FFF2-40B4-BE49-F238E27FC236}">
                <a16:creationId xmlns:a16="http://schemas.microsoft.com/office/drawing/2014/main" id="{55E15EFA-B499-73F0-C94C-2BCC53414F60}"/>
              </a:ext>
            </a:extLst>
          </p:cNvPr>
          <p:cNvGrpSpPr>
            <a:grpSpLocks noChangeAspect="1"/>
          </p:cNvGrpSpPr>
          <p:nvPr/>
        </p:nvGrpSpPr>
        <p:grpSpPr>
          <a:xfrm>
            <a:off x="2044610" y="1384922"/>
            <a:ext cx="204425" cy="291335"/>
            <a:chOff x="5294313" y="2197100"/>
            <a:chExt cx="530225" cy="755651"/>
          </a:xfrm>
        </p:grpSpPr>
        <p:sp>
          <p:nvSpPr>
            <p:cNvPr id="110" name="Arrow Cursor">
              <a:extLst>
                <a:ext uri="{FF2B5EF4-FFF2-40B4-BE49-F238E27FC236}">
                  <a16:creationId xmlns:a16="http://schemas.microsoft.com/office/drawing/2014/main" id="{E5E2AB34-5419-1F3F-B10D-8FD81FA1F62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11" name="Click">
              <a:extLst>
                <a:ext uri="{FF2B5EF4-FFF2-40B4-BE49-F238E27FC236}">
                  <a16:creationId xmlns:a16="http://schemas.microsoft.com/office/drawing/2014/main" id="{4B49815E-2B27-AD8D-7318-1D1EA17E76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474C654D-26F6-A7B7-7860-0275B4314544}"/>
              </a:ext>
            </a:extLst>
          </p:cNvPr>
          <p:cNvSpPr txBox="1"/>
          <p:nvPr/>
        </p:nvSpPr>
        <p:spPr>
          <a:xfrm>
            <a:off x="2305800" y="1256337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미국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(US)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8D249B62-44B8-8E62-E5DD-6EC45EDAC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023053"/>
              </p:ext>
            </p:extLst>
          </p:nvPr>
        </p:nvGraphicFramePr>
        <p:xfrm>
          <a:off x="1513108" y="3114984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Account Number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Bank Name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Accountholder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Routing Number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SWIFT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CODE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정산일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Next month                        day         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28474"/>
                  </a:ext>
                </a:extLst>
              </a:tr>
            </a:tbl>
          </a:graphicData>
        </a:graphic>
      </p:graphicFrame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820E0226-6AF9-B74B-2FEF-9DD121470D69}"/>
              </a:ext>
            </a:extLst>
          </p:cNvPr>
          <p:cNvSpPr/>
          <p:nvPr/>
        </p:nvSpPr>
        <p:spPr>
          <a:xfrm>
            <a:off x="2634572" y="315596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213123123213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23" name="직선 연결선[R] 122">
            <a:extLst>
              <a:ext uri="{FF2B5EF4-FFF2-40B4-BE49-F238E27FC236}">
                <a16:creationId xmlns:a16="http://schemas.microsoft.com/office/drawing/2014/main" id="{05C818F1-5546-31AB-9FDF-97243862A262}"/>
              </a:ext>
            </a:extLst>
          </p:cNvPr>
          <p:cNvCxnSpPr>
            <a:cxnSpLocks/>
          </p:cNvCxnSpPr>
          <p:nvPr/>
        </p:nvCxnSpPr>
        <p:spPr>
          <a:xfrm>
            <a:off x="1513228" y="2995814"/>
            <a:ext cx="148642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[R] 123">
            <a:extLst>
              <a:ext uri="{FF2B5EF4-FFF2-40B4-BE49-F238E27FC236}">
                <a16:creationId xmlns:a16="http://schemas.microsoft.com/office/drawing/2014/main" id="{5A7D78FB-6216-D2AC-05C1-48441AEF34F6}"/>
              </a:ext>
            </a:extLst>
          </p:cNvPr>
          <p:cNvCxnSpPr>
            <a:cxnSpLocks/>
          </p:cNvCxnSpPr>
          <p:nvPr/>
        </p:nvCxnSpPr>
        <p:spPr>
          <a:xfrm>
            <a:off x="2235419" y="2995814"/>
            <a:ext cx="764237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B41972A0-569F-71FF-224B-16A1F3D4D376}"/>
              </a:ext>
            </a:extLst>
          </p:cNvPr>
          <p:cNvSpPr txBox="1"/>
          <p:nvPr/>
        </p:nvSpPr>
        <p:spPr>
          <a:xfrm>
            <a:off x="1462450" y="2767367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대한민국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(KR)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26" name="Click">
            <a:extLst>
              <a:ext uri="{FF2B5EF4-FFF2-40B4-BE49-F238E27FC236}">
                <a16:creationId xmlns:a16="http://schemas.microsoft.com/office/drawing/2014/main" id="{5B9620A7-EDAE-DA56-2363-D9B65887C709}"/>
              </a:ext>
            </a:extLst>
          </p:cNvPr>
          <p:cNvGrpSpPr>
            <a:grpSpLocks noChangeAspect="1"/>
          </p:cNvGrpSpPr>
          <p:nvPr/>
        </p:nvGrpSpPr>
        <p:grpSpPr>
          <a:xfrm>
            <a:off x="2589750" y="2895952"/>
            <a:ext cx="204425" cy="29133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191AF8C6-9B0A-C0A0-BB6B-51C32CBDD94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E3C7BA2F-9DD1-5153-9F12-370A9722D5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0A3C60AD-EAA1-F534-9879-F7870265CBD0}"/>
              </a:ext>
            </a:extLst>
          </p:cNvPr>
          <p:cNvSpPr txBox="1"/>
          <p:nvPr/>
        </p:nvSpPr>
        <p:spPr>
          <a:xfrm>
            <a:off x="2305800" y="2767367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미국</a:t>
            </a:r>
            <a:r>
              <a:rPr kumimoji="1" lang="en-US" altLang="ko-KR" sz="800" dirty="0">
                <a:latin typeface="+mn-ea"/>
                <a:ea typeface="+mn-ea"/>
              </a:rPr>
              <a:t>(US)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9B6E80A9-1F15-4D2A-326E-9D79450BB92F}"/>
              </a:ext>
            </a:extLst>
          </p:cNvPr>
          <p:cNvSpPr/>
          <p:nvPr/>
        </p:nvSpPr>
        <p:spPr>
          <a:xfrm>
            <a:off x="6349599" y="315596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BANK USA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DCDD8439-1C5C-A3EE-41E6-58CFB33E4927}"/>
              </a:ext>
            </a:extLst>
          </p:cNvPr>
          <p:cNvSpPr/>
          <p:nvPr/>
        </p:nvSpPr>
        <p:spPr>
          <a:xfrm>
            <a:off x="2634572" y="34563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PULL 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inc</a:t>
            </a:r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73085D7C-333B-253D-27AA-1E3C53B553E6}"/>
              </a:ext>
            </a:extLst>
          </p:cNvPr>
          <p:cNvSpPr/>
          <p:nvPr/>
        </p:nvSpPr>
        <p:spPr>
          <a:xfrm>
            <a:off x="6349598" y="34563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232323662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FAD20334-DEBD-3B11-C5CA-FFA32D119E98}"/>
              </a:ext>
            </a:extLst>
          </p:cNvPr>
          <p:cNvSpPr/>
          <p:nvPr/>
        </p:nvSpPr>
        <p:spPr>
          <a:xfrm>
            <a:off x="2634572" y="37611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rgbClr val="0E0E0E"/>
                </a:solidFill>
                <a:effectLst/>
                <a:latin typeface="+mn-ea"/>
              </a:rPr>
              <a:t>12-3456789</a:t>
            </a:r>
          </a:p>
        </p:txBody>
      </p:sp>
      <p:grpSp>
        <p:nvGrpSpPr>
          <p:cNvPr id="144" name="Cutout">
            <a:extLst>
              <a:ext uri="{FF2B5EF4-FFF2-40B4-BE49-F238E27FC236}">
                <a16:creationId xmlns:a16="http://schemas.microsoft.com/office/drawing/2014/main" id="{9F4C13C4-0AE2-5FF0-91CB-0FB36369DC97}"/>
              </a:ext>
            </a:extLst>
          </p:cNvPr>
          <p:cNvGrpSpPr/>
          <p:nvPr/>
        </p:nvGrpSpPr>
        <p:grpSpPr>
          <a:xfrm rot="16200000">
            <a:off x="5285313" y="-1397821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45" name="Fill">
              <a:extLst>
                <a:ext uri="{FF2B5EF4-FFF2-40B4-BE49-F238E27FC236}">
                  <a16:creationId xmlns:a16="http://schemas.microsoft.com/office/drawing/2014/main" id="{0FE9FC80-467B-BF40-F1BC-E20FA2809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6" name="Border">
              <a:extLst>
                <a:ext uri="{FF2B5EF4-FFF2-40B4-BE49-F238E27FC236}">
                  <a16:creationId xmlns:a16="http://schemas.microsoft.com/office/drawing/2014/main" id="{F79F98A7-B172-FF11-46C0-FC028CE84E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CC7DC4-10D1-6760-B974-B50206F15177}"/>
              </a:ext>
            </a:extLst>
          </p:cNvPr>
          <p:cNvSpPr/>
          <p:nvPr/>
        </p:nvSpPr>
        <p:spPr>
          <a:xfrm>
            <a:off x="4632337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3C8E30-F95A-378B-7EA7-E90FFB10E04C}"/>
              </a:ext>
            </a:extLst>
          </p:cNvPr>
          <p:cNvSpPr/>
          <p:nvPr/>
        </p:nvSpPr>
        <p:spPr>
          <a:xfrm>
            <a:off x="5303475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28CD26-2322-1D02-314D-AE588D996061}"/>
              </a:ext>
            </a:extLst>
          </p:cNvPr>
          <p:cNvSpPr/>
          <p:nvPr/>
        </p:nvSpPr>
        <p:spPr>
          <a:xfrm>
            <a:off x="5968803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6673949-EC5E-56DE-8A2F-E2EFA9F3D52E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16" name="양쪽 모서리가 둥근 사각형 15">
              <a:extLst>
                <a:ext uri="{FF2B5EF4-FFF2-40B4-BE49-F238E27FC236}">
                  <a16:creationId xmlns:a16="http://schemas.microsoft.com/office/drawing/2014/main" id="{6B757A60-18DB-3D74-65CE-316F2A3D461A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17" name="양쪽 모서리가 둥근 사각형 16">
              <a:extLst>
                <a:ext uri="{FF2B5EF4-FFF2-40B4-BE49-F238E27FC236}">
                  <a16:creationId xmlns:a16="http://schemas.microsoft.com/office/drawing/2014/main" id="{4DCBEA0C-0AD1-0441-CAD5-3EEA0012BAB8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정산정보</a:t>
              </a:r>
            </a:p>
          </p:txBody>
        </p:sp>
        <p:sp>
          <p:nvSpPr>
            <p:cNvPr id="22" name="양쪽 모서리가 둥근 사각형 21">
              <a:extLst>
                <a:ext uri="{FF2B5EF4-FFF2-40B4-BE49-F238E27FC236}">
                  <a16:creationId xmlns:a16="http://schemas.microsoft.com/office/drawing/2014/main" id="{645B46FE-293F-5231-EE59-E54018FA9581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취소 수수료 정보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6A850D6-EA64-1D63-2EBB-E85371F63079}"/>
              </a:ext>
            </a:extLst>
          </p:cNvPr>
          <p:cNvGrpSpPr/>
          <p:nvPr/>
        </p:nvGrpSpPr>
        <p:grpSpPr>
          <a:xfrm>
            <a:off x="2916322" y="1949731"/>
            <a:ext cx="478717" cy="216024"/>
            <a:chOff x="2916322" y="1949731"/>
            <a:chExt cx="478717" cy="216024"/>
          </a:xfrm>
        </p:grpSpPr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FAB10651-CFBE-C318-CDA8-E42A339AD4BC}"/>
                </a:ext>
              </a:extLst>
            </p:cNvPr>
            <p:cNvSpPr/>
            <p:nvPr/>
          </p:nvSpPr>
          <p:spPr>
            <a:xfrm>
              <a:off x="2916322" y="1949731"/>
              <a:ext cx="478717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" name="Chevron Left">
              <a:extLst>
                <a:ext uri="{FF2B5EF4-FFF2-40B4-BE49-F238E27FC236}">
                  <a16:creationId xmlns:a16="http://schemas.microsoft.com/office/drawing/2014/main" id="{A47D67F2-9526-01DC-A236-948B128EA95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233702" y="2020141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Click">
            <a:extLst>
              <a:ext uri="{FF2B5EF4-FFF2-40B4-BE49-F238E27FC236}">
                <a16:creationId xmlns:a16="http://schemas.microsoft.com/office/drawing/2014/main" id="{ED72C49E-8CEA-FCB2-881A-501D16CE9D35}"/>
              </a:ext>
            </a:extLst>
          </p:cNvPr>
          <p:cNvGrpSpPr>
            <a:grpSpLocks noChangeAspect="1"/>
          </p:cNvGrpSpPr>
          <p:nvPr/>
        </p:nvGrpSpPr>
        <p:grpSpPr>
          <a:xfrm>
            <a:off x="7023010" y="2036856"/>
            <a:ext cx="204425" cy="291335"/>
            <a:chOff x="5294313" y="2197100"/>
            <a:chExt cx="530225" cy="755651"/>
          </a:xfrm>
        </p:grpSpPr>
        <p:sp>
          <p:nvSpPr>
            <p:cNvPr id="42" name="Arrow Cursor">
              <a:extLst>
                <a:ext uri="{FF2B5EF4-FFF2-40B4-BE49-F238E27FC236}">
                  <a16:creationId xmlns:a16="http://schemas.microsoft.com/office/drawing/2014/main" id="{95B94155-312E-9972-3229-E766424535C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43" name="Click">
              <a:extLst>
                <a:ext uri="{FF2B5EF4-FFF2-40B4-BE49-F238E27FC236}">
                  <a16:creationId xmlns:a16="http://schemas.microsoft.com/office/drawing/2014/main" id="{7E146638-4349-FD64-E184-7D40A4E178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43CC2C2-DE1F-C0C1-3C7D-911093E7918F}"/>
              </a:ext>
            </a:extLst>
          </p:cNvPr>
          <p:cNvGrpSpPr/>
          <p:nvPr/>
        </p:nvGrpSpPr>
        <p:grpSpPr>
          <a:xfrm>
            <a:off x="6975382" y="3757365"/>
            <a:ext cx="478717" cy="216024"/>
            <a:chOff x="2916322" y="1949731"/>
            <a:chExt cx="478717" cy="216024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664D7302-A636-FE86-8DFC-BDC6E62D9CA8}"/>
                </a:ext>
              </a:extLst>
            </p:cNvPr>
            <p:cNvSpPr/>
            <p:nvPr/>
          </p:nvSpPr>
          <p:spPr>
            <a:xfrm>
              <a:off x="2916322" y="1949731"/>
              <a:ext cx="478717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6" name="Chevron Left">
              <a:extLst>
                <a:ext uri="{FF2B5EF4-FFF2-40B4-BE49-F238E27FC236}">
                  <a16:creationId xmlns:a16="http://schemas.microsoft.com/office/drawing/2014/main" id="{2A7DDBCD-BC11-36A1-31F1-AED0EFBD646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233702" y="2020141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Teardrop 1">
            <a:extLst>
              <a:ext uri="{FF2B5EF4-FFF2-40B4-BE49-F238E27FC236}">
                <a16:creationId xmlns:a16="http://schemas.microsoft.com/office/drawing/2014/main" id="{A311755D-8F2B-5066-D664-22F4222A5D2C}"/>
              </a:ext>
            </a:extLst>
          </p:cNvPr>
          <p:cNvSpPr/>
          <p:nvPr/>
        </p:nvSpPr>
        <p:spPr>
          <a:xfrm rot="16200000" flipH="1" flipV="1">
            <a:off x="6824000" y="183690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7313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41DB-BBEC-74E8-6B5F-F669F58A5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6914CD1-0519-3925-910C-A5D2710B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수정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67C05DC-0927-B7CC-249C-F2C64BA70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취소 수수료 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07CBD73-BE95-5D30-E771-B75C746A91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459A2AC-ED44-3539-7E85-814EF3AA4F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1CD94E-D83A-DD2F-8D2B-1B043015CA2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3C8EA7-55CE-33E6-C5A3-2771F7239C1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58129D-4EE6-DE88-C68B-E14A4548B8BE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F0AADEB3-7EF9-F332-7655-C604108A3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698579"/>
              </p:ext>
            </p:extLst>
          </p:nvPr>
        </p:nvGraphicFramePr>
        <p:xfrm>
          <a:off x="9406740" y="440717"/>
          <a:ext cx="2785260" cy="3177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취소 수수료 기준 일자 선택 </a:t>
                      </a:r>
                      <a:r>
                        <a:rPr lang="ko-KR" altLang="en-US" sz="800" b="1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박스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일자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노쇼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정율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입력 범위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~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100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정액 입력 범위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~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억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일자 입력 범위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~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356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B3C9841C-5826-EDE3-7ADB-3875849EC4F4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06AD103-CCE9-BEC1-FC24-2C5EEE5F0942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EB97920-AD16-75E0-4D53-48F64B63C45C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35E3258-7960-3D2E-AF3F-6EB9C9593710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AC5315B-2C77-D389-4A18-939B14464881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4553370-B09C-08F3-761C-89FEBD7DB63D}"/>
              </a:ext>
            </a:extLst>
          </p:cNvPr>
          <p:cNvGraphicFramePr>
            <a:graphicFrameLocks noGrp="1"/>
          </p:cNvGraphicFramePr>
          <p:nvPr/>
        </p:nvGraphicFramePr>
        <p:xfrm>
          <a:off x="1512625" y="1239803"/>
          <a:ext cx="7746199" cy="67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134240946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175385041"/>
                    </a:ext>
                  </a:extLst>
                </a:gridCol>
              </a:tblGrid>
              <a:tr h="6770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취소 수수료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24504"/>
                  </a:ext>
                </a:extLst>
              </a:tr>
            </a:tbl>
          </a:graphicData>
        </a:graphic>
      </p:graphicFrame>
      <p:sp>
        <p:nvSpPr>
          <p:cNvPr id="7" name="Text Box">
            <a:extLst>
              <a:ext uri="{FF2B5EF4-FFF2-40B4-BE49-F238E27FC236}">
                <a16:creationId xmlns:a16="http://schemas.microsoft.com/office/drawing/2014/main" id="{2C17E2B0-C45A-5972-C909-2A2639C1FA61}"/>
              </a:ext>
            </a:extLst>
          </p:cNvPr>
          <p:cNvSpPr/>
          <p:nvPr/>
        </p:nvSpPr>
        <p:spPr>
          <a:xfrm>
            <a:off x="5078695" y="1301135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B4B27E2-1A27-A262-DE4C-76D477BC8EC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263842" y="1301135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24" name="Text Box">
              <a:extLst>
                <a:ext uri="{FF2B5EF4-FFF2-40B4-BE49-F238E27FC236}">
                  <a16:creationId xmlns:a16="http://schemas.microsoft.com/office/drawing/2014/main" id="{5A613A04-2BED-CC59-1736-71DCC4EF4CDC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</a:rPr>
                <a:t>선택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2D37C17-A08C-9547-1FF1-4B61E69BE97B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29F0D35-2536-7DF1-BDB9-E442A23D01D4}"/>
              </a:ext>
            </a:extLst>
          </p:cNvPr>
          <p:cNvSpPr txBox="1"/>
          <p:nvPr/>
        </p:nvSpPr>
        <p:spPr>
          <a:xfrm>
            <a:off x="4398838" y="1303972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42CE26E1-A017-A522-C864-CBAF10F23BD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816668" y="1308829"/>
            <a:ext cx="628341" cy="210314"/>
            <a:chOff x="424341" y="1281547"/>
            <a:chExt cx="1539495" cy="210314"/>
          </a:xfrm>
          <a:solidFill>
            <a:srgbClr val="FFFFFF"/>
          </a:solidFill>
        </p:grpSpPr>
        <p:sp>
          <p:nvSpPr>
            <p:cNvPr id="22" name="Text Box">
              <a:extLst>
                <a:ext uri="{FF2B5EF4-FFF2-40B4-BE49-F238E27FC236}">
                  <a16:creationId xmlns:a16="http://schemas.microsoft.com/office/drawing/2014/main" id="{9BE05D5F-D72D-CEA9-C671-08C2936091F8}"/>
                </a:ext>
              </a:extLst>
            </p:cNvPr>
            <p:cNvSpPr/>
            <p:nvPr/>
          </p:nvSpPr>
          <p:spPr>
            <a:xfrm>
              <a:off x="424341" y="1281547"/>
              <a:ext cx="1539495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E0E058A-0C76-24EB-3F2C-6D38D85CCD42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6A52575-9017-0D0A-E7BC-15FB78E35900}"/>
              </a:ext>
            </a:extLst>
          </p:cNvPr>
          <p:cNvSpPr txBox="1"/>
          <p:nvPr/>
        </p:nvSpPr>
        <p:spPr>
          <a:xfrm>
            <a:off x="2589750" y="1301348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27" name="Text Box">
            <a:extLst>
              <a:ext uri="{FF2B5EF4-FFF2-40B4-BE49-F238E27FC236}">
                <a16:creationId xmlns:a16="http://schemas.microsoft.com/office/drawing/2014/main" id="{9BD66C06-F2F7-7344-B6A0-E30E50F57ED1}"/>
              </a:ext>
            </a:extLst>
          </p:cNvPr>
          <p:cNvSpPr/>
          <p:nvPr/>
        </p:nvSpPr>
        <p:spPr>
          <a:xfrm>
            <a:off x="5078695" y="1602931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3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10152F7C-45D0-D214-4014-654E9A8A9C38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816668" y="1610625"/>
            <a:ext cx="628341" cy="210314"/>
            <a:chOff x="424341" y="1281547"/>
            <a:chExt cx="1539495" cy="210314"/>
          </a:xfrm>
          <a:solidFill>
            <a:srgbClr val="FFFFFF"/>
          </a:solidFill>
        </p:grpSpPr>
        <p:sp>
          <p:nvSpPr>
            <p:cNvPr id="34" name="Text Box">
              <a:extLst>
                <a:ext uri="{FF2B5EF4-FFF2-40B4-BE49-F238E27FC236}">
                  <a16:creationId xmlns:a16="http://schemas.microsoft.com/office/drawing/2014/main" id="{1D177FEB-7C37-4C45-FA80-2B78908EAE67}"/>
                </a:ext>
              </a:extLst>
            </p:cNvPr>
            <p:cNvSpPr/>
            <p:nvPr/>
          </p:nvSpPr>
          <p:spPr>
            <a:xfrm>
              <a:off x="424341" y="1281547"/>
              <a:ext cx="1539495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ABA63A0-AC55-050A-6897-5294375B8F65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2E70A17A-46FA-C966-8043-BDF96CCF8C46}"/>
              </a:ext>
            </a:extLst>
          </p:cNvPr>
          <p:cNvSpPr txBox="1"/>
          <p:nvPr/>
        </p:nvSpPr>
        <p:spPr>
          <a:xfrm>
            <a:off x="2589750" y="1603144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38376BC-4DBD-7FC6-A63A-3CE2214DCD1F}"/>
              </a:ext>
            </a:extLst>
          </p:cNvPr>
          <p:cNvSpPr/>
          <p:nvPr/>
        </p:nvSpPr>
        <p:spPr>
          <a:xfrm>
            <a:off x="6516044" y="161647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7E8D81-1E1B-E0BF-D24D-84E67183609E}"/>
              </a:ext>
            </a:extLst>
          </p:cNvPr>
          <p:cNvSpPr txBox="1"/>
          <p:nvPr/>
        </p:nvSpPr>
        <p:spPr>
          <a:xfrm>
            <a:off x="5952848" y="1055049"/>
            <a:ext cx="12362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디폴트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정율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(%)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,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 정액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원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22EFBE5-2BEB-887B-245D-4E0B49ABB7E7}"/>
              </a:ext>
            </a:extLst>
          </p:cNvPr>
          <p:cNvSpPr/>
          <p:nvPr/>
        </p:nvSpPr>
        <p:spPr>
          <a:xfrm>
            <a:off x="6516044" y="1311672"/>
            <a:ext cx="537082" cy="191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5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AB541451-5036-9919-BA32-1811D537CC9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263842" y="16070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55" name="Text Box">
              <a:extLst>
                <a:ext uri="{FF2B5EF4-FFF2-40B4-BE49-F238E27FC236}">
                  <a16:creationId xmlns:a16="http://schemas.microsoft.com/office/drawing/2014/main" id="{5D79239D-1942-21B0-06CD-04FEFA53CE87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</a:rPr>
                <a:t>선택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F9A1E44-7EBB-FC48-0DAC-7A726CF8079A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7" name="Text Box">
            <a:extLst>
              <a:ext uri="{FF2B5EF4-FFF2-40B4-BE49-F238E27FC236}">
                <a16:creationId xmlns:a16="http://schemas.microsoft.com/office/drawing/2014/main" id="{116D9F23-1DB0-CDE7-27DD-0B9B2AB3B6FB}"/>
              </a:ext>
            </a:extLst>
          </p:cNvPr>
          <p:cNvSpPr/>
          <p:nvPr/>
        </p:nvSpPr>
        <p:spPr>
          <a:xfrm>
            <a:off x="3803404" y="1301135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60A1B2FA-C2DF-42E0-1CA8-BCB1500E2EF9}"/>
              </a:ext>
            </a:extLst>
          </p:cNvPr>
          <p:cNvSpPr/>
          <p:nvPr/>
        </p:nvSpPr>
        <p:spPr>
          <a:xfrm>
            <a:off x="3803404" y="1602931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697BAB-EB9B-8060-BDAB-D8A11065AFDD}"/>
              </a:ext>
            </a:extLst>
          </p:cNvPr>
          <p:cNvSpPr txBox="1"/>
          <p:nvPr/>
        </p:nvSpPr>
        <p:spPr>
          <a:xfrm>
            <a:off x="4398838" y="16098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F0B595-A97B-12A2-31EC-27B3746B262E}"/>
              </a:ext>
            </a:extLst>
          </p:cNvPr>
          <p:cNvSpPr txBox="1"/>
          <p:nvPr/>
        </p:nvSpPr>
        <p:spPr>
          <a:xfrm>
            <a:off x="3944981" y="1795442"/>
            <a:ext cx="8980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숫자만 입력 허용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61" name="Cutout">
            <a:extLst>
              <a:ext uri="{FF2B5EF4-FFF2-40B4-BE49-F238E27FC236}">
                <a16:creationId xmlns:a16="http://schemas.microsoft.com/office/drawing/2014/main" id="{B509CA24-C1C2-2EAB-BA88-40A7ED3314D7}"/>
              </a:ext>
            </a:extLst>
          </p:cNvPr>
          <p:cNvGrpSpPr/>
          <p:nvPr/>
        </p:nvGrpSpPr>
        <p:grpSpPr>
          <a:xfrm rot="16200000">
            <a:off x="5285313" y="-1776006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2" name="Fill">
              <a:extLst>
                <a:ext uri="{FF2B5EF4-FFF2-40B4-BE49-F238E27FC236}">
                  <a16:creationId xmlns:a16="http://schemas.microsoft.com/office/drawing/2014/main" id="{8E80A996-577A-7775-6C32-9D848C2A1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Border">
              <a:extLst>
                <a:ext uri="{FF2B5EF4-FFF2-40B4-BE49-F238E27FC236}">
                  <a16:creationId xmlns:a16="http://schemas.microsoft.com/office/drawing/2014/main" id="{F07992D3-15FA-64C3-B915-A09DA6AFD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7F2BB01B-12A4-666A-A6EA-32C694538A88}"/>
              </a:ext>
            </a:extLst>
          </p:cNvPr>
          <p:cNvGraphicFramePr>
            <a:graphicFrameLocks noGrp="1"/>
          </p:cNvGraphicFramePr>
          <p:nvPr/>
        </p:nvGraphicFramePr>
        <p:xfrm>
          <a:off x="1512625" y="2501382"/>
          <a:ext cx="7746199" cy="1763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134240946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175385041"/>
                    </a:ext>
                  </a:extLst>
                </a:gridCol>
              </a:tblGrid>
              <a:tr h="1763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취소 수수료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24504"/>
                  </a:ext>
                </a:extLst>
              </a:tr>
            </a:tbl>
          </a:graphicData>
        </a:graphic>
      </p:graphicFrame>
      <p:sp>
        <p:nvSpPr>
          <p:cNvPr id="67" name="Text Box">
            <a:extLst>
              <a:ext uri="{FF2B5EF4-FFF2-40B4-BE49-F238E27FC236}">
                <a16:creationId xmlns:a16="http://schemas.microsoft.com/office/drawing/2014/main" id="{7CCA930D-0C72-6ECC-ACF5-3145D7656A13}"/>
              </a:ext>
            </a:extLst>
          </p:cNvPr>
          <p:cNvSpPr/>
          <p:nvPr/>
        </p:nvSpPr>
        <p:spPr>
          <a:xfrm>
            <a:off x="5137982" y="256271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100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6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BC374717-1238-6B05-3283-DCE33DE2984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63842" y="2562714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69" name="Text Box">
              <a:extLst>
                <a:ext uri="{FF2B5EF4-FFF2-40B4-BE49-F238E27FC236}">
                  <a16:creationId xmlns:a16="http://schemas.microsoft.com/office/drawing/2014/main" id="{B1085B15-DB73-D271-0678-F54C30AC6E7F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C8D086F-05D8-B00F-C581-588F6866DDC5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B650F711-5E3C-8E09-4B0F-29F8496ECA0A}"/>
              </a:ext>
            </a:extLst>
          </p:cNvPr>
          <p:cNvSpPr txBox="1"/>
          <p:nvPr/>
        </p:nvSpPr>
        <p:spPr>
          <a:xfrm>
            <a:off x="4398838" y="2565551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7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B1C17216-78EC-434A-3B0C-C0C70996625E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868423" y="2570408"/>
            <a:ext cx="720293" cy="210314"/>
            <a:chOff x="199050" y="1281547"/>
            <a:chExt cx="1764786" cy="210314"/>
          </a:xfrm>
          <a:solidFill>
            <a:srgbClr val="FFFFFF"/>
          </a:solidFill>
        </p:grpSpPr>
        <p:sp>
          <p:nvSpPr>
            <p:cNvPr id="73" name="Text Box">
              <a:extLst>
                <a:ext uri="{FF2B5EF4-FFF2-40B4-BE49-F238E27FC236}">
                  <a16:creationId xmlns:a16="http://schemas.microsoft.com/office/drawing/2014/main" id="{073986B9-AAE7-D61D-11A6-CF19AD15CDD5}"/>
                </a:ext>
              </a:extLst>
            </p:cNvPr>
            <p:cNvSpPr/>
            <p:nvPr/>
          </p:nvSpPr>
          <p:spPr>
            <a:xfrm>
              <a:off x="199050" y="1281547"/>
              <a:ext cx="1764786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C17B0B6-71FB-4F90-B031-DFAA636F6718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8E14D2BB-8C60-63C1-7713-6E456920DF9D}"/>
              </a:ext>
            </a:extLst>
          </p:cNvPr>
          <p:cNvSpPr txBox="1"/>
          <p:nvPr/>
        </p:nvSpPr>
        <p:spPr>
          <a:xfrm>
            <a:off x="2589750" y="2562927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A6496D1-AA38-0C58-E51A-69C2A837BC8E}"/>
              </a:ext>
            </a:extLst>
          </p:cNvPr>
          <p:cNvSpPr txBox="1"/>
          <p:nvPr/>
        </p:nvSpPr>
        <p:spPr>
          <a:xfrm>
            <a:off x="4802610" y="2086461"/>
            <a:ext cx="1217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</a:t>
            </a:r>
            <a:endParaRPr lang="en-US" altLang="ko-KR" sz="70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3718ABF-47D3-6ECB-6E8B-8C52A71088E6}"/>
              </a:ext>
            </a:extLst>
          </p:cNvPr>
          <p:cNvSpPr/>
          <p:nvPr/>
        </p:nvSpPr>
        <p:spPr>
          <a:xfrm>
            <a:off x="6639038" y="2573251"/>
            <a:ext cx="537082" cy="191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91" name="Text Box">
            <a:extLst>
              <a:ext uri="{FF2B5EF4-FFF2-40B4-BE49-F238E27FC236}">
                <a16:creationId xmlns:a16="http://schemas.microsoft.com/office/drawing/2014/main" id="{AD3156EB-38EF-5779-E500-84A479866736}"/>
              </a:ext>
            </a:extLst>
          </p:cNvPr>
          <p:cNvSpPr/>
          <p:nvPr/>
        </p:nvSpPr>
        <p:spPr>
          <a:xfrm>
            <a:off x="3803404" y="256271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95" name="Text Box">
            <a:extLst>
              <a:ext uri="{FF2B5EF4-FFF2-40B4-BE49-F238E27FC236}">
                <a16:creationId xmlns:a16="http://schemas.microsoft.com/office/drawing/2014/main" id="{2AA61CED-F4F7-8F8B-037D-47CA922A70B6}"/>
              </a:ext>
            </a:extLst>
          </p:cNvPr>
          <p:cNvSpPr/>
          <p:nvPr/>
        </p:nvSpPr>
        <p:spPr>
          <a:xfrm>
            <a:off x="5137982" y="285825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040C28"/>
                </a:solidFill>
                <a:latin typeface="Arial" panose="020B0604020202020204" pitchFamily="34" charset="0"/>
              </a:rPr>
              <a:t>0</a:t>
            </a:r>
          </a:p>
        </p:txBody>
      </p:sp>
      <p:grpSp>
        <p:nvGrpSpPr>
          <p:cNvPr id="9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7E53BA58-C7AA-6825-B512-7D219837FBB7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3263842" y="2858254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97" name="Text Box">
              <a:extLst>
                <a:ext uri="{FF2B5EF4-FFF2-40B4-BE49-F238E27FC236}">
                  <a16:creationId xmlns:a16="http://schemas.microsoft.com/office/drawing/2014/main" id="{0FCCF5E6-D24A-2973-9A63-2EA860525926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558DA7F-BF1C-DED8-69A6-712A9B99D6C4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A8011BFE-CD44-35D0-1D0C-4F3EF6964E4B}"/>
              </a:ext>
            </a:extLst>
          </p:cNvPr>
          <p:cNvSpPr txBox="1"/>
          <p:nvPr/>
        </p:nvSpPr>
        <p:spPr>
          <a:xfrm>
            <a:off x="4398838" y="2861091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0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CB975DAC-3029-299A-4045-D673814A051A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868423" y="2865948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02" name="Text Box">
              <a:extLst>
                <a:ext uri="{FF2B5EF4-FFF2-40B4-BE49-F238E27FC236}">
                  <a16:creationId xmlns:a16="http://schemas.microsoft.com/office/drawing/2014/main" id="{C9EDB637-AD42-66DF-9C60-D9CAD58CDF05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0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8A505EC-6497-FE3D-B91A-BE3D1C68DCA3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42A54C-B6E7-5225-B656-A9105BFD8F1A}"/>
              </a:ext>
            </a:extLst>
          </p:cNvPr>
          <p:cNvSpPr txBox="1"/>
          <p:nvPr/>
        </p:nvSpPr>
        <p:spPr>
          <a:xfrm>
            <a:off x="2589750" y="2858467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07" name="Text Box">
            <a:extLst>
              <a:ext uri="{FF2B5EF4-FFF2-40B4-BE49-F238E27FC236}">
                <a16:creationId xmlns:a16="http://schemas.microsoft.com/office/drawing/2014/main" id="{1D12D926-D677-E327-898C-44155100D120}"/>
              </a:ext>
            </a:extLst>
          </p:cNvPr>
          <p:cNvSpPr/>
          <p:nvPr/>
        </p:nvSpPr>
        <p:spPr>
          <a:xfrm>
            <a:off x="3803404" y="285825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30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4B0EC37D-4E88-5112-4C07-2BEC630F1721}"/>
              </a:ext>
            </a:extLst>
          </p:cNvPr>
          <p:cNvSpPr/>
          <p:nvPr/>
        </p:nvSpPr>
        <p:spPr>
          <a:xfrm>
            <a:off x="6639038" y="2874538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52" name="Text Box">
            <a:extLst>
              <a:ext uri="{FF2B5EF4-FFF2-40B4-BE49-F238E27FC236}">
                <a16:creationId xmlns:a16="http://schemas.microsoft.com/office/drawing/2014/main" id="{C8A1B9C3-E066-39ED-29EB-F6702EB7F0C0}"/>
              </a:ext>
            </a:extLst>
          </p:cNvPr>
          <p:cNvSpPr/>
          <p:nvPr/>
        </p:nvSpPr>
        <p:spPr>
          <a:xfrm>
            <a:off x="5137982" y="3143223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2,000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5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3393253D-9499-B93C-46B6-5846B1E37B86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3263842" y="3143223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54" name="Text Box">
              <a:extLst>
                <a:ext uri="{FF2B5EF4-FFF2-40B4-BE49-F238E27FC236}">
                  <a16:creationId xmlns:a16="http://schemas.microsoft.com/office/drawing/2014/main" id="{70428A58-63E7-F317-2DDB-B00605A50D19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353AA349-8FB1-798A-6DC6-67D016E8DD31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23DFB22F-355F-3560-5DA3-08A52C75A7F4}"/>
              </a:ext>
            </a:extLst>
          </p:cNvPr>
          <p:cNvSpPr txBox="1"/>
          <p:nvPr/>
        </p:nvSpPr>
        <p:spPr>
          <a:xfrm>
            <a:off x="4398838" y="3146060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5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81AB317F-74F4-7A7D-3D9A-250FD95A183D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5868423" y="3150917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58" name="Text Box">
              <a:extLst>
                <a:ext uri="{FF2B5EF4-FFF2-40B4-BE49-F238E27FC236}">
                  <a16:creationId xmlns:a16="http://schemas.microsoft.com/office/drawing/2014/main" id="{69394C92-B0D8-697F-8EC0-ACD7F80AC95E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정액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 (KRW)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9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ECF5CDD-12BF-DED3-A9F1-82A335C7B2FD}"/>
                </a:ext>
              </a:extLst>
            </p:cNvPr>
            <p:cNvSpPr>
              <a:spLocks noChangeAspect="1"/>
            </p:cNvSpPr>
            <p:nvPr>
              <p:custDataLst>
                <p:tags r:id="rId25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8E765E0D-66CF-D31C-E05C-6F781FE9C797}"/>
              </a:ext>
            </a:extLst>
          </p:cNvPr>
          <p:cNvSpPr txBox="1"/>
          <p:nvPr/>
        </p:nvSpPr>
        <p:spPr>
          <a:xfrm>
            <a:off x="2589750" y="3143436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61" name="Text Box">
            <a:extLst>
              <a:ext uri="{FF2B5EF4-FFF2-40B4-BE49-F238E27FC236}">
                <a16:creationId xmlns:a16="http://schemas.microsoft.com/office/drawing/2014/main" id="{01CFEFC8-38E9-F538-420F-EAC11F5C6581}"/>
              </a:ext>
            </a:extLst>
          </p:cNvPr>
          <p:cNvSpPr/>
          <p:nvPr/>
        </p:nvSpPr>
        <p:spPr>
          <a:xfrm>
            <a:off x="3803404" y="3143223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3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FE32AA6D-BFC7-A576-807F-5463DBCE5CF7}"/>
              </a:ext>
            </a:extLst>
          </p:cNvPr>
          <p:cNvSpPr/>
          <p:nvPr/>
        </p:nvSpPr>
        <p:spPr>
          <a:xfrm>
            <a:off x="6639038" y="315950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63" name="Text Box">
            <a:extLst>
              <a:ext uri="{FF2B5EF4-FFF2-40B4-BE49-F238E27FC236}">
                <a16:creationId xmlns:a16="http://schemas.microsoft.com/office/drawing/2014/main" id="{B0EDDE1F-7C48-AF21-CDA5-6E792B0A04A6}"/>
              </a:ext>
            </a:extLst>
          </p:cNvPr>
          <p:cNvSpPr/>
          <p:nvPr/>
        </p:nvSpPr>
        <p:spPr>
          <a:xfrm>
            <a:off x="5137982" y="34242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040C28"/>
                </a:solidFill>
                <a:latin typeface="Arial" panose="020B0604020202020204" pitchFamily="34" charset="0"/>
              </a:rPr>
              <a:t>300</a:t>
            </a:r>
          </a:p>
        </p:txBody>
      </p:sp>
      <p:grpSp>
        <p:nvGrpSpPr>
          <p:cNvPr id="16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280ED50B-5012-6D1D-51F2-9CB9162C2135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3263842" y="34242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65" name="Text Box">
              <a:extLst>
                <a:ext uri="{FF2B5EF4-FFF2-40B4-BE49-F238E27FC236}">
                  <a16:creationId xmlns:a16="http://schemas.microsoft.com/office/drawing/2014/main" id="{5DFD8C98-3CEB-D2FE-00A5-6B2DBF1010D7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91FDF58-A08F-60D7-347A-944E03C38E3E}"/>
                </a:ext>
              </a:extLst>
            </p:cNvPr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A27FAA54-81BC-FA03-7CF6-1AD201C6915E}"/>
              </a:ext>
            </a:extLst>
          </p:cNvPr>
          <p:cNvSpPr txBox="1"/>
          <p:nvPr/>
        </p:nvSpPr>
        <p:spPr>
          <a:xfrm>
            <a:off x="4398838" y="34270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6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A494CA45-6EF4-11B7-02C1-FE6256848AD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5868423" y="343190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69" name="Text Box">
              <a:extLst>
                <a:ext uri="{FF2B5EF4-FFF2-40B4-BE49-F238E27FC236}">
                  <a16:creationId xmlns:a16="http://schemas.microsoft.com/office/drawing/2014/main" id="{67CF203A-DB4B-1D43-60D6-6F3732847F04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정액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 (USD)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D0ECF71-0D08-D45F-467B-E5536A59F735}"/>
                </a:ext>
              </a:extLst>
            </p:cNvPr>
            <p:cNvSpPr>
              <a:spLocks noChangeAspect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8D649FC7-0C29-8EA6-779D-423470149A3F}"/>
              </a:ext>
            </a:extLst>
          </p:cNvPr>
          <p:cNvSpPr txBox="1"/>
          <p:nvPr/>
        </p:nvSpPr>
        <p:spPr>
          <a:xfrm>
            <a:off x="2589750" y="3424421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72" name="Text Box">
            <a:extLst>
              <a:ext uri="{FF2B5EF4-FFF2-40B4-BE49-F238E27FC236}">
                <a16:creationId xmlns:a16="http://schemas.microsoft.com/office/drawing/2014/main" id="{C5713EA6-8961-7D8B-F8EF-834305CCE582}"/>
              </a:ext>
            </a:extLst>
          </p:cNvPr>
          <p:cNvSpPr/>
          <p:nvPr/>
        </p:nvSpPr>
        <p:spPr>
          <a:xfrm>
            <a:off x="3803404" y="34242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7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D7FEE7CC-10E4-27A3-8799-C6E26CDBA4EA}"/>
              </a:ext>
            </a:extLst>
          </p:cNvPr>
          <p:cNvSpPr/>
          <p:nvPr/>
        </p:nvSpPr>
        <p:spPr>
          <a:xfrm>
            <a:off x="6639038" y="344049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DEDBDE1-37B1-D725-3FC4-BE0D84681F33}"/>
              </a:ext>
            </a:extLst>
          </p:cNvPr>
          <p:cNvSpPr txBox="1"/>
          <p:nvPr/>
        </p:nvSpPr>
        <p:spPr>
          <a:xfrm>
            <a:off x="7141239" y="2570405"/>
            <a:ext cx="180049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100%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불가라는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1378086-8155-7552-29C0-DCBBFC48103D}"/>
              </a:ext>
            </a:extLst>
          </p:cNvPr>
          <p:cNvSpPr txBox="1"/>
          <p:nvPr/>
        </p:nvSpPr>
        <p:spPr>
          <a:xfrm>
            <a:off x="7141239" y="2881536"/>
            <a:ext cx="194476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수수료가 없다는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A4760F1F-F691-A54D-CA2A-5D1D9C1FA5EE}"/>
              </a:ext>
            </a:extLst>
          </p:cNvPr>
          <p:cNvSpPr txBox="1"/>
          <p:nvPr/>
        </p:nvSpPr>
        <p:spPr>
          <a:xfrm>
            <a:off x="7124852" y="3157062"/>
            <a:ext cx="124104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정액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(KRW)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1A60A06-25F7-9AD8-8358-8D9449E80802}"/>
              </a:ext>
            </a:extLst>
          </p:cNvPr>
          <p:cNvSpPr txBox="1"/>
          <p:nvPr/>
        </p:nvSpPr>
        <p:spPr>
          <a:xfrm>
            <a:off x="7124852" y="3442197"/>
            <a:ext cx="121860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정액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600" i="1" dirty="0">
                <a:solidFill>
                  <a:srgbClr val="C00000"/>
                </a:solidFill>
                <a:latin typeface="+mn-ea"/>
                <a:ea typeface="+mn-ea"/>
              </a:rPr>
              <a:t>USD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179" name="Text Box">
            <a:extLst>
              <a:ext uri="{FF2B5EF4-FFF2-40B4-BE49-F238E27FC236}">
                <a16:creationId xmlns:a16="http://schemas.microsoft.com/office/drawing/2014/main" id="{6EEE591E-D21D-D517-5212-F09BA79917A0}"/>
              </a:ext>
            </a:extLst>
          </p:cNvPr>
          <p:cNvSpPr/>
          <p:nvPr/>
        </p:nvSpPr>
        <p:spPr>
          <a:xfrm>
            <a:off x="4712601" y="3974580"/>
            <a:ext cx="438366" cy="210314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rgbClr val="040C28"/>
                </a:solidFill>
                <a:latin typeface="Arial" panose="020B0604020202020204" pitchFamily="34" charset="0"/>
              </a:rPr>
              <a:t>100</a:t>
            </a:r>
            <a:endParaRPr lang="en-US" sz="7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8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1889145F-CCC4-5945-5AE5-97479CAB2052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3263842" y="3966886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81" name="Text Box">
              <a:extLst>
                <a:ext uri="{FF2B5EF4-FFF2-40B4-BE49-F238E27FC236}">
                  <a16:creationId xmlns:a16="http://schemas.microsoft.com/office/drawing/2014/main" id="{95D6BAC2-F3DC-BD0E-763E-B8655A2D39B4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노쇼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2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E95AA1E-904A-557C-96A0-574ABCAE88E4}"/>
                </a:ext>
              </a:extLst>
            </p:cNvPr>
            <p:cNvSpPr>
              <a:spLocks noChangeAspect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AD132226-98B6-589D-AD6E-F2B11AC8B09D}"/>
              </a:ext>
            </a:extLst>
          </p:cNvPr>
          <p:cNvSpPr txBox="1"/>
          <p:nvPr/>
        </p:nvSpPr>
        <p:spPr>
          <a:xfrm>
            <a:off x="4398838" y="3969723"/>
            <a:ext cx="2808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시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20A893C-9941-169E-3FA0-73A9F5FB92B3}"/>
              </a:ext>
            </a:extLst>
          </p:cNvPr>
          <p:cNvSpPr txBox="1"/>
          <p:nvPr/>
        </p:nvSpPr>
        <p:spPr>
          <a:xfrm>
            <a:off x="2589750" y="3967099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85" name="Text Box">
            <a:extLst>
              <a:ext uri="{FF2B5EF4-FFF2-40B4-BE49-F238E27FC236}">
                <a16:creationId xmlns:a16="http://schemas.microsoft.com/office/drawing/2014/main" id="{3BE47CC6-2BF8-ECA4-E0A1-3D515E401C20}"/>
              </a:ext>
            </a:extLst>
          </p:cNvPr>
          <p:cNvSpPr/>
          <p:nvPr/>
        </p:nvSpPr>
        <p:spPr>
          <a:xfrm>
            <a:off x="3803404" y="3966886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EA4C997-6E75-FED4-EC39-E00A4C9203A2}"/>
              </a:ext>
            </a:extLst>
          </p:cNvPr>
          <p:cNvSpPr/>
          <p:nvPr/>
        </p:nvSpPr>
        <p:spPr>
          <a:xfrm>
            <a:off x="5961151" y="398317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18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669AF09D-9FAA-D56C-9F19-6B220F222F0A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5190536" y="3980397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88" name="Text Box">
              <a:extLst>
                <a:ext uri="{FF2B5EF4-FFF2-40B4-BE49-F238E27FC236}">
                  <a16:creationId xmlns:a16="http://schemas.microsoft.com/office/drawing/2014/main" id="{032D3844-BA38-E9D6-7047-F935AB9AEEF7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89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D5BD816-9863-1D96-B4EC-489CA3267DB9}"/>
                </a:ext>
              </a:extLst>
            </p:cNvPr>
            <p:cNvSpPr>
              <a:spLocks noChangeAspect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31D917CC-0639-BDE0-11C5-B6C5A4A38BC8}"/>
              </a:ext>
            </a:extLst>
          </p:cNvPr>
          <p:cNvSpPr txBox="1"/>
          <p:nvPr/>
        </p:nvSpPr>
        <p:spPr>
          <a:xfrm>
            <a:off x="6477024" y="3999643"/>
            <a:ext cx="180049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100%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불가라는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1" name="Text Box">
            <a:extLst>
              <a:ext uri="{FF2B5EF4-FFF2-40B4-BE49-F238E27FC236}">
                <a16:creationId xmlns:a16="http://schemas.microsoft.com/office/drawing/2014/main" id="{0E3E29EA-4570-C7AE-ED8D-137C919FAB0D}"/>
              </a:ext>
            </a:extLst>
          </p:cNvPr>
          <p:cNvSpPr/>
          <p:nvPr/>
        </p:nvSpPr>
        <p:spPr>
          <a:xfrm>
            <a:off x="5137982" y="36870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5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9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D46BB5ED-BF66-064A-C8FE-B1B4695BD039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3263842" y="36870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93" name="Text Box">
              <a:extLst>
                <a:ext uri="{FF2B5EF4-FFF2-40B4-BE49-F238E27FC236}">
                  <a16:creationId xmlns:a16="http://schemas.microsoft.com/office/drawing/2014/main" id="{BDBEA033-2133-A9F8-1D89-CBDDF07BC7CC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4190FB2-31A5-662A-70E6-77761E3E120C}"/>
                </a:ext>
              </a:extLst>
            </p:cNvPr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853645AE-9BD0-9C26-BD1D-E89AD8317DF9}"/>
              </a:ext>
            </a:extLst>
          </p:cNvPr>
          <p:cNvSpPr txBox="1"/>
          <p:nvPr/>
        </p:nvSpPr>
        <p:spPr>
          <a:xfrm>
            <a:off x="4398838" y="36898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9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E5C4DBFF-DBE8-B02F-9746-28601253A364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5868423" y="369470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97" name="Text Box">
              <a:extLst>
                <a:ext uri="{FF2B5EF4-FFF2-40B4-BE49-F238E27FC236}">
                  <a16:creationId xmlns:a16="http://schemas.microsoft.com/office/drawing/2014/main" id="{54271D95-98BE-B05E-B055-5F0A2AA19E47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9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32B0937-8A83-CB28-15F9-E5FA5AB30D5F}"/>
                </a:ext>
              </a:extLst>
            </p:cNvPr>
            <p:cNvSpPr>
              <a:spLocks noChangeAspect="1"/>
            </p:cNvSpPr>
            <p:nvPr>
              <p:custDataLst>
                <p:tags r:id="rId19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C029D499-B6C9-BB53-90BF-6B12149840DA}"/>
              </a:ext>
            </a:extLst>
          </p:cNvPr>
          <p:cNvSpPr txBox="1"/>
          <p:nvPr/>
        </p:nvSpPr>
        <p:spPr>
          <a:xfrm>
            <a:off x="2589750" y="3687221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200" name="Text Box">
            <a:extLst>
              <a:ext uri="{FF2B5EF4-FFF2-40B4-BE49-F238E27FC236}">
                <a16:creationId xmlns:a16="http://schemas.microsoft.com/office/drawing/2014/main" id="{5C61E585-AE3A-9DF7-3B98-080A690F2064}"/>
              </a:ext>
            </a:extLst>
          </p:cNvPr>
          <p:cNvSpPr/>
          <p:nvPr/>
        </p:nvSpPr>
        <p:spPr>
          <a:xfrm>
            <a:off x="3803404" y="36870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33593E15-F432-0AF2-A0DE-1BA06F6C1A96}"/>
              </a:ext>
            </a:extLst>
          </p:cNvPr>
          <p:cNvSpPr/>
          <p:nvPr/>
        </p:nvSpPr>
        <p:spPr>
          <a:xfrm>
            <a:off x="6639038" y="370329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3A656810-912E-F1AF-A777-6A58589F9DFB}"/>
              </a:ext>
            </a:extLst>
          </p:cNvPr>
          <p:cNvSpPr txBox="1"/>
          <p:nvPr/>
        </p:nvSpPr>
        <p:spPr>
          <a:xfrm>
            <a:off x="7124852" y="3704997"/>
            <a:ext cx="114807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</a:t>
            </a:r>
            <a:r>
              <a:rPr lang="ko-KR" altLang="en-US" sz="600" b="0" i="1" dirty="0" err="1">
                <a:solidFill>
                  <a:srgbClr val="C00000"/>
                </a:solidFill>
                <a:latin typeface="+mn-ea"/>
                <a:ea typeface="+mn-ea"/>
              </a:rPr>
              <a:t>정율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600" i="1" dirty="0">
                <a:solidFill>
                  <a:srgbClr val="C00000"/>
                </a:solidFill>
                <a:latin typeface="+mn-ea"/>
                <a:ea typeface="+mn-ea"/>
              </a:rPr>
              <a:t>%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D5AF6461-BE48-09EF-D21A-E76B2CA8AA56}"/>
              </a:ext>
            </a:extLst>
          </p:cNvPr>
          <p:cNvSpPr txBox="1"/>
          <p:nvPr/>
        </p:nvSpPr>
        <p:spPr>
          <a:xfrm>
            <a:off x="3874935" y="1093658"/>
            <a:ext cx="15103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선택 값 선택 후 필드 입력 활성화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679CC9B-BE82-F140-4E9B-F824A0E95423}"/>
              </a:ext>
            </a:extLst>
          </p:cNvPr>
          <p:cNvSpPr txBox="1"/>
          <p:nvPr/>
        </p:nvSpPr>
        <p:spPr>
          <a:xfrm>
            <a:off x="5160886" y="1795442"/>
            <a:ext cx="8980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숫자만 입력 허용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AC5B6352-38C5-6B3C-67A9-BC04592D1C48}"/>
              </a:ext>
            </a:extLst>
          </p:cNvPr>
          <p:cNvSpPr txBox="1"/>
          <p:nvPr/>
        </p:nvSpPr>
        <p:spPr>
          <a:xfrm>
            <a:off x="3480367" y="4177825"/>
            <a:ext cx="14847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노쇼일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경우 화면 출력 방식 수정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7" name="Teardrop 1">
            <a:extLst>
              <a:ext uri="{FF2B5EF4-FFF2-40B4-BE49-F238E27FC236}">
                <a16:creationId xmlns:a16="http://schemas.microsoft.com/office/drawing/2014/main" id="{7F819FD0-DC34-5E14-3D25-6D508D1AE2F7}"/>
              </a:ext>
            </a:extLst>
          </p:cNvPr>
          <p:cNvSpPr/>
          <p:nvPr/>
        </p:nvSpPr>
        <p:spPr>
          <a:xfrm rot="16200000" flipH="1" flipV="1">
            <a:off x="3157619" y="11905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9630DB-E206-573A-CF24-76751DF769D9}"/>
              </a:ext>
            </a:extLst>
          </p:cNvPr>
          <p:cNvSpPr/>
          <p:nvPr/>
        </p:nvSpPr>
        <p:spPr>
          <a:xfrm>
            <a:off x="4632337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9B3E26-A9C6-97E4-4F2C-4E714647D299}"/>
              </a:ext>
            </a:extLst>
          </p:cNvPr>
          <p:cNvSpPr/>
          <p:nvPr/>
        </p:nvSpPr>
        <p:spPr>
          <a:xfrm>
            <a:off x="5303475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F5EA66-B41F-71CB-39B5-F63E196F23A3}"/>
              </a:ext>
            </a:extLst>
          </p:cNvPr>
          <p:cNvSpPr/>
          <p:nvPr/>
        </p:nvSpPr>
        <p:spPr>
          <a:xfrm>
            <a:off x="5968803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CB73EBB-2AAB-8FD2-27CA-E72FA52591EE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10" name="양쪽 모서리가 둥근 사각형 9">
              <a:extLst>
                <a:ext uri="{FF2B5EF4-FFF2-40B4-BE49-F238E27FC236}">
                  <a16:creationId xmlns:a16="http://schemas.microsoft.com/office/drawing/2014/main" id="{17E39133-BB7C-0EF0-D783-5F40CD14EB0C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11" name="양쪽 모서리가 둥근 사각형 10">
              <a:extLst>
                <a:ext uri="{FF2B5EF4-FFF2-40B4-BE49-F238E27FC236}">
                  <a16:creationId xmlns:a16="http://schemas.microsoft.com/office/drawing/2014/main" id="{EDEACB44-425A-0493-48E9-A110E4FCD70D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정산정보</a:t>
              </a:r>
            </a:p>
          </p:txBody>
        </p:sp>
        <p:sp>
          <p:nvSpPr>
            <p:cNvPr id="12" name="양쪽 모서리가 둥근 사각형 11">
              <a:extLst>
                <a:ext uri="{FF2B5EF4-FFF2-40B4-BE49-F238E27FC236}">
                  <a16:creationId xmlns:a16="http://schemas.microsoft.com/office/drawing/2014/main" id="{E9140817-F0D3-BBD4-6E71-E1817E7B4A67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취소 수수료 정보</a:t>
              </a:r>
            </a:p>
          </p:txBody>
        </p:sp>
      </p:grpSp>
      <p:grpSp>
        <p:nvGrpSpPr>
          <p:cNvPr id="28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44E86FB4-D758-543B-7C62-3D67CE7C79D0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7078805" y="5715191"/>
            <a:ext cx="2200838" cy="954169"/>
            <a:chOff x="595686" y="1261242"/>
            <a:chExt cx="3222246" cy="1507358"/>
          </a:xfrm>
        </p:grpSpPr>
        <p:sp>
          <p:nvSpPr>
            <p:cNvPr id="29" name="Window Body">
              <a:extLst>
                <a:ext uri="{FF2B5EF4-FFF2-40B4-BE49-F238E27FC236}">
                  <a16:creationId xmlns:a16="http://schemas.microsoft.com/office/drawing/2014/main" id="{12C6B854-E73D-51C4-8FE5-4EE8E062BFAF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Text">
              <a:extLst>
                <a:ext uri="{FF2B5EF4-FFF2-40B4-BE49-F238E27FC236}">
                  <a16:creationId xmlns:a16="http://schemas.microsoft.com/office/drawing/2014/main" id="{FE1B4CEE-ECE4-11A0-EF4F-A93B17CFACCB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삭제 하시겠습니까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Title Bar">
              <a:extLst>
                <a:ext uri="{FF2B5EF4-FFF2-40B4-BE49-F238E27FC236}">
                  <a16:creationId xmlns:a16="http://schemas.microsoft.com/office/drawing/2014/main" id="{403A7CA4-86F6-3A88-E3B4-8C427A59BDC4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41" name="Close Button">
              <a:extLst>
                <a:ext uri="{FF2B5EF4-FFF2-40B4-BE49-F238E27FC236}">
                  <a16:creationId xmlns:a16="http://schemas.microsoft.com/office/drawing/2014/main" id="{B6B6594E-0807-D30E-4128-758AEBEDCB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42" name="Icons">
              <a:extLst>
                <a:ext uri="{FF2B5EF4-FFF2-40B4-BE49-F238E27FC236}">
                  <a16:creationId xmlns:a16="http://schemas.microsoft.com/office/drawing/2014/main" id="{49436109-826B-3DEE-27D7-89D345A0385E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48" name="Info Icon" hidden="1">
                <a:extLst>
                  <a:ext uri="{FF2B5EF4-FFF2-40B4-BE49-F238E27FC236}">
                    <a16:creationId xmlns:a16="http://schemas.microsoft.com/office/drawing/2014/main" id="{D43BBFA8-3CE3-FDC7-4025-4F54E12B79F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9" name="Warning Icon" hidden="1">
                <a:extLst>
                  <a:ext uri="{FF2B5EF4-FFF2-40B4-BE49-F238E27FC236}">
                    <a16:creationId xmlns:a16="http://schemas.microsoft.com/office/drawing/2014/main" id="{E74607FF-7E3C-DDD7-AD45-FE134E30C43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0" name="Error Icon" hidden="1">
                <a:extLst>
                  <a:ext uri="{FF2B5EF4-FFF2-40B4-BE49-F238E27FC236}">
                    <a16:creationId xmlns:a16="http://schemas.microsoft.com/office/drawing/2014/main" id="{A9FA9C36-A4A4-02FA-E377-73E767F1A0A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Question Icon">
                <a:extLst>
                  <a:ext uri="{FF2B5EF4-FFF2-40B4-BE49-F238E27FC236}">
                    <a16:creationId xmlns:a16="http://schemas.microsoft.com/office/drawing/2014/main" id="{601D2494-F72D-71C0-793C-D4F28EC42B8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3" name="Buttons">
              <a:extLst>
                <a:ext uri="{FF2B5EF4-FFF2-40B4-BE49-F238E27FC236}">
                  <a16:creationId xmlns:a16="http://schemas.microsoft.com/office/drawing/2014/main" id="{53B75703-4BEF-CA98-C3B5-18370C8019BF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45" name="Button 1">
                <a:extLst>
                  <a:ext uri="{FF2B5EF4-FFF2-40B4-BE49-F238E27FC236}">
                    <a16:creationId xmlns:a16="http://schemas.microsoft.com/office/drawing/2014/main" id="{083EB09E-AD0E-7384-4377-8E9354DA95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6" name="Button 2">
                <a:extLst>
                  <a:ext uri="{FF2B5EF4-FFF2-40B4-BE49-F238E27FC236}">
                    <a16:creationId xmlns:a16="http://schemas.microsoft.com/office/drawing/2014/main" id="{2227F1DB-BAB0-7301-12DF-AD0472ABC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6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6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7" name="Button 3" hidden="1">
                <a:extLst>
                  <a:ext uri="{FF2B5EF4-FFF2-40B4-BE49-F238E27FC236}">
                    <a16:creationId xmlns:a16="http://schemas.microsoft.com/office/drawing/2014/main" id="{9138B5AE-C550-E610-4582-EB9D03D3B2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6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6231192A-BDD3-513E-6A75-9FBD917BDAE8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9587491" y="5715191"/>
            <a:ext cx="2200838" cy="954169"/>
            <a:chOff x="595686" y="1261242"/>
            <a:chExt cx="3222246" cy="1507358"/>
          </a:xfrm>
        </p:grpSpPr>
        <p:sp>
          <p:nvSpPr>
            <p:cNvPr id="74" name="Window Body">
              <a:extLst>
                <a:ext uri="{FF2B5EF4-FFF2-40B4-BE49-F238E27FC236}">
                  <a16:creationId xmlns:a16="http://schemas.microsoft.com/office/drawing/2014/main" id="{FCA2A060-ABED-6174-E477-7A80BEAE809A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5" name="Text">
              <a:extLst>
                <a:ext uri="{FF2B5EF4-FFF2-40B4-BE49-F238E27FC236}">
                  <a16:creationId xmlns:a16="http://schemas.microsoft.com/office/drawing/2014/main" id="{D88B770F-98D8-21AF-4D32-916BAAECA292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삭제가 완료 되었습니다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8" name="Title Bar">
              <a:extLst>
                <a:ext uri="{FF2B5EF4-FFF2-40B4-BE49-F238E27FC236}">
                  <a16:creationId xmlns:a16="http://schemas.microsoft.com/office/drawing/2014/main" id="{1726F813-F3CF-9C0B-8AA6-A0DF59CA92F6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79" name="Close Button">
              <a:extLst>
                <a:ext uri="{FF2B5EF4-FFF2-40B4-BE49-F238E27FC236}">
                  <a16:creationId xmlns:a16="http://schemas.microsoft.com/office/drawing/2014/main" id="{23ACEB3F-7F09-F3CA-DF4F-B8A02A9746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80" name="Icons">
              <a:extLst>
                <a:ext uri="{FF2B5EF4-FFF2-40B4-BE49-F238E27FC236}">
                  <a16:creationId xmlns:a16="http://schemas.microsoft.com/office/drawing/2014/main" id="{9D9F588D-452D-9E5E-A3A5-85B5DD23F5FE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87" name="Info Icon" hidden="1">
                <a:extLst>
                  <a:ext uri="{FF2B5EF4-FFF2-40B4-BE49-F238E27FC236}">
                    <a16:creationId xmlns:a16="http://schemas.microsoft.com/office/drawing/2014/main" id="{5F9FC860-AE6C-4991-4CB8-AC5FB32DB09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8" name="Warning Icon" hidden="1">
                <a:extLst>
                  <a:ext uri="{FF2B5EF4-FFF2-40B4-BE49-F238E27FC236}">
                    <a16:creationId xmlns:a16="http://schemas.microsoft.com/office/drawing/2014/main" id="{38F74CFB-0E84-BC4A-A057-D0C7C618185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9" name="Error Icon" hidden="1">
                <a:extLst>
                  <a:ext uri="{FF2B5EF4-FFF2-40B4-BE49-F238E27FC236}">
                    <a16:creationId xmlns:a16="http://schemas.microsoft.com/office/drawing/2014/main" id="{CB4EA3E4-A27C-332A-AF44-AEB05B82564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0" name="Question Icon">
                <a:extLst>
                  <a:ext uri="{FF2B5EF4-FFF2-40B4-BE49-F238E27FC236}">
                    <a16:creationId xmlns:a16="http://schemas.microsoft.com/office/drawing/2014/main" id="{54D5958B-107B-9215-10CC-0BEBFA36EB7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81" name="Buttons">
              <a:extLst>
                <a:ext uri="{FF2B5EF4-FFF2-40B4-BE49-F238E27FC236}">
                  <a16:creationId xmlns:a16="http://schemas.microsoft.com/office/drawing/2014/main" id="{1A31576A-9844-3756-64AA-47F5A1E41A9F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82" name="Button 1">
                <a:extLst>
                  <a:ext uri="{FF2B5EF4-FFF2-40B4-BE49-F238E27FC236}">
                    <a16:creationId xmlns:a16="http://schemas.microsoft.com/office/drawing/2014/main" id="{0C7389A8-8C07-6E3E-1D2D-5710FB00D3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Button 2" hidden="1">
                <a:extLst>
                  <a:ext uri="{FF2B5EF4-FFF2-40B4-BE49-F238E27FC236}">
                    <a16:creationId xmlns:a16="http://schemas.microsoft.com/office/drawing/2014/main" id="{6D01C55C-F4C8-FDDA-5EBB-4C3BFBBB2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6" name="Button 3" hidden="1">
                <a:extLst>
                  <a:ext uri="{FF2B5EF4-FFF2-40B4-BE49-F238E27FC236}">
                    <a16:creationId xmlns:a16="http://schemas.microsoft.com/office/drawing/2014/main" id="{511267F1-C5C0-85CA-4D3C-B0DDDB016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92" name="꺾인 연결선[E] 91">
            <a:extLst>
              <a:ext uri="{FF2B5EF4-FFF2-40B4-BE49-F238E27FC236}">
                <a16:creationId xmlns:a16="http://schemas.microsoft.com/office/drawing/2014/main" id="{C0A7F4A6-F010-ED47-2504-3FA5E19E43B9}"/>
              </a:ext>
            </a:extLst>
          </p:cNvPr>
          <p:cNvCxnSpPr>
            <a:cxnSpLocks/>
            <a:stCxn id="8" idx="3"/>
            <a:endCxn id="29" idx="1"/>
          </p:cNvCxnSpPr>
          <p:nvPr/>
        </p:nvCxnSpPr>
        <p:spPr>
          <a:xfrm flipV="1">
            <a:off x="6505885" y="6267523"/>
            <a:ext cx="572920" cy="2607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D895F8F7-1827-4E48-CEFB-35CF85DCD401}"/>
              </a:ext>
            </a:extLst>
          </p:cNvPr>
          <p:cNvCxnSpPr>
            <a:cxnSpLocks/>
            <a:stCxn id="45" idx="3"/>
            <a:endCxn id="74" idx="1"/>
          </p:cNvCxnSpPr>
          <p:nvPr/>
        </p:nvCxnSpPr>
        <p:spPr>
          <a:xfrm flipV="1">
            <a:off x="9151328" y="6267523"/>
            <a:ext cx="436163" cy="236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ardrop 1">
            <a:extLst>
              <a:ext uri="{FF2B5EF4-FFF2-40B4-BE49-F238E27FC236}">
                <a16:creationId xmlns:a16="http://schemas.microsoft.com/office/drawing/2014/main" id="{E45DEE10-811D-DEC3-FF6F-0061681FBC38}"/>
              </a:ext>
            </a:extLst>
          </p:cNvPr>
          <p:cNvSpPr/>
          <p:nvPr/>
        </p:nvSpPr>
        <p:spPr>
          <a:xfrm rot="16200000" flipH="1" flipV="1">
            <a:off x="5126617" y="24859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ardrop 1">
            <a:extLst>
              <a:ext uri="{FF2B5EF4-FFF2-40B4-BE49-F238E27FC236}">
                <a16:creationId xmlns:a16="http://schemas.microsoft.com/office/drawing/2014/main" id="{C36C5579-DD3C-3B98-DF93-B82FD409A567}"/>
              </a:ext>
            </a:extLst>
          </p:cNvPr>
          <p:cNvSpPr/>
          <p:nvPr/>
        </p:nvSpPr>
        <p:spPr>
          <a:xfrm rot="16200000" flipH="1" flipV="1">
            <a:off x="5036562" y="306784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8" name="Teardrop 1">
            <a:extLst>
              <a:ext uri="{FF2B5EF4-FFF2-40B4-BE49-F238E27FC236}">
                <a16:creationId xmlns:a16="http://schemas.microsoft.com/office/drawing/2014/main" id="{7890724A-FE6A-38FA-D1E8-79BD996A73EC}"/>
              </a:ext>
            </a:extLst>
          </p:cNvPr>
          <p:cNvSpPr/>
          <p:nvPr/>
        </p:nvSpPr>
        <p:spPr>
          <a:xfrm rot="16200000" flipH="1" flipV="1">
            <a:off x="3720380" y="245131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4010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8D594-6AEB-D404-CB97-B9FDFF892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7FF8E958-C9DC-DFD2-45E0-8BC1335D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 조회 팝업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DFAC4A8C-73E2-1BA4-B992-213509015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기본정보 탭 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589F45AC-97E6-B28D-12DA-0F1A8DF99E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7C059670-C959-9BF5-7276-3072EBC7C2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F4F91F-6449-B12A-BB7F-E21F6599A42F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6F1913-65A7-7521-BD32-2615B58C6F98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2761CF-D50F-AB32-AAEB-60AB4DACF4E6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17E72BB1-90C5-9C83-8F82-FF4336ED5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03126"/>
              </p:ext>
            </p:extLst>
          </p:nvPr>
        </p:nvGraphicFramePr>
        <p:xfrm>
          <a:off x="9406740" y="440717"/>
          <a:ext cx="2785260" cy="4243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개중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개만 선택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선택한 호텔 부모창에 적용 후 팝업 닫기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66763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4057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997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3439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70892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E905124-A1D5-3C57-AA55-66F73BDB9A3F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83BC8509-7D95-4C3A-6E67-DE2DE40F8AF0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43B895D-6324-62AF-8A51-A91998E0B692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D2C3138-F388-B4F1-C53A-5581376E06C0}"/>
              </a:ext>
            </a:extLst>
          </p:cNvPr>
          <p:cNvGrpSpPr/>
          <p:nvPr/>
        </p:nvGrpSpPr>
        <p:grpSpPr>
          <a:xfrm>
            <a:off x="1512625" y="848538"/>
            <a:ext cx="3035049" cy="261847"/>
            <a:chOff x="1512625" y="1375459"/>
            <a:chExt cx="3035049" cy="261847"/>
          </a:xfrm>
        </p:grpSpPr>
        <p:sp>
          <p:nvSpPr>
            <p:cNvPr id="65" name="양쪽 모서리가 둥근 사각형 64">
              <a:extLst>
                <a:ext uri="{FF2B5EF4-FFF2-40B4-BE49-F238E27FC236}">
                  <a16:creationId xmlns:a16="http://schemas.microsoft.com/office/drawing/2014/main" id="{8F83CFFF-A362-3916-E034-C6B54540A14F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74" name="양쪽 모서리가 둥근 사각형 73">
              <a:extLst>
                <a:ext uri="{FF2B5EF4-FFF2-40B4-BE49-F238E27FC236}">
                  <a16:creationId xmlns:a16="http://schemas.microsoft.com/office/drawing/2014/main" id="{9182C44C-86F1-7D07-5959-CAB75C40A317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정산정보</a:t>
              </a:r>
            </a:p>
          </p:txBody>
        </p:sp>
        <p:sp>
          <p:nvSpPr>
            <p:cNvPr id="75" name="양쪽 모서리가 둥근 사각형 74">
              <a:extLst>
                <a:ext uri="{FF2B5EF4-FFF2-40B4-BE49-F238E27FC236}">
                  <a16:creationId xmlns:a16="http://schemas.microsoft.com/office/drawing/2014/main" id="{A2310265-405E-DC06-4174-C0D0E681D589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취소 수수료 정보</a:t>
              </a:r>
            </a:p>
          </p:txBody>
        </p:sp>
      </p:grp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67B5BC92-A43F-8A17-FC2C-C3534611DAC5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6E333CF0-AA48-4C70-F5ED-5D0B5A150C51}"/>
              </a:ext>
            </a:extLst>
          </p:cNvPr>
          <p:cNvSpPr/>
          <p:nvPr/>
        </p:nvSpPr>
        <p:spPr>
          <a:xfrm>
            <a:off x="-14" y="808615"/>
            <a:ext cx="1318349" cy="54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2F8867E3-41B4-E3BD-22AF-4D00CFB8AB5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135560" y="1753696"/>
            <a:ext cx="3025971" cy="4411609"/>
            <a:chOff x="4693261" y="1261242"/>
            <a:chExt cx="2570890" cy="2979206"/>
          </a:xfrm>
        </p:grpSpPr>
        <p:sp>
          <p:nvSpPr>
            <p:cNvPr id="6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CA32EAEC-CF16-9BDF-7E5F-5AAC30EDA52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693261" y="1496299"/>
              <a:ext cx="2570884" cy="27441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7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CA5C7DB-877A-156E-9C6F-FB065BC99A2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694650" y="1261242"/>
              <a:ext cx="2569501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호텔조회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8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B60BBD6-414F-B745-47CC-C801B327A602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FDE4423-2F50-5EAE-44BC-807BFDEF20BE}"/>
              </a:ext>
            </a:extLst>
          </p:cNvPr>
          <p:cNvSpPr txBox="1"/>
          <p:nvPr/>
        </p:nvSpPr>
        <p:spPr>
          <a:xfrm>
            <a:off x="2171016" y="2152694"/>
            <a:ext cx="7200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호텔 조회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C04ABC2-42BA-A98D-8B98-CAA3CE92C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849647"/>
              </p:ext>
            </p:extLst>
          </p:nvPr>
        </p:nvGraphicFramePr>
        <p:xfrm>
          <a:off x="2256517" y="2419056"/>
          <a:ext cx="2688309" cy="494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275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178103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247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코드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429524"/>
                  </a:ext>
                </a:extLst>
              </a:tr>
            </a:tbl>
          </a:graphicData>
        </a:graphic>
      </p:graphicFrame>
      <p:sp>
        <p:nvSpPr>
          <p:cNvPr id="11" name="Text Box">
            <a:extLst>
              <a:ext uri="{FF2B5EF4-FFF2-40B4-BE49-F238E27FC236}">
                <a16:creationId xmlns:a16="http://schemas.microsoft.com/office/drawing/2014/main" id="{720FA571-5DB7-203F-C113-5385137B2DDB}"/>
              </a:ext>
            </a:extLst>
          </p:cNvPr>
          <p:cNvSpPr>
            <a:spLocks/>
          </p:cNvSpPr>
          <p:nvPr/>
        </p:nvSpPr>
        <p:spPr bwMode="auto">
          <a:xfrm>
            <a:off x="3194198" y="2443768"/>
            <a:ext cx="16977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DBA3C4E-7EB3-39D9-D479-F496F567F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708317"/>
              </p:ext>
            </p:extLst>
          </p:nvPr>
        </p:nvGraphicFramePr>
        <p:xfrm>
          <a:off x="2259081" y="3265066"/>
          <a:ext cx="2688309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67">
                  <a:extLst>
                    <a:ext uri="{9D8B030D-6E8A-4147-A177-3AD203B41FA5}">
                      <a16:colId xmlns:a16="http://schemas.microsoft.com/office/drawing/2014/main" val="1197964097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407390">
                  <a:extLst>
                    <a:ext uri="{9D8B030D-6E8A-4147-A177-3AD203B41FA5}">
                      <a16:colId xmlns:a16="http://schemas.microsoft.com/office/drawing/2014/main" val="1123092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spc="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호텔명</a:t>
                      </a:r>
                      <a:endParaRPr lang="ko-KR" altLang="en-US" sz="7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HOTEL-CODE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신라호텔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HOTEL-CODE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조선호텔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HOTEL-CODE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글래드호텔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HOTEL-CODE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라한호텔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HOTEL-CODE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콘래드호텔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HOTEL-CODE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반얀트리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HOTEL-CODE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소피텔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HOTEL-CODE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하야트호텔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HOTEL-CODE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힐튼호텔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7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HOTEL-CODE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풀만호텔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D71AAA12-E895-63BE-A611-6ADB70A0E90B}"/>
              </a:ext>
            </a:extLst>
          </p:cNvPr>
          <p:cNvSpPr/>
          <p:nvPr/>
        </p:nvSpPr>
        <p:spPr>
          <a:xfrm>
            <a:off x="3238270" y="5877288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닫기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C4369F-FD6E-9A61-2B76-9AAD3A5B0F8A}"/>
              </a:ext>
            </a:extLst>
          </p:cNvPr>
          <p:cNvSpPr/>
          <p:nvPr/>
        </p:nvSpPr>
        <p:spPr>
          <a:xfrm>
            <a:off x="3727615" y="5877288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</p:txBody>
      </p:sp>
      <p:sp>
        <p:nvSpPr>
          <p:cNvPr id="22" name="Circle">
            <a:extLst>
              <a:ext uri="{FF2B5EF4-FFF2-40B4-BE49-F238E27FC236}">
                <a16:creationId xmlns:a16="http://schemas.microsoft.com/office/drawing/2014/main" id="{833FCC5A-31CF-34B8-B0B5-F48CB1996C18}"/>
              </a:ext>
            </a:extLst>
          </p:cNvPr>
          <p:cNvSpPr>
            <a:spLocks noChangeAspect="1"/>
          </p:cNvSpPr>
          <p:nvPr/>
        </p:nvSpPr>
        <p:spPr>
          <a:xfrm>
            <a:off x="4675960" y="3693581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50" dirty="0">
              <a:solidFill>
                <a:srgbClr val="000000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Segoe UI" panose="020B0502040204020203" pitchFamily="34" charset="0"/>
            </a:endParaRPr>
          </a:p>
        </p:txBody>
      </p:sp>
      <p:grpSp>
        <p:nvGrpSpPr>
          <p:cNvPr id="29" name="Radio Button">
            <a:extLst>
              <a:ext uri="{FF2B5EF4-FFF2-40B4-BE49-F238E27FC236}">
                <a16:creationId xmlns:a16="http://schemas.microsoft.com/office/drawing/2014/main" id="{C51096FB-59B4-F116-8155-22F0C0943868}"/>
              </a:ext>
            </a:extLst>
          </p:cNvPr>
          <p:cNvGrpSpPr/>
          <p:nvPr/>
        </p:nvGrpSpPr>
        <p:grpSpPr>
          <a:xfrm>
            <a:off x="4675960" y="3507671"/>
            <a:ext cx="133350" cy="133350"/>
            <a:chOff x="539954" y="1750372"/>
            <a:chExt cx="133350" cy="133350"/>
          </a:xfrm>
        </p:grpSpPr>
        <p:sp>
          <p:nvSpPr>
            <p:cNvPr id="30" name="Circle">
              <a:extLst>
                <a:ext uri="{FF2B5EF4-FFF2-40B4-BE49-F238E27FC236}">
                  <a16:creationId xmlns:a16="http://schemas.microsoft.com/office/drawing/2014/main" id="{84CBF783-6767-A87F-C764-26EB513DEE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954" y="1750372"/>
              <a:ext cx="133350" cy="13335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78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4" name="Check">
              <a:extLst>
                <a:ext uri="{FF2B5EF4-FFF2-40B4-BE49-F238E27FC236}">
                  <a16:creationId xmlns:a16="http://schemas.microsoft.com/office/drawing/2014/main" id="{E53694C4-6F90-2CF7-E7B5-979334E574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2816" y="1780853"/>
              <a:ext cx="72000" cy="72000"/>
            </a:xfrm>
            <a:prstGeom prst="ellipse">
              <a:avLst/>
            </a:prstGeom>
            <a:solidFill>
              <a:srgbClr val="0070C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5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5" name="Circle">
            <a:extLst>
              <a:ext uri="{FF2B5EF4-FFF2-40B4-BE49-F238E27FC236}">
                <a16:creationId xmlns:a16="http://schemas.microsoft.com/office/drawing/2014/main" id="{20BAF740-48C8-4CFC-C158-092DD43E9FE0}"/>
              </a:ext>
            </a:extLst>
          </p:cNvPr>
          <p:cNvSpPr>
            <a:spLocks noChangeAspect="1"/>
          </p:cNvSpPr>
          <p:nvPr/>
        </p:nvSpPr>
        <p:spPr>
          <a:xfrm>
            <a:off x="4675960" y="3883626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50" dirty="0">
              <a:solidFill>
                <a:srgbClr val="000000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Segoe UI" panose="020B0502040204020203" pitchFamily="34" charset="0"/>
            </a:endParaRPr>
          </a:p>
        </p:txBody>
      </p:sp>
      <p:sp>
        <p:nvSpPr>
          <p:cNvPr id="36" name="Circle">
            <a:extLst>
              <a:ext uri="{FF2B5EF4-FFF2-40B4-BE49-F238E27FC236}">
                <a16:creationId xmlns:a16="http://schemas.microsoft.com/office/drawing/2014/main" id="{AFFDF8AB-A610-D5A5-D73A-BAD2FE87492E}"/>
              </a:ext>
            </a:extLst>
          </p:cNvPr>
          <p:cNvSpPr>
            <a:spLocks noChangeAspect="1"/>
          </p:cNvSpPr>
          <p:nvPr/>
        </p:nvSpPr>
        <p:spPr>
          <a:xfrm>
            <a:off x="4675960" y="408260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50" dirty="0">
              <a:solidFill>
                <a:srgbClr val="000000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Segoe UI" panose="020B0502040204020203" pitchFamily="34" charset="0"/>
            </a:endParaRPr>
          </a:p>
        </p:txBody>
      </p:sp>
      <p:sp>
        <p:nvSpPr>
          <p:cNvPr id="37" name="Circle">
            <a:extLst>
              <a:ext uri="{FF2B5EF4-FFF2-40B4-BE49-F238E27FC236}">
                <a16:creationId xmlns:a16="http://schemas.microsoft.com/office/drawing/2014/main" id="{EE82718C-9E56-3B52-A8EA-8A12476ACB8B}"/>
              </a:ext>
            </a:extLst>
          </p:cNvPr>
          <p:cNvSpPr>
            <a:spLocks noChangeAspect="1"/>
          </p:cNvSpPr>
          <p:nvPr/>
        </p:nvSpPr>
        <p:spPr>
          <a:xfrm>
            <a:off x="4675960" y="4280294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50" dirty="0">
              <a:solidFill>
                <a:srgbClr val="000000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Segoe UI" panose="020B0502040204020203" pitchFamily="34" charset="0"/>
            </a:endParaRPr>
          </a:p>
        </p:txBody>
      </p:sp>
      <p:sp>
        <p:nvSpPr>
          <p:cNvPr id="47" name="Circle">
            <a:extLst>
              <a:ext uri="{FF2B5EF4-FFF2-40B4-BE49-F238E27FC236}">
                <a16:creationId xmlns:a16="http://schemas.microsoft.com/office/drawing/2014/main" id="{8939B4B9-A22C-0A89-C529-54FD320BC9B4}"/>
              </a:ext>
            </a:extLst>
          </p:cNvPr>
          <p:cNvSpPr>
            <a:spLocks noChangeAspect="1"/>
          </p:cNvSpPr>
          <p:nvPr/>
        </p:nvSpPr>
        <p:spPr>
          <a:xfrm>
            <a:off x="4675960" y="4475500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50" dirty="0">
              <a:solidFill>
                <a:srgbClr val="000000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Segoe UI" panose="020B0502040204020203" pitchFamily="34" charset="0"/>
            </a:endParaRPr>
          </a:p>
        </p:txBody>
      </p:sp>
      <p:sp>
        <p:nvSpPr>
          <p:cNvPr id="48" name="Circle">
            <a:extLst>
              <a:ext uri="{FF2B5EF4-FFF2-40B4-BE49-F238E27FC236}">
                <a16:creationId xmlns:a16="http://schemas.microsoft.com/office/drawing/2014/main" id="{3D6111DD-3DFC-D1EB-F678-69434C4051DE}"/>
              </a:ext>
            </a:extLst>
          </p:cNvPr>
          <p:cNvSpPr>
            <a:spLocks noChangeAspect="1"/>
          </p:cNvSpPr>
          <p:nvPr/>
        </p:nvSpPr>
        <p:spPr>
          <a:xfrm>
            <a:off x="4675960" y="4679079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50" dirty="0">
              <a:solidFill>
                <a:srgbClr val="000000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Segoe UI" panose="020B0502040204020203" pitchFamily="34" charset="0"/>
            </a:endParaRPr>
          </a:p>
        </p:txBody>
      </p:sp>
      <p:sp>
        <p:nvSpPr>
          <p:cNvPr id="50" name="Circle">
            <a:extLst>
              <a:ext uri="{FF2B5EF4-FFF2-40B4-BE49-F238E27FC236}">
                <a16:creationId xmlns:a16="http://schemas.microsoft.com/office/drawing/2014/main" id="{215AF68C-2B53-A787-1763-454F09F8B3BF}"/>
              </a:ext>
            </a:extLst>
          </p:cNvPr>
          <p:cNvSpPr>
            <a:spLocks noChangeAspect="1"/>
          </p:cNvSpPr>
          <p:nvPr/>
        </p:nvSpPr>
        <p:spPr>
          <a:xfrm>
            <a:off x="4675960" y="4868759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50" dirty="0">
              <a:solidFill>
                <a:srgbClr val="000000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Segoe UI" panose="020B0502040204020203" pitchFamily="34" charset="0"/>
            </a:endParaRPr>
          </a:p>
        </p:txBody>
      </p:sp>
      <p:sp>
        <p:nvSpPr>
          <p:cNvPr id="51" name="Circle">
            <a:extLst>
              <a:ext uri="{FF2B5EF4-FFF2-40B4-BE49-F238E27FC236}">
                <a16:creationId xmlns:a16="http://schemas.microsoft.com/office/drawing/2014/main" id="{1ED4F7CA-7075-D0F3-E037-F02906465E2C}"/>
              </a:ext>
            </a:extLst>
          </p:cNvPr>
          <p:cNvSpPr>
            <a:spLocks noChangeAspect="1"/>
          </p:cNvSpPr>
          <p:nvPr/>
        </p:nvSpPr>
        <p:spPr>
          <a:xfrm>
            <a:off x="4675960" y="5075323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50" dirty="0">
              <a:solidFill>
                <a:srgbClr val="000000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Segoe UI" panose="020B0502040204020203" pitchFamily="34" charset="0"/>
            </a:endParaRPr>
          </a:p>
        </p:txBody>
      </p:sp>
      <p:sp>
        <p:nvSpPr>
          <p:cNvPr id="53" name="Circle">
            <a:extLst>
              <a:ext uri="{FF2B5EF4-FFF2-40B4-BE49-F238E27FC236}">
                <a16:creationId xmlns:a16="http://schemas.microsoft.com/office/drawing/2014/main" id="{29CB813C-3AF6-EF69-59E2-9A7C36FF2FF9}"/>
              </a:ext>
            </a:extLst>
          </p:cNvPr>
          <p:cNvSpPr>
            <a:spLocks noChangeAspect="1"/>
          </p:cNvSpPr>
          <p:nvPr/>
        </p:nvSpPr>
        <p:spPr>
          <a:xfrm>
            <a:off x="4675960" y="5277173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50" dirty="0">
              <a:solidFill>
                <a:srgbClr val="000000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Segoe UI" panose="020B0502040204020203" pitchFamily="34" charset="0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9B47915B-7C07-CA2A-10E7-8AADCAF29955}"/>
              </a:ext>
            </a:extLst>
          </p:cNvPr>
          <p:cNvGrpSpPr/>
          <p:nvPr/>
        </p:nvGrpSpPr>
        <p:grpSpPr>
          <a:xfrm>
            <a:off x="5008735" y="3257911"/>
            <a:ext cx="90244" cy="2190572"/>
            <a:chOff x="8879645" y="4358558"/>
            <a:chExt cx="96675" cy="1950762"/>
          </a:xfrm>
        </p:grpSpPr>
        <p:sp>
          <p:nvSpPr>
            <p:cNvPr id="55" name="모서리가 둥근 직사각형 54">
              <a:extLst>
                <a:ext uri="{FF2B5EF4-FFF2-40B4-BE49-F238E27FC236}">
                  <a16:creationId xmlns:a16="http://schemas.microsoft.com/office/drawing/2014/main" id="{7B35B02E-5FB6-1E9B-E275-2337CD4D6947}"/>
                </a:ext>
              </a:extLst>
            </p:cNvPr>
            <p:cNvSpPr/>
            <p:nvPr/>
          </p:nvSpPr>
          <p:spPr>
            <a:xfrm>
              <a:off x="8879645" y="4358558"/>
              <a:ext cx="96675" cy="195076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6" name="모서리가 둥근 직사각형 170">
              <a:extLst>
                <a:ext uri="{FF2B5EF4-FFF2-40B4-BE49-F238E27FC236}">
                  <a16:creationId xmlns:a16="http://schemas.microsoft.com/office/drawing/2014/main" id="{DFCCB406-AA6E-5821-CFCF-DD04DE8F6B46}"/>
                </a:ext>
              </a:extLst>
            </p:cNvPr>
            <p:cNvSpPr/>
            <p:nvPr/>
          </p:nvSpPr>
          <p:spPr>
            <a:xfrm>
              <a:off x="8913582" y="4437112"/>
              <a:ext cx="28800" cy="4777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60" name="Text Box">
            <a:extLst>
              <a:ext uri="{FF2B5EF4-FFF2-40B4-BE49-F238E27FC236}">
                <a16:creationId xmlns:a16="http://schemas.microsoft.com/office/drawing/2014/main" id="{511C09D4-E550-62E3-B66E-9CC06AC37769}"/>
              </a:ext>
            </a:extLst>
          </p:cNvPr>
          <p:cNvSpPr>
            <a:spLocks/>
          </p:cNvSpPr>
          <p:nvPr/>
        </p:nvSpPr>
        <p:spPr bwMode="auto">
          <a:xfrm>
            <a:off x="3194198" y="2694416"/>
            <a:ext cx="1697786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호텔코드를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6" name="Pagination">
            <a:extLst>
              <a:ext uri="{FF2B5EF4-FFF2-40B4-BE49-F238E27FC236}">
                <a16:creationId xmlns:a16="http://schemas.microsoft.com/office/drawing/2014/main" id="{6E2D19EA-D6DA-D961-6BC7-336E9B970A3A}"/>
              </a:ext>
            </a:extLst>
          </p:cNvPr>
          <p:cNvSpPr txBox="1"/>
          <p:nvPr/>
        </p:nvSpPr>
        <p:spPr>
          <a:xfrm>
            <a:off x="3020658" y="5552753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2" name="Teardrop 1">
            <a:extLst>
              <a:ext uri="{FF2B5EF4-FFF2-40B4-BE49-F238E27FC236}">
                <a16:creationId xmlns:a16="http://schemas.microsoft.com/office/drawing/2014/main" id="{E0D589E5-A006-BDE8-B5B3-6E5DBEE50E65}"/>
              </a:ext>
            </a:extLst>
          </p:cNvPr>
          <p:cNvSpPr/>
          <p:nvPr/>
        </p:nvSpPr>
        <p:spPr>
          <a:xfrm rot="16200000" flipH="1" flipV="1">
            <a:off x="4415821" y="339513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1BF3BF-AC8A-A0B3-B025-3A1F004F799C}"/>
              </a:ext>
            </a:extLst>
          </p:cNvPr>
          <p:cNvSpPr/>
          <p:nvPr/>
        </p:nvSpPr>
        <p:spPr>
          <a:xfrm>
            <a:off x="4120750" y="295963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7FAC4FC-85AF-683E-79DD-335F87B2637A}"/>
              </a:ext>
            </a:extLst>
          </p:cNvPr>
          <p:cNvSpPr/>
          <p:nvPr/>
        </p:nvSpPr>
        <p:spPr>
          <a:xfrm>
            <a:off x="4545762" y="2959630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24" name="Teardrop 1">
            <a:extLst>
              <a:ext uri="{FF2B5EF4-FFF2-40B4-BE49-F238E27FC236}">
                <a16:creationId xmlns:a16="http://schemas.microsoft.com/office/drawing/2014/main" id="{A895D751-C25D-D680-E643-C60CCF410348}"/>
              </a:ext>
            </a:extLst>
          </p:cNvPr>
          <p:cNvSpPr/>
          <p:nvPr/>
        </p:nvSpPr>
        <p:spPr>
          <a:xfrm rot="16200000" flipH="1" flipV="1">
            <a:off x="3606716" y="579474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83E7E0E-D1C0-CC6A-BFBF-23855F874E9B}"/>
              </a:ext>
            </a:extLst>
          </p:cNvPr>
          <p:cNvGrpSpPr/>
          <p:nvPr/>
        </p:nvGrpSpPr>
        <p:grpSpPr>
          <a:xfrm>
            <a:off x="2256517" y="2945064"/>
            <a:ext cx="1780523" cy="200055"/>
            <a:chOff x="1446413" y="1985887"/>
            <a:chExt cx="1780523" cy="20005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B040B94-AA3F-69C5-82FD-A267518338B0}"/>
                </a:ext>
              </a:extLst>
            </p:cNvPr>
            <p:cNvSpPr txBox="1"/>
            <p:nvPr/>
          </p:nvSpPr>
          <p:spPr>
            <a:xfrm>
              <a:off x="2320919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C3A670C4-41DC-E2A7-F5A7-4B497C0224D4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28" name="Text Box">
                <a:extLst>
                  <a:ext uri="{FF2B5EF4-FFF2-40B4-BE49-F238E27FC236}">
                    <a16:creationId xmlns:a16="http://schemas.microsoft.com/office/drawing/2014/main" id="{48352601-41BB-84D1-D42D-E6529BA5A4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8" name="Chevron Left">
                <a:extLst>
                  <a:ext uri="{FF2B5EF4-FFF2-40B4-BE49-F238E27FC236}">
                    <a16:creationId xmlns:a16="http://schemas.microsoft.com/office/drawing/2014/main" id="{7D47E52E-C0A7-7664-D6FF-EA054490AD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60636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8BCD61-42EE-9803-8022-0B24D905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214853"/>
              </p:ext>
            </p:extLst>
          </p:nvPr>
        </p:nvGraphicFramePr>
        <p:xfrm>
          <a:off x="119336" y="548680"/>
          <a:ext cx="11876248" cy="4646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호텔을 미 등록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호텔은 필수 입력 항목입니다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The hotel is a required entry.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 미 입력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값을 확인 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input values.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81930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Double check of Korean property name is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Double check of English property name is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4992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수수료 정보를 미 입력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수수료 탭에서 취소 수수료 정보를 반드시 입력 하세요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Be sure to enter the cancellation fee information on the cancellation fee tab.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중복확인 버튼 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 있는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중복된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프로퍼티명이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존재 합니다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property name exists.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중복확인 버튼  클릭 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국문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중복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사용할 수 있는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프로퍼티명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This is the property name that can be used.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해당 프로퍼티에 예약이 없는 경우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정말 삭제 하시겠습니까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완료 되었습니다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Are you sure you want to delete it?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 클릭 시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해당 프로퍼티에 예약이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개 이상 있는  경우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정말 삭제 하시겠습니까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예약이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이상 있는 경우 삭제가 불가 합니다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Are you sure you want to delete it? 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If you have more than one reservation, you cannot delete it.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2127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79152</TotalTime>
  <Words>3204</Words>
  <Application>Microsoft Macintosh PowerPoint</Application>
  <PresentationFormat>와이드스크린</PresentationFormat>
  <Paragraphs>1204</Paragraphs>
  <Slides>17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굴림</vt:lpstr>
      <vt:lpstr>NanumGothic</vt:lpstr>
      <vt:lpstr>NanumGothic</vt:lpstr>
      <vt:lpstr>나눔고딕OTF</vt:lpstr>
      <vt:lpstr>Malgun Gothic</vt:lpstr>
      <vt:lpstr>Malgun Gothic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호텔관리 리스트</vt:lpstr>
      <vt:lpstr>호텔관리 등록</vt:lpstr>
      <vt:lpstr>호텔관리 수정/상세</vt:lpstr>
      <vt:lpstr>PowerPoint 프레젠테이션</vt:lpstr>
      <vt:lpstr>PowerPoint 프레젠테이션</vt:lpstr>
      <vt:lpstr>프로퍼티 관리 리스트</vt:lpstr>
      <vt:lpstr>프로퍼티 등록</vt:lpstr>
      <vt:lpstr>프로퍼티 등록</vt:lpstr>
      <vt:lpstr>프로퍼티 등록</vt:lpstr>
      <vt:lpstr>프로퍼티 수정</vt:lpstr>
      <vt:lpstr>프로퍼티 수정</vt:lpstr>
      <vt:lpstr>프로퍼티 수정</vt:lpstr>
      <vt:lpstr>호텔 조회 팝업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11846</cp:revision>
  <cp:lastPrinted>2021-10-07T06:19:02Z</cp:lastPrinted>
  <dcterms:created xsi:type="dcterms:W3CDTF">2008-07-01T10:06:20Z</dcterms:created>
  <dcterms:modified xsi:type="dcterms:W3CDTF">2025-01-24T05:23:50Z</dcterms:modified>
</cp:coreProperties>
</file>