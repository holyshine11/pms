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7"/>
  </p:notesMasterIdLst>
  <p:handoutMasterIdLst>
    <p:handoutMasterId r:id="rId18"/>
  </p:handoutMasterIdLst>
  <p:sldIdLst>
    <p:sldId id="593" r:id="rId2"/>
    <p:sldId id="594" r:id="rId3"/>
    <p:sldId id="1256" r:id="rId4"/>
    <p:sldId id="1281" r:id="rId5"/>
    <p:sldId id="1243" r:id="rId6"/>
    <p:sldId id="1248" r:id="rId7"/>
    <p:sldId id="1249" r:id="rId8"/>
    <p:sldId id="1289" r:id="rId9"/>
    <p:sldId id="1250" r:id="rId10"/>
    <p:sldId id="1305" r:id="rId11"/>
    <p:sldId id="1282" r:id="rId12"/>
    <p:sldId id="1283" r:id="rId13"/>
    <p:sldId id="1284" r:id="rId14"/>
    <p:sldId id="1285" r:id="rId15"/>
    <p:sldId id="1306" r:id="rId16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FLOW" id="{2BC0C4DD-6B96-4415-9CF6-51025E7F6FE3}">
          <p14:sldIdLst>
            <p14:sldId id="1256"/>
          </p14:sldIdLst>
        </p14:section>
        <p14:section name="협력사 회원관리" id="{6FEED677-355B-EA42-BB9B-49E68D9AD91E}">
          <p14:sldIdLst>
            <p14:sldId id="1281"/>
            <p14:sldId id="1243"/>
            <p14:sldId id="1248"/>
            <p14:sldId id="1249"/>
            <p14:sldId id="1289"/>
            <p14:sldId id="1250"/>
            <p14:sldId id="1305"/>
          </p14:sldIdLst>
        </p14:section>
        <p14:section name="시스템 관리자 회원관리" id="{83CF4159-CB59-604C-B55C-F7ACBCA2F9D2}">
          <p14:sldIdLst>
            <p14:sldId id="1282"/>
            <p14:sldId id="1283"/>
            <p14:sldId id="1284"/>
            <p14:sldId id="1285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1" autoAdjust="0"/>
    <p:restoredTop sz="94944" autoAdjust="0"/>
  </p:normalViewPr>
  <p:slideViewPr>
    <p:cSldViewPr>
      <p:cViewPr varScale="1">
        <p:scale>
          <a:sx n="149" d="100"/>
          <a:sy n="149" d="100"/>
        </p:scale>
        <p:origin x="2944" y="168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2025. 1. 16.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DB9A-C8EB-9689-798F-AB6A6E82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D0A594-F19C-6835-8F97-1D54FC8A3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6D22F-EE74-ED93-A496-4FA148DD3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AC638-4878-1ECC-9961-54DABD97E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484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30A9-5CED-E579-4E4F-949F798B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28EC3B-2EDB-62EB-144B-E9F9C0837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3BF2F0-BEE5-A011-7E99-AE762C414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11811-2F7E-6D7E-303E-7F90876A0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18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6B67-F5EA-4D3E-7EFC-9779B1C5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B75852-1013-C524-A040-11C011A8C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A591FA-F0FA-F6B3-DF75-B83D30C19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2C6BBE-C49D-857E-3087-BB1ABDF90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431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5F15-D419-91F5-1465-FEDA3357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C60A0-5590-CF2E-D6D3-B6A0B9B49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65C39-0210-4E3C-2DD4-C8343E6E2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14857-5279-9C8C-6D61-A146F942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672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2DF3-7D07-440C-F272-E79AB5E4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4B16F-309C-3C6D-4919-5B90AA1CC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A5FA14-4687-B119-0AB4-116D3CB93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ECD49-9AB9-0B58-E6AA-B9FB4383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406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CC19-C917-4285-B727-99404B20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E875FF-C000-2B10-FFBD-4F25A2BA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639FB-44F6-C744-717F-CC0A7E2C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B630D-D278-B995-A03A-67E63284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14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F3E8-1E30-FD2E-F8EF-5CAE9B93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488C7-52B1-7B9D-6924-473D33AD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B526E9-F3CC-4543-103D-EAA325249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6E5283-0D3B-B067-17DE-DAAF7EE34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17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회원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84310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9FBC-BC14-9680-6425-FDCDBB1F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5A1B3-DA50-034A-DB0B-632CCD2424C7}"/>
              </a:ext>
            </a:extLst>
          </p:cNvPr>
          <p:cNvSpPr txBox="1"/>
          <p:nvPr/>
        </p:nvSpPr>
        <p:spPr>
          <a:xfrm>
            <a:off x="119336" y="4462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회원가입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FLOW</a:t>
            </a:r>
            <a:endParaRPr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E7B4C8-5901-6015-1496-675ACC4723A9}"/>
              </a:ext>
            </a:extLst>
          </p:cNvPr>
          <p:cNvSpPr txBox="1"/>
          <p:nvPr/>
        </p:nvSpPr>
        <p:spPr>
          <a:xfrm>
            <a:off x="4744515" y="3320692"/>
            <a:ext cx="201740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매핑</a:t>
            </a:r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호텔까지</a:t>
            </a:r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담당자 기본 정보 입력</a:t>
            </a:r>
            <a:endParaRPr lang="en-US" altLang="ko-KR" sz="1000" dirty="0">
              <a:solidFill>
                <a:srgbClr val="0070C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초기 </a:t>
            </a:r>
            <a:r>
              <a:rPr lang="en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PW(</a:t>
            </a:r>
            <a:r>
              <a:rPr lang="en" altLang="ko-KR" sz="1000" dirty="0" err="1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holapms1</a:t>
            </a:r>
            <a:r>
              <a:rPr lang="en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!) 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생성</a:t>
            </a:r>
          </a:p>
          <a:p>
            <a:endParaRPr lang="ko-KR" altLang="en-US" sz="1000" dirty="0">
              <a:solidFill>
                <a:srgbClr val="0070C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순서도: 문서 42">
            <a:extLst>
              <a:ext uri="{FF2B5EF4-FFF2-40B4-BE49-F238E27FC236}">
                <a16:creationId xmlns:a16="http://schemas.microsoft.com/office/drawing/2014/main" id="{A6337ACF-A089-6120-DA22-E648B4F6E23A}"/>
              </a:ext>
            </a:extLst>
          </p:cNvPr>
          <p:cNvSpPr/>
          <p:nvPr/>
        </p:nvSpPr>
        <p:spPr bwMode="auto">
          <a:xfrm>
            <a:off x="335360" y="1524890"/>
            <a:ext cx="1437640" cy="35008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호텔등록</a:t>
            </a:r>
          </a:p>
        </p:txBody>
      </p:sp>
      <p:sp>
        <p:nvSpPr>
          <p:cNvPr id="15" name="순서도: 문서 42">
            <a:extLst>
              <a:ext uri="{FF2B5EF4-FFF2-40B4-BE49-F238E27FC236}">
                <a16:creationId xmlns:a16="http://schemas.microsoft.com/office/drawing/2014/main" id="{AC17CBD9-FE4C-FCB8-3716-D56B74C22107}"/>
              </a:ext>
            </a:extLst>
          </p:cNvPr>
          <p:cNvSpPr/>
          <p:nvPr/>
        </p:nvSpPr>
        <p:spPr bwMode="auto">
          <a:xfrm>
            <a:off x="335360" y="2309957"/>
            <a:ext cx="1437640" cy="35008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등록</a:t>
            </a:r>
          </a:p>
        </p:txBody>
      </p:sp>
      <p:sp>
        <p:nvSpPr>
          <p:cNvPr id="23" name="순서도: 수행의 시작/종료 3">
            <a:extLst>
              <a:ext uri="{FF2B5EF4-FFF2-40B4-BE49-F238E27FC236}">
                <a16:creationId xmlns:a16="http://schemas.microsoft.com/office/drawing/2014/main" id="{3FDAE651-BB85-6BB0-88F5-C14B88E0C12B}"/>
              </a:ext>
            </a:extLst>
          </p:cNvPr>
          <p:cNvSpPr/>
          <p:nvPr/>
        </p:nvSpPr>
        <p:spPr bwMode="auto">
          <a:xfrm>
            <a:off x="2936665" y="2780928"/>
            <a:ext cx="1306945" cy="463878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</a:t>
            </a:r>
            <a:endParaRPr lang="en-US" altLang="ko-KR" sz="10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 eaLnBrk="1" latinLnBrk="1" hangingPunct="1"/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회원가입</a:t>
            </a:r>
            <a:r>
              <a:rPr lang="en-US" altLang="ko-KR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시작</a:t>
            </a:r>
            <a:r>
              <a:rPr lang="en-US" altLang="ko-KR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25F5DC45-85AD-A309-CFB4-29D2BBF45121}"/>
              </a:ext>
            </a:extLst>
          </p:cNvPr>
          <p:cNvCxnSpPr/>
          <p:nvPr/>
        </p:nvCxnSpPr>
        <p:spPr>
          <a:xfrm>
            <a:off x="2207568" y="764704"/>
            <a:ext cx="0" cy="540292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AA0D4D-6EEA-0192-DED6-501580E9A1A7}"/>
              </a:ext>
            </a:extLst>
          </p:cNvPr>
          <p:cNvSpPr txBox="1"/>
          <p:nvPr/>
        </p:nvSpPr>
        <p:spPr>
          <a:xfrm>
            <a:off x="657276" y="990575"/>
            <a:ext cx="7938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dirty="0">
                <a:latin typeface="+mn-ea"/>
                <a:ea typeface="+mn-ea"/>
              </a:rPr>
              <a:t>[</a:t>
            </a:r>
            <a:r>
              <a:rPr lang="ko-KR" altLang="en-US" sz="1000" dirty="0">
                <a:latin typeface="+mn-ea"/>
                <a:ea typeface="+mn-ea"/>
              </a:rPr>
              <a:t>전제 사항</a:t>
            </a:r>
            <a:r>
              <a:rPr lang="en-US" altLang="ko-KR" sz="1000" dirty="0">
                <a:latin typeface="+mn-ea"/>
                <a:ea typeface="+mn-ea"/>
              </a:rPr>
              <a:t>]</a:t>
            </a:r>
            <a:endParaRPr kumimoji="1" lang="ko-KR" altLang="en-US" sz="1000" dirty="0">
              <a:latin typeface="+mn-ea"/>
              <a:ea typeface="+mn-ea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A6B28D3-A8C4-6DD0-8DD8-BE304FC5CA6B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 bwMode="auto">
          <a:xfrm>
            <a:off x="1054180" y="1851826"/>
            <a:ext cx="0" cy="458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순서도: 문서 42">
            <a:extLst>
              <a:ext uri="{FF2B5EF4-FFF2-40B4-BE49-F238E27FC236}">
                <a16:creationId xmlns:a16="http://schemas.microsoft.com/office/drawing/2014/main" id="{90B7086A-0C86-EA5F-983C-91355779195F}"/>
              </a:ext>
            </a:extLst>
          </p:cNvPr>
          <p:cNvSpPr/>
          <p:nvPr/>
        </p:nvSpPr>
        <p:spPr bwMode="auto">
          <a:xfrm>
            <a:off x="4844157" y="2780927"/>
            <a:ext cx="1503927" cy="463879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담당자</a:t>
            </a:r>
            <a:endParaRPr lang="en-US" altLang="ko-KR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 eaLnBrk="1" latinLnBrk="1" hangingPunct="1"/>
            <a:r>
              <a:rPr lang="ko-KR" altLang="en-US" sz="10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회원정보 등록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41AF19F-24DC-5A39-EB53-9E271537EACC}"/>
              </a:ext>
            </a:extLst>
          </p:cNvPr>
          <p:cNvCxnSpPr>
            <a:cxnSpLocks/>
            <a:stCxn id="23" idx="3"/>
            <a:endCxn id="32" idx="1"/>
          </p:cNvCxnSpPr>
          <p:nvPr/>
        </p:nvCxnSpPr>
        <p:spPr bwMode="auto">
          <a:xfrm>
            <a:off x="4243610" y="3012867"/>
            <a:ext cx="60054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순서도: 대체 처리 46">
            <a:extLst>
              <a:ext uri="{FF2B5EF4-FFF2-40B4-BE49-F238E27FC236}">
                <a16:creationId xmlns:a16="http://schemas.microsoft.com/office/drawing/2014/main" id="{BEDAAAB2-CE23-486C-D32F-7E50CD540318}"/>
              </a:ext>
            </a:extLst>
          </p:cNvPr>
          <p:cNvSpPr/>
          <p:nvPr/>
        </p:nvSpPr>
        <p:spPr bwMode="auto">
          <a:xfrm>
            <a:off x="7175754" y="2780927"/>
            <a:ext cx="1404577" cy="463879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관리자 </a:t>
            </a:r>
            <a:endParaRPr lang="en-US" altLang="ko-KR" sz="1000"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 eaLnBrk="1" latinLnBrk="1" hangingPunct="1"/>
            <a:r>
              <a:rPr lang="ko-KR" altLang="en-US" sz="10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회원가입 완료</a:t>
            </a:r>
            <a:endParaRPr lang="en-US" altLang="ko-KR" sz="1000"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09177F8-807B-3523-276E-AA1B47CE5ACD}"/>
              </a:ext>
            </a:extLst>
          </p:cNvPr>
          <p:cNvCxnSpPr>
            <a:cxnSpLocks/>
            <a:stCxn id="32" idx="3"/>
            <a:endCxn id="50" idx="1"/>
          </p:cNvCxnSpPr>
          <p:nvPr/>
        </p:nvCxnSpPr>
        <p:spPr bwMode="auto">
          <a:xfrm>
            <a:off x="6348084" y="3012867"/>
            <a:ext cx="82767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6" name="순서도: 자기 디스크 49">
            <a:extLst>
              <a:ext uri="{FF2B5EF4-FFF2-40B4-BE49-F238E27FC236}">
                <a16:creationId xmlns:a16="http://schemas.microsoft.com/office/drawing/2014/main" id="{0C9203AA-359F-B5E8-0328-96546212A886}"/>
              </a:ext>
            </a:extLst>
          </p:cNvPr>
          <p:cNvSpPr/>
          <p:nvPr/>
        </p:nvSpPr>
        <p:spPr bwMode="auto">
          <a:xfrm>
            <a:off x="7159222" y="3749501"/>
            <a:ext cx="1437640" cy="512091"/>
          </a:xfrm>
          <a:prstGeom prst="flowChartMagneticDisk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협력사 회원정보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</a:p>
          <a:p>
            <a:pPr algn="ctr" eaLnBrk="1" latinLnBrk="1" hangingPunct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insert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ABFD2AC-026A-10AE-B5F9-3D46BCA61299}"/>
              </a:ext>
            </a:extLst>
          </p:cNvPr>
          <p:cNvCxnSpPr>
            <a:cxnSpLocks/>
            <a:stCxn id="50" idx="2"/>
            <a:endCxn id="56" idx="1"/>
          </p:cNvCxnSpPr>
          <p:nvPr/>
        </p:nvCxnSpPr>
        <p:spPr bwMode="auto">
          <a:xfrm flipH="1">
            <a:off x="7878042" y="3244806"/>
            <a:ext cx="1" cy="504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" name="순서도: 수행의 시작/종료 3">
            <a:extLst>
              <a:ext uri="{FF2B5EF4-FFF2-40B4-BE49-F238E27FC236}">
                <a16:creationId xmlns:a16="http://schemas.microsoft.com/office/drawing/2014/main" id="{600F1CEF-A630-7EB3-4627-A38F862E54B1}"/>
              </a:ext>
            </a:extLst>
          </p:cNvPr>
          <p:cNvSpPr/>
          <p:nvPr/>
        </p:nvSpPr>
        <p:spPr bwMode="auto">
          <a:xfrm>
            <a:off x="9432941" y="2836384"/>
            <a:ext cx="1306945" cy="3485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관리자 회원 </a:t>
            </a:r>
            <a:endParaRPr lang="en-US" altLang="ko-KR" sz="10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 eaLnBrk="1" latinLnBrk="1" hangingPunct="1"/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계정 전달</a:t>
            </a:r>
            <a:r>
              <a:rPr lang="en-US" altLang="ko-KR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종료</a:t>
            </a:r>
            <a:r>
              <a:rPr lang="en-US" altLang="ko-KR" sz="1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F3D2067-D113-39E7-0619-03708D26C05A}"/>
              </a:ext>
            </a:extLst>
          </p:cNvPr>
          <p:cNvCxnSpPr>
            <a:cxnSpLocks/>
            <a:stCxn id="50" idx="3"/>
            <a:endCxn id="60" idx="1"/>
          </p:cNvCxnSpPr>
          <p:nvPr/>
        </p:nvCxnSpPr>
        <p:spPr bwMode="auto">
          <a:xfrm flipV="1">
            <a:off x="8580331" y="3010644"/>
            <a:ext cx="852610" cy="2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9DDD08A-57CF-7A3B-F6F6-8735DA9F0F1F}"/>
              </a:ext>
            </a:extLst>
          </p:cNvPr>
          <p:cNvSpPr txBox="1"/>
          <p:nvPr/>
        </p:nvSpPr>
        <p:spPr>
          <a:xfrm>
            <a:off x="9396092" y="3320692"/>
            <a:ext cx="13806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ID/PW </a:t>
            </a:r>
            <a:r>
              <a:rPr lang="ko-KR" altLang="en-US" sz="1000" dirty="0">
                <a:solidFill>
                  <a:srgbClr val="0070C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인계</a:t>
            </a:r>
          </a:p>
          <a:p>
            <a:endParaRPr lang="ko-KR" altLang="en-US" sz="1000" dirty="0">
              <a:solidFill>
                <a:srgbClr val="0070C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942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협력사 회원관리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회원관리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협력사 회원관리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2DCA4C-9C42-9C6A-824A-CFB31642D5A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58BD52-A470-9310-C404-0BFD9B6AF813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8065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회원관리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73321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699849"/>
              </p:ext>
            </p:extLst>
          </p:nvPr>
        </p:nvGraphicFramePr>
        <p:xfrm>
          <a:off x="1447441" y="1748834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350290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48692434"/>
                    </a:ext>
                  </a:extLst>
                </a:gridCol>
                <a:gridCol w="1123788">
                  <a:extLst>
                    <a:ext uri="{9D8B030D-6E8A-4147-A177-3AD203B41FA5}">
                      <a16:colId xmlns:a16="http://schemas.microsoft.com/office/drawing/2014/main" val="2397740437"/>
                    </a:ext>
                  </a:extLst>
                </a:gridCol>
                <a:gridCol w="751741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002321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글래드여의도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글래드여의도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글래드여의도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글래드여의도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015EE7E2-782B-861A-7265-AF39693C9369}"/>
              </a:ext>
            </a:extLst>
          </p:cNvPr>
          <p:cNvSpPr>
            <a:spLocks/>
          </p:cNvSpPr>
          <p:nvPr/>
        </p:nvSpPr>
        <p:spPr bwMode="auto">
          <a:xfrm>
            <a:off x="6660248" y="9391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16281" y="1509485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담당자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1890450" y="18701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2351584" y="211054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54355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112" name="Text Box">
            <a:extLst>
              <a:ext uri="{FF2B5EF4-FFF2-40B4-BE49-F238E27FC236}">
                <a16:creationId xmlns:a16="http://schemas.microsoft.com/office/drawing/2014/main" id="{EFEAFBFB-1037-88B5-9CD3-805B02222D39}"/>
              </a:ext>
            </a:extLst>
          </p:cNvPr>
          <p:cNvSpPr>
            <a:spLocks/>
          </p:cNvSpPr>
          <p:nvPr/>
        </p:nvSpPr>
        <p:spPr bwMode="auto">
          <a:xfrm>
            <a:off x="2721031" y="1187355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48890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505732" y="136080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회원관리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협력사 회원관리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753591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협력사 조회 팝업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새창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호출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회원관리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65102"/>
              </p:ext>
            </p:extLst>
          </p:nvPr>
        </p:nvGraphicFramePr>
        <p:xfrm>
          <a:off x="1513108" y="1138560"/>
          <a:ext cx="7746199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6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F3C34E-61C4-2136-C81B-CBB99EC3C3E5}"/>
              </a:ext>
            </a:extLst>
          </p:cNvPr>
          <p:cNvSpPr/>
          <p:nvPr/>
        </p:nvSpPr>
        <p:spPr>
          <a:xfrm>
            <a:off x="5221180" y="209331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C012E5-4972-7930-19E9-356232F169B5}"/>
              </a:ext>
            </a:extLst>
          </p:cNvPr>
          <p:cNvSpPr/>
          <p:nvPr/>
        </p:nvSpPr>
        <p:spPr>
          <a:xfrm>
            <a:off x="2634571" y="238950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5EC097-49CD-517E-79F4-E5B364FA366A}"/>
              </a:ext>
            </a:extLst>
          </p:cNvPr>
          <p:cNvSpPr/>
          <p:nvPr/>
        </p:nvSpPr>
        <p:spPr>
          <a:xfrm>
            <a:off x="2634571" y="2691936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A335A9-CE27-4687-4464-2E4C0B4BC5EC}"/>
              </a:ext>
            </a:extLst>
          </p:cNvPr>
          <p:cNvSpPr/>
          <p:nvPr/>
        </p:nvSpPr>
        <p:spPr>
          <a:xfrm>
            <a:off x="2634571" y="208113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14A55B1-D35B-370E-C68B-1C8EFD105CAE}"/>
              </a:ext>
            </a:extLst>
          </p:cNvPr>
          <p:cNvSpPr/>
          <p:nvPr/>
        </p:nvSpPr>
        <p:spPr>
          <a:xfrm>
            <a:off x="2634571" y="1777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DF2A753-6B2D-0294-84C3-A255FCB58189}"/>
              </a:ext>
            </a:extLst>
          </p:cNvPr>
          <p:cNvSpPr/>
          <p:nvPr/>
        </p:nvSpPr>
        <p:spPr>
          <a:xfrm>
            <a:off x="2634571" y="297805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DE9E1C4-3643-1363-1847-AFB59B04EA89}"/>
              </a:ext>
            </a:extLst>
          </p:cNvPr>
          <p:cNvSpPr/>
          <p:nvPr/>
        </p:nvSpPr>
        <p:spPr>
          <a:xfrm>
            <a:off x="6372853" y="2984368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4AC6424-A959-222D-FAFD-4024BEA08BB4}"/>
              </a:ext>
            </a:extLst>
          </p:cNvPr>
          <p:cNvSpPr txBox="1"/>
          <p:nvPr/>
        </p:nvSpPr>
        <p:spPr>
          <a:xfrm>
            <a:off x="6818918" y="1476522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사용 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EDBB7AD-3913-4F42-FF65-1D066F2BA026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7352107-E0DF-5315-A17D-DECB334A39AF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960DC10-E969-6B66-0BD6-672D2E941181}"/>
              </a:ext>
            </a:extLst>
          </p:cNvPr>
          <p:cNvGrpSpPr/>
          <p:nvPr/>
        </p:nvGrpSpPr>
        <p:grpSpPr>
          <a:xfrm>
            <a:off x="6377082" y="2374716"/>
            <a:ext cx="2815262" cy="217550"/>
            <a:chOff x="2634570" y="2005049"/>
            <a:chExt cx="2815262" cy="21755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C2616C79-7B18-56F8-5340-7BDD805E2F71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747B86BB-F91A-0B41-F5C7-1B0090077824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5" name="Chevron Left">
              <a:extLst>
                <a:ext uri="{FF2B5EF4-FFF2-40B4-BE49-F238E27FC236}">
                  <a16:creationId xmlns:a16="http://schemas.microsoft.com/office/drawing/2014/main" id="{2A4F26C6-D2C9-A5B8-A56E-05A0F34E58B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3078FBF-4151-E4F0-54A5-6017715D37FC}"/>
              </a:ext>
            </a:extLst>
          </p:cNvPr>
          <p:cNvGrpSpPr/>
          <p:nvPr/>
        </p:nvGrpSpPr>
        <p:grpSpPr>
          <a:xfrm>
            <a:off x="6377082" y="2676053"/>
            <a:ext cx="2815262" cy="217550"/>
            <a:chOff x="2634570" y="2005049"/>
            <a:chExt cx="2815262" cy="21755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4F78CC42-C8AE-AB8F-ACF9-A39B05214491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6EEA81F-AEB8-1A63-044B-9DA239084B32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Chevron Left">
              <a:extLst>
                <a:ext uri="{FF2B5EF4-FFF2-40B4-BE49-F238E27FC236}">
                  <a16:creationId xmlns:a16="http://schemas.microsoft.com/office/drawing/2014/main" id="{8AFB77EB-E820-7B2A-A351-966728B2B82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A9C4B0-0C42-CDBC-C71E-EE1E7080F81F}"/>
              </a:ext>
            </a:extLst>
          </p:cNvPr>
          <p:cNvSpPr txBox="1"/>
          <p:nvPr/>
        </p:nvSpPr>
        <p:spPr>
          <a:xfrm>
            <a:off x="7609946" y="1164465"/>
            <a:ext cx="9460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협력사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9AEDB0-0347-2A86-F45D-C53B5268EF3D}"/>
              </a:ext>
            </a:extLst>
          </p:cNvPr>
          <p:cNvSpPr/>
          <p:nvPr/>
        </p:nvSpPr>
        <p:spPr>
          <a:xfrm>
            <a:off x="2634571" y="3293354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E038B178-A7F6-B128-3980-A0942CFB6C41}"/>
              </a:ext>
            </a:extLst>
          </p:cNvPr>
          <p:cNvSpPr/>
          <p:nvPr/>
        </p:nvSpPr>
        <p:spPr>
          <a:xfrm rot="16200000" flipH="1" flipV="1">
            <a:off x="2545304" y="169288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D5F5401-0810-688F-1DFE-7FC77AC6723A}"/>
              </a:ext>
            </a:extLst>
          </p:cNvPr>
          <p:cNvSpPr/>
          <p:nvPr/>
        </p:nvSpPr>
        <p:spPr>
          <a:xfrm rot="16200000" flipH="1" flipV="1">
            <a:off x="5113139" y="19935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6D220105-26ED-D066-AB11-D0E6AE29B6C4}"/>
              </a:ext>
            </a:extLst>
          </p:cNvPr>
          <p:cNvSpPr/>
          <p:nvPr/>
        </p:nvSpPr>
        <p:spPr>
          <a:xfrm rot="16200000" flipH="1" flipV="1">
            <a:off x="2495200" y="32210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122F217-DFA8-2700-443C-E84EB9D9D87C}"/>
              </a:ext>
            </a:extLst>
          </p:cNvPr>
          <p:cNvSpPr/>
          <p:nvPr/>
        </p:nvSpPr>
        <p:spPr>
          <a:xfrm rot="16200000" flipH="1" flipV="1">
            <a:off x="5601137" y="6281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5A0D-687A-1A37-CDCA-3D3F54DC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70CFB1B-8CF4-7274-D296-DEE927A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회원관리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7B54271-70EB-4D7A-C4FD-EC74D002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협력사 회원관리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F29AEE9-556F-9B4A-ACE6-08B3C68279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71C76A-42C5-44CB-8B75-17F27E968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A515B-0BF7-4DB6-DC71-FECA12D02CC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A26A04-18E7-3A08-581E-EFDCDFF50B2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C0ADA7-1C10-6CAC-1916-A92667F8476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601B87-EC3A-1254-8DED-96DD676D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492646"/>
              </p:ext>
            </p:extLst>
          </p:nvPr>
        </p:nvGraphicFramePr>
        <p:xfrm>
          <a:off x="9406740" y="440717"/>
          <a:ext cx="2785260" cy="34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협력사 권한조회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C020AA7-5B87-7204-B431-D44B1808DEB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회원관리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4625DB9-03C6-9D7D-9A2B-69404785705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9B63BE8-605F-CE4C-1F8E-62F3638A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946471"/>
              </p:ext>
            </p:extLst>
          </p:nvPr>
        </p:nvGraphicFramePr>
        <p:xfrm>
          <a:off x="1513108" y="1138560"/>
          <a:ext cx="7746199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653117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427002">
                  <a:extLst>
                    <a:ext uri="{9D8B030D-6E8A-4147-A177-3AD203B41FA5}">
                      <a16:colId xmlns:a16="http://schemas.microsoft.com/office/drawing/2014/main" val="1080091615"/>
                    </a:ext>
                  </a:extLst>
                </a:gridCol>
                <a:gridCol w="509102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  <a:gridCol w="2443227">
                  <a:extLst>
                    <a:ext uri="{9D8B030D-6E8A-4147-A177-3AD203B41FA5}">
                      <a16:colId xmlns:a16="http://schemas.microsoft.com/office/drawing/2014/main" val="350850895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그래비티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조선 서울 판교 마스터 권한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517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3329A-3207-C733-CA1C-298559DFD49D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3D80EF-2972-75B3-5771-0D50F000B0DF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4BFC6C-B8CA-0EDC-D8AF-C945B9C7B0AD}"/>
              </a:ext>
            </a:extLst>
          </p:cNvPr>
          <p:cNvSpPr/>
          <p:nvPr/>
        </p:nvSpPr>
        <p:spPr>
          <a:xfrm>
            <a:off x="2634571" y="2687669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082905-286D-6865-F016-34560C396A81}"/>
              </a:ext>
            </a:extLst>
          </p:cNvPr>
          <p:cNvSpPr/>
          <p:nvPr/>
        </p:nvSpPr>
        <p:spPr>
          <a:xfrm>
            <a:off x="3867379" y="177934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F6D01C-58B8-FCAF-1418-8CD9EA159434}"/>
              </a:ext>
            </a:extLst>
          </p:cNvPr>
          <p:cNvSpPr/>
          <p:nvPr/>
        </p:nvSpPr>
        <p:spPr>
          <a:xfrm>
            <a:off x="2634571" y="297927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942AC9-4C30-25C6-6D94-B3EF0EDF293A}"/>
              </a:ext>
            </a:extLst>
          </p:cNvPr>
          <p:cNvSpPr/>
          <p:nvPr/>
        </p:nvSpPr>
        <p:spPr>
          <a:xfrm>
            <a:off x="6372853" y="297927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FC9DDA-B684-3EE5-80EE-6386F2B675A2}"/>
              </a:ext>
            </a:extLst>
          </p:cNvPr>
          <p:cNvSpPr/>
          <p:nvPr/>
        </p:nvSpPr>
        <p:spPr>
          <a:xfrm>
            <a:off x="2634571" y="240829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CAD099-F134-30FC-A338-B2437FE33728}"/>
              </a:ext>
            </a:extLst>
          </p:cNvPr>
          <p:cNvSpPr/>
          <p:nvPr/>
        </p:nvSpPr>
        <p:spPr>
          <a:xfrm>
            <a:off x="6888252" y="1779343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6F59ED-2477-4544-4131-126FC2616F2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1665EF-2B51-2420-2BF0-8D538AF52E2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461D507-BEC3-00CD-24B0-8F13FAF28094}"/>
              </a:ext>
            </a:extLst>
          </p:cNvPr>
          <p:cNvGrpSpPr/>
          <p:nvPr/>
        </p:nvGrpSpPr>
        <p:grpSpPr>
          <a:xfrm>
            <a:off x="6372853" y="2380104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7544414-7443-9E09-30E1-BD4063B12F6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C3447BB-F39A-1973-9A6E-6E4B4E1E5E3A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4D0CCF2D-DBAD-A3F2-E056-7C559B2C6A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6FC66C2-72ED-F61A-75E5-2688CBFFA4D4}"/>
              </a:ext>
            </a:extLst>
          </p:cNvPr>
          <p:cNvGrpSpPr/>
          <p:nvPr/>
        </p:nvGrpSpPr>
        <p:grpSpPr>
          <a:xfrm>
            <a:off x="6372853" y="2676245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914B5CC-FF89-AFC0-006A-54D5C0330B58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009CC89-69DE-10A7-399E-A204EACA5C29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06045C10-0A5A-B719-F8AF-7148481ECD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309E4E6-E261-1414-5064-EB47A0770B33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5FDCF30-6D6C-0E13-B1F3-E048E81CFD1C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1892401-A05B-2E9C-63C8-82C70A241056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B910DC-8875-D99C-5C13-2C8EE0C187DA}"/>
              </a:ext>
            </a:extLst>
          </p:cNvPr>
          <p:cNvSpPr/>
          <p:nvPr/>
        </p:nvSpPr>
        <p:spPr>
          <a:xfrm>
            <a:off x="4295800" y="3293354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6F5E8E99-218F-8B27-A315-267F5F1AE1A2}"/>
              </a:ext>
            </a:extLst>
          </p:cNvPr>
          <p:cNvSpPr/>
          <p:nvPr/>
        </p:nvSpPr>
        <p:spPr>
          <a:xfrm rot="16200000" flipH="1" flipV="1">
            <a:off x="6771031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06F97323-BEE0-6236-82FD-91FC16785B5E}"/>
              </a:ext>
            </a:extLst>
          </p:cNvPr>
          <p:cNvSpPr/>
          <p:nvPr/>
        </p:nvSpPr>
        <p:spPr>
          <a:xfrm rot="16200000" flipH="1" flipV="1">
            <a:off x="3745778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26F884DE-5083-798F-92FD-DBC3A4465744}"/>
              </a:ext>
            </a:extLst>
          </p:cNvPr>
          <p:cNvSpPr/>
          <p:nvPr/>
        </p:nvSpPr>
        <p:spPr>
          <a:xfrm rot="16200000" flipH="1" flipV="1">
            <a:off x="4186528" y="320215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46C9EF7F-CBFF-43F2-27F7-1C0EFD3E859C}"/>
              </a:ext>
            </a:extLst>
          </p:cNvPr>
          <p:cNvSpPr/>
          <p:nvPr/>
        </p:nvSpPr>
        <p:spPr>
          <a:xfrm rot="16200000" flipH="1" flipV="1">
            <a:off x="4964902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8DEBB383-5146-45F3-A380-515800B0C2D7}"/>
              </a:ext>
            </a:extLst>
          </p:cNvPr>
          <p:cNvSpPr/>
          <p:nvPr/>
        </p:nvSpPr>
        <p:spPr>
          <a:xfrm rot="16200000" flipH="1" flipV="1">
            <a:off x="5561907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7E92B57-8DA1-EA3C-D8AB-39AED63B6E0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65670" y="4182983"/>
            <a:ext cx="2193637" cy="1154545"/>
            <a:chOff x="595686" y="1261242"/>
            <a:chExt cx="3222246" cy="1507358"/>
          </a:xfrm>
        </p:grpSpPr>
        <p:sp>
          <p:nvSpPr>
            <p:cNvPr id="22" name="Window Body">
              <a:extLst>
                <a:ext uri="{FF2B5EF4-FFF2-40B4-BE49-F238E27FC236}">
                  <a16:creationId xmlns:a16="http://schemas.microsoft.com/office/drawing/2014/main" id="{9C48CFC5-1C0B-FCCA-A7B3-4331CA3D8F1E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D77FBB96-2C51-27AA-CE5C-E222361B652B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>
              <a:extLst>
                <a:ext uri="{FF2B5EF4-FFF2-40B4-BE49-F238E27FC236}">
                  <a16:creationId xmlns:a16="http://schemas.microsoft.com/office/drawing/2014/main" id="{39ABAB96-F78E-7E76-BC92-85A0A628A2C8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6" name="Close Button">
              <a:extLst>
                <a:ext uri="{FF2B5EF4-FFF2-40B4-BE49-F238E27FC236}">
                  <a16:creationId xmlns:a16="http://schemas.microsoft.com/office/drawing/2014/main" id="{B605D6E0-2AFC-B130-DD45-50FD8F7979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7" name="Icons">
              <a:extLst>
                <a:ext uri="{FF2B5EF4-FFF2-40B4-BE49-F238E27FC236}">
                  <a16:creationId xmlns:a16="http://schemas.microsoft.com/office/drawing/2014/main" id="{CEE8BEDE-0A9D-85D9-8A5F-2232E8D88BC1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39" name="Info Icon" hidden="1">
                <a:extLst>
                  <a:ext uri="{FF2B5EF4-FFF2-40B4-BE49-F238E27FC236}">
                    <a16:creationId xmlns:a16="http://schemas.microsoft.com/office/drawing/2014/main" id="{C9103732-8A21-EBB0-3615-710A1FF54D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Error Icon" hidden="1">
                <a:extLst>
                  <a:ext uri="{FF2B5EF4-FFF2-40B4-BE49-F238E27FC236}">
                    <a16:creationId xmlns:a16="http://schemas.microsoft.com/office/drawing/2014/main" id="{9D1DAB93-490B-756F-45B1-C52FECA533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Question Icon" hidden="1">
                <a:extLst>
                  <a:ext uri="{FF2B5EF4-FFF2-40B4-BE49-F238E27FC236}">
                    <a16:creationId xmlns:a16="http://schemas.microsoft.com/office/drawing/2014/main" id="{1103A8C6-5D3F-25B2-65D9-83B410F71D8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Buttons">
              <a:extLst>
                <a:ext uri="{FF2B5EF4-FFF2-40B4-BE49-F238E27FC236}">
                  <a16:creationId xmlns:a16="http://schemas.microsoft.com/office/drawing/2014/main" id="{832E431F-666B-1556-C7E7-D5DB1756A10A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0" name="Button 1">
                <a:extLst>
                  <a:ext uri="{FF2B5EF4-FFF2-40B4-BE49-F238E27FC236}">
                    <a16:creationId xmlns:a16="http://schemas.microsoft.com/office/drawing/2014/main" id="{F2B2ED39-D36A-013A-C00F-E7057CA30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Button 2" hidden="1">
                <a:extLst>
                  <a:ext uri="{FF2B5EF4-FFF2-40B4-BE49-F238E27FC236}">
                    <a16:creationId xmlns:a16="http://schemas.microsoft.com/office/drawing/2014/main" id="{6A3841CF-DB48-D5D3-7C68-E0004F6B5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3" hidden="1">
                <a:extLst>
                  <a:ext uri="{FF2B5EF4-FFF2-40B4-BE49-F238E27FC236}">
                    <a16:creationId xmlns:a16="http://schemas.microsoft.com/office/drawing/2014/main" id="{11F0AB1D-EA80-CCD6-6799-11C36B7D2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Button 1">
                <a:extLst>
                  <a:ext uri="{FF2B5EF4-FFF2-40B4-BE49-F238E27FC236}">
                    <a16:creationId xmlns:a16="http://schemas.microsoft.com/office/drawing/2014/main" id="{8959F410-0BC8-6A5F-220C-84417831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F2006A23-4BC8-D3EA-73E2-C0E5C191A111}"/>
              </a:ext>
            </a:extLst>
          </p:cNvPr>
          <p:cNvCxnSpPr>
            <a:cxnSpLocks/>
            <a:stCxn id="11" idx="3"/>
            <a:endCxn id="24" idx="0"/>
          </p:cNvCxnSpPr>
          <p:nvPr/>
        </p:nvCxnSpPr>
        <p:spPr>
          <a:xfrm>
            <a:off x="7652510" y="1875175"/>
            <a:ext cx="509979" cy="23078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8B6ECB3-3BDC-3B4D-4DF5-F0D4BCAFCEC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429018" y="4182983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913B799E-48CD-8E3D-83D5-788FE29058E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8E1C0AB6-26F0-20BF-1A9B-B1DF8C74B928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60FA2C1D-460F-B729-CD68-9206D7BD1EA9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E418EC79-9FEB-2E49-0D83-61B355DEC1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D96D9A6C-3567-FFDF-9574-02360E405D7B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6" name="Info Icon" hidden="1">
                <a:extLst>
                  <a:ext uri="{FF2B5EF4-FFF2-40B4-BE49-F238E27FC236}">
                    <a16:creationId xmlns:a16="http://schemas.microsoft.com/office/drawing/2014/main" id="{30464FFA-3D31-0017-6B56-4D93FEED61A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Error Icon" hidden="1">
                <a:extLst>
                  <a:ext uri="{FF2B5EF4-FFF2-40B4-BE49-F238E27FC236}">
                    <a16:creationId xmlns:a16="http://schemas.microsoft.com/office/drawing/2014/main" id="{75972C5F-E1E4-2688-141E-C9B1A26675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Question Icon" hidden="1">
                <a:extLst>
                  <a:ext uri="{FF2B5EF4-FFF2-40B4-BE49-F238E27FC236}">
                    <a16:creationId xmlns:a16="http://schemas.microsoft.com/office/drawing/2014/main" id="{C6FBC36F-6038-8C0B-9650-5A2B9B2334B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16CEA55C-7C6D-BCFE-EF2E-55410244B936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E8704B3A-3A98-94D9-19BB-24761D44E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CA217116-FB6F-E44A-1C8C-04D8B712C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F65EA4BF-E4AB-E4E6-133B-207B6408F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D35F27-A326-0AD6-B36A-DD19F877952A}"/>
              </a:ext>
            </a:extLst>
          </p:cNvPr>
          <p:cNvCxnSpPr>
            <a:stCxn id="22" idx="1"/>
            <a:endCxn id="47" idx="3"/>
          </p:cNvCxnSpPr>
          <p:nvPr/>
        </p:nvCxnSpPr>
        <p:spPr>
          <a:xfrm flipH="1">
            <a:off x="6622655" y="4851305"/>
            <a:ext cx="44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854334-398D-9C6D-60BA-9B0E16E74E5A}"/>
              </a:ext>
            </a:extLst>
          </p:cNvPr>
          <p:cNvSpPr txBox="1"/>
          <p:nvPr/>
        </p:nvSpPr>
        <p:spPr>
          <a:xfrm>
            <a:off x="2119099" y="4529479"/>
            <a:ext cx="1276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100" dirty="0">
                <a:highlight>
                  <a:srgbClr val="FFFF00"/>
                </a:highlight>
                <a:latin typeface="+mn-ea"/>
                <a:ea typeface="+mn-ea"/>
              </a:rPr>
              <a:t>프로퍼티 </a:t>
            </a:r>
            <a:r>
              <a:rPr kumimoji="1" lang="en-US" altLang="ko-KR" sz="1100" dirty="0">
                <a:highlight>
                  <a:srgbClr val="FFFF00"/>
                </a:highlight>
                <a:latin typeface="+mn-ea"/>
                <a:ea typeface="+mn-ea"/>
              </a:rPr>
              <a:t>1:1 </a:t>
            </a:r>
            <a:r>
              <a:rPr kumimoji="1" lang="ko-KR" altLang="en-US" sz="1100" dirty="0">
                <a:highlight>
                  <a:srgbClr val="FFFF00"/>
                </a:highlight>
                <a:latin typeface="+mn-ea"/>
                <a:ea typeface="+mn-ea"/>
              </a:rPr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105227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DD3D7-0D66-3338-9429-9147B055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FA768E7-6547-3543-CB67-07878ECF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협력사 권한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227D141-0E8B-41BE-6069-C177A4E4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협력사 회원관리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3B9C2FA-53FA-7B02-86B7-2006C58E92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1863E03-7812-E944-396D-3C77972C20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B3CC4F-4628-693C-0C88-BF7E55C47AD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57B4A4-45F3-843B-4480-730D4D26045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C04ACA-D683-6C82-4667-0DA6F009C8C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1526B64-F002-272B-E790-159D83FB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9667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중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권한 부모창에 적용 후 팝업 닫힘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수정 시 선택 적용되어 있는 라디오 박스 활성화 유지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ADA304B-4198-F80B-6E58-99825F6000A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842327" y="764704"/>
            <a:ext cx="5629933" cy="4536504"/>
            <a:chOff x="2480914" y="1261242"/>
            <a:chExt cx="4783237" cy="3063549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3B06113-A234-EC16-203F-D08B2922191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80914" y="1496299"/>
              <a:ext cx="4783231" cy="28284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C73CA21-885A-12D8-687A-99DD2723E80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480915" y="1261242"/>
              <a:ext cx="4783236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협력사 권한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A9D18A8-E784-ACD4-0402-31450DAA6940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88097A9-28F8-5777-3914-891DF7E36653}"/>
              </a:ext>
            </a:extLst>
          </p:cNvPr>
          <p:cNvSpPr txBox="1"/>
          <p:nvPr/>
        </p:nvSpPr>
        <p:spPr>
          <a:xfrm>
            <a:off x="2855640" y="1177235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협력사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권한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1169D95-E3DA-E559-3873-3C8207E02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128475"/>
              </p:ext>
            </p:extLst>
          </p:nvPr>
        </p:nvGraphicFramePr>
        <p:xfrm>
          <a:off x="2958273" y="1465611"/>
          <a:ext cx="5441983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7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453650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260736"/>
                  </a:ext>
                </a:extLst>
              </a:tr>
            </a:tbl>
          </a:graphicData>
        </a:graphic>
      </p:graphicFrame>
      <p:sp>
        <p:nvSpPr>
          <p:cNvPr id="14" name="Text Box">
            <a:extLst>
              <a:ext uri="{FF2B5EF4-FFF2-40B4-BE49-F238E27FC236}">
                <a16:creationId xmlns:a16="http://schemas.microsoft.com/office/drawing/2014/main" id="{4F3FADBF-72EC-421F-0227-1157FE3C4347}"/>
              </a:ext>
            </a:extLst>
          </p:cNvPr>
          <p:cNvSpPr>
            <a:spLocks/>
          </p:cNvSpPr>
          <p:nvPr/>
        </p:nvSpPr>
        <p:spPr bwMode="auto">
          <a:xfrm>
            <a:off x="3935755" y="1500809"/>
            <a:ext cx="437332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75B15A5-DF9B-8958-EEE9-514D52551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02396"/>
              </p:ext>
            </p:extLst>
          </p:nvPr>
        </p:nvGraphicFramePr>
        <p:xfrm>
          <a:off x="2958273" y="2347868"/>
          <a:ext cx="529796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339522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권한명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협력사 권한관리에서 등록한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C4C58B-EB12-5432-D1F3-48D8573496C0}"/>
              </a:ext>
            </a:extLst>
          </p:cNvPr>
          <p:cNvSpPr/>
          <p:nvPr/>
        </p:nvSpPr>
        <p:spPr>
          <a:xfrm>
            <a:off x="5318623" y="501927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9E1C00-11BC-F182-7C94-DD3B67C73530}"/>
              </a:ext>
            </a:extLst>
          </p:cNvPr>
          <p:cNvSpPr/>
          <p:nvPr/>
        </p:nvSpPr>
        <p:spPr>
          <a:xfrm>
            <a:off x="5807968" y="501927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3DBD7FF-E99B-9C1B-5487-679C3B50BB84}"/>
              </a:ext>
            </a:extLst>
          </p:cNvPr>
          <p:cNvGrpSpPr/>
          <p:nvPr/>
        </p:nvGrpSpPr>
        <p:grpSpPr>
          <a:xfrm>
            <a:off x="8303383" y="2347868"/>
            <a:ext cx="90244" cy="2190572"/>
            <a:chOff x="8879645" y="4358558"/>
            <a:chExt cx="96675" cy="1950762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28153EC8-7C97-B6C2-EF6D-7DE36832D9FC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2" name="모서리가 둥근 직사각형 170">
              <a:extLst>
                <a:ext uri="{FF2B5EF4-FFF2-40B4-BE49-F238E27FC236}">
                  <a16:creationId xmlns:a16="http://schemas.microsoft.com/office/drawing/2014/main" id="{875DBB45-9F8E-523C-7917-18880CE923AD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53" name="Teardrop 1">
            <a:extLst>
              <a:ext uri="{FF2B5EF4-FFF2-40B4-BE49-F238E27FC236}">
                <a16:creationId xmlns:a16="http://schemas.microsoft.com/office/drawing/2014/main" id="{51E34953-64FE-372F-3B8E-53C402462C52}"/>
              </a:ext>
            </a:extLst>
          </p:cNvPr>
          <p:cNvSpPr/>
          <p:nvPr/>
        </p:nvSpPr>
        <p:spPr>
          <a:xfrm rot="16200000" flipH="1" flipV="1">
            <a:off x="5717681" y="49118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9C806B-FBAC-48BB-2A73-DD2CF28617F3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E90299-65E0-0E6D-DD03-AFBA9A3A383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Check" hidden="1">
            <a:extLst>
              <a:ext uri="{FF2B5EF4-FFF2-40B4-BE49-F238E27FC236}">
                <a16:creationId xmlns:a16="http://schemas.microsoft.com/office/drawing/2014/main" id="{54267D1E-9667-5773-ED92-89ECF3930931}"/>
              </a:ext>
            </a:extLst>
          </p:cNvPr>
          <p:cNvSpPr>
            <a:spLocks noEditPoints="1"/>
          </p:cNvSpPr>
          <p:nvPr/>
        </p:nvSpPr>
        <p:spPr bwMode="auto">
          <a:xfrm>
            <a:off x="6378864" y="31468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BFF70B-1E16-6C18-CC73-519E9FE7DABC}"/>
              </a:ext>
            </a:extLst>
          </p:cNvPr>
          <p:cNvSpPr/>
          <p:nvPr/>
        </p:nvSpPr>
        <p:spPr>
          <a:xfrm>
            <a:off x="7582790" y="207286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67EA52-C4A5-86B3-2E02-5B3C1E4FDDCC}"/>
              </a:ext>
            </a:extLst>
          </p:cNvPr>
          <p:cNvSpPr/>
          <p:nvPr/>
        </p:nvSpPr>
        <p:spPr>
          <a:xfrm>
            <a:off x="8009118" y="207286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7" name="Pagination">
            <a:extLst>
              <a:ext uri="{FF2B5EF4-FFF2-40B4-BE49-F238E27FC236}">
                <a16:creationId xmlns:a16="http://schemas.microsoft.com/office/drawing/2014/main" id="{D6A727A1-B6EA-DA05-2582-CF7EF799442F}"/>
              </a:ext>
            </a:extLst>
          </p:cNvPr>
          <p:cNvSpPr txBox="1"/>
          <p:nvPr/>
        </p:nvSpPr>
        <p:spPr>
          <a:xfrm>
            <a:off x="5082154" y="4643392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56A2FF7-C74E-D0E7-CBF8-CE5695AA54D5}"/>
              </a:ext>
            </a:extLst>
          </p:cNvPr>
          <p:cNvGrpSpPr/>
          <p:nvPr/>
        </p:nvGrpSpPr>
        <p:grpSpPr>
          <a:xfrm>
            <a:off x="2958273" y="2061094"/>
            <a:ext cx="1777609" cy="200055"/>
            <a:chOff x="1446413" y="1966321"/>
            <a:chExt cx="1777609" cy="20005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F490FE-0A12-D73A-1D85-ED21886B240E}"/>
                </a:ext>
              </a:extLst>
            </p:cNvPr>
            <p:cNvSpPr txBox="1"/>
            <p:nvPr/>
          </p:nvSpPr>
          <p:spPr>
            <a:xfrm>
              <a:off x="2318005" y="1966321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6538EC6-462E-2CB9-E580-721CC2D1BB86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29" name="Text Box">
                <a:extLst>
                  <a:ext uri="{FF2B5EF4-FFF2-40B4-BE49-F238E27FC236}">
                    <a16:creationId xmlns:a16="http://schemas.microsoft.com/office/drawing/2014/main" id="{79241094-DE36-AEB8-9779-45B8170909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" name="Chevron Left">
                <a:extLst>
                  <a:ext uri="{FF2B5EF4-FFF2-40B4-BE49-F238E27FC236}">
                    <a16:creationId xmlns:a16="http://schemas.microsoft.com/office/drawing/2014/main" id="{62C5C1A8-DF93-DECF-CEB3-A5F0CC8007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3" name="Text Box">
            <a:extLst>
              <a:ext uri="{FF2B5EF4-FFF2-40B4-BE49-F238E27FC236}">
                <a16:creationId xmlns:a16="http://schemas.microsoft.com/office/drawing/2014/main" id="{BCE6BB37-24FD-2E64-8C98-A83651A25282}"/>
              </a:ext>
            </a:extLst>
          </p:cNvPr>
          <p:cNvSpPr>
            <a:spLocks/>
          </p:cNvSpPr>
          <p:nvPr/>
        </p:nvSpPr>
        <p:spPr bwMode="auto">
          <a:xfrm>
            <a:off x="3935755" y="1748070"/>
            <a:ext cx="437332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A6D7E40-8321-E004-65F3-EC61EBE49136}"/>
              </a:ext>
            </a:extLst>
          </p:cNvPr>
          <p:cNvGrpSpPr/>
          <p:nvPr/>
        </p:nvGrpSpPr>
        <p:grpSpPr>
          <a:xfrm>
            <a:off x="8006676" y="2589288"/>
            <a:ext cx="120020" cy="1882018"/>
            <a:chOff x="8006676" y="2589288"/>
            <a:chExt cx="120020" cy="1882018"/>
          </a:xfrm>
        </p:grpSpPr>
        <p:grpSp>
          <p:nvGrpSpPr>
  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63F1B494-CC51-575C-DA78-E4D71298D3C7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40" name="Circle">
                <a:extLst>
                  <a:ext uri="{FF2B5EF4-FFF2-40B4-BE49-F238E27FC236}">
                    <a16:creationId xmlns:a16="http://schemas.microsoft.com/office/drawing/2014/main" id="{3AF72B7D-2F60-0857-9D11-45BAD79CEEB6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Check">
                <a:extLst>
                  <a:ext uri="{FF2B5EF4-FFF2-40B4-BE49-F238E27FC236}">
                    <a16:creationId xmlns:a16="http://schemas.microsoft.com/office/drawing/2014/main" id="{28E43065-17DD-0568-66E6-F7EF153EEA99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40F362A2-80EA-0A6A-A1B9-A4926D321598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ircle">
              <a:extLst>
                <a:ext uri="{FF2B5EF4-FFF2-40B4-BE49-F238E27FC236}">
                  <a16:creationId xmlns:a16="http://schemas.microsoft.com/office/drawing/2014/main" id="{CB1D3B3F-8959-6267-1AD1-CFC60CD39E79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62C7D18D-B3A1-8D27-9F36-60185270F9D9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00AAF6BD-E67C-FD3C-CDAF-36DAED91D998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93EAFF46-7FA0-ACC4-0E7E-FFFD4E8E2D2A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Circle">
              <a:extLst>
                <a:ext uri="{FF2B5EF4-FFF2-40B4-BE49-F238E27FC236}">
                  <a16:creationId xmlns:a16="http://schemas.microsoft.com/office/drawing/2014/main" id="{102E3159-6243-8461-B9EF-1815CD264631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43782E15-2F84-9E15-A9B0-60208335EB31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4D561A09-76BA-6A7A-EF71-EEE9A50C7E84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Circle">
              <a:extLst>
                <a:ext uri="{FF2B5EF4-FFF2-40B4-BE49-F238E27FC236}">
                  <a16:creationId xmlns:a16="http://schemas.microsoft.com/office/drawing/2014/main" id="{8D20A96F-6983-B7BC-C05E-722944A4B9E9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" name="Teardrop 1">
            <a:extLst>
              <a:ext uri="{FF2B5EF4-FFF2-40B4-BE49-F238E27FC236}">
                <a16:creationId xmlns:a16="http://schemas.microsoft.com/office/drawing/2014/main" id="{95A60E7C-4E7B-813D-3AF3-8CE3A5F18708}"/>
              </a:ext>
            </a:extLst>
          </p:cNvPr>
          <p:cNvSpPr/>
          <p:nvPr/>
        </p:nvSpPr>
        <p:spPr>
          <a:xfrm rot="16200000" flipH="1" flipV="1">
            <a:off x="7773760" y="245402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ardrop 1">
            <a:extLst>
              <a:ext uri="{FF2B5EF4-FFF2-40B4-BE49-F238E27FC236}">
                <a16:creationId xmlns:a16="http://schemas.microsoft.com/office/drawing/2014/main" id="{2EEBE4F5-A9B7-1BC9-C450-80BFD2345188}"/>
              </a:ext>
            </a:extLst>
          </p:cNvPr>
          <p:cNvSpPr/>
          <p:nvPr/>
        </p:nvSpPr>
        <p:spPr>
          <a:xfrm rot="16200000" flipH="1" flipV="1">
            <a:off x="2706460" y="7061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298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7BCF-0FA1-9169-FCF9-C6E8540E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3F248CE-6BE6-A86D-F198-3CC3EB6F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C9F1B41-53EB-A740-8E2D-BE3AB6F63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협력사 회원관리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71CCAA7-775A-EFC9-2382-B65E85792C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1BCD6C2-6A1E-38DC-09DA-93DFABB66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D6E478-0F03-8D05-0A07-828670B7E58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081587-E11C-E51C-9778-DD58873B304E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5E8B42-E634-CDA9-E4F7-2A5E840242C8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C2F4DD5-11B7-0504-F88B-23BC6D8CE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5879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내역 부모창에 적용 후 팝업 닫기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수정 시 선택 적용되어 있는 체크 박스 활성화 유지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9DE1822-DE2C-5665-108F-BE29415FF63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104451" cy="4251974"/>
            <a:chOff x="3776975" y="1261242"/>
            <a:chExt cx="3487175" cy="2871403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7C20288-A7A4-D3B4-10D0-F04D7396E9C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6363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B8D6393-BB9C-A4DA-D999-C718452AFC3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프로퍼티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A9ED0AD-3805-6934-E639-A136E5B749F4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FF9B47-77F3-1CBA-FE8C-D2168CB06C5F}"/>
              </a:ext>
            </a:extLst>
          </p:cNvPr>
          <p:cNvSpPr txBox="1"/>
          <p:nvPr/>
        </p:nvSpPr>
        <p:spPr>
          <a:xfrm>
            <a:off x="2063553" y="1352252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프로퍼티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0F3C06C-9BFA-5FEB-64EC-2E365817D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40168"/>
              </p:ext>
            </p:extLst>
          </p:nvPr>
        </p:nvGraphicFramePr>
        <p:xfrm>
          <a:off x="2166186" y="1647317"/>
          <a:ext cx="3838636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7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 Box">
            <a:extLst>
              <a:ext uri="{FF2B5EF4-FFF2-40B4-BE49-F238E27FC236}">
                <a16:creationId xmlns:a16="http://schemas.microsoft.com/office/drawing/2014/main" id="{D5A55174-EB82-5C2D-6E77-1EBF6ED32B00}"/>
              </a:ext>
            </a:extLst>
          </p:cNvPr>
          <p:cNvSpPr>
            <a:spLocks/>
          </p:cNvSpPr>
          <p:nvPr/>
        </p:nvSpPr>
        <p:spPr bwMode="auto">
          <a:xfrm>
            <a:off x="3143668" y="1682515"/>
            <a:ext cx="273615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B6E4862-A096-198B-1097-E5D5EE60E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026642"/>
              </p:ext>
            </p:extLst>
          </p:nvPr>
        </p:nvGraphicFramePr>
        <p:xfrm>
          <a:off x="2166186" y="2253695"/>
          <a:ext cx="38386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161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58155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0739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569709-05B4-1EA5-3693-C297CF8E79B1}"/>
              </a:ext>
            </a:extLst>
          </p:cNvPr>
          <p:cNvSpPr/>
          <p:nvPr/>
        </p:nvSpPr>
        <p:spPr>
          <a:xfrm>
            <a:off x="3724689" y="484701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28260F1-515F-AAA7-E05B-A1D8E24714EB}"/>
              </a:ext>
            </a:extLst>
          </p:cNvPr>
          <p:cNvSpPr/>
          <p:nvPr/>
        </p:nvSpPr>
        <p:spPr>
          <a:xfrm>
            <a:off x="4214034" y="484701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455DC8D-CBDA-E000-4133-140D7AE028DA}"/>
              </a:ext>
            </a:extLst>
          </p:cNvPr>
          <p:cNvGrpSpPr/>
          <p:nvPr/>
        </p:nvGrpSpPr>
        <p:grpSpPr>
          <a:xfrm>
            <a:off x="6042577" y="2246540"/>
            <a:ext cx="90244" cy="2190572"/>
            <a:chOff x="8879645" y="4358558"/>
            <a:chExt cx="96675" cy="1950762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F47ADD80-6C7B-9841-651D-E7A58D63FBC2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2" name="모서리가 둥근 직사각형 170">
              <a:extLst>
                <a:ext uri="{FF2B5EF4-FFF2-40B4-BE49-F238E27FC236}">
                  <a16:creationId xmlns:a16="http://schemas.microsoft.com/office/drawing/2014/main" id="{70EACFE8-DF3C-C2E4-7508-10256AAA00E3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53" name="Teardrop 1">
            <a:extLst>
              <a:ext uri="{FF2B5EF4-FFF2-40B4-BE49-F238E27FC236}">
                <a16:creationId xmlns:a16="http://schemas.microsoft.com/office/drawing/2014/main" id="{CCBC9610-0091-6964-B742-6E33CDC570C7}"/>
              </a:ext>
            </a:extLst>
          </p:cNvPr>
          <p:cNvSpPr/>
          <p:nvPr/>
        </p:nvSpPr>
        <p:spPr>
          <a:xfrm rot="16200000" flipH="1" flipV="1">
            <a:off x="4123747" y="473954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BFC22B-E2BD-C6F0-D2D9-F229EB26CA1A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6A458A-F6EF-344D-BD33-4D7F92DAD40E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Check" hidden="1">
            <a:extLst>
              <a:ext uri="{FF2B5EF4-FFF2-40B4-BE49-F238E27FC236}">
                <a16:creationId xmlns:a16="http://schemas.microsoft.com/office/drawing/2014/main" id="{8FD7600D-D9EA-1C48-A55D-8625CC2BF915}"/>
              </a:ext>
            </a:extLst>
          </p:cNvPr>
          <p:cNvSpPr>
            <a:spLocks noEditPoints="1"/>
          </p:cNvSpPr>
          <p:nvPr/>
        </p:nvSpPr>
        <p:spPr bwMode="auto">
          <a:xfrm>
            <a:off x="6378864" y="31468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8FC113-BC18-B1D5-48C5-7F691818CFB1}"/>
              </a:ext>
            </a:extLst>
          </p:cNvPr>
          <p:cNvSpPr/>
          <p:nvPr/>
        </p:nvSpPr>
        <p:spPr>
          <a:xfrm>
            <a:off x="5187354" y="19681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BCF672-E1A3-4B4C-4A98-087AF9732559}"/>
              </a:ext>
            </a:extLst>
          </p:cNvPr>
          <p:cNvSpPr/>
          <p:nvPr/>
        </p:nvSpPr>
        <p:spPr>
          <a:xfrm>
            <a:off x="5613682" y="19681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7" name="Pagination">
            <a:extLst>
              <a:ext uri="{FF2B5EF4-FFF2-40B4-BE49-F238E27FC236}">
                <a16:creationId xmlns:a16="http://schemas.microsoft.com/office/drawing/2014/main" id="{186DA604-2764-1D1F-E134-EB084EBD90EC}"/>
              </a:ext>
            </a:extLst>
          </p:cNvPr>
          <p:cNvSpPr txBox="1"/>
          <p:nvPr/>
        </p:nvSpPr>
        <p:spPr>
          <a:xfrm>
            <a:off x="3503712" y="4549219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ADF0FD-B7FA-2B6D-A6AE-2A09B3CAB3ED}"/>
              </a:ext>
            </a:extLst>
          </p:cNvPr>
          <p:cNvGrpSpPr/>
          <p:nvPr/>
        </p:nvGrpSpPr>
        <p:grpSpPr>
          <a:xfrm>
            <a:off x="2166186" y="1971436"/>
            <a:ext cx="1777609" cy="200055"/>
            <a:chOff x="1446413" y="1981347"/>
            <a:chExt cx="1777609" cy="20005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62DBCC1-1CAF-CE87-9D8F-339F58511E55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1629F42-56E8-BFB4-87CC-2DB104F79163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29" name="Text Box">
                <a:extLst>
                  <a:ext uri="{FF2B5EF4-FFF2-40B4-BE49-F238E27FC236}">
                    <a16:creationId xmlns:a16="http://schemas.microsoft.com/office/drawing/2014/main" id="{C271635A-AE66-BE9A-CD08-327C283BD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" name="Chevron Left">
                <a:extLst>
                  <a:ext uri="{FF2B5EF4-FFF2-40B4-BE49-F238E27FC236}">
                    <a16:creationId xmlns:a16="http://schemas.microsoft.com/office/drawing/2014/main" id="{8FB2923C-D91B-FC9D-8D51-C405C898D8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3" name="Teardrop 1">
            <a:extLst>
              <a:ext uri="{FF2B5EF4-FFF2-40B4-BE49-F238E27FC236}">
                <a16:creationId xmlns:a16="http://schemas.microsoft.com/office/drawing/2014/main" id="{B273E6C6-4489-2B72-2F50-1EF8C44351B2}"/>
              </a:ext>
            </a:extLst>
          </p:cNvPr>
          <p:cNvSpPr/>
          <p:nvPr/>
        </p:nvSpPr>
        <p:spPr>
          <a:xfrm rot="16200000" flipH="1" flipV="1">
            <a:off x="5504491" y="21975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EFEAA001-DDDE-319E-2FD4-61F170146A15}"/>
              </a:ext>
            </a:extLst>
          </p:cNvPr>
          <p:cNvSpPr/>
          <p:nvPr/>
        </p:nvSpPr>
        <p:spPr>
          <a:xfrm rot="16200000" flipH="1" flipV="1">
            <a:off x="1927853" y="85448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A7B56FA-4450-9FEC-E84A-583D6BFC6185}"/>
              </a:ext>
            </a:extLst>
          </p:cNvPr>
          <p:cNvGrpSpPr/>
          <p:nvPr/>
        </p:nvGrpSpPr>
        <p:grpSpPr>
          <a:xfrm>
            <a:off x="5749241" y="2487991"/>
            <a:ext cx="120020" cy="1882018"/>
            <a:chOff x="8006676" y="2589288"/>
            <a:chExt cx="120020" cy="1882018"/>
          </a:xfrm>
        </p:grpSpPr>
        <p:grpSp>
          <p:nvGrpSpPr>
            <p:cNvPr id="3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517C10D1-1293-26FC-B4BD-70135D5A92A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47" name="Circle">
                <a:extLst>
                  <a:ext uri="{FF2B5EF4-FFF2-40B4-BE49-F238E27FC236}">
                    <a16:creationId xmlns:a16="http://schemas.microsoft.com/office/drawing/2014/main" id="{8E8F860C-5073-4A2A-CAE4-E484D593CAA7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Check">
                <a:extLst>
                  <a:ext uri="{FF2B5EF4-FFF2-40B4-BE49-F238E27FC236}">
                    <a16:creationId xmlns:a16="http://schemas.microsoft.com/office/drawing/2014/main" id="{30FC41B6-4E7E-55F0-1695-D424C4399A40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8" name="Circle">
              <a:extLst>
                <a:ext uri="{FF2B5EF4-FFF2-40B4-BE49-F238E27FC236}">
                  <a16:creationId xmlns:a16="http://schemas.microsoft.com/office/drawing/2014/main" id="{98963C6F-B992-D5B3-712A-A026DC2729FB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Circle">
              <a:extLst>
                <a:ext uri="{FF2B5EF4-FFF2-40B4-BE49-F238E27FC236}">
                  <a16:creationId xmlns:a16="http://schemas.microsoft.com/office/drawing/2014/main" id="{08FEAE76-7D71-037C-01EA-948120270C2F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C099EB11-2122-B7F7-C5B9-8118D54F2050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ircle">
              <a:extLst>
                <a:ext uri="{FF2B5EF4-FFF2-40B4-BE49-F238E27FC236}">
                  <a16:creationId xmlns:a16="http://schemas.microsoft.com/office/drawing/2014/main" id="{1B94F328-593F-5B3B-1C4F-59CF5DF599CA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CA94D936-E0DB-0821-0D8B-7C41F361D376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ircle">
              <a:extLst>
                <a:ext uri="{FF2B5EF4-FFF2-40B4-BE49-F238E27FC236}">
                  <a16:creationId xmlns:a16="http://schemas.microsoft.com/office/drawing/2014/main" id="{C1B156F9-BE57-52BE-5E62-3288F2551B43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EBAEDD4E-395C-6BE1-BCD0-D7388DCF6888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4F63D714-169D-9EC2-FDDC-FD3D12FC323A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FB2F4F97-03A0-8C2E-4E4A-5751603D33E0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93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998393"/>
              </p:ext>
            </p:extLst>
          </p:nvPr>
        </p:nvGraphicFramePr>
        <p:xfrm>
          <a:off x="119336" y="548680"/>
          <a:ext cx="11876248" cy="413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only possible if the account status is "N".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삭제 하는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해당 계정을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that account?/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비밀번호를 초기화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초기 비밀번호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holapms1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후 비밀번호를 수정하세요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reset the password?/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Password initialization completed.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After you log in,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E344-62DA-66C6-F5E0-90DA4E40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EAF6ED-D837-6687-DD64-397D3CCD6AB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시스템 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90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5D6E-0046-DBBB-CE75-638A9654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26A512C-90CB-F82B-435E-71F42C29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699F418-278E-B7E0-1A6D-7D7F125E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시스템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AA99B82-4036-5A90-7835-BCD2727E5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995113E-0FA2-8BA6-14B8-D34D3FB91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C7A3C1-E278-5470-3AEC-EB4667F70C8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5E015C-EF8B-8A2B-D8A5-618EAA09356B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5542E5-305F-E45E-AF11-B7ACBE8510C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3AB02FF-A184-10B3-B0CD-FD3A42F499DF}"/>
              </a:ext>
            </a:extLst>
          </p:cNvPr>
          <p:cNvSpPr/>
          <p:nvPr/>
        </p:nvSpPr>
        <p:spPr bwMode="auto">
          <a:xfrm>
            <a:off x="-106106" y="115431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D5363A-A71E-97AB-3C3E-2191D0762827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CEAF1E5-96EF-F6C8-D75C-F2866E12AB89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AAF1F90-C674-300A-F575-3A6575193C0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D0B601A-0993-C593-D3F8-81BB5FA0A01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78BC024F-0EFF-A877-8606-56B2ADED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959636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805276D4-A1BF-8C61-BC5D-1EF672696B9A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99E091E-C7E5-2C25-B356-15134A3AA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50452"/>
              </p:ext>
            </p:extLst>
          </p:nvPr>
        </p:nvGraphicFramePr>
        <p:xfrm>
          <a:off x="1447441" y="1748834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69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78883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97184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06BFDF-4190-1917-7CFD-2016FCF1A36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B233D4-0917-5239-8806-88449B0BE13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C1BE3EF-E0F9-50DA-494E-AEAEF5284F4F}"/>
              </a:ext>
            </a:extLst>
          </p:cNvPr>
          <p:cNvSpPr>
            <a:spLocks/>
          </p:cNvSpPr>
          <p:nvPr/>
        </p:nvSpPr>
        <p:spPr bwMode="auto">
          <a:xfrm>
            <a:off x="6660248" y="9391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F422EA3-F480-21BB-3312-006A300C6628}"/>
              </a:ext>
            </a:extLst>
          </p:cNvPr>
          <p:cNvSpPr/>
          <p:nvPr/>
        </p:nvSpPr>
        <p:spPr>
          <a:xfrm>
            <a:off x="8616281" y="1481528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F40C77BA-F878-A99A-6619-2F5F385FE13C}"/>
              </a:ext>
            </a:extLst>
          </p:cNvPr>
          <p:cNvSpPr/>
          <p:nvPr/>
        </p:nvSpPr>
        <p:spPr>
          <a:xfrm rot="16200000" flipH="1" flipV="1">
            <a:off x="2832571" y="18701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4799C068-D064-8AB8-1240-01A5AE82FEB5}"/>
              </a:ext>
            </a:extLst>
          </p:cNvPr>
          <p:cNvGrpSpPr>
            <a:grpSpLocks noChangeAspect="1"/>
          </p:cNvGrpSpPr>
          <p:nvPr/>
        </p:nvGrpSpPr>
        <p:grpSpPr>
          <a:xfrm>
            <a:off x="3394602" y="195727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206E2A0E-9749-E179-FF0E-BE2EDD7A42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1D116694-7AC8-24CE-B982-DCA6F545A3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8AB3AF0-BF56-134B-34D9-6B804A211B7C}"/>
              </a:ext>
            </a:extLst>
          </p:cNvPr>
          <p:cNvSpPr txBox="1"/>
          <p:nvPr/>
        </p:nvSpPr>
        <p:spPr>
          <a:xfrm>
            <a:off x="4702956" y="454355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B028269-D384-4051-B9D0-7206F46EABF6}"/>
              </a:ext>
            </a:extLst>
          </p:cNvPr>
          <p:cNvGrpSpPr/>
          <p:nvPr/>
        </p:nvGrpSpPr>
        <p:grpSpPr>
          <a:xfrm>
            <a:off x="1446413" y="148890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E16062-FA73-9375-B07D-DB4AB29F6738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67B0F6-501E-FEB8-5672-4A179B50491C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41A36B1F-EC7D-0126-E9B2-946C48657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02D7586D-618C-86E8-9146-10BD3A596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FFC33C15-CA80-1201-07E9-A253B76C098D}"/>
              </a:ext>
            </a:extLst>
          </p:cNvPr>
          <p:cNvSpPr/>
          <p:nvPr/>
        </p:nvSpPr>
        <p:spPr>
          <a:xfrm rot="16200000" flipH="1" flipV="1">
            <a:off x="8505732" y="13328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53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A6F2-ADAE-8973-70F6-7A3E8F23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4F7FD17-2420-5E6C-D928-44A389D4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063863B-A976-C68D-656C-014742E7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 </a:t>
            </a:r>
            <a:r>
              <a:rPr lang="ko-KR" altLang="en-US" dirty="0"/>
              <a:t>시스템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34286C1-F946-5D6B-E583-15565706A6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7FEE048-88F9-9B88-E50B-1771426E3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F0B96B-510E-2703-881B-1E33471AAA5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E18B9A-C26E-B632-3AA8-A4E20532413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D89E03-ECED-08AB-4040-EDA83851278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9BB005A-E521-044C-8162-B7BF5B6CC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36741"/>
              </p:ext>
            </p:extLst>
          </p:nvPr>
        </p:nvGraphicFramePr>
        <p:xfrm>
          <a:off x="9406740" y="440717"/>
          <a:ext cx="2785260" cy="32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A8A7AA5-9583-5551-4605-2B2EF39AB27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9B0AB94-AB47-A41E-7DDA-6DC8D1191E23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DB030E-C086-8291-B99B-C33A105A7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39815"/>
              </p:ext>
            </p:extLst>
          </p:nvPr>
        </p:nvGraphicFramePr>
        <p:xfrm>
          <a:off x="1513108" y="1082536"/>
          <a:ext cx="7746199" cy="2103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577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8231B9-E410-979A-1B8C-F62DE6056B24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77B5BA-5452-6E0A-2650-B281AFC7CA41}"/>
              </a:ext>
            </a:extLst>
          </p:cNvPr>
          <p:cNvSpPr/>
          <p:nvPr/>
        </p:nvSpPr>
        <p:spPr>
          <a:xfrm>
            <a:off x="5221180" y="172815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6CF8AF-05A5-A659-A30D-84C1519A27C8}"/>
              </a:ext>
            </a:extLst>
          </p:cNvPr>
          <p:cNvSpPr/>
          <p:nvPr/>
        </p:nvSpPr>
        <p:spPr>
          <a:xfrm>
            <a:off x="2634571" y="202434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98FC29-9438-C389-A7C1-5A488E959442}"/>
              </a:ext>
            </a:extLst>
          </p:cNvPr>
          <p:cNvSpPr/>
          <p:nvPr/>
        </p:nvSpPr>
        <p:spPr>
          <a:xfrm>
            <a:off x="2634571" y="2326776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48625F-0688-31AE-D378-ED03BB6D4860}"/>
              </a:ext>
            </a:extLst>
          </p:cNvPr>
          <p:cNvSpPr/>
          <p:nvPr/>
        </p:nvSpPr>
        <p:spPr>
          <a:xfrm>
            <a:off x="2634571" y="171597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21F61-2537-263E-EAE2-BE23D4FB1FFC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48F509-0597-5230-CEF0-8DE1E433C677}"/>
              </a:ext>
            </a:extLst>
          </p:cNvPr>
          <p:cNvSpPr/>
          <p:nvPr/>
        </p:nvSpPr>
        <p:spPr>
          <a:xfrm>
            <a:off x="2634571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4C1ADD9-CB9C-AC71-0330-9611ED58542C}"/>
              </a:ext>
            </a:extLst>
          </p:cNvPr>
          <p:cNvSpPr/>
          <p:nvPr/>
        </p:nvSpPr>
        <p:spPr>
          <a:xfrm>
            <a:off x="6372853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E80021A-44FB-560F-BB1F-F5FDD5BC7127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D1FC26-50D8-F661-7ECE-0C996C9F43B2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C8102B-492D-05B8-F2E2-1EC659CA3A83}"/>
              </a:ext>
            </a:extLst>
          </p:cNvPr>
          <p:cNvSpPr txBox="1"/>
          <p:nvPr/>
        </p:nvSpPr>
        <p:spPr>
          <a:xfrm>
            <a:off x="6811652" y="1420498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사용 중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AD971DC-9F15-D5BD-007E-534FF0BBD686}"/>
              </a:ext>
            </a:extLst>
          </p:cNvPr>
          <p:cNvGrpSpPr/>
          <p:nvPr/>
        </p:nvGrpSpPr>
        <p:grpSpPr>
          <a:xfrm>
            <a:off x="6377082" y="2009556"/>
            <a:ext cx="2815262" cy="217550"/>
            <a:chOff x="2634570" y="2005049"/>
            <a:chExt cx="2815262" cy="21755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9BF54E5-0310-8395-3EEA-1287222443D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D8FFF2A2-075C-D76B-6D05-850D8D515E55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5" name="Chevron Left">
              <a:extLst>
                <a:ext uri="{FF2B5EF4-FFF2-40B4-BE49-F238E27FC236}">
                  <a16:creationId xmlns:a16="http://schemas.microsoft.com/office/drawing/2014/main" id="{E11FD2E1-6337-B8EE-2F1B-21C7C9AD34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5CF1B8E7-45C9-3E31-3425-A5BDD44B86A0}"/>
              </a:ext>
            </a:extLst>
          </p:cNvPr>
          <p:cNvGrpSpPr/>
          <p:nvPr/>
        </p:nvGrpSpPr>
        <p:grpSpPr>
          <a:xfrm>
            <a:off x="6377082" y="2310893"/>
            <a:ext cx="2815262" cy="217550"/>
            <a:chOff x="2634570" y="2005049"/>
            <a:chExt cx="2815262" cy="21755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D63E153-54E7-6ED0-BB70-0E563570BC5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C71EE536-0F87-CD85-C458-9941D04445D8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Chevron Left">
              <a:extLst>
                <a:ext uri="{FF2B5EF4-FFF2-40B4-BE49-F238E27FC236}">
                  <a16:creationId xmlns:a16="http://schemas.microsoft.com/office/drawing/2014/main" id="{88F42C88-AFF8-B7F2-D1DD-18A62D5CFA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975783-6F0A-3BE1-48A6-F6F0067EA422}"/>
              </a:ext>
            </a:extLst>
          </p:cNvPr>
          <p:cNvSpPr/>
          <p:nvPr/>
        </p:nvSpPr>
        <p:spPr bwMode="auto">
          <a:xfrm>
            <a:off x="-106106" y="115431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87458B-EF31-4667-D007-09C272769D7D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9A2970-5A69-F3BF-6664-BE8C494C7DE5}"/>
              </a:ext>
            </a:extLst>
          </p:cNvPr>
          <p:cNvGrpSpPr/>
          <p:nvPr/>
        </p:nvGrpSpPr>
        <p:grpSpPr>
          <a:xfrm>
            <a:off x="2634571" y="2928587"/>
            <a:ext cx="2499451" cy="216024"/>
            <a:chOff x="2634571" y="3276338"/>
            <a:chExt cx="2499451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4FA5F1-A1E3-C0B9-E5FF-10A707E048B3}"/>
                </a:ext>
              </a:extLst>
            </p:cNvPr>
            <p:cNvSpPr/>
            <p:nvPr/>
          </p:nvSpPr>
          <p:spPr>
            <a:xfrm>
              <a:off x="2634571" y="3276338"/>
              <a:ext cx="249945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권한을 선택 하세요</a:t>
              </a:r>
              <a:r>
                <a:rPr kumimoji="1"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659C2E4D-9464-A9CE-7E53-DEE53CDCF93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D1B855D-7036-8BD4-E5E6-F31D107053B1}"/>
              </a:ext>
            </a:extLst>
          </p:cNvPr>
          <p:cNvSpPr txBox="1"/>
          <p:nvPr/>
        </p:nvSpPr>
        <p:spPr>
          <a:xfrm>
            <a:off x="5123027" y="2939625"/>
            <a:ext cx="2467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시스템 관리자 권한관리에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2252726D-2709-A88D-DA5B-94AB703C77C1}"/>
              </a:ext>
            </a:extLst>
          </p:cNvPr>
          <p:cNvSpPr/>
          <p:nvPr/>
        </p:nvSpPr>
        <p:spPr>
          <a:xfrm rot="16200000" flipH="1" flipV="1">
            <a:off x="5106790" y="16184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ardrop 1">
            <a:extLst>
              <a:ext uri="{FF2B5EF4-FFF2-40B4-BE49-F238E27FC236}">
                <a16:creationId xmlns:a16="http://schemas.microsoft.com/office/drawing/2014/main" id="{C46920D0-FB49-7372-2C51-FB50FFC82AEC}"/>
              </a:ext>
            </a:extLst>
          </p:cNvPr>
          <p:cNvSpPr/>
          <p:nvPr/>
        </p:nvSpPr>
        <p:spPr>
          <a:xfrm rot="16200000" flipH="1" flipV="1">
            <a:off x="5568429" y="627917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50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9148-0686-6694-95C1-72891027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5B4551F-4A36-BDA0-2696-A81767B3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관리자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90C7055-83E3-190D-ACC0-DCD1ABE3A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 </a:t>
            </a:r>
            <a:r>
              <a:rPr lang="ko-KR" altLang="en-US" dirty="0"/>
              <a:t>시스템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A796F50-8723-B213-BEF3-BAF4837A5B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5A07B4E-D4A2-9B5F-FFC2-ADD2EF110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DC25F8-9570-04F7-B969-661F122B97A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2D7315-F5D4-EA79-BB56-D1517E31F3D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EB63E6-23AD-68EC-89D8-E66F9853968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173954B-D0D9-DD89-4F52-4F708AEF8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35331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7ECF5C-B73A-843A-A633-D17DAF98971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2DBCD5B6-B87B-CE9A-B739-1C6200D9797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373BEF8-DEEC-AB78-9474-9195D8B6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02026"/>
              </p:ext>
            </p:extLst>
          </p:nvPr>
        </p:nvGraphicFramePr>
        <p:xfrm>
          <a:off x="1513108" y="1138560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92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41DC7D-2835-A687-1FC6-C12EB6DCB590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9A873F-152C-ABBF-3DE9-DA515688A0E9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7E9D4F1-E946-2C8A-688C-3FC0B602A6C1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1B20DF-F3F7-C264-ED2A-A81A17D52D41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58BA8D-4BD3-1B85-AC63-835B607EC834}"/>
              </a:ext>
            </a:extLst>
          </p:cNvPr>
          <p:cNvSpPr/>
          <p:nvPr/>
        </p:nvSpPr>
        <p:spPr>
          <a:xfrm>
            <a:off x="2634571" y="2687651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5EE8AA-5803-74C9-A280-DC228465ACC7}"/>
              </a:ext>
            </a:extLst>
          </p:cNvPr>
          <p:cNvSpPr/>
          <p:nvPr/>
        </p:nvSpPr>
        <p:spPr>
          <a:xfrm>
            <a:off x="2634571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B03B-7C4A-7D9D-06C1-973D397A1ACC}"/>
              </a:ext>
            </a:extLst>
          </p:cNvPr>
          <p:cNvSpPr/>
          <p:nvPr/>
        </p:nvSpPr>
        <p:spPr>
          <a:xfrm>
            <a:off x="6372853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530CD2-FA18-D719-AA5B-22AA0FE3D228}"/>
              </a:ext>
            </a:extLst>
          </p:cNvPr>
          <p:cNvSpPr/>
          <p:nvPr/>
        </p:nvSpPr>
        <p:spPr>
          <a:xfrm>
            <a:off x="2634571" y="2408272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12EF78-38C2-6FDE-7CB3-4DEE2C147E7E}"/>
              </a:ext>
            </a:extLst>
          </p:cNvPr>
          <p:cNvSpPr/>
          <p:nvPr/>
        </p:nvSpPr>
        <p:spPr>
          <a:xfrm>
            <a:off x="2634571" y="1795356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63F3707-2083-12B8-E9D0-B0F0238AD061}"/>
              </a:ext>
            </a:extLst>
          </p:cNvPr>
          <p:cNvGrpSpPr/>
          <p:nvPr/>
        </p:nvGrpSpPr>
        <p:grpSpPr>
          <a:xfrm>
            <a:off x="6372853" y="2379806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7CC2A7F-6658-BA17-A913-AB66CBEDBD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2B5FE01-9E39-71D3-92F1-25634DB6DB2D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D7FEE0E0-C9DB-075F-784B-E916D687AC4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21B70BB-B55C-54E9-7FDB-4F592CD4FA0F}"/>
              </a:ext>
            </a:extLst>
          </p:cNvPr>
          <p:cNvGrpSpPr/>
          <p:nvPr/>
        </p:nvGrpSpPr>
        <p:grpSpPr>
          <a:xfrm>
            <a:off x="6372853" y="2675947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E3DB3A5-E972-3F7B-52E5-5794E033EB9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8BF5B91-44A4-F7DB-D5FE-E615D6158068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E556EF3D-9285-1109-20D8-9C7DF6A7B43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9E7C2A-835B-D363-6BF5-E500CFD2857C}"/>
              </a:ext>
            </a:extLst>
          </p:cNvPr>
          <p:cNvSpPr/>
          <p:nvPr/>
        </p:nvSpPr>
        <p:spPr bwMode="auto">
          <a:xfrm>
            <a:off x="-106106" y="115431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177C0C-191F-4C9E-FB3F-752AFDDA13BA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협력사 회원관리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4359DC-E0C2-8886-267B-62D12C5FEEAC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59B98A-725C-167A-1B12-56286B9C6034}"/>
              </a:ext>
            </a:extLst>
          </p:cNvPr>
          <p:cNvGrpSpPr/>
          <p:nvPr/>
        </p:nvGrpSpPr>
        <p:grpSpPr>
          <a:xfrm>
            <a:off x="2634571" y="3276338"/>
            <a:ext cx="2499451" cy="617706"/>
            <a:chOff x="2634571" y="3276338"/>
            <a:chExt cx="2499451" cy="61770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0ECCA0B-0174-7D6B-6655-1598C995A9FA}"/>
                </a:ext>
              </a:extLst>
            </p:cNvPr>
            <p:cNvSpPr/>
            <p:nvPr/>
          </p:nvSpPr>
          <p:spPr>
            <a:xfrm>
              <a:off x="2634571" y="3276338"/>
              <a:ext cx="2499451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</a:t>
              </a:r>
              <a:r>
                <a:rPr kumimoji="1"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홍보팀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관리자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--------------------------------------------------------------</a:t>
              </a:r>
            </a:p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기획팀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개발팀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Chevron Left">
              <a:extLst>
                <a:ext uri="{FF2B5EF4-FFF2-40B4-BE49-F238E27FC236}">
                  <a16:creationId xmlns:a16="http://schemas.microsoft.com/office/drawing/2014/main" id="{5165774A-4154-3135-1FEE-1E1E1EA26E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" name="Teardrop 1">
            <a:extLst>
              <a:ext uri="{FF2B5EF4-FFF2-40B4-BE49-F238E27FC236}">
                <a16:creationId xmlns:a16="http://schemas.microsoft.com/office/drawing/2014/main" id="{BB420E7E-A532-C6BA-6633-9E763ABF66BE}"/>
              </a:ext>
            </a:extLst>
          </p:cNvPr>
          <p:cNvSpPr/>
          <p:nvPr/>
        </p:nvSpPr>
        <p:spPr>
          <a:xfrm rot="16200000" flipH="1" flipV="1">
            <a:off x="2526111" y="17076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156AF4E0-A2C8-8D5E-6578-C783C1253361}"/>
              </a:ext>
            </a:extLst>
          </p:cNvPr>
          <p:cNvSpPr/>
          <p:nvPr/>
        </p:nvSpPr>
        <p:spPr>
          <a:xfrm rot="16200000" flipH="1" flipV="1">
            <a:off x="2497536" y="31792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5CB65-9E01-089E-33E5-AB8FECF54352}"/>
              </a:ext>
            </a:extLst>
          </p:cNvPr>
          <p:cNvSpPr txBox="1"/>
          <p:nvPr/>
        </p:nvSpPr>
        <p:spPr>
          <a:xfrm>
            <a:off x="5123027" y="3276338"/>
            <a:ext cx="2467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시스템 관리자 권한관리에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2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E9752E7-A3D2-F59E-97BC-6F125E16986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23792" y="4487775"/>
            <a:ext cx="2193637" cy="1154545"/>
            <a:chOff x="595686" y="1261242"/>
            <a:chExt cx="3222246" cy="1507358"/>
          </a:xfrm>
        </p:grpSpPr>
        <p:sp>
          <p:nvSpPr>
            <p:cNvPr id="24" name="Window Body">
              <a:extLst>
                <a:ext uri="{FF2B5EF4-FFF2-40B4-BE49-F238E27FC236}">
                  <a16:creationId xmlns:a16="http://schemas.microsoft.com/office/drawing/2014/main" id="{B05E2EC4-4FCA-E8D9-0F2C-7B4C46EBE14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">
              <a:extLst>
                <a:ext uri="{FF2B5EF4-FFF2-40B4-BE49-F238E27FC236}">
                  <a16:creationId xmlns:a16="http://schemas.microsoft.com/office/drawing/2014/main" id="{B5F7534C-219F-A431-46D0-AEDAB3160BB7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itle Bar">
              <a:extLst>
                <a:ext uri="{FF2B5EF4-FFF2-40B4-BE49-F238E27FC236}">
                  <a16:creationId xmlns:a16="http://schemas.microsoft.com/office/drawing/2014/main" id="{073E0497-5E9C-22DA-7CD9-A058F70D4CB0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8" name="Close Button">
              <a:extLst>
                <a:ext uri="{FF2B5EF4-FFF2-40B4-BE49-F238E27FC236}">
                  <a16:creationId xmlns:a16="http://schemas.microsoft.com/office/drawing/2014/main" id="{59388D1E-E557-0316-4650-9DAD3F3BC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0" name="Icons">
              <a:extLst>
                <a:ext uri="{FF2B5EF4-FFF2-40B4-BE49-F238E27FC236}">
                  <a16:creationId xmlns:a16="http://schemas.microsoft.com/office/drawing/2014/main" id="{7F18AD3D-750F-4271-B127-606A7EE781BE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41" name="Info Icon" hidden="1">
                <a:extLst>
                  <a:ext uri="{FF2B5EF4-FFF2-40B4-BE49-F238E27FC236}">
                    <a16:creationId xmlns:a16="http://schemas.microsoft.com/office/drawing/2014/main" id="{49F2B87C-E59F-CD2D-5F72-9060B45A971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Error Icon" hidden="1">
                <a:extLst>
                  <a:ext uri="{FF2B5EF4-FFF2-40B4-BE49-F238E27FC236}">
                    <a16:creationId xmlns:a16="http://schemas.microsoft.com/office/drawing/2014/main" id="{E0A90E86-4412-F1B7-89AC-7C0EF9290DB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Question Icon" hidden="1">
                <a:extLst>
                  <a:ext uri="{FF2B5EF4-FFF2-40B4-BE49-F238E27FC236}">
                    <a16:creationId xmlns:a16="http://schemas.microsoft.com/office/drawing/2014/main" id="{AC08C416-38AE-D3CC-3231-5B4D014590E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" name="Buttons">
              <a:extLst>
                <a:ext uri="{FF2B5EF4-FFF2-40B4-BE49-F238E27FC236}">
                  <a16:creationId xmlns:a16="http://schemas.microsoft.com/office/drawing/2014/main" id="{BE355B36-17C8-6D87-B5C1-9B710E141226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7" name="Button 1">
                <a:extLst>
                  <a:ext uri="{FF2B5EF4-FFF2-40B4-BE49-F238E27FC236}">
                    <a16:creationId xmlns:a16="http://schemas.microsoft.com/office/drawing/2014/main" id="{33788842-2608-A52B-7272-CF5F109AF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2" hidden="1">
                <a:extLst>
                  <a:ext uri="{FF2B5EF4-FFF2-40B4-BE49-F238E27FC236}">
                    <a16:creationId xmlns:a16="http://schemas.microsoft.com/office/drawing/2014/main" id="{E392E3AF-7448-7DF5-2B0D-CDD26D541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Button 3" hidden="1">
                <a:extLst>
                  <a:ext uri="{FF2B5EF4-FFF2-40B4-BE49-F238E27FC236}">
                    <a16:creationId xmlns:a16="http://schemas.microsoft.com/office/drawing/2014/main" id="{77E49CA2-5AC3-1C29-5DE6-87969E201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Button 1">
                <a:extLst>
                  <a:ext uri="{FF2B5EF4-FFF2-40B4-BE49-F238E27FC236}">
                    <a16:creationId xmlns:a16="http://schemas.microsoft.com/office/drawing/2014/main" id="{671E4A25-6877-FE91-976E-B7132270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78069763-7F5D-44F6-6F2A-DDEC64E70C11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>
            <a:off x="3398829" y="1891188"/>
            <a:ext cx="1921782" cy="25965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D0A966B-D9DB-D7C2-0D86-D9FFE78D9D2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15229" y="4483161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FFF34468-6316-70A2-A4FE-ABB6918744BC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7921E56B-2E9C-2E18-9F0A-C67B9F70921F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3D82E048-46A5-8F5C-71AB-DC7022DCADC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15F84092-570C-058C-B56E-19D7E14FE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1D78546C-46D5-50FC-96D1-8DD9486BEAC7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8" name="Info Icon" hidden="1">
                <a:extLst>
                  <a:ext uri="{FF2B5EF4-FFF2-40B4-BE49-F238E27FC236}">
                    <a16:creationId xmlns:a16="http://schemas.microsoft.com/office/drawing/2014/main" id="{CF059BA9-2F81-9BE9-187F-4EAB9D6AE7F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Error Icon" hidden="1">
                <a:extLst>
                  <a:ext uri="{FF2B5EF4-FFF2-40B4-BE49-F238E27FC236}">
                    <a16:creationId xmlns:a16="http://schemas.microsoft.com/office/drawing/2014/main" id="{7681631E-C1AF-A6FC-B927-6BD10AB1F14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Question Icon" hidden="1">
                <a:extLst>
                  <a:ext uri="{FF2B5EF4-FFF2-40B4-BE49-F238E27FC236}">
                    <a16:creationId xmlns:a16="http://schemas.microsoft.com/office/drawing/2014/main" id="{F13ED03C-07A7-2DFB-707D-30148D7ECF1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C1FA2111-6923-03EA-0377-FC33330830D3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34208E5C-6D42-2BE5-D03E-2B4115313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47A932E5-BD0B-D2F3-2814-7DEAC5EF2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7304BC05-1A24-AFCE-9BFB-DD53E4FA8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BF238BE-868F-01B3-373E-E4744D7A1924}"/>
              </a:ext>
            </a:extLst>
          </p:cNvPr>
          <p:cNvCxnSpPr>
            <a:cxnSpLocks/>
            <a:stCxn id="24" idx="1"/>
            <a:endCxn id="47" idx="3"/>
          </p:cNvCxnSpPr>
          <p:nvPr/>
        </p:nvCxnSpPr>
        <p:spPr>
          <a:xfrm flipH="1" flipV="1">
            <a:off x="3708866" y="5151483"/>
            <a:ext cx="514926" cy="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ardrop 1">
            <a:extLst>
              <a:ext uri="{FF2B5EF4-FFF2-40B4-BE49-F238E27FC236}">
                <a16:creationId xmlns:a16="http://schemas.microsoft.com/office/drawing/2014/main" id="{6DEE7538-A72A-0666-D972-2A40188FE7B5}"/>
              </a:ext>
            </a:extLst>
          </p:cNvPr>
          <p:cNvSpPr/>
          <p:nvPr/>
        </p:nvSpPr>
        <p:spPr>
          <a:xfrm rot="16200000" flipH="1" flipV="1">
            <a:off x="5533699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ardrop 1">
            <a:extLst>
              <a:ext uri="{FF2B5EF4-FFF2-40B4-BE49-F238E27FC236}">
                <a16:creationId xmlns:a16="http://schemas.microsoft.com/office/drawing/2014/main" id="{66A85B5C-D13F-4017-EE93-F2C65693F62A}"/>
              </a:ext>
            </a:extLst>
          </p:cNvPr>
          <p:cNvSpPr/>
          <p:nvPr/>
        </p:nvSpPr>
        <p:spPr>
          <a:xfrm rot="16200000" flipH="1" flipV="1">
            <a:off x="4974406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230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D8F7-4C6C-0D87-EDA4-CC2E47CB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84CC22-BFD6-379E-66F2-AB6C17EC541E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CECBDF-4795-D63A-E4B9-3AF1C16E830D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2247D19-BAA1-5117-4AC7-948646F05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275098"/>
              </p:ext>
            </p:extLst>
          </p:nvPr>
        </p:nvGraphicFramePr>
        <p:xfrm>
          <a:off x="119336" y="548680"/>
          <a:ext cx="11876248" cy="413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only possible if the account status is "N".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삭제 하는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해당 계정을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that account?/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비밀번호를 초기화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초기 비밀번호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holapms1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후 비밀번호를 수정하세요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reset the password?/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Password initialization completed.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After you log in,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782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79475</TotalTime>
  <Words>2293</Words>
  <Application>Microsoft Macintosh PowerPoint</Application>
  <PresentationFormat>와이드스크린</PresentationFormat>
  <Paragraphs>911</Paragraphs>
  <Slides>15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굴림</vt:lpstr>
      <vt:lpstr>NanumGothic</vt:lpstr>
      <vt:lpstr>NanumGothic</vt:lpstr>
      <vt:lpstr>나눔고딕OTF</vt:lpstr>
      <vt:lpstr>맑은 고딕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협력사 회원관리 리스트</vt:lpstr>
      <vt:lpstr>협력사 회원관리 등록</vt:lpstr>
      <vt:lpstr>협력사 회원관리 수정/상세</vt:lpstr>
      <vt:lpstr>협력사 권한 조회 팝업</vt:lpstr>
      <vt:lpstr>프로퍼티 조회 팝업</vt:lpstr>
      <vt:lpstr>PowerPoint 프레젠테이션</vt:lpstr>
      <vt:lpstr>PowerPoint 프레젠테이션</vt:lpstr>
      <vt:lpstr>시스템 관리자 관리 리스트</vt:lpstr>
      <vt:lpstr>시스템 관리자 관리 등록</vt:lpstr>
      <vt:lpstr>시스템 관리자 관리 수정/상세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11363</cp:revision>
  <cp:lastPrinted>2021-10-07T06:19:02Z</cp:lastPrinted>
  <dcterms:created xsi:type="dcterms:W3CDTF">2008-07-01T10:06:20Z</dcterms:created>
  <dcterms:modified xsi:type="dcterms:W3CDTF">2025-01-16T02:14:57Z</dcterms:modified>
</cp:coreProperties>
</file>