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8"/>
  </p:notesMasterIdLst>
  <p:handoutMasterIdLst>
    <p:handoutMasterId r:id="rId19"/>
  </p:handoutMasterIdLst>
  <p:sldIdLst>
    <p:sldId id="593" r:id="rId2"/>
    <p:sldId id="594" r:id="rId3"/>
    <p:sldId id="1281" r:id="rId4"/>
    <p:sldId id="1243" r:id="rId5"/>
    <p:sldId id="1248" r:id="rId6"/>
    <p:sldId id="1249" r:id="rId7"/>
    <p:sldId id="1305" r:id="rId8"/>
    <p:sldId id="1308" r:id="rId9"/>
    <p:sldId id="1309" r:id="rId10"/>
    <p:sldId id="1310" r:id="rId11"/>
    <p:sldId id="1311" r:id="rId12"/>
    <p:sldId id="1282" r:id="rId13"/>
    <p:sldId id="1283" r:id="rId14"/>
    <p:sldId id="1284" r:id="rId15"/>
    <p:sldId id="1285" r:id="rId16"/>
    <p:sldId id="1306" r:id="rId17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 관리자 관리" id="{6FEED677-355B-EA42-BB9B-49E68D9AD91E}">
          <p14:sldIdLst>
            <p14:sldId id="1281"/>
            <p14:sldId id="1243"/>
            <p14:sldId id="1248"/>
            <p14:sldId id="1249"/>
            <p14:sldId id="1305"/>
          </p14:sldIdLst>
        </p14:section>
        <p14:section name="프로퍼티 관리자 관리" id="{557D451A-2E91-1941-87D4-5FB4CC92FE7A}">
          <p14:sldIdLst>
            <p14:sldId id="1308"/>
            <p14:sldId id="1309"/>
            <p14:sldId id="1310"/>
            <p14:sldId id="1311"/>
          </p14:sldIdLst>
        </p14:section>
        <p14:section name="블루웨이브 관리자 관리" id="{83CF4159-CB59-604C-B55C-F7ACBCA2F9D2}">
          <p14:sldIdLst>
            <p14:sldId id="1282"/>
            <p14:sldId id="1283"/>
            <p14:sldId id="1284"/>
            <p14:sldId id="1285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86" autoAdjust="0"/>
    <p:restoredTop sz="94944" autoAdjust="0"/>
  </p:normalViewPr>
  <p:slideViewPr>
    <p:cSldViewPr>
      <p:cViewPr>
        <p:scale>
          <a:sx n="177" d="100"/>
          <a:sy n="177" d="100"/>
        </p:scale>
        <p:origin x="2240" y="-440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2025. 2. 17.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449D-8510-72D6-0CC9-9646A417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CFE3A-67F2-525D-2058-A00F3172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FC48F-DF94-A34D-CB17-603C4C4E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F2CC9-2F33-D79C-C28D-BBEB6E8E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26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DB9A-C8EB-9689-798F-AB6A6E82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D0A594-F19C-6835-8F97-1D54FC8A3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6D22F-EE74-ED93-A496-4FA148DD3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AC638-4878-1ECC-9961-54DABD97E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484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1834-3207-61A7-416B-3698631A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E3888E-1956-1668-176B-597FBFF6A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A46F4-DA76-C596-88AB-99FA7D444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622E2-4763-1C06-941E-A2D68C64A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380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C5D8-5AEF-4B0B-BDF8-5A1CC611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BCB156-4496-A247-C1F5-A9FC8578D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E87204-39B3-4206-9F52-14353EAB8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DA1DD1-B11D-5381-CDAC-24D73B5CF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840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01C4-4E70-1F49-9326-F2E20635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69BC89-B984-C1E4-F4C2-102E45807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052249-C338-EDBC-4B4F-19C30C06C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3D5131-5A27-0E1A-A7DF-0140013AF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596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5F15-D419-91F5-1465-FEDA3357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8C60A0-5590-CF2E-D6D3-B6A0B9B49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965C39-0210-4E3C-2DD4-C8343E6E2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14857-5279-9C8C-6D61-A146F942E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672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2DF3-7D07-440C-F272-E79AB5E4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4B16F-309C-3C6D-4919-5B90AA1CC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A5FA14-4687-B119-0AB4-116D3CB93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ECD49-9AB9-0B58-E6AA-B9FB4383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406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CC19-C917-4285-B727-99404B20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E875FF-C000-2B10-FFBD-4F25A2BA1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6639FB-44F6-C744-717F-CC0A7E2CF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B630D-D278-B995-A03A-67E632846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14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F3E8-1E30-FD2E-F8EF-5CAE9B93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488C7-52B1-7B9D-6924-473D33AD7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B526E9-F3CC-4543-103D-EAA325249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6E5283-0D3B-B067-17DE-DAAF7EE34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173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회원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21139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내용 전체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호텔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2DCA4C-9C42-9C6A-824A-CFB31642D5A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58BD52-A470-9310-C404-0BFD9B6AF813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92821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84268"/>
              </p:ext>
            </p:extLst>
          </p:nvPr>
        </p:nvGraphicFramePr>
        <p:xfrm>
          <a:off x="1448266" y="888081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33885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11683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612063"/>
              </p:ext>
            </p:extLst>
          </p:nvPr>
        </p:nvGraphicFramePr>
        <p:xfrm>
          <a:off x="1447441" y="1964858"/>
          <a:ext cx="781691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21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718442">
                  <a:extLst>
                    <a:ext uri="{9D8B030D-6E8A-4147-A177-3AD203B41FA5}">
                      <a16:colId xmlns:a16="http://schemas.microsoft.com/office/drawing/2014/main" val="204869243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39774043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메종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제주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015EE7E2-782B-861A-7265-AF39693C9369}"/>
              </a:ext>
            </a:extLst>
          </p:cNvPr>
          <p:cNvSpPr>
            <a:spLocks/>
          </p:cNvSpPr>
          <p:nvPr/>
        </p:nvSpPr>
        <p:spPr bwMode="auto">
          <a:xfrm>
            <a:off x="6660248" y="116468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16281" y="1718309"/>
            <a:ext cx="645600" cy="158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1890450" y="208617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2351584" y="232656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75958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6413" y="1704925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492494" y="1620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F45B-654C-2C92-048A-72A354C3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393A92-C874-5AF6-1F94-628CF93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 관리자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43093F-771C-54CC-EFFA-01DD9B44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호텔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99D76B-1E08-AEEA-4A63-34D8A278A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7CD645-E9C5-4DE5-BC28-21B37A26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9493A3-7283-29EF-0C7D-2618BFBEB4F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10E4AE-7FD0-62D0-D44A-28D0C3DD66E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132DB-09E4-3F38-BA66-EF9B3733166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FE819BB-BA18-8B50-804F-4737D29B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6681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E5BCB14-59A3-0F3A-44CE-29C4B3FB474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74A954B-4B03-F9F0-137A-4DAAACC2CB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84E284-55A5-2AF7-5943-C3684E0D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872410"/>
              </p:ext>
            </p:extLst>
          </p:nvPr>
        </p:nvGraphicFramePr>
        <p:xfrm>
          <a:off x="1513108" y="1138560"/>
          <a:ext cx="7746199" cy="3504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11010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16623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호텔관리자 권한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663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AFEB76-B9AD-19C9-98BF-AC202AD26A0C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7208D-7B61-89B9-4EDC-CA0E6865A9D7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F8F0F2-13F0-F683-42BA-3BCC447284A0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3CD816-E75A-4626-37CD-4E1A7024E449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3122F217-DFA8-2700-443C-E84EB9D9D87C}"/>
              </a:ext>
            </a:extLst>
          </p:cNvPr>
          <p:cNvSpPr/>
          <p:nvPr/>
        </p:nvSpPr>
        <p:spPr>
          <a:xfrm rot="16200000" flipH="1" flipV="1">
            <a:off x="5601137" y="6281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F54F3F-9BCC-57B2-4B4E-B2F0653CAEFC}"/>
              </a:ext>
            </a:extLst>
          </p:cNvPr>
          <p:cNvSpPr/>
          <p:nvPr/>
        </p:nvSpPr>
        <p:spPr>
          <a:xfrm>
            <a:off x="5241342" y="3190604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5200BE-1EAB-8A45-687F-DEEB6B34631B}"/>
              </a:ext>
            </a:extLst>
          </p:cNvPr>
          <p:cNvSpPr/>
          <p:nvPr/>
        </p:nvSpPr>
        <p:spPr>
          <a:xfrm>
            <a:off x="2911659" y="3486794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D19FC3-A760-3A68-D2E8-E68809FF131B}"/>
              </a:ext>
            </a:extLst>
          </p:cNvPr>
          <p:cNvSpPr/>
          <p:nvPr/>
        </p:nvSpPr>
        <p:spPr>
          <a:xfrm>
            <a:off x="2911659" y="3789222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100B744-DEE7-416E-40D0-35702947E954}"/>
              </a:ext>
            </a:extLst>
          </p:cNvPr>
          <p:cNvSpPr/>
          <p:nvPr/>
        </p:nvSpPr>
        <p:spPr>
          <a:xfrm>
            <a:off x="2911659" y="3178424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35E0D8-3ED5-E266-BB90-96EE2A220DD2}"/>
              </a:ext>
            </a:extLst>
          </p:cNvPr>
          <p:cNvSpPr/>
          <p:nvPr/>
        </p:nvSpPr>
        <p:spPr>
          <a:xfrm>
            <a:off x="2911659" y="4075339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4194E1-D437-282F-3644-CB31FAB9AB44}"/>
              </a:ext>
            </a:extLst>
          </p:cNvPr>
          <p:cNvSpPr/>
          <p:nvPr/>
        </p:nvSpPr>
        <p:spPr>
          <a:xfrm>
            <a:off x="6393015" y="4081654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6B8583A-C252-D8B9-B798-D03A3F5FEFA2}"/>
              </a:ext>
            </a:extLst>
          </p:cNvPr>
          <p:cNvGrpSpPr/>
          <p:nvPr/>
        </p:nvGrpSpPr>
        <p:grpSpPr>
          <a:xfrm>
            <a:off x="6397244" y="3472002"/>
            <a:ext cx="2815262" cy="217550"/>
            <a:chOff x="2634570" y="2005049"/>
            <a:chExt cx="2815262" cy="21755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EB8D485-6154-A2B2-D0C5-6C3E283CAF70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75D16B5-4C6A-529A-5789-CE12B037DFE4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ED1A6F69-FEAF-FB34-1DD1-7851FA18049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F633CCF-D073-AED8-0B44-D65810640480}"/>
              </a:ext>
            </a:extLst>
          </p:cNvPr>
          <p:cNvGrpSpPr/>
          <p:nvPr/>
        </p:nvGrpSpPr>
        <p:grpSpPr>
          <a:xfrm>
            <a:off x="6397244" y="3773339"/>
            <a:ext cx="2815262" cy="217550"/>
            <a:chOff x="2634570" y="2005049"/>
            <a:chExt cx="2815262" cy="21755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0726ABB-C4B9-D15D-3CFC-429C7358951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4ED9CDB-89BE-08A6-EA6E-DEDD30959B33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8" name="Chevron Left">
              <a:extLst>
                <a:ext uri="{FF2B5EF4-FFF2-40B4-BE49-F238E27FC236}">
                  <a16:creationId xmlns:a16="http://schemas.microsoft.com/office/drawing/2014/main" id="{6C1EB7E4-1C22-D949-CB1F-2222059ACB2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8D5452B-D53D-6611-F841-CC743B187F4C}"/>
              </a:ext>
            </a:extLst>
          </p:cNvPr>
          <p:cNvGrpSpPr/>
          <p:nvPr/>
        </p:nvGrpSpPr>
        <p:grpSpPr>
          <a:xfrm>
            <a:off x="2839793" y="2133518"/>
            <a:ext cx="506771" cy="215444"/>
            <a:chOff x="2796305" y="2278069"/>
            <a:chExt cx="506771" cy="215444"/>
          </a:xfrm>
        </p:grpSpPr>
        <p:grpSp>
          <p:nvGrpSpPr>
            <p:cNvPr id="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7D61DAE5-A7D5-E8AE-E976-CB58DDDF2BE5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856129" y="2287661"/>
              <a:ext cx="446947" cy="196977"/>
              <a:chOff x="554563" y="2599934"/>
              <a:chExt cx="446948" cy="196977"/>
            </a:xfrm>
          </p:grpSpPr>
          <p:sp>
            <p:nvSpPr>
              <p:cNvPr id="45" name="Box">
                <a:extLst>
                  <a:ext uri="{FF2B5EF4-FFF2-40B4-BE49-F238E27FC236}">
                    <a16:creationId xmlns:a16="http://schemas.microsoft.com/office/drawing/2014/main" id="{8BFB7D10-6ADF-9B61-20B0-C36EDD8E90A2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Label">
                <a:extLst>
                  <a:ext uri="{FF2B5EF4-FFF2-40B4-BE49-F238E27FC236}">
                    <a16:creationId xmlns:a16="http://schemas.microsoft.com/office/drawing/2014/main" id="{24C5DC7A-09AE-E94D-3388-B43093093E98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340094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전체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Check" hidden="1">
                <a:extLst>
                  <a:ext uri="{FF2B5EF4-FFF2-40B4-BE49-F238E27FC236}">
                    <a16:creationId xmlns:a16="http://schemas.microsoft.com/office/drawing/2014/main" id="{7B979637-3307-2A9E-0C99-A1105B3A96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84F8918-D3C9-EEAB-EC0C-179B57A8D667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85AE507-04EA-51CE-E343-C263A3F65EF0}"/>
              </a:ext>
            </a:extLst>
          </p:cNvPr>
          <p:cNvGrpSpPr/>
          <p:nvPr/>
        </p:nvGrpSpPr>
        <p:grpSpPr>
          <a:xfrm>
            <a:off x="2839793" y="2371368"/>
            <a:ext cx="824166" cy="215444"/>
            <a:chOff x="2796305" y="2278069"/>
            <a:chExt cx="824166" cy="215444"/>
          </a:xfrm>
        </p:grpSpPr>
        <p:grpSp>
          <p:nvGrpSpPr>
            <p:cNvPr id="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B4AF252D-F637-4E3C-F0D7-EF62D691B020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856129" y="2287661"/>
              <a:ext cx="764342" cy="196977"/>
              <a:chOff x="554563" y="2599934"/>
              <a:chExt cx="764343" cy="196977"/>
            </a:xfrm>
          </p:grpSpPr>
          <p:sp>
            <p:nvSpPr>
              <p:cNvPr id="51" name="Box">
                <a:extLst>
                  <a:ext uri="{FF2B5EF4-FFF2-40B4-BE49-F238E27FC236}">
                    <a16:creationId xmlns:a16="http://schemas.microsoft.com/office/drawing/2014/main" id="{42BC0C27-8980-3431-454B-ECEE222C47D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Label">
                <a:extLst>
                  <a:ext uri="{FF2B5EF4-FFF2-40B4-BE49-F238E27FC236}">
                    <a16:creationId xmlns:a16="http://schemas.microsoft.com/office/drawing/2014/main" id="{A72BDA14-7232-18BB-FCAC-681559BB1125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657489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글래드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마포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Check" hidden="1">
                <a:extLst>
                  <a:ext uri="{FF2B5EF4-FFF2-40B4-BE49-F238E27FC236}">
                    <a16:creationId xmlns:a16="http://schemas.microsoft.com/office/drawing/2014/main" id="{FE361D02-44D7-D50D-5AB8-F84C1B23BC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B54408-4BC2-AD7B-F435-A5E1B795B2BA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CFDD8CF-90B3-3A74-0394-C7256FCE4EE1}"/>
              </a:ext>
            </a:extLst>
          </p:cNvPr>
          <p:cNvGrpSpPr/>
          <p:nvPr/>
        </p:nvGrpSpPr>
        <p:grpSpPr>
          <a:xfrm>
            <a:off x="2839793" y="2609218"/>
            <a:ext cx="920346" cy="215444"/>
            <a:chOff x="2796305" y="2278069"/>
            <a:chExt cx="920346" cy="215444"/>
          </a:xfrm>
        </p:grpSpPr>
        <p:grpSp>
          <p:nvGrpSpPr>
            <p:cNvPr id="6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7B8CA974-70A3-3289-7B17-56F1C4E0E02B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856129" y="2287661"/>
              <a:ext cx="860522" cy="196977"/>
              <a:chOff x="554563" y="2599934"/>
              <a:chExt cx="860523" cy="196977"/>
            </a:xfrm>
          </p:grpSpPr>
          <p:sp>
            <p:nvSpPr>
              <p:cNvPr id="62" name="Box">
                <a:extLst>
                  <a:ext uri="{FF2B5EF4-FFF2-40B4-BE49-F238E27FC236}">
                    <a16:creationId xmlns:a16="http://schemas.microsoft.com/office/drawing/2014/main" id="{D41E32B5-08FE-48C1-90AF-8D399FF11D73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Label">
                <a:extLst>
                  <a:ext uri="{FF2B5EF4-FFF2-40B4-BE49-F238E27FC236}">
                    <a16:creationId xmlns:a16="http://schemas.microsoft.com/office/drawing/2014/main" id="{DF2C7382-B4A5-80E3-7430-A4EDF4F054FB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753669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글래드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여의도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Check" hidden="1">
                <a:extLst>
                  <a:ext uri="{FF2B5EF4-FFF2-40B4-BE49-F238E27FC236}">
                    <a16:creationId xmlns:a16="http://schemas.microsoft.com/office/drawing/2014/main" id="{315AE033-7F9C-4130-44B3-4183DD2C2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C441896-5F86-19C7-AF24-559796AD23B8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A0B7337-9328-8EA7-F06F-28BC7779B5EC}"/>
              </a:ext>
            </a:extLst>
          </p:cNvPr>
          <p:cNvGrpSpPr/>
          <p:nvPr/>
        </p:nvGrpSpPr>
        <p:grpSpPr>
          <a:xfrm>
            <a:off x="2839793" y="2841782"/>
            <a:ext cx="1045380" cy="215444"/>
            <a:chOff x="2796305" y="2278069"/>
            <a:chExt cx="1045380" cy="215444"/>
          </a:xfrm>
        </p:grpSpPr>
        <p:grpSp>
          <p:nvGrpSpPr>
            <p:cNvPr id="6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09839D91-2751-4D6A-40CF-CE68E7BA726D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856129" y="2287661"/>
              <a:ext cx="985556" cy="196977"/>
              <a:chOff x="554563" y="2599934"/>
              <a:chExt cx="985557" cy="196977"/>
            </a:xfrm>
          </p:grpSpPr>
          <p:sp>
            <p:nvSpPr>
              <p:cNvPr id="68" name="Box">
                <a:extLst>
                  <a:ext uri="{FF2B5EF4-FFF2-40B4-BE49-F238E27FC236}">
                    <a16:creationId xmlns:a16="http://schemas.microsoft.com/office/drawing/2014/main" id="{8CF75D60-DBC4-7883-9497-48B7F165F325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Label">
                <a:extLst>
                  <a:ext uri="{FF2B5EF4-FFF2-40B4-BE49-F238E27FC236}">
                    <a16:creationId xmlns:a16="http://schemas.microsoft.com/office/drawing/2014/main" id="{2096F888-92BE-665C-B33B-D685628B6CBB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878703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메종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글래드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제주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Check" hidden="1">
                <a:extLst>
                  <a:ext uri="{FF2B5EF4-FFF2-40B4-BE49-F238E27FC236}">
                    <a16:creationId xmlns:a16="http://schemas.microsoft.com/office/drawing/2014/main" id="{56E2E8A4-29C2-562F-F52C-C9E6FE5FD5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A1FF26D-7397-72AF-6FD1-5C18465D161E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74520114-0980-0D39-7D9C-653A6D501B9D}"/>
              </a:ext>
            </a:extLst>
          </p:cNvPr>
          <p:cNvGrpSpPr/>
          <p:nvPr/>
        </p:nvGrpSpPr>
        <p:grpSpPr>
          <a:xfrm>
            <a:off x="9075777" y="2116601"/>
            <a:ext cx="111664" cy="932083"/>
            <a:chOff x="9075777" y="2116601"/>
            <a:chExt cx="111664" cy="932083"/>
          </a:xfrm>
        </p:grpSpPr>
        <p:sp>
          <p:nvSpPr>
            <p:cNvPr id="71" name="모서리가 둥근 직사각형 70">
              <a:extLst>
                <a:ext uri="{FF2B5EF4-FFF2-40B4-BE49-F238E27FC236}">
                  <a16:creationId xmlns:a16="http://schemas.microsoft.com/office/drawing/2014/main" id="{80AF75CE-6616-E2B5-C112-474C490965F9}"/>
                </a:ext>
              </a:extLst>
            </p:cNvPr>
            <p:cNvSpPr/>
            <p:nvPr/>
          </p:nvSpPr>
          <p:spPr>
            <a:xfrm>
              <a:off x="9075777" y="2116601"/>
              <a:ext cx="111664" cy="93208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2" name="모서리가 둥근 직사각형 71">
              <a:extLst>
                <a:ext uri="{FF2B5EF4-FFF2-40B4-BE49-F238E27FC236}">
                  <a16:creationId xmlns:a16="http://schemas.microsoft.com/office/drawing/2014/main" id="{2C852F80-C3BB-DD50-378D-1622AA8CC0C8}"/>
                </a:ext>
              </a:extLst>
            </p:cNvPr>
            <p:cNvSpPr/>
            <p:nvPr/>
          </p:nvSpPr>
          <p:spPr>
            <a:xfrm>
              <a:off x="9097128" y="2151989"/>
              <a:ext cx="63032" cy="4348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3468912-AFCC-7E2E-1AE5-DEADCA899E3E}"/>
              </a:ext>
            </a:extLst>
          </p:cNvPr>
          <p:cNvSpPr txBox="1"/>
          <p:nvPr/>
        </p:nvSpPr>
        <p:spPr>
          <a:xfrm>
            <a:off x="3692012" y="2161450"/>
            <a:ext cx="57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해당 호텔 프로퍼티 데이터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GET 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73B3D60-A72E-9185-046B-4AAF4F23156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BC3A7D4-E89E-24DF-1C8C-54400D5E0F71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E16A0CC-7026-0ED8-9DEE-5FFE31735E99}"/>
              </a:ext>
            </a:extLst>
          </p:cNvPr>
          <p:cNvSpPr txBox="1"/>
          <p:nvPr/>
        </p:nvSpPr>
        <p:spPr>
          <a:xfrm>
            <a:off x="3458425" y="1778216"/>
            <a:ext cx="1652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 기준 호텔 자동 출력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40" name="Teardrop 1">
            <a:extLst>
              <a:ext uri="{FF2B5EF4-FFF2-40B4-BE49-F238E27FC236}">
                <a16:creationId xmlns:a16="http://schemas.microsoft.com/office/drawing/2014/main" id="{DE23126E-BA0C-AF13-A933-C35592603633}"/>
              </a:ext>
            </a:extLst>
          </p:cNvPr>
          <p:cNvSpPr/>
          <p:nvPr/>
        </p:nvSpPr>
        <p:spPr>
          <a:xfrm rot="16200000" flipH="1" flipV="1">
            <a:off x="5133301" y="30907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2B5F952-09AC-9693-44E5-638CF1634136}"/>
              </a:ext>
            </a:extLst>
          </p:cNvPr>
          <p:cNvGrpSpPr/>
          <p:nvPr/>
        </p:nvGrpSpPr>
        <p:grpSpPr>
          <a:xfrm>
            <a:off x="2906481" y="4391633"/>
            <a:ext cx="1363107" cy="617706"/>
            <a:chOff x="2634571" y="3276338"/>
            <a:chExt cx="1363107" cy="617706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616364E-0B1E-FCDC-AFB7-F4AD447CB0BC}"/>
                </a:ext>
              </a:extLst>
            </p:cNvPr>
            <p:cNvSpPr/>
            <p:nvPr/>
          </p:nvSpPr>
          <p:spPr>
            <a:xfrm>
              <a:off x="2634571" y="3276338"/>
              <a:ext cx="1363107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 선택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호텔 총괄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호텔 전담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0" name="Chevron Left">
              <a:extLst>
                <a:ext uri="{FF2B5EF4-FFF2-40B4-BE49-F238E27FC236}">
                  <a16:creationId xmlns:a16="http://schemas.microsoft.com/office/drawing/2014/main" id="{62C9EA1D-7C7A-A583-F8B7-2E980705299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75179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4BAC4861-E08B-2112-DB36-C9E6857A2F0C}"/>
              </a:ext>
            </a:extLst>
          </p:cNvPr>
          <p:cNvSpPr txBox="1"/>
          <p:nvPr/>
        </p:nvSpPr>
        <p:spPr>
          <a:xfrm>
            <a:off x="4247578" y="4391633"/>
            <a:ext cx="2371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호텔관리자 관리 해당 호텔 권한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01" name="Teardrop 1">
            <a:extLst>
              <a:ext uri="{FF2B5EF4-FFF2-40B4-BE49-F238E27FC236}">
                <a16:creationId xmlns:a16="http://schemas.microsoft.com/office/drawing/2014/main" id="{F3E0C139-CB76-6448-0D30-83F259BD7927}"/>
              </a:ext>
            </a:extLst>
          </p:cNvPr>
          <p:cNvSpPr/>
          <p:nvPr/>
        </p:nvSpPr>
        <p:spPr>
          <a:xfrm rot="16200000" flipH="1" flipV="1">
            <a:off x="1521028" y="42954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30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5A0D-687A-1A37-CDCA-3D3F54DC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70CFB1B-8CF4-7274-D296-DEE927A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</a:t>
            </a:r>
            <a:r>
              <a:rPr lang="ko-KR" altLang="en-US" dirty="0"/>
              <a:t>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7B54271-70EB-4D7A-C4FD-EC74D002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호텔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F29AEE9-556F-9B4A-ACE6-08B3C68279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71C76A-42C5-44CB-8B75-17F27E968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A515B-0BF7-4DB6-DC71-FECA12D02CC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A26A04-18E7-3A08-581E-EFDCDFF50B2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C0ADA7-1C10-6CAC-1916-A92667F8476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9601B87-EC3A-1254-8DED-96DD676D5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96408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C020AA7-5B87-7204-B431-D44B1808DEB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4625DB9-03C6-9D7D-9A2B-69404785705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9B63BE8-605F-CE4C-1F8E-62F3638A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13425"/>
              </p:ext>
            </p:extLst>
          </p:nvPr>
        </p:nvGraphicFramePr>
        <p:xfrm>
          <a:off x="1513108" y="1138560"/>
          <a:ext cx="7746199" cy="3504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11010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30963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호텔관리자 권한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17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3329A-3207-C733-CA1C-298559DFD49D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3D80EF-2972-75B3-5771-0D50F000B0DF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4BFC6C-B8CA-0EDC-D8AF-C945B9C7B0AD}"/>
              </a:ext>
            </a:extLst>
          </p:cNvPr>
          <p:cNvSpPr/>
          <p:nvPr/>
        </p:nvSpPr>
        <p:spPr>
          <a:xfrm>
            <a:off x="2896612" y="3785933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F6D01C-58B8-FCAF-1418-8CD9EA159434}"/>
              </a:ext>
            </a:extLst>
          </p:cNvPr>
          <p:cNvSpPr/>
          <p:nvPr/>
        </p:nvSpPr>
        <p:spPr>
          <a:xfrm>
            <a:off x="2896612" y="4077538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942AC9-4C30-25C6-6D94-B3EF0EDF293A}"/>
              </a:ext>
            </a:extLst>
          </p:cNvPr>
          <p:cNvSpPr/>
          <p:nvPr/>
        </p:nvSpPr>
        <p:spPr>
          <a:xfrm>
            <a:off x="6372853" y="4077538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FC9DDA-B684-3EE5-80EE-6386F2B675A2}"/>
              </a:ext>
            </a:extLst>
          </p:cNvPr>
          <p:cNvSpPr/>
          <p:nvPr/>
        </p:nvSpPr>
        <p:spPr>
          <a:xfrm>
            <a:off x="2896612" y="3486238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CAD099-F134-30FC-A338-B2437FE33728}"/>
              </a:ext>
            </a:extLst>
          </p:cNvPr>
          <p:cNvSpPr/>
          <p:nvPr/>
        </p:nvSpPr>
        <p:spPr>
          <a:xfrm>
            <a:off x="6389065" y="1779343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461D507-BEC3-00CD-24B0-8F13FAF28094}"/>
              </a:ext>
            </a:extLst>
          </p:cNvPr>
          <p:cNvGrpSpPr/>
          <p:nvPr/>
        </p:nvGrpSpPr>
        <p:grpSpPr>
          <a:xfrm>
            <a:off x="6372853" y="3478368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47544414-7443-9E09-30E1-BD4063B12F6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C3447BB-F39A-1973-9A6E-6E4B4E1E5E3A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4D0CCF2D-DBAD-A3F2-E056-7C559B2C6A3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6FC66C2-72ED-F61A-75E5-2688CBFFA4D4}"/>
              </a:ext>
            </a:extLst>
          </p:cNvPr>
          <p:cNvGrpSpPr/>
          <p:nvPr/>
        </p:nvGrpSpPr>
        <p:grpSpPr>
          <a:xfrm>
            <a:off x="6372853" y="3774509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F914B5CC-FF89-AFC0-006A-54D5C0330B58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009CC89-69DE-10A7-399E-A204EACA5C29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06045C10-0A5A-B719-F8AF-7148481ECD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309E4E6-E261-1414-5064-EB47A0770B33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5FDCF30-6D6C-0E13-B1F3-E048E81CFD1C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1892401-A05B-2E9C-63C8-82C70A241056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6F5E8E99-218F-8B27-A315-267F5F1AE1A2}"/>
              </a:ext>
            </a:extLst>
          </p:cNvPr>
          <p:cNvSpPr/>
          <p:nvPr/>
        </p:nvSpPr>
        <p:spPr>
          <a:xfrm rot="16200000" flipH="1" flipV="1">
            <a:off x="6271844" y="16756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46C9EF7F-CBFF-43F2-27F7-1C0EFD3E859C}"/>
              </a:ext>
            </a:extLst>
          </p:cNvPr>
          <p:cNvSpPr/>
          <p:nvPr/>
        </p:nvSpPr>
        <p:spPr>
          <a:xfrm rot="16200000" flipH="1" flipV="1">
            <a:off x="4964902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8DEBB383-5146-45F3-A380-515800B0C2D7}"/>
              </a:ext>
            </a:extLst>
          </p:cNvPr>
          <p:cNvSpPr/>
          <p:nvPr/>
        </p:nvSpPr>
        <p:spPr>
          <a:xfrm rot="16200000" flipH="1" flipV="1">
            <a:off x="5561907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7E92B57-8DA1-EA3C-D8AB-39AED63B6E0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065670" y="4785686"/>
            <a:ext cx="2193637" cy="1154545"/>
            <a:chOff x="595686" y="1261242"/>
            <a:chExt cx="3222246" cy="1507358"/>
          </a:xfrm>
        </p:grpSpPr>
        <p:sp>
          <p:nvSpPr>
            <p:cNvPr id="22" name="Window Body">
              <a:extLst>
                <a:ext uri="{FF2B5EF4-FFF2-40B4-BE49-F238E27FC236}">
                  <a16:creationId xmlns:a16="http://schemas.microsoft.com/office/drawing/2014/main" id="{9C48CFC5-1C0B-FCCA-A7B3-4331CA3D8F1E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">
              <a:extLst>
                <a:ext uri="{FF2B5EF4-FFF2-40B4-BE49-F238E27FC236}">
                  <a16:creationId xmlns:a16="http://schemas.microsoft.com/office/drawing/2014/main" id="{D77FBB96-2C51-27AA-CE5C-E222361B652B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>
              <a:extLst>
                <a:ext uri="{FF2B5EF4-FFF2-40B4-BE49-F238E27FC236}">
                  <a16:creationId xmlns:a16="http://schemas.microsoft.com/office/drawing/2014/main" id="{39ABAB96-F78E-7E76-BC92-85A0A628A2C8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6" name="Close Button">
              <a:extLst>
                <a:ext uri="{FF2B5EF4-FFF2-40B4-BE49-F238E27FC236}">
                  <a16:creationId xmlns:a16="http://schemas.microsoft.com/office/drawing/2014/main" id="{B605D6E0-2AFC-B130-DD45-50FD8F7979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7" name="Icons">
              <a:extLst>
                <a:ext uri="{FF2B5EF4-FFF2-40B4-BE49-F238E27FC236}">
                  <a16:creationId xmlns:a16="http://schemas.microsoft.com/office/drawing/2014/main" id="{CEE8BEDE-0A9D-85D9-8A5F-2232E8D88BC1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39" name="Info Icon" hidden="1">
                <a:extLst>
                  <a:ext uri="{FF2B5EF4-FFF2-40B4-BE49-F238E27FC236}">
                    <a16:creationId xmlns:a16="http://schemas.microsoft.com/office/drawing/2014/main" id="{C9103732-8A21-EBB0-3615-710A1FF54D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Error Icon" hidden="1">
                <a:extLst>
                  <a:ext uri="{FF2B5EF4-FFF2-40B4-BE49-F238E27FC236}">
                    <a16:creationId xmlns:a16="http://schemas.microsoft.com/office/drawing/2014/main" id="{9D1DAB93-490B-756F-45B1-C52FECA533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Question Icon" hidden="1">
                <a:extLst>
                  <a:ext uri="{FF2B5EF4-FFF2-40B4-BE49-F238E27FC236}">
                    <a16:creationId xmlns:a16="http://schemas.microsoft.com/office/drawing/2014/main" id="{1103A8C6-5D3F-25B2-65D9-83B410F71D8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Buttons">
              <a:extLst>
                <a:ext uri="{FF2B5EF4-FFF2-40B4-BE49-F238E27FC236}">
                  <a16:creationId xmlns:a16="http://schemas.microsoft.com/office/drawing/2014/main" id="{832E431F-666B-1556-C7E7-D5DB1756A10A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0" name="Button 1">
                <a:extLst>
                  <a:ext uri="{FF2B5EF4-FFF2-40B4-BE49-F238E27FC236}">
                    <a16:creationId xmlns:a16="http://schemas.microsoft.com/office/drawing/2014/main" id="{F2B2ED39-D36A-013A-C00F-E7057CA30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Button 2" hidden="1">
                <a:extLst>
                  <a:ext uri="{FF2B5EF4-FFF2-40B4-BE49-F238E27FC236}">
                    <a16:creationId xmlns:a16="http://schemas.microsoft.com/office/drawing/2014/main" id="{6A3841CF-DB48-D5D3-7C68-E0004F6B5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3" hidden="1">
                <a:extLst>
                  <a:ext uri="{FF2B5EF4-FFF2-40B4-BE49-F238E27FC236}">
                    <a16:creationId xmlns:a16="http://schemas.microsoft.com/office/drawing/2014/main" id="{11F0AB1D-EA80-CCD6-6799-11C36B7D2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Button 1">
                <a:extLst>
                  <a:ext uri="{FF2B5EF4-FFF2-40B4-BE49-F238E27FC236}">
                    <a16:creationId xmlns:a16="http://schemas.microsoft.com/office/drawing/2014/main" id="{8959F410-0BC8-6A5F-220C-84417831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F2006A23-4BC8-D3EA-73E2-C0E5C191A111}"/>
              </a:ext>
            </a:extLst>
          </p:cNvPr>
          <p:cNvCxnSpPr>
            <a:cxnSpLocks/>
            <a:stCxn id="11" idx="3"/>
            <a:endCxn id="24" idx="0"/>
          </p:cNvCxnSpPr>
          <p:nvPr/>
        </p:nvCxnSpPr>
        <p:spPr>
          <a:xfrm>
            <a:off x="7153323" y="1875175"/>
            <a:ext cx="1009166" cy="29105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8B6ECB3-3BDC-3B4D-4DF5-F0D4BCAFCEC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429018" y="4785686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913B799E-48CD-8E3D-83D5-788FE29058E7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8E1C0AB6-26F0-20BF-1A9B-B1DF8C74B928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60FA2C1D-460F-B729-CD68-9206D7BD1EA9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E418EC79-9FEB-2E49-0D83-61B355DEC1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D96D9A6C-3567-FFDF-9574-02360E405D7B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6" name="Info Icon" hidden="1">
                <a:extLst>
                  <a:ext uri="{FF2B5EF4-FFF2-40B4-BE49-F238E27FC236}">
                    <a16:creationId xmlns:a16="http://schemas.microsoft.com/office/drawing/2014/main" id="{30464FFA-3D31-0017-6B56-4D93FEED61A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Error Icon" hidden="1">
                <a:extLst>
                  <a:ext uri="{FF2B5EF4-FFF2-40B4-BE49-F238E27FC236}">
                    <a16:creationId xmlns:a16="http://schemas.microsoft.com/office/drawing/2014/main" id="{75972C5F-E1E4-2688-141E-C9B1A26675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Question Icon" hidden="1">
                <a:extLst>
                  <a:ext uri="{FF2B5EF4-FFF2-40B4-BE49-F238E27FC236}">
                    <a16:creationId xmlns:a16="http://schemas.microsoft.com/office/drawing/2014/main" id="{C6FBC36F-6038-8C0B-9650-5A2B9B2334B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16CEA55C-7C6D-BCFE-EF2E-55410244B936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E8704B3A-3A98-94D9-19BB-24761D44E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CA217116-FB6F-E44A-1C8C-04D8B712C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F65EA4BF-E4AB-E4E6-133B-207B6408F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D35F27-A326-0AD6-B36A-DD19F877952A}"/>
              </a:ext>
            </a:extLst>
          </p:cNvPr>
          <p:cNvCxnSpPr>
            <a:stCxn id="22" idx="1"/>
            <a:endCxn id="47" idx="3"/>
          </p:cNvCxnSpPr>
          <p:nvPr/>
        </p:nvCxnSpPr>
        <p:spPr>
          <a:xfrm flipH="1">
            <a:off x="6622655" y="5454008"/>
            <a:ext cx="44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heck" hidden="1">
            <a:extLst>
              <a:ext uri="{FF2B5EF4-FFF2-40B4-BE49-F238E27FC236}">
                <a16:creationId xmlns:a16="http://schemas.microsoft.com/office/drawing/2014/main" id="{C0469CC7-880C-58CE-DADC-104F7BB9A058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43467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Check" hidden="1">
            <a:extLst>
              <a:ext uri="{FF2B5EF4-FFF2-40B4-BE49-F238E27FC236}">
                <a16:creationId xmlns:a16="http://schemas.microsoft.com/office/drawing/2014/main" id="{C683410E-D779-D4C9-3D24-23A2D8B69E43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67252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Check" hidden="1">
            <a:extLst>
              <a:ext uri="{FF2B5EF4-FFF2-40B4-BE49-F238E27FC236}">
                <a16:creationId xmlns:a16="http://schemas.microsoft.com/office/drawing/2014/main" id="{CF9958BB-1BB9-4B3A-E2D5-C77C72DFDCE7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90508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844865FC-1866-019B-8821-4C4414A5477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D8DE828-39A0-D530-474B-22D0293874A0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6CDD3CC2-B08D-132A-342C-720738D1FD13}"/>
              </a:ext>
            </a:extLst>
          </p:cNvPr>
          <p:cNvGrpSpPr/>
          <p:nvPr/>
        </p:nvGrpSpPr>
        <p:grpSpPr>
          <a:xfrm>
            <a:off x="2896612" y="2133518"/>
            <a:ext cx="1045380" cy="923708"/>
            <a:chOff x="2586560" y="2133518"/>
            <a:chExt cx="1045380" cy="923708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F22F1A17-0E9A-0184-B902-1DB73D844688}"/>
                </a:ext>
              </a:extLst>
            </p:cNvPr>
            <p:cNvGrpSpPr/>
            <p:nvPr/>
          </p:nvGrpSpPr>
          <p:grpSpPr>
            <a:xfrm>
              <a:off x="2586560" y="2133518"/>
              <a:ext cx="506771" cy="215444"/>
              <a:chOff x="2796305" y="2278069"/>
              <a:chExt cx="506771" cy="215444"/>
            </a:xfrm>
          </p:grpSpPr>
          <p:grpSp>
            <p:nvGrpSpPr>
              <p:cNvPr id="12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7B52274C-142E-C829-7D8A-F6FE5B690585}"/>
                  </a:ext>
                </a:extLst>
              </p:cNvPr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2856129" y="2287661"/>
                <a:ext cx="446947" cy="196977"/>
                <a:chOff x="554563" y="2599934"/>
                <a:chExt cx="446948" cy="196977"/>
              </a:xfrm>
            </p:grpSpPr>
            <p:sp>
              <p:nvSpPr>
                <p:cNvPr id="126" name="Box">
                  <a:extLst>
                    <a:ext uri="{FF2B5EF4-FFF2-40B4-BE49-F238E27FC236}">
                      <a16:creationId xmlns:a16="http://schemas.microsoft.com/office/drawing/2014/main" id="{93D90565-A567-FF3B-C877-6B6FFDC0B07C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7" name="Label">
                  <a:extLst>
                    <a:ext uri="{FF2B5EF4-FFF2-40B4-BE49-F238E27FC236}">
                      <a16:creationId xmlns:a16="http://schemas.microsoft.com/office/drawing/2014/main" id="{5FEA3C28-288F-9CD2-15C5-05A031F78A2D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340094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전체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8" name="Check" hidden="1">
                  <a:extLst>
                    <a:ext uri="{FF2B5EF4-FFF2-40B4-BE49-F238E27FC236}">
                      <a16:creationId xmlns:a16="http://schemas.microsoft.com/office/drawing/2014/main" id="{3716D3EA-2409-DDA2-90EB-4366827ACDF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0504793-9A5A-FE9C-99E7-47C1A704552A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A401ED78-5486-28FD-A55A-777CE7FD21BD}"/>
                </a:ext>
              </a:extLst>
            </p:cNvPr>
            <p:cNvGrpSpPr/>
            <p:nvPr/>
          </p:nvGrpSpPr>
          <p:grpSpPr>
            <a:xfrm>
              <a:off x="2586560" y="2371368"/>
              <a:ext cx="824166" cy="215444"/>
              <a:chOff x="2796305" y="2278069"/>
              <a:chExt cx="824166" cy="215444"/>
            </a:xfrm>
          </p:grpSpPr>
          <p:grpSp>
            <p:nvGrpSpPr>
              <p:cNvPr id="13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8F5181C4-5C9F-CA74-A9A6-097FD362AA9D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2856129" y="2287661"/>
                <a:ext cx="764342" cy="196977"/>
                <a:chOff x="554563" y="2599934"/>
                <a:chExt cx="764343" cy="196977"/>
              </a:xfrm>
            </p:grpSpPr>
            <p:sp>
              <p:nvSpPr>
                <p:cNvPr id="132" name="Box">
                  <a:extLst>
                    <a:ext uri="{FF2B5EF4-FFF2-40B4-BE49-F238E27FC236}">
                      <a16:creationId xmlns:a16="http://schemas.microsoft.com/office/drawing/2014/main" id="{C4963F71-09AA-CF55-3EF4-84E3C0110F51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3" name="Label">
                  <a:extLst>
                    <a:ext uri="{FF2B5EF4-FFF2-40B4-BE49-F238E27FC236}">
                      <a16:creationId xmlns:a16="http://schemas.microsoft.com/office/drawing/2014/main" id="{29EE1189-E429-6885-AE30-809667C8A177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657489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글래드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마포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4" name="Check" hidden="1">
                  <a:extLst>
                    <a:ext uri="{FF2B5EF4-FFF2-40B4-BE49-F238E27FC236}">
                      <a16:creationId xmlns:a16="http://schemas.microsoft.com/office/drawing/2014/main" id="{AC38F26D-0D76-6DCB-7D7F-BF4B68A41D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87F3E73-C260-4C9B-F2FD-9BEDAEB747DE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DCDBDA3F-2A80-4877-ADC8-802E4AB839C4}"/>
                </a:ext>
              </a:extLst>
            </p:cNvPr>
            <p:cNvGrpSpPr/>
            <p:nvPr/>
          </p:nvGrpSpPr>
          <p:grpSpPr>
            <a:xfrm>
              <a:off x="2586560" y="2609218"/>
              <a:ext cx="920346" cy="215444"/>
              <a:chOff x="2796305" y="2278069"/>
              <a:chExt cx="920346" cy="215444"/>
            </a:xfrm>
          </p:grpSpPr>
          <p:grpSp>
            <p:nvGrpSpPr>
              <p:cNvPr id="1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3069C598-02BF-4ABD-CECE-9A5A9E488054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2856129" y="2287661"/>
                <a:ext cx="860522" cy="196977"/>
                <a:chOff x="554563" y="2599934"/>
                <a:chExt cx="860523" cy="196977"/>
              </a:xfrm>
            </p:grpSpPr>
            <p:sp>
              <p:nvSpPr>
                <p:cNvPr id="138" name="Box">
                  <a:extLst>
                    <a:ext uri="{FF2B5EF4-FFF2-40B4-BE49-F238E27FC236}">
                      <a16:creationId xmlns:a16="http://schemas.microsoft.com/office/drawing/2014/main" id="{4C498D2B-4CC3-01CC-25D5-B26D8FAABBBA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9" name="Label">
                  <a:extLst>
                    <a:ext uri="{FF2B5EF4-FFF2-40B4-BE49-F238E27FC236}">
                      <a16:creationId xmlns:a16="http://schemas.microsoft.com/office/drawing/2014/main" id="{D8AC41D3-71A1-8B9F-F3B6-71D0CCF53FA7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753669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글래드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여의도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0" name="Check" hidden="1">
                  <a:extLst>
                    <a:ext uri="{FF2B5EF4-FFF2-40B4-BE49-F238E27FC236}">
                      <a16:creationId xmlns:a16="http://schemas.microsoft.com/office/drawing/2014/main" id="{778B0B11-4310-B436-2BE4-0E3720F704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857E08E-3517-AEB1-9C05-69DB6CCBB9A0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A376FAF8-1F9E-8112-3F0D-FE3D486AB7E9}"/>
                </a:ext>
              </a:extLst>
            </p:cNvPr>
            <p:cNvGrpSpPr/>
            <p:nvPr/>
          </p:nvGrpSpPr>
          <p:grpSpPr>
            <a:xfrm>
              <a:off x="2586560" y="2841782"/>
              <a:ext cx="1045380" cy="215444"/>
              <a:chOff x="2796305" y="2278069"/>
              <a:chExt cx="1045380" cy="215444"/>
            </a:xfrm>
          </p:grpSpPr>
          <p:grpSp>
            <p:nvGrpSpPr>
              <p:cNvPr id="14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E6F105E0-0C02-EC47-4978-E4F124FF32A3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2856129" y="2287661"/>
                <a:ext cx="985556" cy="196977"/>
                <a:chOff x="554563" y="2599934"/>
                <a:chExt cx="985557" cy="196977"/>
              </a:xfrm>
            </p:grpSpPr>
            <p:sp>
              <p:nvSpPr>
                <p:cNvPr id="144" name="Box">
                  <a:extLst>
                    <a:ext uri="{FF2B5EF4-FFF2-40B4-BE49-F238E27FC236}">
                      <a16:creationId xmlns:a16="http://schemas.microsoft.com/office/drawing/2014/main" id="{E1651C1A-13B5-CC8F-3399-171DE0F6CBBE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5" name="Label">
                  <a:extLst>
                    <a:ext uri="{FF2B5EF4-FFF2-40B4-BE49-F238E27FC236}">
                      <a16:creationId xmlns:a16="http://schemas.microsoft.com/office/drawing/2014/main" id="{375FCA25-5A98-434E-6EBB-E849C7978597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878703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메종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글래드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제주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6" name="Check" hidden="1">
                  <a:extLst>
                    <a:ext uri="{FF2B5EF4-FFF2-40B4-BE49-F238E27FC236}">
                      <a16:creationId xmlns:a16="http://schemas.microsoft.com/office/drawing/2014/main" id="{4995121F-0706-8112-FE1D-CC06C87D29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1BD7E0FB-14FB-D0DD-F814-3FE34A54B7D5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D36A27-EEA6-7748-45DF-9AAFCEA62B4C}"/>
              </a:ext>
            </a:extLst>
          </p:cNvPr>
          <p:cNvGrpSpPr/>
          <p:nvPr/>
        </p:nvGrpSpPr>
        <p:grpSpPr>
          <a:xfrm>
            <a:off x="9075777" y="2116601"/>
            <a:ext cx="111664" cy="932083"/>
            <a:chOff x="9075777" y="2116601"/>
            <a:chExt cx="111664" cy="932083"/>
          </a:xfrm>
        </p:grpSpPr>
        <p:sp>
          <p:nvSpPr>
            <p:cNvPr id="149" name="모서리가 둥근 직사각형 148">
              <a:extLst>
                <a:ext uri="{FF2B5EF4-FFF2-40B4-BE49-F238E27FC236}">
                  <a16:creationId xmlns:a16="http://schemas.microsoft.com/office/drawing/2014/main" id="{4C407DF3-2C54-EB9D-2901-FB7F445FDD0B}"/>
                </a:ext>
              </a:extLst>
            </p:cNvPr>
            <p:cNvSpPr/>
            <p:nvPr/>
          </p:nvSpPr>
          <p:spPr>
            <a:xfrm>
              <a:off x="9075777" y="2116601"/>
              <a:ext cx="111664" cy="93208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0" name="모서리가 둥근 직사각형 149">
              <a:extLst>
                <a:ext uri="{FF2B5EF4-FFF2-40B4-BE49-F238E27FC236}">
                  <a16:creationId xmlns:a16="http://schemas.microsoft.com/office/drawing/2014/main" id="{FD56EE40-A010-CE78-5A2B-6B260D7111E5}"/>
                </a:ext>
              </a:extLst>
            </p:cNvPr>
            <p:cNvSpPr/>
            <p:nvPr/>
          </p:nvSpPr>
          <p:spPr>
            <a:xfrm>
              <a:off x="9097128" y="2151989"/>
              <a:ext cx="63032" cy="4348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189A6DB-A1A9-0B66-EE76-A55972497834}"/>
              </a:ext>
            </a:extLst>
          </p:cNvPr>
          <p:cNvGrpSpPr/>
          <p:nvPr/>
        </p:nvGrpSpPr>
        <p:grpSpPr>
          <a:xfrm>
            <a:off x="2896612" y="4387878"/>
            <a:ext cx="1368152" cy="216024"/>
            <a:chOff x="2634572" y="3276338"/>
            <a:chExt cx="1368152" cy="216024"/>
          </a:xfrm>
        </p:grpSpPr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1A01DE51-240E-533E-EC8D-6F848A9D9A1B}"/>
                </a:ext>
              </a:extLst>
            </p:cNvPr>
            <p:cNvSpPr/>
            <p:nvPr/>
          </p:nvSpPr>
          <p:spPr>
            <a:xfrm>
              <a:off x="2634572" y="3276338"/>
              <a:ext cx="13681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호텔 총괄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3" name="Chevron Left">
              <a:extLst>
                <a:ext uri="{FF2B5EF4-FFF2-40B4-BE49-F238E27FC236}">
                  <a16:creationId xmlns:a16="http://schemas.microsoft.com/office/drawing/2014/main" id="{CCF752AB-D02B-BD9B-AEEF-E657551D92B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85427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ardrop 1">
            <a:extLst>
              <a:ext uri="{FF2B5EF4-FFF2-40B4-BE49-F238E27FC236}">
                <a16:creationId xmlns:a16="http://schemas.microsoft.com/office/drawing/2014/main" id="{C375F917-D4F0-8128-33AF-851FC8C01130}"/>
              </a:ext>
            </a:extLst>
          </p:cNvPr>
          <p:cNvSpPr/>
          <p:nvPr/>
        </p:nvSpPr>
        <p:spPr>
          <a:xfrm rot="16200000" flipH="1" flipV="1">
            <a:off x="1561481" y="42985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B66DE57-5D33-6D4F-E2BA-C1D054988504}"/>
              </a:ext>
            </a:extLst>
          </p:cNvPr>
          <p:cNvSpPr txBox="1"/>
          <p:nvPr/>
        </p:nvSpPr>
        <p:spPr>
          <a:xfrm>
            <a:off x="4247578" y="4391633"/>
            <a:ext cx="2371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호텔관리자 관리 해당 호텔 권한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227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998393"/>
              </p:ext>
            </p:extLst>
          </p:nvPr>
        </p:nvGraphicFramePr>
        <p:xfrm>
          <a:off x="119336" y="548680"/>
          <a:ext cx="11876248" cy="413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상태가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only possible if the account status is "N".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정상적으로 삭제 하는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해당 계정을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that account?/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비밀번호를 초기화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초기화가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초기 비밀번호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holapms1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후 비밀번호를 수정하세요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reset the password?/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Password initialization completed.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After you log in,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07B5-C115-7975-3B05-1B3791B2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831953-6D3D-5186-F289-AE7F090B1924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 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0F2F-B635-CC44-3CBE-C8E6BD17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B59E249-FCD4-8295-8E97-A3731DEC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432FCA2-564F-5486-09FD-18749C98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5C7FFD8-6F0E-00A4-6D3B-7931AEE8A8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B216B0C-FE4A-CE64-F1CB-78AE1C4E81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3F51DE-DD92-4C3B-FC47-343344F65A2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A72CED-9150-0555-7768-D063FFE6464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4B4B0B-65DA-4AE6-133A-74E1CCCF91B8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3827BE-A804-9426-17D2-7633DCF104C1}"/>
              </a:ext>
            </a:extLst>
          </p:cNvPr>
          <p:cNvSpPr/>
          <p:nvPr/>
        </p:nvSpPr>
        <p:spPr bwMode="auto">
          <a:xfrm>
            <a:off x="-106106" y="116468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6A981D-4178-A1BC-CEFE-EEEBCB40DA73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64D5B1B-C98B-0566-AE52-22D844225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4271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C5D8D02-4A6E-6868-AC4C-3D0F17EAFE9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F923E1F-88F8-1356-F408-CDC7413A88B3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43FF48FF-6B7A-AB12-9D55-63042141F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872867"/>
              </p:ext>
            </p:extLst>
          </p:nvPr>
        </p:nvGraphicFramePr>
        <p:xfrm>
          <a:off x="1448266" y="888081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 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33885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41F2ED4E-6001-5852-4231-9FE0949CEA54}"/>
              </a:ext>
            </a:extLst>
          </p:cNvPr>
          <p:cNvSpPr>
            <a:spLocks/>
          </p:cNvSpPr>
          <p:nvPr/>
        </p:nvSpPr>
        <p:spPr bwMode="auto">
          <a:xfrm>
            <a:off x="2721031" y="11683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CA39E5D-5531-ABDC-81D1-F54CC159C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556028"/>
              </p:ext>
            </p:extLst>
          </p:nvPr>
        </p:nvGraphicFramePr>
        <p:xfrm>
          <a:off x="1447441" y="1964858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92707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742862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EF94DC22-6F25-5C8A-BD5E-6F08F6DED888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4DF9DAD-3B32-8DC3-9BC3-20165227B8AE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29A74BA-A92B-5A4E-48EE-A0ECAE04FF75}"/>
              </a:ext>
            </a:extLst>
          </p:cNvPr>
          <p:cNvSpPr>
            <a:spLocks/>
          </p:cNvSpPr>
          <p:nvPr/>
        </p:nvSpPr>
        <p:spPr bwMode="auto">
          <a:xfrm>
            <a:off x="6660248" y="116468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60F135D-92A8-9710-1D49-FD4E8D2285F4}"/>
              </a:ext>
            </a:extLst>
          </p:cNvPr>
          <p:cNvSpPr/>
          <p:nvPr/>
        </p:nvSpPr>
        <p:spPr>
          <a:xfrm>
            <a:off x="8355864" y="1718309"/>
            <a:ext cx="906017" cy="158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243E101E-702F-9C5E-9AAE-A9D9BC3601DC}"/>
              </a:ext>
            </a:extLst>
          </p:cNvPr>
          <p:cNvSpPr/>
          <p:nvPr/>
        </p:nvSpPr>
        <p:spPr>
          <a:xfrm rot="16200000" flipH="1" flipV="1">
            <a:off x="2503185" y="20703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1580020-3DB9-DF56-5FC6-A5496377D389}"/>
              </a:ext>
            </a:extLst>
          </p:cNvPr>
          <p:cNvGrpSpPr>
            <a:grpSpLocks noChangeAspect="1"/>
          </p:cNvGrpSpPr>
          <p:nvPr/>
        </p:nvGrpSpPr>
        <p:grpSpPr>
          <a:xfrm>
            <a:off x="3030498" y="2204557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6D78EF14-4F49-F32F-86BE-4493253028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FFAE7253-BBF5-223C-0C3D-29E5646811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416FE182-CE63-7CE3-2F36-FBDCCDE27D9B}"/>
              </a:ext>
            </a:extLst>
          </p:cNvPr>
          <p:cNvSpPr txBox="1"/>
          <p:nvPr/>
        </p:nvSpPr>
        <p:spPr>
          <a:xfrm>
            <a:off x="4702956" y="475958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C2711D0-1ED0-FF0F-D9FA-8952E5CBF0BD}"/>
              </a:ext>
            </a:extLst>
          </p:cNvPr>
          <p:cNvGrpSpPr/>
          <p:nvPr/>
        </p:nvGrpSpPr>
        <p:grpSpPr>
          <a:xfrm>
            <a:off x="1446413" y="1704925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E374B52-26FA-35F9-1658-90A065CB68A3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A1B5C3-C8A6-6C5E-CBC1-FAA116121556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A501B340-7DEA-223A-0099-0D8C0013C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94DA1244-E082-5CFE-43B7-E43788260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4FAB9D42-44D4-1E47-EE17-7AD39D8330BE}"/>
              </a:ext>
            </a:extLst>
          </p:cNvPr>
          <p:cNvSpPr/>
          <p:nvPr/>
        </p:nvSpPr>
        <p:spPr>
          <a:xfrm rot="16200000" flipH="1" flipV="1">
            <a:off x="8270240" y="1620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451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1E8DE-184B-8817-3753-3DF81CD86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880B663C-1E81-464A-DF2A-FDFF3543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관리자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839A57D-7731-3D27-C382-6692B79E4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F04299D-EC4E-5BAC-6366-73419133C7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DC38C2D-C920-E201-F829-8556FBC89A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91DA82-D686-640E-026D-AAB3E3815B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60FFC3-DB35-B91B-555C-A6B86E78328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9DA0C9-5622-04A9-2334-08F8E9029DA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29282C7-79E8-02DD-BF5A-DF3ED81A5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337129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83F5D45-6C5B-B4A3-9EAC-AF7B61C3D17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9B47853-1D4F-9064-541F-BB445403645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1BC869-1B95-0087-277F-4E2304161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657012"/>
              </p:ext>
            </p:extLst>
          </p:nvPr>
        </p:nvGraphicFramePr>
        <p:xfrm>
          <a:off x="1513108" y="1138560"/>
          <a:ext cx="7746199" cy="2640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2369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16623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관리자 권한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663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314D7A-A015-D052-7E0A-F6C046A111F3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FD26F-724B-31B8-64FF-DFEA337DDE77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A0EB19-0856-59F4-ACF9-B8E51AB8FC6A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F28D3FA-8206-CE5A-B94D-287FF39BBF32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F0C191D4-648C-6290-4D8B-EAB546374B10}"/>
              </a:ext>
            </a:extLst>
          </p:cNvPr>
          <p:cNvSpPr/>
          <p:nvPr/>
        </p:nvSpPr>
        <p:spPr>
          <a:xfrm rot="16200000" flipH="1" flipV="1">
            <a:off x="5601137" y="6281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F8BC75-6612-07F1-29F7-33F83C9622E5}"/>
              </a:ext>
            </a:extLst>
          </p:cNvPr>
          <p:cNvSpPr/>
          <p:nvPr/>
        </p:nvSpPr>
        <p:spPr>
          <a:xfrm>
            <a:off x="5241342" y="2331523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919778-BB84-AAFF-3DE1-CFD0FAA105D5}"/>
              </a:ext>
            </a:extLst>
          </p:cNvPr>
          <p:cNvSpPr/>
          <p:nvPr/>
        </p:nvSpPr>
        <p:spPr>
          <a:xfrm>
            <a:off x="2911659" y="2627713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A5ADB0-CB8C-C938-5DDF-5FF5F417FFA3}"/>
              </a:ext>
            </a:extLst>
          </p:cNvPr>
          <p:cNvSpPr/>
          <p:nvPr/>
        </p:nvSpPr>
        <p:spPr>
          <a:xfrm>
            <a:off x="2911659" y="2930141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B5222C9-6116-F2AA-7D66-E1AC27654C42}"/>
              </a:ext>
            </a:extLst>
          </p:cNvPr>
          <p:cNvSpPr/>
          <p:nvPr/>
        </p:nvSpPr>
        <p:spPr>
          <a:xfrm>
            <a:off x="2911659" y="2319343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FD5AD5E-B455-4542-1BA5-996534A03665}"/>
              </a:ext>
            </a:extLst>
          </p:cNvPr>
          <p:cNvSpPr/>
          <p:nvPr/>
        </p:nvSpPr>
        <p:spPr>
          <a:xfrm>
            <a:off x="2911659" y="3216258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FBA85F-D5B3-EF35-2F3A-58314004A10E}"/>
              </a:ext>
            </a:extLst>
          </p:cNvPr>
          <p:cNvSpPr/>
          <p:nvPr/>
        </p:nvSpPr>
        <p:spPr>
          <a:xfrm>
            <a:off x="6393015" y="3222573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6F9E686-A2E3-8B59-1D88-4BAA4DB51D0E}"/>
              </a:ext>
            </a:extLst>
          </p:cNvPr>
          <p:cNvGrpSpPr/>
          <p:nvPr/>
        </p:nvGrpSpPr>
        <p:grpSpPr>
          <a:xfrm>
            <a:off x="6397244" y="2612921"/>
            <a:ext cx="2815262" cy="217550"/>
            <a:chOff x="2634570" y="2005049"/>
            <a:chExt cx="2815262" cy="21755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BAEAEC0-BC06-358C-2BD2-751B4DF01055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C91256-9366-82A9-99DD-0D16083C2D3B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9985948A-5A0C-7835-A15A-8F863BD578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ABD3408-52C2-0EEE-EFB1-3CE65D353544}"/>
              </a:ext>
            </a:extLst>
          </p:cNvPr>
          <p:cNvGrpSpPr/>
          <p:nvPr/>
        </p:nvGrpSpPr>
        <p:grpSpPr>
          <a:xfrm>
            <a:off x="6397244" y="2914258"/>
            <a:ext cx="2815262" cy="217550"/>
            <a:chOff x="2634570" y="2005049"/>
            <a:chExt cx="2815262" cy="21755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1B7E55D-5673-8020-854C-C92E24065A3F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E5E43BE-66CE-D88C-2A96-671613BBA73D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8" name="Chevron Left">
              <a:extLst>
                <a:ext uri="{FF2B5EF4-FFF2-40B4-BE49-F238E27FC236}">
                  <a16:creationId xmlns:a16="http://schemas.microsoft.com/office/drawing/2014/main" id="{D024252D-1432-2449-68F6-8F005E44324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Teardrop 1">
            <a:extLst>
              <a:ext uri="{FF2B5EF4-FFF2-40B4-BE49-F238E27FC236}">
                <a16:creationId xmlns:a16="http://schemas.microsoft.com/office/drawing/2014/main" id="{ACAC42CF-717B-3D23-FFC1-2FEF4B58358A}"/>
              </a:ext>
            </a:extLst>
          </p:cNvPr>
          <p:cNvSpPr/>
          <p:nvPr/>
        </p:nvSpPr>
        <p:spPr>
          <a:xfrm rot="16200000" flipH="1" flipV="1">
            <a:off x="5133301" y="22317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D1AE8F-C990-7EC8-E48A-D0D7AF85F741}"/>
              </a:ext>
            </a:extLst>
          </p:cNvPr>
          <p:cNvSpPr txBox="1"/>
          <p:nvPr/>
        </p:nvSpPr>
        <p:spPr>
          <a:xfrm>
            <a:off x="3537758" y="2042453"/>
            <a:ext cx="1652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 기준 프로퍼티 자동 출력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89AB2F-AE49-EDBF-880D-C0396AF4E63F}"/>
              </a:ext>
            </a:extLst>
          </p:cNvPr>
          <p:cNvSpPr/>
          <p:nvPr/>
        </p:nvSpPr>
        <p:spPr bwMode="auto">
          <a:xfrm>
            <a:off x="-106106" y="116468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FDCC9B-27EC-DBE3-3F4A-9AF6B86F803B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FF6680-8667-F770-1EE2-7D70949DFF24}"/>
              </a:ext>
            </a:extLst>
          </p:cNvPr>
          <p:cNvSpPr txBox="1"/>
          <p:nvPr/>
        </p:nvSpPr>
        <p:spPr>
          <a:xfrm>
            <a:off x="3537758" y="1765362"/>
            <a:ext cx="1652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 기준 호텔 자동 출력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17792319-BD3A-65D4-8DCD-6CB0681D0364}"/>
              </a:ext>
            </a:extLst>
          </p:cNvPr>
          <p:cNvGrpSpPr/>
          <p:nvPr/>
        </p:nvGrpSpPr>
        <p:grpSpPr>
          <a:xfrm>
            <a:off x="2932693" y="3533716"/>
            <a:ext cx="1363107" cy="617706"/>
            <a:chOff x="2634571" y="3276338"/>
            <a:chExt cx="1363107" cy="617706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BFBDB02-0E0C-5A7B-5333-BAB280972C35}"/>
                </a:ext>
              </a:extLst>
            </p:cNvPr>
            <p:cNvSpPr/>
            <p:nvPr/>
          </p:nvSpPr>
          <p:spPr>
            <a:xfrm>
              <a:off x="2634571" y="3276338"/>
              <a:ext cx="1363107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 선택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여의도 상담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여의도 예약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8" name="Chevron Left">
              <a:extLst>
                <a:ext uri="{FF2B5EF4-FFF2-40B4-BE49-F238E27FC236}">
                  <a16:creationId xmlns:a16="http://schemas.microsoft.com/office/drawing/2014/main" id="{EC2E4515-458F-E74A-9CD5-DA26BC99DE6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75179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8E6A780-8A64-59C7-0C38-A2955619ADB4}"/>
              </a:ext>
            </a:extLst>
          </p:cNvPr>
          <p:cNvSpPr txBox="1"/>
          <p:nvPr/>
        </p:nvSpPr>
        <p:spPr>
          <a:xfrm>
            <a:off x="4273790" y="3533716"/>
            <a:ext cx="25635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프로퍼티 관리자 해당 프로퍼티 권한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0" name="Teardrop 1">
            <a:extLst>
              <a:ext uri="{FF2B5EF4-FFF2-40B4-BE49-F238E27FC236}">
                <a16:creationId xmlns:a16="http://schemas.microsoft.com/office/drawing/2014/main" id="{FEFBA6BC-D64D-CD86-CE5E-C28B40DEDB43}"/>
              </a:ext>
            </a:extLst>
          </p:cNvPr>
          <p:cNvSpPr/>
          <p:nvPr/>
        </p:nvSpPr>
        <p:spPr>
          <a:xfrm rot="16200000" flipH="1" flipV="1">
            <a:off x="2787011" y="34375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126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0FE6-1F5F-A0E1-B6F8-BB0EA31F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4D41F68-FF4C-6703-887C-B0ED5BCD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관리자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DC6E521-4434-469A-61E8-052D44006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C83A767-C9B6-C395-C03D-908F4B0871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B10A9DC-F9CC-98BB-BF71-114147874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3C410C-F699-D91E-BF5D-B55C9DD72FC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429811-83C7-4786-4FE9-8FF065B5BE6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025F84-7E94-0E55-263D-73526C51F62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D16AD5-55E9-31FE-D9AE-36BA82D7F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662192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C31570A-B748-AE58-C270-CC36BFA26B3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FA9719AB-AC45-C4BA-B0CA-ADA7AB610BF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2BE3A4-5A6A-F610-72C3-D50843278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722895"/>
              </p:ext>
            </p:extLst>
          </p:nvPr>
        </p:nvGraphicFramePr>
        <p:xfrm>
          <a:off x="1513108" y="1138560"/>
          <a:ext cx="7746199" cy="2712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8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30963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관리자 권한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17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905321-B25D-50F1-0B8F-F53B37C66635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0AA98-C62C-C7CE-F650-168D544EB633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3AFA7B-7221-344E-F78B-6321E368992B}"/>
              </a:ext>
            </a:extLst>
          </p:cNvPr>
          <p:cNvSpPr/>
          <p:nvPr/>
        </p:nvSpPr>
        <p:spPr>
          <a:xfrm>
            <a:off x="2896612" y="2984324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2D4769-124D-3FA9-E9FA-4749A9CF386A}"/>
              </a:ext>
            </a:extLst>
          </p:cNvPr>
          <p:cNvSpPr/>
          <p:nvPr/>
        </p:nvSpPr>
        <p:spPr>
          <a:xfrm>
            <a:off x="2896612" y="3275929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B686721-3511-E0B9-5C96-64B1C4421313}"/>
              </a:ext>
            </a:extLst>
          </p:cNvPr>
          <p:cNvSpPr/>
          <p:nvPr/>
        </p:nvSpPr>
        <p:spPr>
          <a:xfrm>
            <a:off x="6372853" y="327592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EE72B5-E99B-4233-500F-1AAF4D8EFE50}"/>
              </a:ext>
            </a:extLst>
          </p:cNvPr>
          <p:cNvSpPr/>
          <p:nvPr/>
        </p:nvSpPr>
        <p:spPr>
          <a:xfrm>
            <a:off x="2896612" y="2684629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A14AE7-D3F4-3A18-A5F6-29B51865A121}"/>
              </a:ext>
            </a:extLst>
          </p:cNvPr>
          <p:cNvSpPr/>
          <p:nvPr/>
        </p:nvSpPr>
        <p:spPr>
          <a:xfrm>
            <a:off x="6389065" y="1779343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3A8D1B6-6E70-0B54-EF49-46B2AEC94742}"/>
              </a:ext>
            </a:extLst>
          </p:cNvPr>
          <p:cNvGrpSpPr/>
          <p:nvPr/>
        </p:nvGrpSpPr>
        <p:grpSpPr>
          <a:xfrm>
            <a:off x="6372853" y="2676759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7BD5426-258E-AF6F-08A6-11CCE236722C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4A0CF60C-C83C-72F2-797F-5D7BE47BE21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037F8E05-9DAE-0C76-9C1A-2131117C44F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2A6DB5E-8A91-06EB-D83C-69C41084EE92}"/>
              </a:ext>
            </a:extLst>
          </p:cNvPr>
          <p:cNvGrpSpPr/>
          <p:nvPr/>
        </p:nvGrpSpPr>
        <p:grpSpPr>
          <a:xfrm>
            <a:off x="6372853" y="2972900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BF6F54D-42FB-F61E-5C8C-C7B971576EDC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6A9903A-5FB4-9940-ECBA-D1E8AB0C93A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8319AA34-C602-DD92-1855-0014A273E13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4F66540-0268-C83C-F532-B1A98B67C8F5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2825368-8FD2-B551-CE85-5AAA49075992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2150395-FCA3-F07F-22ED-20C048B2AFEC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62019B85-F2E9-A58C-9CED-65767E70BC1F}"/>
              </a:ext>
            </a:extLst>
          </p:cNvPr>
          <p:cNvSpPr/>
          <p:nvPr/>
        </p:nvSpPr>
        <p:spPr>
          <a:xfrm rot="16200000" flipH="1" flipV="1">
            <a:off x="6271844" y="16756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1DC1D3CE-35D4-70B5-DFBE-B9C8DC440B53}"/>
              </a:ext>
            </a:extLst>
          </p:cNvPr>
          <p:cNvSpPr/>
          <p:nvPr/>
        </p:nvSpPr>
        <p:spPr>
          <a:xfrm rot="16200000" flipH="1" flipV="1">
            <a:off x="4964902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C8DA6EF3-0AC4-E5E3-6D98-BAB28458325D}"/>
              </a:ext>
            </a:extLst>
          </p:cNvPr>
          <p:cNvSpPr/>
          <p:nvPr/>
        </p:nvSpPr>
        <p:spPr>
          <a:xfrm rot="16200000" flipH="1" flipV="1">
            <a:off x="5561907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DF46CD7-D812-19F1-D07D-B957CFA26D5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321435" y="4234809"/>
            <a:ext cx="2193637" cy="1154545"/>
            <a:chOff x="595686" y="1261242"/>
            <a:chExt cx="3222246" cy="1507358"/>
          </a:xfrm>
        </p:grpSpPr>
        <p:sp>
          <p:nvSpPr>
            <p:cNvPr id="22" name="Window Body">
              <a:extLst>
                <a:ext uri="{FF2B5EF4-FFF2-40B4-BE49-F238E27FC236}">
                  <a16:creationId xmlns:a16="http://schemas.microsoft.com/office/drawing/2014/main" id="{6760FB1F-84BC-CF75-ABC3-2038B87FDD2B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">
              <a:extLst>
                <a:ext uri="{FF2B5EF4-FFF2-40B4-BE49-F238E27FC236}">
                  <a16:creationId xmlns:a16="http://schemas.microsoft.com/office/drawing/2014/main" id="{4A22C692-A27D-DB21-714D-E076E8A3BEA9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>
              <a:extLst>
                <a:ext uri="{FF2B5EF4-FFF2-40B4-BE49-F238E27FC236}">
                  <a16:creationId xmlns:a16="http://schemas.microsoft.com/office/drawing/2014/main" id="{8CEDA323-EC7D-D744-1F47-1BD70A5FBA3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6" name="Close Button">
              <a:extLst>
                <a:ext uri="{FF2B5EF4-FFF2-40B4-BE49-F238E27FC236}">
                  <a16:creationId xmlns:a16="http://schemas.microsoft.com/office/drawing/2014/main" id="{03592C7D-FC85-3589-AF0D-3831DFCDA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7" name="Icons">
              <a:extLst>
                <a:ext uri="{FF2B5EF4-FFF2-40B4-BE49-F238E27FC236}">
                  <a16:creationId xmlns:a16="http://schemas.microsoft.com/office/drawing/2014/main" id="{D95CB969-23F7-F599-7532-D7AB82F6BABC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39" name="Info Icon" hidden="1">
                <a:extLst>
                  <a:ext uri="{FF2B5EF4-FFF2-40B4-BE49-F238E27FC236}">
                    <a16:creationId xmlns:a16="http://schemas.microsoft.com/office/drawing/2014/main" id="{B861FB1D-00CF-E7A4-DCC7-41CEC6FACAD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Error Icon" hidden="1">
                <a:extLst>
                  <a:ext uri="{FF2B5EF4-FFF2-40B4-BE49-F238E27FC236}">
                    <a16:creationId xmlns:a16="http://schemas.microsoft.com/office/drawing/2014/main" id="{64CB70C2-C28B-8117-235B-8830EF80FA1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Question Icon" hidden="1">
                <a:extLst>
                  <a:ext uri="{FF2B5EF4-FFF2-40B4-BE49-F238E27FC236}">
                    <a16:creationId xmlns:a16="http://schemas.microsoft.com/office/drawing/2014/main" id="{D654B0A5-B0E8-A602-7D08-1A9B0714819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Buttons">
              <a:extLst>
                <a:ext uri="{FF2B5EF4-FFF2-40B4-BE49-F238E27FC236}">
                  <a16:creationId xmlns:a16="http://schemas.microsoft.com/office/drawing/2014/main" id="{9C36387A-8837-EE76-62D3-2A8FC5EC28D4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0" name="Button 1">
                <a:extLst>
                  <a:ext uri="{FF2B5EF4-FFF2-40B4-BE49-F238E27FC236}">
                    <a16:creationId xmlns:a16="http://schemas.microsoft.com/office/drawing/2014/main" id="{88AF123A-7C33-C8C0-1F28-ABC35F8B7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Button 2" hidden="1">
                <a:extLst>
                  <a:ext uri="{FF2B5EF4-FFF2-40B4-BE49-F238E27FC236}">
                    <a16:creationId xmlns:a16="http://schemas.microsoft.com/office/drawing/2014/main" id="{C7D90D1D-51F3-3D41-78B3-5CA04C9554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3" hidden="1">
                <a:extLst>
                  <a:ext uri="{FF2B5EF4-FFF2-40B4-BE49-F238E27FC236}">
                    <a16:creationId xmlns:a16="http://schemas.microsoft.com/office/drawing/2014/main" id="{7B38A5E7-92E4-510A-C8C4-1656995FB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Button 1">
                <a:extLst>
                  <a:ext uri="{FF2B5EF4-FFF2-40B4-BE49-F238E27FC236}">
                    <a16:creationId xmlns:a16="http://schemas.microsoft.com/office/drawing/2014/main" id="{ABF4720C-3000-155E-294F-767964BB9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6AB8AFFF-1066-03DF-2602-87F62C592AA2}"/>
              </a:ext>
            </a:extLst>
          </p:cNvPr>
          <p:cNvCxnSpPr>
            <a:cxnSpLocks/>
            <a:stCxn id="11" idx="3"/>
            <a:endCxn id="24" idx="0"/>
          </p:cNvCxnSpPr>
          <p:nvPr/>
        </p:nvCxnSpPr>
        <p:spPr>
          <a:xfrm>
            <a:off x="7153323" y="1875175"/>
            <a:ext cx="1264931" cy="2359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EC63C30-8F66-16EF-FDB1-D1BF799BF76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768408" y="4234809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6420AB68-39DC-BCBE-A247-0ECE938A489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BC47224F-C461-DF29-C8BE-25E5232E575B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72CD24C2-9873-BE38-FBD1-72FD068D5418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00EA8595-3979-E0B3-6D5E-3E5624C770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FF5B1048-6EA0-4F6E-625F-75931DC3C271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6" name="Info Icon" hidden="1">
                <a:extLst>
                  <a:ext uri="{FF2B5EF4-FFF2-40B4-BE49-F238E27FC236}">
                    <a16:creationId xmlns:a16="http://schemas.microsoft.com/office/drawing/2014/main" id="{4B546C04-0E35-6954-681D-94AE2C772CF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Error Icon" hidden="1">
                <a:extLst>
                  <a:ext uri="{FF2B5EF4-FFF2-40B4-BE49-F238E27FC236}">
                    <a16:creationId xmlns:a16="http://schemas.microsoft.com/office/drawing/2014/main" id="{171DE0FC-E208-CE09-922B-5E1DB086CD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Question Icon" hidden="1">
                <a:extLst>
                  <a:ext uri="{FF2B5EF4-FFF2-40B4-BE49-F238E27FC236}">
                    <a16:creationId xmlns:a16="http://schemas.microsoft.com/office/drawing/2014/main" id="{BFC915A1-2ECA-C58F-F444-58C7AC991B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03AA5DB1-141B-77F2-9AD3-6BA14DB4F981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B97E2574-C6AA-0364-18EF-28A48079E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0CBF408C-9369-27C1-A0B6-0543CBE29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9758AE0A-60F1-D15D-70C6-06555A152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038F034-C816-6FD2-27C3-6AA490897561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>
            <a:off x="9515072" y="4903131"/>
            <a:ext cx="253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heck" hidden="1">
            <a:extLst>
              <a:ext uri="{FF2B5EF4-FFF2-40B4-BE49-F238E27FC236}">
                <a16:creationId xmlns:a16="http://schemas.microsoft.com/office/drawing/2014/main" id="{43B49CB8-DD88-3EDE-936C-F067A85A349C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43467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Check" hidden="1">
            <a:extLst>
              <a:ext uri="{FF2B5EF4-FFF2-40B4-BE49-F238E27FC236}">
                <a16:creationId xmlns:a16="http://schemas.microsoft.com/office/drawing/2014/main" id="{863912F2-0BFA-0D08-DF93-D37BE541F31B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67252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Check" hidden="1">
            <a:extLst>
              <a:ext uri="{FF2B5EF4-FFF2-40B4-BE49-F238E27FC236}">
                <a16:creationId xmlns:a16="http://schemas.microsoft.com/office/drawing/2014/main" id="{A786EB6A-2BCC-712E-5628-83E527E0CDA3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90508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5C4C5-5FD2-F5B2-DE52-32D1AA1A9BBF}"/>
              </a:ext>
            </a:extLst>
          </p:cNvPr>
          <p:cNvSpPr/>
          <p:nvPr/>
        </p:nvSpPr>
        <p:spPr bwMode="auto">
          <a:xfrm>
            <a:off x="-106106" y="116468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15E1DD-63C2-3EFC-6134-DEBD1C709D22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5623321-7503-AF29-46F4-7D63081E9150}"/>
              </a:ext>
            </a:extLst>
          </p:cNvPr>
          <p:cNvGrpSpPr/>
          <p:nvPr/>
        </p:nvGrpSpPr>
        <p:grpSpPr>
          <a:xfrm>
            <a:off x="2932694" y="3589437"/>
            <a:ext cx="1368152" cy="216024"/>
            <a:chOff x="2634572" y="3276338"/>
            <a:chExt cx="1368152" cy="216024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9A020AA-BAAD-3141-E9AB-9DAA92462A37}"/>
                </a:ext>
              </a:extLst>
            </p:cNvPr>
            <p:cNvSpPr/>
            <p:nvPr/>
          </p:nvSpPr>
          <p:spPr>
            <a:xfrm>
              <a:off x="2634572" y="3276338"/>
              <a:ext cx="13681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여의도 통합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7" name="Chevron Left">
              <a:extLst>
                <a:ext uri="{FF2B5EF4-FFF2-40B4-BE49-F238E27FC236}">
                  <a16:creationId xmlns:a16="http://schemas.microsoft.com/office/drawing/2014/main" id="{711A66AE-CD3E-03EE-6374-E80E72F390F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85427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ardrop 1">
            <a:extLst>
              <a:ext uri="{FF2B5EF4-FFF2-40B4-BE49-F238E27FC236}">
                <a16:creationId xmlns:a16="http://schemas.microsoft.com/office/drawing/2014/main" id="{12E80DFB-8628-4F5E-6BF0-8BB08370AE70}"/>
              </a:ext>
            </a:extLst>
          </p:cNvPr>
          <p:cNvSpPr/>
          <p:nvPr/>
        </p:nvSpPr>
        <p:spPr>
          <a:xfrm rot="16200000" flipH="1" flipV="1">
            <a:off x="1471244" y="348638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86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E344-62DA-66C6-F5E0-90DA4E40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EAF6ED-D837-6687-DD64-397D3CCD6AB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블루웨이브 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90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5D6E-0046-DBBB-CE75-638A9654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26A512C-90CB-F82B-435E-71F42C29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699F418-278E-B7E0-1A6D-7D7F125E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AA99B82-4036-5A90-7835-BCD2727E5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995113E-0FA2-8BA6-14B8-D34D3FB91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C7A3C1-E278-5470-3AEC-EB4667F70C8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5E015C-EF8B-8A2B-D8A5-618EAA09356B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5542E5-305F-E45E-AF11-B7ACBE8510C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CEAF1E5-96EF-F6C8-D75C-F2866E12A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85737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AAF1F90-C674-300A-F575-3A6575193C0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D0B601A-0993-C593-D3F8-81BB5FA0A01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78BC024F-0EFF-A877-8606-56B2ADED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959636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805276D4-A1BF-8C61-BC5D-1EF672696B9A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99E091E-C7E5-2C25-B356-15134A3AA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50452"/>
              </p:ext>
            </p:extLst>
          </p:nvPr>
        </p:nvGraphicFramePr>
        <p:xfrm>
          <a:off x="1447441" y="1748834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69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78883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97184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106BFDF-4190-1917-7CFD-2016FCF1A36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B233D4-0917-5239-8806-88449B0BE137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C1BE3EF-E0F9-50DA-494E-AEAEF5284F4F}"/>
              </a:ext>
            </a:extLst>
          </p:cNvPr>
          <p:cNvSpPr>
            <a:spLocks/>
          </p:cNvSpPr>
          <p:nvPr/>
        </p:nvSpPr>
        <p:spPr bwMode="auto">
          <a:xfrm>
            <a:off x="6660248" y="9391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F422EA3-F480-21BB-3312-006A300C6628}"/>
              </a:ext>
            </a:extLst>
          </p:cNvPr>
          <p:cNvSpPr/>
          <p:nvPr/>
        </p:nvSpPr>
        <p:spPr>
          <a:xfrm>
            <a:off x="8616281" y="1481528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F40C77BA-F878-A99A-6619-2F5F385FE13C}"/>
              </a:ext>
            </a:extLst>
          </p:cNvPr>
          <p:cNvSpPr/>
          <p:nvPr/>
        </p:nvSpPr>
        <p:spPr>
          <a:xfrm rot="16200000" flipH="1" flipV="1">
            <a:off x="2832571" y="18701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4799C068-D064-8AB8-1240-01A5AE82FEB5}"/>
              </a:ext>
            </a:extLst>
          </p:cNvPr>
          <p:cNvGrpSpPr>
            <a:grpSpLocks noChangeAspect="1"/>
          </p:cNvGrpSpPr>
          <p:nvPr/>
        </p:nvGrpSpPr>
        <p:grpSpPr>
          <a:xfrm>
            <a:off x="3394602" y="1957271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206E2A0E-9749-E179-FF0E-BE2EDD7A42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1D116694-7AC8-24CE-B982-DCA6F545A3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8AB3AF0-BF56-134B-34D9-6B804A211B7C}"/>
              </a:ext>
            </a:extLst>
          </p:cNvPr>
          <p:cNvSpPr txBox="1"/>
          <p:nvPr/>
        </p:nvSpPr>
        <p:spPr>
          <a:xfrm>
            <a:off x="4702956" y="454355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B028269-D384-4051-B9D0-7206F46EABF6}"/>
              </a:ext>
            </a:extLst>
          </p:cNvPr>
          <p:cNvGrpSpPr/>
          <p:nvPr/>
        </p:nvGrpSpPr>
        <p:grpSpPr>
          <a:xfrm>
            <a:off x="1446413" y="148890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3E16062-FA73-9375-B07D-DB4AB29F6738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67B0F6-501E-FEB8-5672-4A179B50491C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41A36B1F-EC7D-0126-E9B2-946C48657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02D7586D-618C-86E8-9146-10BD3A596D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FFC33C15-CA80-1201-07E9-A253B76C098D}"/>
              </a:ext>
            </a:extLst>
          </p:cNvPr>
          <p:cNvSpPr/>
          <p:nvPr/>
        </p:nvSpPr>
        <p:spPr>
          <a:xfrm rot="16200000" flipH="1" flipV="1">
            <a:off x="8505732" y="133284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205E02-6E1A-9F27-53D5-AD98F1247DEA}"/>
              </a:ext>
            </a:extLst>
          </p:cNvPr>
          <p:cNvSpPr/>
          <p:nvPr/>
        </p:nvSpPr>
        <p:spPr bwMode="auto">
          <a:xfrm>
            <a:off x="-106106" y="139277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D26642-3303-31E0-6BFF-1178234D7311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5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A6F2-ADAE-8973-70F6-7A3E8F23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4F7FD17-2420-5E6C-D928-44A389D4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063863B-A976-C68D-656C-014742E7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34286C1-F946-5D6B-E583-15565706A6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7FEE048-88F9-9B88-E50B-1771426E3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F0B96B-510E-2703-881B-1E33471AAA5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E18B9A-C26E-B632-3AA8-A4E20532413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D89E03-ECED-08AB-4040-EDA83851278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9BB005A-E521-044C-8162-B7BF5B6CC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378466"/>
              </p:ext>
            </p:extLst>
          </p:nvPr>
        </p:nvGraphicFramePr>
        <p:xfrm>
          <a:off x="9406740" y="440717"/>
          <a:ext cx="2785260" cy="327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A8A7AA5-9583-5551-4605-2B2EF39AB27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9B0AB94-AB47-A41E-7DDA-6DC8D1191E23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DB030E-C086-8291-B99B-C33A105A7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939815"/>
              </p:ext>
            </p:extLst>
          </p:nvPr>
        </p:nvGraphicFramePr>
        <p:xfrm>
          <a:off x="1513108" y="1082536"/>
          <a:ext cx="7746199" cy="2103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577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8231B9-E410-979A-1B8C-F62DE6056B24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77B5BA-5452-6E0A-2650-B281AFC7CA41}"/>
              </a:ext>
            </a:extLst>
          </p:cNvPr>
          <p:cNvSpPr/>
          <p:nvPr/>
        </p:nvSpPr>
        <p:spPr>
          <a:xfrm>
            <a:off x="5221180" y="172815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6CF8AF-05A5-A659-A30D-84C1519A27C8}"/>
              </a:ext>
            </a:extLst>
          </p:cNvPr>
          <p:cNvSpPr/>
          <p:nvPr/>
        </p:nvSpPr>
        <p:spPr>
          <a:xfrm>
            <a:off x="2634571" y="202434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98FC29-9438-C389-A7C1-5A488E959442}"/>
              </a:ext>
            </a:extLst>
          </p:cNvPr>
          <p:cNvSpPr/>
          <p:nvPr/>
        </p:nvSpPr>
        <p:spPr>
          <a:xfrm>
            <a:off x="2634571" y="2326776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48625F-0688-31AE-D378-ED03BB6D4860}"/>
              </a:ext>
            </a:extLst>
          </p:cNvPr>
          <p:cNvSpPr/>
          <p:nvPr/>
        </p:nvSpPr>
        <p:spPr>
          <a:xfrm>
            <a:off x="2634571" y="171597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21F61-2537-263E-EAE2-BE23D4FB1FFC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F48F509-0597-5230-CEF0-8DE1E433C677}"/>
              </a:ext>
            </a:extLst>
          </p:cNvPr>
          <p:cNvSpPr/>
          <p:nvPr/>
        </p:nvSpPr>
        <p:spPr>
          <a:xfrm>
            <a:off x="2634571" y="261289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4C1ADD9-CB9C-AC71-0330-9611ED58542C}"/>
              </a:ext>
            </a:extLst>
          </p:cNvPr>
          <p:cNvSpPr/>
          <p:nvPr/>
        </p:nvSpPr>
        <p:spPr>
          <a:xfrm>
            <a:off x="6372853" y="261289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E80021A-44FB-560F-BB1F-F5FDD5BC7127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D1FC26-50D8-F661-7ECE-0C996C9F43B2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C8102B-492D-05B8-F2E2-1EC659CA3A83}"/>
              </a:ext>
            </a:extLst>
          </p:cNvPr>
          <p:cNvSpPr txBox="1"/>
          <p:nvPr/>
        </p:nvSpPr>
        <p:spPr>
          <a:xfrm>
            <a:off x="6811652" y="1420498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사용 중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5AD971DC-9F15-D5BD-007E-534FF0BBD686}"/>
              </a:ext>
            </a:extLst>
          </p:cNvPr>
          <p:cNvGrpSpPr/>
          <p:nvPr/>
        </p:nvGrpSpPr>
        <p:grpSpPr>
          <a:xfrm>
            <a:off x="6377082" y="2009556"/>
            <a:ext cx="2815262" cy="217550"/>
            <a:chOff x="2634570" y="2005049"/>
            <a:chExt cx="2815262" cy="21755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9BF54E5-0310-8395-3EEA-1287222443DB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D8FFF2A2-075C-D76B-6D05-850D8D515E55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5" name="Chevron Left">
              <a:extLst>
                <a:ext uri="{FF2B5EF4-FFF2-40B4-BE49-F238E27FC236}">
                  <a16:creationId xmlns:a16="http://schemas.microsoft.com/office/drawing/2014/main" id="{E11FD2E1-6337-B8EE-2F1B-21C7C9AD342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5CF1B8E7-45C9-3E31-3425-A5BDD44B86A0}"/>
              </a:ext>
            </a:extLst>
          </p:cNvPr>
          <p:cNvGrpSpPr/>
          <p:nvPr/>
        </p:nvGrpSpPr>
        <p:grpSpPr>
          <a:xfrm>
            <a:off x="6377082" y="2310893"/>
            <a:ext cx="2815262" cy="217550"/>
            <a:chOff x="2634570" y="2005049"/>
            <a:chExt cx="2815262" cy="217550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D63E153-54E7-6ED0-BB70-0E563570BC5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C71EE536-0F87-CD85-C458-9941D04445D8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9" name="Chevron Left">
              <a:extLst>
                <a:ext uri="{FF2B5EF4-FFF2-40B4-BE49-F238E27FC236}">
                  <a16:creationId xmlns:a16="http://schemas.microsoft.com/office/drawing/2014/main" id="{88F42C88-AFF8-B7F2-D1DD-18A62D5CFAD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29A2970-5A69-F3BF-6664-BE8C494C7DE5}"/>
              </a:ext>
            </a:extLst>
          </p:cNvPr>
          <p:cNvGrpSpPr/>
          <p:nvPr/>
        </p:nvGrpSpPr>
        <p:grpSpPr>
          <a:xfrm>
            <a:off x="2634571" y="2928587"/>
            <a:ext cx="2499451" cy="216024"/>
            <a:chOff x="2634571" y="3276338"/>
            <a:chExt cx="2499451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4FA5F1-A1E3-C0B9-E5FF-10A707E048B3}"/>
                </a:ext>
              </a:extLst>
            </p:cNvPr>
            <p:cNvSpPr/>
            <p:nvPr/>
          </p:nvSpPr>
          <p:spPr>
            <a:xfrm>
              <a:off x="2634571" y="3276338"/>
              <a:ext cx="249945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 선택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659C2E4D-9464-A9CE-7E53-DEE53CDCF93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D1B855D-7036-8BD4-E5E6-F31D107053B1}"/>
              </a:ext>
            </a:extLst>
          </p:cNvPr>
          <p:cNvSpPr txBox="1"/>
          <p:nvPr/>
        </p:nvSpPr>
        <p:spPr>
          <a:xfrm>
            <a:off x="5123027" y="2939625"/>
            <a:ext cx="2688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블루웨이브 관리자 권한 관리에 있는 값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2252726D-2709-A88D-DA5B-94AB703C77C1}"/>
              </a:ext>
            </a:extLst>
          </p:cNvPr>
          <p:cNvSpPr/>
          <p:nvPr/>
        </p:nvSpPr>
        <p:spPr>
          <a:xfrm rot="16200000" flipH="1" flipV="1">
            <a:off x="5106790" y="16184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ardrop 1">
            <a:extLst>
              <a:ext uri="{FF2B5EF4-FFF2-40B4-BE49-F238E27FC236}">
                <a16:creationId xmlns:a16="http://schemas.microsoft.com/office/drawing/2014/main" id="{C46920D0-FB49-7372-2C51-FB50FFC82AEC}"/>
              </a:ext>
            </a:extLst>
          </p:cNvPr>
          <p:cNvSpPr/>
          <p:nvPr/>
        </p:nvSpPr>
        <p:spPr>
          <a:xfrm rot="16200000" flipH="1" flipV="1">
            <a:off x="5568429" y="627917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595332-6123-618A-BC74-231BF8131533}"/>
              </a:ext>
            </a:extLst>
          </p:cNvPr>
          <p:cNvSpPr/>
          <p:nvPr/>
        </p:nvSpPr>
        <p:spPr bwMode="auto">
          <a:xfrm>
            <a:off x="-106106" y="139277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39FA1B-49F4-5E94-0718-1C9826D5612A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050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9148-0686-6694-95C1-72891027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5B4551F-4A36-BDA0-2696-A81767B3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90C7055-83E3-190D-ACC0-DCD1ABE3A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A796F50-8723-B213-BEF3-BAF4837A5B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5A07B4E-D4A2-9B5F-FFC2-ADD2EF110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DC25F8-9570-04F7-B969-661F122B97A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2D7315-F5D4-EA79-BB56-D1517E31F3D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EB63E6-23AD-68EC-89D8-E66F9853968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173954B-D0D9-DD89-4F52-4F708AEF8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319201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27ECF5C-B73A-843A-A633-D17DAF98971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2DBCD5B6-B87B-CE9A-B739-1C6200D9797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373BEF8-DEEC-AB78-9474-9195D8B6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02026"/>
              </p:ext>
            </p:extLst>
          </p:nvPr>
        </p:nvGraphicFramePr>
        <p:xfrm>
          <a:off x="1513108" y="1138560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392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41DC7D-2835-A687-1FC6-C12EB6DCB590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9A873F-152C-ABBF-3DE9-DA515688A0E9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7E9D4F1-E946-2C8A-688C-3FC0B602A6C1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1B20DF-F3F7-C264-ED2A-A81A17D52D41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58BA8D-4BD3-1B85-AC63-835B607EC834}"/>
              </a:ext>
            </a:extLst>
          </p:cNvPr>
          <p:cNvSpPr/>
          <p:nvPr/>
        </p:nvSpPr>
        <p:spPr>
          <a:xfrm>
            <a:off x="2634571" y="2687651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5EE8AA-5803-74C9-A280-DC228465ACC7}"/>
              </a:ext>
            </a:extLst>
          </p:cNvPr>
          <p:cNvSpPr/>
          <p:nvPr/>
        </p:nvSpPr>
        <p:spPr>
          <a:xfrm>
            <a:off x="2634571" y="2983487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57B03B-7C4A-7D9D-06C1-973D397A1ACC}"/>
              </a:ext>
            </a:extLst>
          </p:cNvPr>
          <p:cNvSpPr/>
          <p:nvPr/>
        </p:nvSpPr>
        <p:spPr>
          <a:xfrm>
            <a:off x="6372853" y="2983487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530CD2-FA18-D719-AA5B-22AA0FE3D228}"/>
              </a:ext>
            </a:extLst>
          </p:cNvPr>
          <p:cNvSpPr/>
          <p:nvPr/>
        </p:nvSpPr>
        <p:spPr>
          <a:xfrm>
            <a:off x="2634571" y="2408272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12EF78-38C2-6FDE-7CB3-4DEE2C147E7E}"/>
              </a:ext>
            </a:extLst>
          </p:cNvPr>
          <p:cNvSpPr/>
          <p:nvPr/>
        </p:nvSpPr>
        <p:spPr>
          <a:xfrm>
            <a:off x="2634571" y="1795356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63F3707-2083-12B8-E9D0-B0F0238AD061}"/>
              </a:ext>
            </a:extLst>
          </p:cNvPr>
          <p:cNvGrpSpPr/>
          <p:nvPr/>
        </p:nvGrpSpPr>
        <p:grpSpPr>
          <a:xfrm>
            <a:off x="6372853" y="2379806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7CC2A7F-6658-BA17-A913-AB66CBEDBD2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2B5FE01-9E39-71D3-92F1-25634DB6DB2D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D7FEE0E0-C9DB-075F-784B-E916D687AC4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121B70BB-B55C-54E9-7FDB-4F592CD4FA0F}"/>
              </a:ext>
            </a:extLst>
          </p:cNvPr>
          <p:cNvGrpSpPr/>
          <p:nvPr/>
        </p:nvGrpSpPr>
        <p:grpSpPr>
          <a:xfrm>
            <a:off x="6372853" y="2675947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1E3DB3A5-E972-3F7B-52E5-5794E033EB9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8BF5B91-44A4-F7DB-D5FE-E615D6158068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E556EF3D-9285-1109-20D8-9C7DF6A7B43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4359DC-E0C2-8886-267B-62D12C5FEEAC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59B98A-725C-167A-1B12-56286B9C6034}"/>
              </a:ext>
            </a:extLst>
          </p:cNvPr>
          <p:cNvGrpSpPr/>
          <p:nvPr/>
        </p:nvGrpSpPr>
        <p:grpSpPr>
          <a:xfrm>
            <a:off x="2634571" y="3276338"/>
            <a:ext cx="2499451" cy="617706"/>
            <a:chOff x="2634571" y="3276338"/>
            <a:chExt cx="2499451" cy="61770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0ECCA0B-0174-7D6B-6655-1598C995A9FA}"/>
                </a:ext>
              </a:extLst>
            </p:cNvPr>
            <p:cNvSpPr/>
            <p:nvPr/>
          </p:nvSpPr>
          <p:spPr>
            <a:xfrm>
              <a:off x="2634571" y="3276338"/>
              <a:ext cx="2499451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</a:t>
              </a:r>
              <a:r>
                <a:rPr kumimoji="1"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홍보팀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관리자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--------------------------------------------------------------</a:t>
              </a:r>
            </a:p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기획팀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개발팀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Chevron Left">
              <a:extLst>
                <a:ext uri="{FF2B5EF4-FFF2-40B4-BE49-F238E27FC236}">
                  <a16:creationId xmlns:a16="http://schemas.microsoft.com/office/drawing/2014/main" id="{5165774A-4154-3135-1FEE-1E1E1EA26E9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" name="Teardrop 1">
            <a:extLst>
              <a:ext uri="{FF2B5EF4-FFF2-40B4-BE49-F238E27FC236}">
                <a16:creationId xmlns:a16="http://schemas.microsoft.com/office/drawing/2014/main" id="{BB420E7E-A532-C6BA-6633-9E763ABF66BE}"/>
              </a:ext>
            </a:extLst>
          </p:cNvPr>
          <p:cNvSpPr/>
          <p:nvPr/>
        </p:nvSpPr>
        <p:spPr>
          <a:xfrm rot="16200000" flipH="1" flipV="1">
            <a:off x="2526111" y="17076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156AF4E0-A2C8-8D5E-6578-C783C1253361}"/>
              </a:ext>
            </a:extLst>
          </p:cNvPr>
          <p:cNvSpPr/>
          <p:nvPr/>
        </p:nvSpPr>
        <p:spPr>
          <a:xfrm rot="16200000" flipH="1" flipV="1">
            <a:off x="2497536" y="31792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E9752E7-A3D2-F59E-97BC-6F125E16986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223792" y="4487775"/>
            <a:ext cx="2193637" cy="1154545"/>
            <a:chOff x="595686" y="1261242"/>
            <a:chExt cx="3222246" cy="1507358"/>
          </a:xfrm>
        </p:grpSpPr>
        <p:sp>
          <p:nvSpPr>
            <p:cNvPr id="24" name="Window Body">
              <a:extLst>
                <a:ext uri="{FF2B5EF4-FFF2-40B4-BE49-F238E27FC236}">
                  <a16:creationId xmlns:a16="http://schemas.microsoft.com/office/drawing/2014/main" id="{B05E2EC4-4FCA-E8D9-0F2C-7B4C46EBE146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">
              <a:extLst>
                <a:ext uri="{FF2B5EF4-FFF2-40B4-BE49-F238E27FC236}">
                  <a16:creationId xmlns:a16="http://schemas.microsoft.com/office/drawing/2014/main" id="{B5F7534C-219F-A431-46D0-AEDAB3160BB7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itle Bar">
              <a:extLst>
                <a:ext uri="{FF2B5EF4-FFF2-40B4-BE49-F238E27FC236}">
                  <a16:creationId xmlns:a16="http://schemas.microsoft.com/office/drawing/2014/main" id="{073E0497-5E9C-22DA-7CD9-A058F70D4CB0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8" name="Close Button">
              <a:extLst>
                <a:ext uri="{FF2B5EF4-FFF2-40B4-BE49-F238E27FC236}">
                  <a16:creationId xmlns:a16="http://schemas.microsoft.com/office/drawing/2014/main" id="{59388D1E-E557-0316-4650-9DAD3F3BCF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0" name="Icons">
              <a:extLst>
                <a:ext uri="{FF2B5EF4-FFF2-40B4-BE49-F238E27FC236}">
                  <a16:creationId xmlns:a16="http://schemas.microsoft.com/office/drawing/2014/main" id="{7F18AD3D-750F-4271-B127-606A7EE781BE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41" name="Info Icon" hidden="1">
                <a:extLst>
                  <a:ext uri="{FF2B5EF4-FFF2-40B4-BE49-F238E27FC236}">
                    <a16:creationId xmlns:a16="http://schemas.microsoft.com/office/drawing/2014/main" id="{49F2B87C-E59F-CD2D-5F72-9060B45A971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Error Icon" hidden="1">
                <a:extLst>
                  <a:ext uri="{FF2B5EF4-FFF2-40B4-BE49-F238E27FC236}">
                    <a16:creationId xmlns:a16="http://schemas.microsoft.com/office/drawing/2014/main" id="{E0A90E86-4412-F1B7-89AC-7C0EF9290DB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Question Icon" hidden="1">
                <a:extLst>
                  <a:ext uri="{FF2B5EF4-FFF2-40B4-BE49-F238E27FC236}">
                    <a16:creationId xmlns:a16="http://schemas.microsoft.com/office/drawing/2014/main" id="{AC08C416-38AE-D3CC-3231-5B4D014590E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4" name="Buttons">
              <a:extLst>
                <a:ext uri="{FF2B5EF4-FFF2-40B4-BE49-F238E27FC236}">
                  <a16:creationId xmlns:a16="http://schemas.microsoft.com/office/drawing/2014/main" id="{BE355B36-17C8-6D87-B5C1-9B710E141226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7" name="Button 1">
                <a:extLst>
                  <a:ext uri="{FF2B5EF4-FFF2-40B4-BE49-F238E27FC236}">
                    <a16:creationId xmlns:a16="http://schemas.microsoft.com/office/drawing/2014/main" id="{33788842-2608-A52B-7272-CF5F109AF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2" hidden="1">
                <a:extLst>
                  <a:ext uri="{FF2B5EF4-FFF2-40B4-BE49-F238E27FC236}">
                    <a16:creationId xmlns:a16="http://schemas.microsoft.com/office/drawing/2014/main" id="{E392E3AF-7448-7DF5-2B0D-CDD26D541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Button 3" hidden="1">
                <a:extLst>
                  <a:ext uri="{FF2B5EF4-FFF2-40B4-BE49-F238E27FC236}">
                    <a16:creationId xmlns:a16="http://schemas.microsoft.com/office/drawing/2014/main" id="{77E49CA2-5AC3-1C29-5DE6-87969E201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Button 1">
                <a:extLst>
                  <a:ext uri="{FF2B5EF4-FFF2-40B4-BE49-F238E27FC236}">
                    <a16:creationId xmlns:a16="http://schemas.microsoft.com/office/drawing/2014/main" id="{671E4A25-6877-FE91-976E-B7132270A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78069763-7F5D-44F6-6F2A-DDEC64E70C11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>
            <a:off x="3398829" y="1891188"/>
            <a:ext cx="1921782" cy="25965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D0A966B-D9DB-D7C2-0D86-D9FFE78D9D2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15229" y="4483161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FFF34468-6316-70A2-A4FE-ABB6918744BC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7921E56B-2E9C-2E18-9F0A-C67B9F70921F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3D82E048-46A5-8F5C-71AB-DC7022DCADC5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15F84092-570C-058C-B56E-19D7E14FEE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1D78546C-46D5-50FC-96D1-8DD9486BEAC7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8" name="Info Icon" hidden="1">
                <a:extLst>
                  <a:ext uri="{FF2B5EF4-FFF2-40B4-BE49-F238E27FC236}">
                    <a16:creationId xmlns:a16="http://schemas.microsoft.com/office/drawing/2014/main" id="{CF059BA9-2F81-9BE9-187F-4EAB9D6AE7F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Error Icon" hidden="1">
                <a:extLst>
                  <a:ext uri="{FF2B5EF4-FFF2-40B4-BE49-F238E27FC236}">
                    <a16:creationId xmlns:a16="http://schemas.microsoft.com/office/drawing/2014/main" id="{7681631E-C1AF-A6FC-B927-6BD10AB1F14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Question Icon" hidden="1">
                <a:extLst>
                  <a:ext uri="{FF2B5EF4-FFF2-40B4-BE49-F238E27FC236}">
                    <a16:creationId xmlns:a16="http://schemas.microsoft.com/office/drawing/2014/main" id="{F13ED03C-07A7-2DFB-707D-30148D7ECF1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C1FA2111-6923-03EA-0377-FC33330830D3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34208E5C-6D42-2BE5-D03E-2B4115313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47A932E5-BD0B-D2F3-2814-7DEAC5EF2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7304BC05-1A24-AFCE-9BFB-DD53E4FA8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BF238BE-868F-01B3-373E-E4744D7A1924}"/>
              </a:ext>
            </a:extLst>
          </p:cNvPr>
          <p:cNvCxnSpPr>
            <a:cxnSpLocks/>
            <a:stCxn id="24" idx="1"/>
            <a:endCxn id="47" idx="3"/>
          </p:cNvCxnSpPr>
          <p:nvPr/>
        </p:nvCxnSpPr>
        <p:spPr>
          <a:xfrm flipH="1" flipV="1">
            <a:off x="3708866" y="5151483"/>
            <a:ext cx="514926" cy="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ardrop 1">
            <a:extLst>
              <a:ext uri="{FF2B5EF4-FFF2-40B4-BE49-F238E27FC236}">
                <a16:creationId xmlns:a16="http://schemas.microsoft.com/office/drawing/2014/main" id="{6DEE7538-A72A-0666-D972-2A40188FE7B5}"/>
              </a:ext>
            </a:extLst>
          </p:cNvPr>
          <p:cNvSpPr/>
          <p:nvPr/>
        </p:nvSpPr>
        <p:spPr>
          <a:xfrm rot="16200000" flipH="1" flipV="1">
            <a:off x="5533699" y="62952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Teardrop 1">
            <a:extLst>
              <a:ext uri="{FF2B5EF4-FFF2-40B4-BE49-F238E27FC236}">
                <a16:creationId xmlns:a16="http://schemas.microsoft.com/office/drawing/2014/main" id="{66A85B5C-D13F-4017-EE93-F2C65693F62A}"/>
              </a:ext>
            </a:extLst>
          </p:cNvPr>
          <p:cNvSpPr/>
          <p:nvPr/>
        </p:nvSpPr>
        <p:spPr>
          <a:xfrm rot="16200000" flipH="1" flipV="1">
            <a:off x="4974406" y="62952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3E6B8C-7A9B-BABE-2F7B-0819F07B62B6}"/>
              </a:ext>
            </a:extLst>
          </p:cNvPr>
          <p:cNvSpPr/>
          <p:nvPr/>
        </p:nvSpPr>
        <p:spPr bwMode="auto">
          <a:xfrm>
            <a:off x="-106106" y="139277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3311783-730E-E097-BE48-0B78FB7B5536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2B0359-C3DB-1CC8-C72C-DC8BD8CCA409}"/>
              </a:ext>
            </a:extLst>
          </p:cNvPr>
          <p:cNvSpPr txBox="1"/>
          <p:nvPr/>
        </p:nvSpPr>
        <p:spPr>
          <a:xfrm>
            <a:off x="5123027" y="3307776"/>
            <a:ext cx="2688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블루웨이브 관리자 권한 관리에 있는 값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2306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D8F7-4C6C-0D87-EDA4-CC2E47CB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84CC22-BFD6-379E-66F2-AB6C17EC541E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CECBDF-4795-D63A-E4B9-3AF1C16E830D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2247D19-BAA1-5117-4AC7-948646F05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275098"/>
              </p:ext>
            </p:extLst>
          </p:nvPr>
        </p:nvGraphicFramePr>
        <p:xfrm>
          <a:off x="119336" y="548680"/>
          <a:ext cx="11876248" cy="413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상태가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only possible if the account status is "N".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정상적으로 삭제 하는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해당 계정을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that account?/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 버튼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비밀번호를 초기화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초기화가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초기 비밀번호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holapms1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후 비밀번호를 수정하세요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reset the password?/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Password initialization completed.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After you log in,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782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79545</TotalTime>
  <Words>2540</Words>
  <Application>Microsoft Macintosh PowerPoint</Application>
  <PresentationFormat>와이드스크린</PresentationFormat>
  <Paragraphs>991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굴림</vt:lpstr>
      <vt:lpstr>나눔고딕</vt:lpstr>
      <vt:lpstr>나눔고딕</vt:lpstr>
      <vt:lpstr>나눔고딕OTF</vt:lpstr>
      <vt:lpstr>맑은 고딕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 관리자 관리 리스트</vt:lpstr>
      <vt:lpstr>호텔 관리자 등록</vt:lpstr>
      <vt:lpstr>호텔 관리자 수정/상세</vt:lpstr>
      <vt:lpstr>PowerPoint 프레젠테이션</vt:lpstr>
      <vt:lpstr>PowerPoint 프레젠테이션</vt:lpstr>
      <vt:lpstr>프로퍼티 관리자 관리 리스트</vt:lpstr>
      <vt:lpstr>프로퍼티 관리자 관리 등록</vt:lpstr>
      <vt:lpstr>프로퍼티 관리자 관리 수정/상세</vt:lpstr>
      <vt:lpstr>PowerPoint 프레젠테이션</vt:lpstr>
      <vt:lpstr>블루웨이브 관리자 관리 리스트</vt:lpstr>
      <vt:lpstr>블루웨이브 관리자 관리 등록</vt:lpstr>
      <vt:lpstr>블루웨이브 관리자 관리 수정/상세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11549</cp:revision>
  <cp:lastPrinted>2021-10-07T06:19:02Z</cp:lastPrinted>
  <dcterms:created xsi:type="dcterms:W3CDTF">2008-07-01T10:06:20Z</dcterms:created>
  <dcterms:modified xsi:type="dcterms:W3CDTF">2025-02-17T12:49:14Z</dcterms:modified>
</cp:coreProperties>
</file>