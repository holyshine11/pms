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0" r:id="rId1"/>
  </p:sldMasterIdLst>
  <p:notesMasterIdLst>
    <p:notesMasterId r:id="rId18"/>
  </p:notesMasterIdLst>
  <p:handoutMasterIdLst>
    <p:handoutMasterId r:id="rId19"/>
  </p:handoutMasterIdLst>
  <p:sldIdLst>
    <p:sldId id="593" r:id="rId2"/>
    <p:sldId id="594" r:id="rId3"/>
    <p:sldId id="1243" r:id="rId4"/>
    <p:sldId id="1305" r:id="rId5"/>
    <p:sldId id="1310" r:id="rId6"/>
    <p:sldId id="913" r:id="rId7"/>
    <p:sldId id="1309" r:id="rId8"/>
    <p:sldId id="1311" r:id="rId9"/>
    <p:sldId id="1312" r:id="rId10"/>
    <p:sldId id="1307" r:id="rId11"/>
    <p:sldId id="1308" r:id="rId12"/>
    <p:sldId id="1245" r:id="rId13"/>
    <p:sldId id="934" r:id="rId14"/>
    <p:sldId id="1313" r:id="rId15"/>
    <p:sldId id="1246" r:id="rId16"/>
    <p:sldId id="1306" r:id="rId17"/>
  </p:sldIdLst>
  <p:sldSz cx="12192000" cy="6858000"/>
  <p:notesSz cx="9928225" cy="67976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7A784C42-8C41-4043-A02B-952E4EB2EEF3}">
          <p14:sldIdLst>
            <p14:sldId id="593"/>
            <p14:sldId id="594"/>
          </p14:sldIdLst>
        </p14:section>
        <p14:section name="login" id="{BD80B950-3C16-664C-8B4D-676ABF50186F}">
          <p14:sldIdLst>
            <p14:sldId id="1243"/>
            <p14:sldId id="1305"/>
          </p14:sldIdLst>
        </p14:section>
        <p14:section name="layout" id="{9EE1B44C-9F31-0345-874D-155F2D9D2028}">
          <p14:sldIdLst>
            <p14:sldId id="1310"/>
            <p14:sldId id="913"/>
            <p14:sldId id="1309"/>
            <p14:sldId id="1311"/>
            <p14:sldId id="1312"/>
            <p14:sldId id="1307"/>
            <p14:sldId id="1308"/>
          </p14:sldIdLst>
        </p14:section>
        <p14:section name="별도 페이지" id="{72923328-6CAE-DE47-8A5A-F99C4245314C}">
          <p14:sldIdLst>
            <p14:sldId id="1245"/>
            <p14:sldId id="934"/>
            <p14:sldId id="1313"/>
            <p14:sldId id="1246"/>
            <p14:sldId id="130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141" userDrawn="1">
          <p15:clr>
            <a:srgbClr val="A4A3A4"/>
          </p15:clr>
        </p15:guide>
        <p15:guide id="2" pos="3127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VNB10081" initials="M" lastIdx="1" clrIdx="0">
    <p:extLst>
      <p:ext uri="{19B8F6BF-5375-455C-9EA6-DF929625EA0E}">
        <p15:presenceInfo xmlns:p15="http://schemas.microsoft.com/office/powerpoint/2012/main" userId="MVNB10081" providerId="None"/>
      </p:ext>
    </p:extLst>
  </p:cmAuthor>
  <p:cmAuthor id="2" name="MV-NB-10035" initials="M" lastIdx="1" clrIdx="1">
    <p:extLst>
      <p:ext uri="{19B8F6BF-5375-455C-9EA6-DF929625EA0E}">
        <p15:presenceInfo xmlns:p15="http://schemas.microsoft.com/office/powerpoint/2012/main" userId="MV-NB-10035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88EC"/>
    <a:srgbClr val="0432FF"/>
    <a:srgbClr val="E4E4E4"/>
    <a:srgbClr val="0971CE"/>
    <a:srgbClr val="BEDDFA"/>
    <a:srgbClr val="E0E0E0"/>
    <a:srgbClr val="21AB75"/>
    <a:srgbClr val="999999"/>
    <a:srgbClr val="F5F6F6"/>
    <a:srgbClr val="F3EC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89" autoAdjust="0"/>
    <p:restoredTop sz="95393" autoAdjust="0"/>
  </p:normalViewPr>
  <p:slideViewPr>
    <p:cSldViewPr>
      <p:cViewPr>
        <p:scale>
          <a:sx n="134" d="100"/>
          <a:sy n="134" d="100"/>
        </p:scale>
        <p:origin x="4760" y="512"/>
      </p:cViewPr>
      <p:guideLst/>
    </p:cSldViewPr>
  </p:slideViewPr>
  <p:outlineViewPr>
    <p:cViewPr>
      <p:scale>
        <a:sx n="33" d="100"/>
        <a:sy n="33" d="100"/>
      </p:scale>
      <p:origin x="0" y="-2783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12" d="100"/>
          <a:sy n="112" d="100"/>
        </p:scale>
        <p:origin x="4062" y="84"/>
      </p:cViewPr>
      <p:guideLst>
        <p:guide orient="horz" pos="2141"/>
        <p:guide pos="312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열2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4월</c:v>
                </c:pt>
                <c:pt idx="1">
                  <c:v>5월</c:v>
                </c:pt>
                <c:pt idx="2">
                  <c:v>6월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74-A84A-8065-56756C52E8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49754367"/>
        <c:axId val="1249843023"/>
      </c:barChart>
      <c:catAx>
        <c:axId val="12497543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249843023"/>
        <c:crosses val="autoZero"/>
        <c:auto val="1"/>
        <c:lblAlgn val="ctr"/>
        <c:lblOffset val="100"/>
        <c:noMultiLvlLbl val="0"/>
      </c:catAx>
      <c:valAx>
        <c:axId val="1249843023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2497543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열2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4월</c:v>
                </c:pt>
                <c:pt idx="1">
                  <c:v>5월</c:v>
                </c:pt>
                <c:pt idx="2">
                  <c:v>6월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3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74-A84A-8065-56756C52E8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49754367"/>
        <c:axId val="1249843023"/>
      </c:barChart>
      <c:catAx>
        <c:axId val="12497543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249843023"/>
        <c:crosses val="autoZero"/>
        <c:auto val="1"/>
        <c:lblAlgn val="ctr"/>
        <c:lblOffset val="100"/>
        <c:noMultiLvlLbl val="0"/>
      </c:catAx>
      <c:valAx>
        <c:axId val="1249843023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2497543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합계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4월</c:v>
                </c:pt>
                <c:pt idx="1">
                  <c:v>5월</c:v>
                </c:pt>
                <c:pt idx="2">
                  <c:v>6월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200</c:v>
                </c:pt>
                <c:pt idx="2">
                  <c:v>150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74-A84A-8065-56756C52E8B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객실금액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4월</c:v>
                </c:pt>
                <c:pt idx="1">
                  <c:v>5월</c:v>
                </c:pt>
                <c:pt idx="2">
                  <c:v>6월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47-1B44-B10B-06AEB87BA7B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옵션금액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4월</c:v>
                </c:pt>
                <c:pt idx="1">
                  <c:v>5월</c:v>
                </c:pt>
                <c:pt idx="2">
                  <c:v>6월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20</c:v>
                </c:pt>
                <c:pt idx="1">
                  <c:v>100</c:v>
                </c:pt>
                <c:pt idx="2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547-1B44-B10B-06AEB87BA7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49754367"/>
        <c:axId val="1249843023"/>
      </c:barChart>
      <c:catAx>
        <c:axId val="12497543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249843023"/>
        <c:crosses val="autoZero"/>
        <c:auto val="1"/>
        <c:lblAlgn val="ctr"/>
        <c:lblOffset val="100"/>
        <c:noMultiLvlLbl val="0"/>
      </c:catAx>
      <c:valAx>
        <c:axId val="1249843023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2497543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3C4621B-3802-BC5C-C7E4-2E6BB46ADC6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125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3894800-2685-6DF9-667F-9C47B9CD442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22925" y="0"/>
            <a:ext cx="4303713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869EB4-CB51-6C4C-9306-F25758FE889F}" type="datetimeFigureOut">
              <a:rPr kumimoji="1" lang="ko-KR" altLang="en-US" smtClean="0"/>
              <a:t>2025. 2. 17.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1B0BC5F-69EC-00D0-A672-6847C187747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456363"/>
            <a:ext cx="4302125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84EAFA5-28B5-AABF-828A-82F4288609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22925" y="6456363"/>
            <a:ext cx="4303713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EBA4E0-88B1-BD4F-986C-2E10F92CF5B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879591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3698" y="1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fld id="{E8AA0AC2-7CD3-45F0-8700-682885C075CF}" type="datetimeFigureOut">
              <a:rPr lang="ko-KR" altLang="en-US" smtClean="0"/>
              <a:pPr>
                <a:defRPr/>
              </a:pPr>
              <a:t>2025. 2. 17.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3900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21" tIns="45661" rIns="91321" bIns="45661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823" y="3228896"/>
            <a:ext cx="7942580" cy="3058954"/>
          </a:xfrm>
          <a:prstGeom prst="rect">
            <a:avLst/>
          </a:prstGeom>
        </p:spPr>
        <p:txBody>
          <a:bodyPr vert="horz" lIns="91321" tIns="45661" rIns="91321" bIns="45661" rtlCol="0">
            <a:normAutofit/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6456613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3698" y="6456613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140774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79878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242560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18B3E-AA55-9B06-84A3-012214AE2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89281B0-C4F9-53DA-A885-0807401C64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5A6E86-C7A5-100B-5C76-E8A44DE624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DE26F7-C503-277D-96EE-61C729F05C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632068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E1E93-2327-D1CF-A813-FAC39F8A4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BD28C62-80DA-197E-FF7E-A3D21F3E72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628B814-F912-8E6E-090A-C22901145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67B56-3A3B-3D1A-72D4-2B1176FBF8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151388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385478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34B0F-3D8B-842E-35AA-8885C79E0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21C0B88-442C-B9F2-AF59-F09F993CAF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AA1B9C3-17CC-8AEB-51F7-F7A5EF217E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5BC99A-1D2E-4A71-05CE-FCB8558520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222561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7BF31-8311-2D04-49F3-A947A6E41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601607C-5F35-F325-68EA-F44C9D02E2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5B3A7AF-D441-2E68-4C0B-964105CB34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551165-B945-4666-477B-203ACE8787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006284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D9E43-E19B-310A-D3E6-B484424E8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6ADB9BB-D0F9-31A9-DD6E-DAF21D3741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FB86C76-CBBF-F9E7-291E-0FE746C64C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A67FFD-A3E4-3E9A-3BA3-B907BF9964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95445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35D49-AD81-2C65-1CB7-BAF05B126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53C201-03B5-3542-B792-CC37767AF9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CF2BE53-2495-ABA2-430E-327CF21EE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CC96E6-646F-0BF6-7F0D-6EAD494C6D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685529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590E8-8EEB-B026-3647-D1CCF18F8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D162ED-9618-71D4-E519-09281EBCD0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9E0EA27-7584-3F72-BD67-FF8EE86859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94EBF2-DDF5-1B75-C24D-B8DC8310B5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078678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D8AA9-0478-83BA-84FB-C72DE17E7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4C0517-1C6C-883F-6DAA-787ABD9C58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BAE46F5-8E7B-9C9D-0A47-A6A4790312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571807-84AC-5CBD-CAFD-4BDA6A9DC9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7001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18B3E-AA55-9B06-84A3-012214AE2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89281B0-C4F9-53DA-A885-0807401C64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5A6E86-C7A5-100B-5C76-E8A44DE624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DE26F7-C503-277D-96EE-61C729F05C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63206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0" y="0"/>
            <a:ext cx="12191999" cy="421200"/>
          </a:xfrm>
          <a:prstGeom prst="rect">
            <a:avLst/>
          </a:prstGeom>
          <a:solidFill>
            <a:srgbClr val="0E27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b="0" i="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1" name="직선 연결선 10"/>
          <p:cNvCxnSpPr/>
          <p:nvPr userDrawn="1"/>
        </p:nvCxnSpPr>
        <p:spPr>
          <a:xfrm>
            <a:off x="190640" y="6485868"/>
            <a:ext cx="11810724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151607" y="6525345"/>
            <a:ext cx="439514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D6BB093D-3447-43C0-8660-B1E87EBBAB4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6713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/>
          <p:cNvCxnSpPr/>
          <p:nvPr userDrawn="1"/>
        </p:nvCxnSpPr>
        <p:spPr>
          <a:xfrm>
            <a:off x="190640" y="6485868"/>
            <a:ext cx="1181072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120349" y="6525345"/>
            <a:ext cx="502031" cy="246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D6BB093D-3447-43C0-8660-B1E87EBBAB40}" type="slidenum">
              <a:rPr kumimoji="0" lang="ko-KR" altLang="en-US" sz="10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10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1309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521788681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019F228D-6EB5-FA35-7212-5C6A861037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085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426034761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DE9E2F35-5318-8685-0C4C-8E540A7EF9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415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HEADER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FOOTER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0859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HEADER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5492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FOOTER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72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283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95B7CBC-3AF4-4E4A-BAD6-988B99A57675}"/>
              </a:ext>
            </a:extLst>
          </p:cNvPr>
          <p:cNvSpPr/>
          <p:nvPr userDrawn="1"/>
        </p:nvSpPr>
        <p:spPr>
          <a:xfrm>
            <a:off x="6266586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804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95B7CBC-3AF4-4E4A-BAD6-988B99A57675}"/>
              </a:ext>
            </a:extLst>
          </p:cNvPr>
          <p:cNvSpPr/>
          <p:nvPr userDrawn="1"/>
        </p:nvSpPr>
        <p:spPr>
          <a:xfrm>
            <a:off x="6266586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2924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3853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504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3415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A3838BF-7557-FEF1-B2AA-498A086256BC}"/>
              </a:ext>
            </a:extLst>
          </p:cNvPr>
          <p:cNvSpPr/>
          <p:nvPr userDrawn="1"/>
        </p:nvSpPr>
        <p:spPr>
          <a:xfrm>
            <a:off x="3274494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47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1873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2702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9936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073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00CD95D-380A-9D4D-A027-13B7757C598F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E524D94-2A44-674B-A570-1C9EA8569A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7A48A7D-7900-BE46-AB45-9FF85B368E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48415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3630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42FBCDB-7E6D-2444-82FC-E0DD0008E376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A377AE5-DBBE-4F43-B071-F42D175B4D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86FC96D-27C7-C448-A94A-B179B78458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48415" y="501619"/>
            <a:ext cx="2880320" cy="623974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5F324CF-8C6F-AF45-91D4-B94407D4CC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05486" y="495721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1087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00CD95D-380A-9D4D-A027-13B7757C598F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E524D94-2A44-674B-A570-1C9EA8569A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7A48A7D-7900-BE46-AB45-9FF85B368E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4738255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8208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949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94311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37231016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583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3690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화면설계_fo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31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895772695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1139C0C-91F0-4795-9439-C314284C641F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7165E61F-BA38-49D5-8F96-A71EFAF80B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583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41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8054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572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15" r:id="rId2"/>
    <p:sldLayoutId id="2147483858" r:id="rId3"/>
    <p:sldLayoutId id="2147483859" r:id="rId4"/>
    <p:sldLayoutId id="2147483861" r:id="rId5"/>
    <p:sldLayoutId id="2147483862" r:id="rId6"/>
    <p:sldLayoutId id="2147483863" r:id="rId7"/>
    <p:sldLayoutId id="2147483871" r:id="rId8"/>
    <p:sldLayoutId id="2147483867" r:id="rId9"/>
    <p:sldLayoutId id="2147483870" r:id="rId10"/>
    <p:sldLayoutId id="2147483865" r:id="rId11"/>
    <p:sldLayoutId id="2147483866" r:id="rId12"/>
    <p:sldLayoutId id="2147483864" r:id="rId13"/>
    <p:sldLayoutId id="2147483873" r:id="rId14"/>
    <p:sldLayoutId id="2147483860" r:id="rId15"/>
    <p:sldLayoutId id="2147483868" r:id="rId16"/>
    <p:sldLayoutId id="2147483872" r:id="rId17"/>
    <p:sldLayoutId id="2147483840" r:id="rId18"/>
    <p:sldLayoutId id="2147483846" r:id="rId19"/>
    <p:sldLayoutId id="2147483848" r:id="rId20"/>
    <p:sldLayoutId id="2147483869" r:id="rId21"/>
    <p:sldLayoutId id="2147483847" r:id="rId22"/>
    <p:sldLayoutId id="2147483843" r:id="rId23"/>
    <p:sldLayoutId id="2147483844" r:id="rId24"/>
    <p:sldLayoutId id="2147483825" r:id="rId25"/>
    <p:sldLayoutId id="2147483801" r:id="rId26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124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248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373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497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1313" indent="-3413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413" indent="-2270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8613" indent="-2270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813" indent="-2270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183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308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432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56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24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8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73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97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21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45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870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94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6.sv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slideLayout" Target="../slideLayouts/slideLayout25.xml"/><Relationship Id="rId4" Type="http://schemas.openxmlformats.org/officeDocument/2006/relationships/tags" Target="../tags/tag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openxmlformats.org/officeDocument/2006/relationships/slideLayout" Target="../slideLayouts/slideLayout25.xml"/><Relationship Id="rId4" Type="http://schemas.openxmlformats.org/officeDocument/2006/relationships/tags" Target="../tags/tag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5" Type="http://schemas.openxmlformats.org/officeDocument/2006/relationships/slideLayout" Target="../slideLayouts/slideLayout25.xml"/><Relationship Id="rId4" Type="http://schemas.openxmlformats.org/officeDocument/2006/relationships/tags" Target="../tags/tag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00B8047-21F8-65F7-4511-06941C793E18}"/>
              </a:ext>
            </a:extLst>
          </p:cNvPr>
          <p:cNvSpPr/>
          <p:nvPr/>
        </p:nvSpPr>
        <p:spPr>
          <a:xfrm>
            <a:off x="12899" y="1"/>
            <a:ext cx="9696400" cy="6857999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>
              <a:solidFill>
                <a:srgbClr val="0E273B"/>
              </a:solidFill>
              <a:latin typeface="NanumGothic" panose="020D0604000000000000" pitchFamily="34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79376" y="2276872"/>
            <a:ext cx="72728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올라</a:t>
            </a:r>
            <a:r>
              <a:rPr lang="en-US" altLang="ko-KR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(Hola)</a:t>
            </a:r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lang="en-US" altLang="ko-KR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PMS</a:t>
            </a:r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구축</a:t>
            </a:r>
            <a:endParaRPr lang="en-US" altLang="ko-KR" sz="3600" b="1" dirty="0">
              <a:solidFill>
                <a:schemeClr val="bg1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공통</a:t>
            </a:r>
            <a:endParaRPr lang="en-US" altLang="ko-KR" sz="3600" b="1" dirty="0">
              <a:solidFill>
                <a:schemeClr val="bg1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B3CFB0-434E-9EC3-C647-5D39A79CE9E9}"/>
              </a:ext>
            </a:extLst>
          </p:cNvPr>
          <p:cNvSpPr txBox="1"/>
          <p:nvPr/>
        </p:nvSpPr>
        <p:spPr>
          <a:xfrm>
            <a:off x="703143" y="4869160"/>
            <a:ext cx="6848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2025.01</a:t>
            </a:r>
            <a:endParaRPr lang="ko-KR" altLang="en-US" sz="10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19B1AC-406F-613B-7B8E-CCA7A79EC1EA}"/>
              </a:ext>
            </a:extLst>
          </p:cNvPr>
          <p:cNvSpPr txBox="1"/>
          <p:nvPr/>
        </p:nvSpPr>
        <p:spPr>
          <a:xfrm>
            <a:off x="703143" y="5298740"/>
            <a:ext cx="1220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by</a:t>
            </a:r>
            <a:r>
              <a:rPr lang="ko-KR" altLang="en-US" sz="14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Bluewave</a:t>
            </a:r>
            <a:endParaRPr lang="ko-KR" altLang="en-US" sz="14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</p:txBody>
      </p:sp>
      <p:cxnSp>
        <p:nvCxnSpPr>
          <p:cNvPr id="10" name="직선 연결선 26">
            <a:extLst>
              <a:ext uri="{FF2B5EF4-FFF2-40B4-BE49-F238E27FC236}">
                <a16:creationId xmlns:a16="http://schemas.microsoft.com/office/drawing/2014/main" id="{C097CB60-C949-A811-C665-4F285C858A3D}"/>
              </a:ext>
            </a:extLst>
          </p:cNvPr>
          <p:cNvCxnSpPr>
            <a:cxnSpLocks/>
          </p:cNvCxnSpPr>
          <p:nvPr/>
        </p:nvCxnSpPr>
        <p:spPr>
          <a:xfrm>
            <a:off x="794357" y="5200948"/>
            <a:ext cx="266646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1947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57A7AD3A-9DD8-E707-5CC7-4618915AE368}"/>
              </a:ext>
            </a:extLst>
          </p:cNvPr>
          <p:cNvSpPr txBox="1">
            <a:spLocks/>
          </p:cNvSpPr>
          <p:nvPr/>
        </p:nvSpPr>
        <p:spPr>
          <a:xfrm>
            <a:off x="407368" y="260648"/>
            <a:ext cx="1266825" cy="291022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124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248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373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497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l"/>
            <a:r>
              <a:rPr kumimoji="0" lang="ko-KR" altLang="en-US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개정 이력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133C224-A8E8-2BEB-7265-0D74AD2D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482437"/>
              </p:ext>
            </p:extLst>
          </p:nvPr>
        </p:nvGraphicFramePr>
        <p:xfrm>
          <a:off x="320130" y="764704"/>
          <a:ext cx="11320486" cy="27418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7318">
                  <a:extLst>
                    <a:ext uri="{9D8B030D-6E8A-4147-A177-3AD203B41FA5}">
                      <a16:colId xmlns:a16="http://schemas.microsoft.com/office/drawing/2014/main" val="3393011105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661492004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3509239257"/>
                    </a:ext>
                  </a:extLst>
                </a:gridCol>
                <a:gridCol w="1354731">
                  <a:extLst>
                    <a:ext uri="{9D8B030D-6E8A-4147-A177-3AD203B41FA5}">
                      <a16:colId xmlns:a16="http://schemas.microsoft.com/office/drawing/2014/main" val="557358696"/>
                    </a:ext>
                  </a:extLst>
                </a:gridCol>
                <a:gridCol w="1741613">
                  <a:extLst>
                    <a:ext uri="{9D8B030D-6E8A-4147-A177-3AD203B41FA5}">
                      <a16:colId xmlns:a16="http://schemas.microsoft.com/office/drawing/2014/main" val="31417053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버전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개정내용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페이지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개정일자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작성자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3003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altLang="ko-KR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V0.1</a:t>
                      </a: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ko-KR" altLang="en-US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최초 작성</a:t>
                      </a:r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altLang="ko-KR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2025-01-13</a:t>
                      </a: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박성광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778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altLang="ko-KR" sz="1000" b="0" i="0" kern="12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V1.0</a:t>
                      </a: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ko-KR" altLang="en-US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리뷰 수정 사항 반영</a:t>
                      </a:r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altLang="ko-KR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2025-01-17</a:t>
                      </a: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박성광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912996"/>
                  </a:ext>
                </a:extLst>
              </a:tr>
              <a:tr h="28824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19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3481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271077"/>
                  </a:ext>
                </a:extLst>
              </a:tr>
              <a:tr h="15722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5468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844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7303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273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3305127"/>
                  </a:ext>
                </a:extLst>
              </a:tr>
            </a:tbl>
          </a:graphicData>
        </a:graphic>
      </p:graphicFrame>
      <p:cxnSp>
        <p:nvCxnSpPr>
          <p:cNvPr id="9" name="직선 연결선 3">
            <a:extLst>
              <a:ext uri="{FF2B5EF4-FFF2-40B4-BE49-F238E27FC236}">
                <a16:creationId xmlns:a16="http://schemas.microsoft.com/office/drawing/2014/main" id="{B5B5739F-6413-69C2-5017-304829A0DB7D}"/>
              </a:ext>
            </a:extLst>
          </p:cNvPr>
          <p:cNvCxnSpPr/>
          <p:nvPr/>
        </p:nvCxnSpPr>
        <p:spPr>
          <a:xfrm>
            <a:off x="321643" y="263189"/>
            <a:ext cx="0" cy="273240"/>
          </a:xfrm>
          <a:prstGeom prst="line">
            <a:avLst/>
          </a:prstGeom>
          <a:ln w="57150">
            <a:solidFill>
              <a:srgbClr val="0E27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6021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8BE83-A4D3-D186-FDE4-529885303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38EB67-C95B-BE50-8BB8-0FA0ACF154B2}"/>
              </a:ext>
            </a:extLst>
          </p:cNvPr>
          <p:cNvSpPr txBox="1"/>
          <p:nvPr/>
        </p:nvSpPr>
        <p:spPr>
          <a:xfrm>
            <a:off x="6888088" y="4790559"/>
            <a:ext cx="2667718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800" b="1" i="1" dirty="0">
                <a:solidFill>
                  <a:srgbClr val="C00000"/>
                </a:solidFill>
                <a:latin typeface="+mn-ea"/>
                <a:ea typeface="+mn-ea"/>
              </a:rPr>
              <a:t>※ </a:t>
            </a:r>
            <a:r>
              <a:rPr lang="ko-KR" altLang="en-US" sz="800" b="1" i="1" dirty="0">
                <a:solidFill>
                  <a:srgbClr val="C00000"/>
                </a:solidFill>
                <a:latin typeface="+mn-ea"/>
                <a:ea typeface="+mn-ea"/>
              </a:rPr>
              <a:t>로그인 버튼 클릭 시 </a:t>
            </a:r>
            <a:r>
              <a:rPr lang="en-US" altLang="ko-KR" sz="800" b="1" i="1" dirty="0">
                <a:solidFill>
                  <a:srgbClr val="C00000"/>
                </a:solidFill>
                <a:latin typeface="+mn-ea"/>
                <a:ea typeface="+mn-ea"/>
              </a:rPr>
              <a:t>validation check </a:t>
            </a:r>
            <a:r>
              <a:rPr lang="ko-KR" altLang="en-US" sz="800" b="1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en-US" altLang="ko-KR" sz="800" b="1" i="1" dirty="0">
                <a:solidFill>
                  <a:srgbClr val="C00000"/>
                </a:solidFill>
                <a:latin typeface="+mn-ea"/>
                <a:ea typeface="+mn-ea"/>
              </a:rPr>
              <a:t>case (</a:t>
            </a:r>
            <a:r>
              <a:rPr lang="ko-KR" altLang="en-US" sz="800" b="1" i="1" dirty="0">
                <a:solidFill>
                  <a:srgbClr val="C00000"/>
                </a:solidFill>
                <a:latin typeface="+mn-ea"/>
                <a:ea typeface="+mn-ea"/>
              </a:rPr>
              <a:t>참고</a:t>
            </a:r>
            <a:r>
              <a:rPr lang="en-US" altLang="ko-KR" sz="800" b="1" i="1" dirty="0">
                <a:solidFill>
                  <a:srgbClr val="C00000"/>
                </a:solidFill>
                <a:latin typeface="+mn-ea"/>
                <a:ea typeface="+mn-ea"/>
              </a:rPr>
              <a:t>)</a:t>
            </a:r>
            <a:endParaRPr lang="ko-KR" altLang="en-US" sz="800" b="1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03C368B-8DB5-41C0-9CC8-6C1F89BB4C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0925015"/>
              </p:ext>
            </p:extLst>
          </p:nvPr>
        </p:nvGraphicFramePr>
        <p:xfrm>
          <a:off x="6888088" y="5079171"/>
          <a:ext cx="5160328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0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3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63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아이디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아이디를 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 미만으로 입력한 경우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아이디를 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 이상으로 입력하세요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영문 숫자 외 텍스트 입력한 경우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아이디는 영문과 숫자만 입력 가능합니다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아이디를 미 입력한 경우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아이디를 입력하세요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아이디가 없는 경우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등록된 계정이 없습니다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비밀번호를 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 미만으로 입력한 경우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>
                          <a:latin typeface="+mn-ea"/>
                        </a:rPr>
                        <a:t>비밀번호는 </a:t>
                      </a:r>
                      <a:r>
                        <a:rPr lang="en-US" altLang="ko-KR" sz="700" dirty="0">
                          <a:latin typeface="+mn-ea"/>
                        </a:rPr>
                        <a:t>10~20</a:t>
                      </a:r>
                      <a:r>
                        <a:rPr lang="ko-KR" altLang="en-US" sz="700" dirty="0">
                          <a:latin typeface="+mn-ea"/>
                        </a:rPr>
                        <a:t>자 이내 영문</a:t>
                      </a:r>
                      <a:r>
                        <a:rPr lang="en-US" altLang="ko-KR" sz="700" dirty="0">
                          <a:latin typeface="+mn-ea"/>
                        </a:rPr>
                        <a:t>, </a:t>
                      </a:r>
                      <a:r>
                        <a:rPr lang="ko-KR" altLang="en-US" sz="700" dirty="0">
                          <a:latin typeface="+mn-ea"/>
                        </a:rPr>
                        <a:t>숫자</a:t>
                      </a:r>
                      <a:r>
                        <a:rPr lang="en-US" altLang="ko-KR" sz="700" dirty="0">
                          <a:latin typeface="+mn-ea"/>
                        </a:rPr>
                        <a:t>, </a:t>
                      </a:r>
                      <a:r>
                        <a:rPr lang="ko-KR" altLang="en-US" sz="700" dirty="0">
                          <a:latin typeface="+mn-ea"/>
                        </a:rPr>
                        <a:t>특수문자로 입력 입력하세요</a:t>
                      </a:r>
                      <a:r>
                        <a:rPr lang="en-US" altLang="ko-KR" sz="700" dirty="0">
                          <a:latin typeface="+mn-ea"/>
                        </a:rPr>
                        <a:t>.</a:t>
                      </a:r>
                      <a:endParaRPr lang="ko-KR" altLang="en-US" sz="700" dirty="0">
                        <a:latin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비밀번호를 미 입력한 경우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비밀번호를 입력하세요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비밀번호가 불일치 하는 경우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아이디 또는 </a:t>
                      </a:r>
                      <a:r>
                        <a:rPr lang="ko-KR" altLang="en-US" sz="7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비밀번호가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일치 하지 않습니다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다시 입력하세요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Box">
            <a:extLst>
              <a:ext uri="{FF2B5EF4-FFF2-40B4-BE49-F238E27FC236}">
                <a16:creationId xmlns:a16="http://schemas.microsoft.com/office/drawing/2014/main" id="{7A2D4E6B-0467-BAE7-38ED-C8CE6B86DDC4}"/>
              </a:ext>
            </a:extLst>
          </p:cNvPr>
          <p:cNvSpPr>
            <a:spLocks/>
          </p:cNvSpPr>
          <p:nvPr/>
        </p:nvSpPr>
        <p:spPr bwMode="auto">
          <a:xfrm>
            <a:off x="1271464" y="2930421"/>
            <a:ext cx="3168352" cy="340637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000" b="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아이디를 입력하세요</a:t>
            </a:r>
            <a:r>
              <a:rPr kumimoji="0" lang="en-US" altLang="ko-KR" sz="1000" b="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.</a:t>
            </a: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E9E5EE4E-1F0F-C8A6-E0C7-5D3AD718BB5F}"/>
              </a:ext>
            </a:extLst>
          </p:cNvPr>
          <p:cNvSpPr/>
          <p:nvPr/>
        </p:nvSpPr>
        <p:spPr>
          <a:xfrm>
            <a:off x="839416" y="980728"/>
            <a:ext cx="4032448" cy="5112568"/>
          </a:xfrm>
          <a:prstGeom prst="roundRect">
            <a:avLst>
              <a:gd name="adj" fmla="val 8229"/>
            </a:avLst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Text Box">
            <a:extLst>
              <a:ext uri="{FF2B5EF4-FFF2-40B4-BE49-F238E27FC236}">
                <a16:creationId xmlns:a16="http://schemas.microsoft.com/office/drawing/2014/main" id="{5E5C21C4-13A9-C965-9776-DC53A2C08037}"/>
              </a:ext>
            </a:extLst>
          </p:cNvPr>
          <p:cNvSpPr>
            <a:spLocks/>
          </p:cNvSpPr>
          <p:nvPr/>
        </p:nvSpPr>
        <p:spPr bwMode="auto">
          <a:xfrm>
            <a:off x="1271464" y="3686505"/>
            <a:ext cx="3168352" cy="340637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000" b="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비밀번호를 입력하세요</a:t>
            </a:r>
            <a:r>
              <a:rPr kumimoji="0" lang="en-US" altLang="ko-KR" sz="1000" b="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4400CB5-4816-973C-F5B2-07A8B796ED11}"/>
              </a:ext>
            </a:extLst>
          </p:cNvPr>
          <p:cNvSpPr/>
          <p:nvPr/>
        </p:nvSpPr>
        <p:spPr>
          <a:xfrm>
            <a:off x="1290646" y="4442134"/>
            <a:ext cx="3149170" cy="25510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900" b="1" kern="0" spc="-90" dirty="0">
                <a:solidFill>
                  <a:schemeClr val="tx1"/>
                </a:solidFill>
                <a:latin typeface="+mn-ea"/>
              </a:rPr>
              <a:t>로그인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DE521F-BB70-630E-59CA-FAEF940BC440}"/>
              </a:ext>
            </a:extLst>
          </p:cNvPr>
          <p:cNvSpPr txBox="1"/>
          <p:nvPr/>
        </p:nvSpPr>
        <p:spPr>
          <a:xfrm>
            <a:off x="1199456" y="2634647"/>
            <a:ext cx="4732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ko-KR" altLang="en-US" sz="800" dirty="0">
                <a:latin typeface="+mn-ea"/>
                <a:ea typeface="+mn-ea"/>
              </a:rPr>
              <a:t>아이디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2E80A0-3FFB-C29D-83B3-1B4D8CFF4889}"/>
              </a:ext>
            </a:extLst>
          </p:cNvPr>
          <p:cNvSpPr txBox="1"/>
          <p:nvPr/>
        </p:nvSpPr>
        <p:spPr>
          <a:xfrm>
            <a:off x="1199456" y="3443199"/>
            <a:ext cx="8640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ko-KR" altLang="en-US" sz="800" dirty="0">
                <a:latin typeface="+mn-ea"/>
                <a:ea typeface="+mn-ea"/>
              </a:rPr>
              <a:t>비밀번호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E19426E-DBF0-25C9-DC8F-5E2AD3D8CF56}"/>
              </a:ext>
            </a:extLst>
          </p:cNvPr>
          <p:cNvSpPr/>
          <p:nvPr/>
        </p:nvSpPr>
        <p:spPr>
          <a:xfrm>
            <a:off x="2270123" y="1691758"/>
            <a:ext cx="1190215" cy="44264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Hola</a:t>
            </a:r>
            <a:r>
              <a: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kumimoji="1"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Logo</a:t>
            </a:r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pic>
        <p:nvPicPr>
          <p:cNvPr id="14" name="그래픽 13" descr="눈 단색으로 채워진">
            <a:extLst>
              <a:ext uri="{FF2B5EF4-FFF2-40B4-BE49-F238E27FC236}">
                <a16:creationId xmlns:a16="http://schemas.microsoft.com/office/drawing/2014/main" id="{EFE26464-E55A-45FA-5EB1-80CB529D09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79776" y="3725877"/>
            <a:ext cx="291356" cy="29135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1646D95-FC75-2D59-7B13-EF1ED6287A76}"/>
              </a:ext>
            </a:extLst>
          </p:cNvPr>
          <p:cNvSpPr txBox="1"/>
          <p:nvPr/>
        </p:nvSpPr>
        <p:spPr>
          <a:xfrm>
            <a:off x="1127448" y="5250686"/>
            <a:ext cx="34563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800" dirty="0">
                <a:latin typeface="+mn-ea"/>
                <a:ea typeface="+mn-ea"/>
              </a:rPr>
              <a:t>관리자 계정이 필요하신 경우나 아이디</a:t>
            </a:r>
            <a:r>
              <a:rPr kumimoji="1" lang="en-US" altLang="ko-KR" sz="800" dirty="0">
                <a:latin typeface="+mn-ea"/>
                <a:ea typeface="+mn-ea"/>
              </a:rPr>
              <a:t>/</a:t>
            </a:r>
            <a:r>
              <a:rPr kumimoji="1" lang="ko-KR" altLang="en-US" sz="800" dirty="0">
                <a:latin typeface="+mn-ea"/>
                <a:ea typeface="+mn-ea"/>
              </a:rPr>
              <a:t>비밀번호를 모르실 경우</a:t>
            </a:r>
            <a:endParaRPr kumimoji="1" lang="en-US" altLang="ko-KR" sz="800" dirty="0">
              <a:latin typeface="+mn-ea"/>
              <a:ea typeface="+mn-ea"/>
            </a:endParaRPr>
          </a:p>
          <a:p>
            <a:pPr algn="ctr"/>
            <a:r>
              <a:rPr lang="ko-KR" altLang="en-US" sz="800" dirty="0">
                <a:latin typeface="+mn-ea"/>
                <a:ea typeface="+mn-ea"/>
              </a:rPr>
              <a:t>올라</a:t>
            </a:r>
            <a:r>
              <a:rPr lang="en-US" altLang="ko-KR" sz="800" dirty="0">
                <a:latin typeface="+mn-ea"/>
                <a:ea typeface="+mn-ea"/>
              </a:rPr>
              <a:t>PMS</a:t>
            </a:r>
            <a:r>
              <a:rPr lang="ko-KR" altLang="en-US" sz="800" dirty="0">
                <a:latin typeface="+mn-ea"/>
                <a:ea typeface="+mn-ea"/>
              </a:rPr>
              <a:t> 고객센터 </a:t>
            </a:r>
            <a:r>
              <a:rPr lang="en-US" altLang="ko-KR" sz="800" dirty="0">
                <a:solidFill>
                  <a:srgbClr val="FF0000"/>
                </a:solidFill>
                <a:latin typeface="+mn-ea"/>
                <a:ea typeface="+mn-ea"/>
              </a:rPr>
              <a:t>070-1234-1234</a:t>
            </a:r>
            <a:r>
              <a:rPr lang="ko-KR" altLang="en-US" sz="800" dirty="0">
                <a:latin typeface="+mn-ea"/>
                <a:ea typeface="+mn-ea"/>
              </a:rPr>
              <a:t>로 연락 주세요</a:t>
            </a:r>
            <a:r>
              <a:rPr lang="en-US" altLang="ko-KR" sz="800" dirty="0">
                <a:latin typeface="+mn-ea"/>
                <a:ea typeface="+mn-ea"/>
              </a:rPr>
              <a:t>.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DD67853-D4BA-741A-9681-23D2020273CB}"/>
              </a:ext>
            </a:extLst>
          </p:cNvPr>
          <p:cNvSpPr txBox="1"/>
          <p:nvPr/>
        </p:nvSpPr>
        <p:spPr>
          <a:xfrm>
            <a:off x="4981513" y="3698463"/>
            <a:ext cx="1963999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800" b="1" i="1" dirty="0">
                <a:solidFill>
                  <a:srgbClr val="C00000"/>
                </a:solidFill>
                <a:latin typeface="+mn-ea"/>
                <a:ea typeface="+mn-ea"/>
              </a:rPr>
              <a:t>※ </a:t>
            </a:r>
            <a:r>
              <a:rPr lang="ko-KR" altLang="en-US" sz="800" b="1" i="1" dirty="0">
                <a:solidFill>
                  <a:srgbClr val="C00000"/>
                </a:solidFill>
                <a:latin typeface="+mn-ea"/>
                <a:ea typeface="+mn-ea"/>
              </a:rPr>
              <a:t>비밀번호 초기화 초도 로그인 비밀번호</a:t>
            </a:r>
            <a:endParaRPr lang="en-US" altLang="ko-KR" sz="800" b="1" i="1" dirty="0">
              <a:solidFill>
                <a:srgbClr val="C00000"/>
              </a:solidFill>
              <a:latin typeface="+mn-ea"/>
              <a:ea typeface="+mn-ea"/>
            </a:endParaRPr>
          </a:p>
          <a:p>
            <a:r>
              <a:rPr lang="en-US" altLang="ko-KR" sz="800" b="1" i="1" dirty="0">
                <a:solidFill>
                  <a:srgbClr val="C00000"/>
                </a:solidFill>
                <a:latin typeface="+mn-ea"/>
                <a:ea typeface="+mn-ea"/>
              </a:rPr>
              <a:t> -</a:t>
            </a:r>
            <a:r>
              <a:rPr lang="ko-KR" altLang="en-US" sz="800" b="1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en-US" altLang="ko-KR" sz="800" b="1" i="1" dirty="0" err="1">
                <a:solidFill>
                  <a:srgbClr val="C00000"/>
                </a:solidFill>
                <a:latin typeface="+mn-ea"/>
                <a:ea typeface="+mn-ea"/>
              </a:rPr>
              <a:t>holapms1</a:t>
            </a:r>
            <a:r>
              <a:rPr lang="en-US" altLang="ko-KR" sz="800" b="1" i="1" dirty="0">
                <a:solidFill>
                  <a:srgbClr val="C00000"/>
                </a:solidFill>
                <a:latin typeface="+mn-ea"/>
                <a:ea typeface="+mn-ea"/>
              </a:rPr>
              <a:t>!</a:t>
            </a:r>
            <a:endParaRPr lang="ko-KR" altLang="en-US" sz="800" b="1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5DF862E-704D-32AD-ED3B-270F3B701AF2}"/>
              </a:ext>
            </a:extLst>
          </p:cNvPr>
          <p:cNvSpPr txBox="1"/>
          <p:nvPr/>
        </p:nvSpPr>
        <p:spPr>
          <a:xfrm>
            <a:off x="47328" y="61179"/>
            <a:ext cx="17988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400" b="1" dirty="0">
                <a:solidFill>
                  <a:schemeClr val="bg1"/>
                </a:solidFill>
                <a:latin typeface="+mn-ea"/>
                <a:ea typeface="+mn-ea"/>
              </a:rPr>
              <a:t>관리자 로그인 페이지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E9191C7-19A9-7206-0EE8-E5C99EDFF05F}"/>
              </a:ext>
            </a:extLst>
          </p:cNvPr>
          <p:cNvGrpSpPr/>
          <p:nvPr/>
        </p:nvGrpSpPr>
        <p:grpSpPr>
          <a:xfrm>
            <a:off x="1282993" y="4131498"/>
            <a:ext cx="2206033" cy="215444"/>
            <a:chOff x="1282993" y="4131498"/>
            <a:chExt cx="2206033" cy="215444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C7FA6AA8-D722-C521-FB7B-315332E06975}"/>
                </a:ext>
              </a:extLst>
            </p:cNvPr>
            <p:cNvSpPr/>
            <p:nvPr/>
          </p:nvSpPr>
          <p:spPr>
            <a:xfrm>
              <a:off x="1282993" y="4158105"/>
              <a:ext cx="153066" cy="153066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7E9F423-A342-EEFD-E3C4-3EB04C0203CF}"/>
                </a:ext>
              </a:extLst>
            </p:cNvPr>
            <p:cNvSpPr txBox="1"/>
            <p:nvPr/>
          </p:nvSpPr>
          <p:spPr>
            <a:xfrm>
              <a:off x="1445164" y="4131498"/>
              <a:ext cx="204386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800" dirty="0">
                  <a:latin typeface="+mn-ea"/>
                  <a:ea typeface="+mn-ea"/>
                </a:rPr>
                <a:t>로그인 유지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F3180108-D7D3-5985-BF1C-41EDD45AE4AE}"/>
              </a:ext>
            </a:extLst>
          </p:cNvPr>
          <p:cNvSpPr txBox="1"/>
          <p:nvPr/>
        </p:nvSpPr>
        <p:spPr>
          <a:xfrm>
            <a:off x="2041807" y="4114027"/>
            <a:ext cx="1228221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800" b="1" i="1" dirty="0">
                <a:solidFill>
                  <a:srgbClr val="C00000"/>
                </a:solidFill>
                <a:latin typeface="+mn-ea"/>
                <a:ea typeface="+mn-ea"/>
              </a:rPr>
              <a:t>← 세션 유지 시간 </a:t>
            </a:r>
            <a:r>
              <a:rPr lang="en-US" altLang="ko-KR" sz="800" b="1" i="1" dirty="0">
                <a:solidFill>
                  <a:srgbClr val="C00000"/>
                </a:solidFill>
                <a:latin typeface="+mn-ea"/>
                <a:ea typeface="+mn-ea"/>
              </a:rPr>
              <a:t>1</a:t>
            </a:r>
            <a:r>
              <a:rPr lang="ko-KR" altLang="en-US" sz="800" b="1" i="1" dirty="0">
                <a:solidFill>
                  <a:srgbClr val="C00000"/>
                </a:solidFill>
                <a:latin typeface="+mn-ea"/>
                <a:ea typeface="+mn-ea"/>
              </a:rPr>
              <a:t>시간</a:t>
            </a:r>
          </a:p>
        </p:txBody>
      </p:sp>
    </p:spTree>
    <p:extLst>
      <p:ext uri="{BB962C8B-B14F-4D97-AF65-F5344CB8AC3E}">
        <p14:creationId xmlns:p14="http://schemas.microsoft.com/office/powerpoint/2010/main" val="1323989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A841D-68A8-4203-D1FB-50F8520E0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4D057E8-5A54-DDF6-B911-5CC8C7E333C5}"/>
              </a:ext>
            </a:extLst>
          </p:cNvPr>
          <p:cNvSpPr txBox="1"/>
          <p:nvPr/>
        </p:nvSpPr>
        <p:spPr>
          <a:xfrm>
            <a:off x="69106" y="77935"/>
            <a:ext cx="31465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Validation check case </a:t>
            </a:r>
            <a:endParaRPr lang="ko-KR" altLang="en-US" sz="1000" b="1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1EB9077-3333-A920-034E-49A2A39B724F}"/>
              </a:ext>
            </a:extLst>
          </p:cNvPr>
          <p:cNvSpPr txBox="1">
            <a:spLocks/>
          </p:cNvSpPr>
          <p:nvPr/>
        </p:nvSpPr>
        <p:spPr>
          <a:xfrm>
            <a:off x="4524788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800" b="0" i="0" kern="120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124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248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373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497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ko-KR" altLang="en-US" dirty="0"/>
              <a:t>사용자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모바일 회원 리스트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회원정보 상세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B8BCD61-42EE-9803-8022-0B24D9057F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8817614"/>
              </p:ext>
            </p:extLst>
          </p:nvPr>
        </p:nvGraphicFramePr>
        <p:xfrm>
          <a:off x="119336" y="548680"/>
          <a:ext cx="11876248" cy="3940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178">
                  <a:extLst>
                    <a:ext uri="{9D8B030D-6E8A-4147-A177-3AD203B41FA5}">
                      <a16:colId xmlns:a16="http://schemas.microsoft.com/office/drawing/2014/main" val="2033187375"/>
                    </a:ext>
                  </a:extLst>
                </a:gridCol>
                <a:gridCol w="2060110">
                  <a:extLst>
                    <a:ext uri="{9D8B030D-6E8A-4147-A177-3AD203B41FA5}">
                      <a16:colId xmlns:a16="http://schemas.microsoft.com/office/drawing/2014/main" val="1130626129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4216543346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3811281932"/>
                    </a:ext>
                  </a:extLst>
                </a:gridCol>
                <a:gridCol w="3312368">
                  <a:extLst>
                    <a:ext uri="{9D8B030D-6E8A-4147-A177-3AD203B41FA5}">
                      <a16:colId xmlns:a16="http://schemas.microsoft.com/office/drawing/2014/main" val="2561323354"/>
                    </a:ext>
                  </a:extLst>
                </a:gridCol>
                <a:gridCol w="2947256">
                  <a:extLst>
                    <a:ext uri="{9D8B030D-6E8A-4147-A177-3AD203B41FA5}">
                      <a16:colId xmlns:a16="http://schemas.microsoft.com/office/drawing/2014/main" val="2481029093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액션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타입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메시지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국문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메시지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영문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866115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로그인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아이디를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 미만으로 입력한 경우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alert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아이디를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 이상으로 입력하세요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Please enter your ID at least 8 characters.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211779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로그인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영문 숫자 외 텍스트 입력한 경우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alert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아이디는 영문과 숫자만 입력 가능합니다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The ID can only be entered in English and numbers.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377627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로그인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아이디를 미 입력한 경우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alert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아이디를 입력하세요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Please enter your ID.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00892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로그인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아이디가 없는 경우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alert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등록된 계정이 없습니다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There are no registered accounts.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393941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로그인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비밀번호를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 미만으로 입력한 경우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alert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비밀번호는 </a:t>
                      </a:r>
                      <a:r>
                        <a:rPr lang="en-US" altLang="ko-KR" sz="800" dirty="0">
                          <a:latin typeface="+mn-ea"/>
                        </a:rPr>
                        <a:t>10~20</a:t>
                      </a:r>
                      <a:r>
                        <a:rPr lang="ko-KR" altLang="en-US" sz="800" dirty="0">
                          <a:latin typeface="+mn-ea"/>
                        </a:rPr>
                        <a:t>자 이내 영문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숫자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특수문자로 입력 입력하세요</a:t>
                      </a:r>
                      <a:r>
                        <a:rPr lang="en-US" altLang="ko-KR" sz="800" dirty="0">
                          <a:latin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Please enter passwords in English, numbers, and special characters up to 10 to 20 characters.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04059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로그인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비밀번호를 미 입력한 경우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비밀번호를 입력하세요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Please enter your passwords number.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0780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로그인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비밀번호가 불일치 하는 경우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alert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아이디 또는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비밀번호가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일치 하지 않습니다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다시 입력하세요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 or password does not match. Please re-enter.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13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페이지 진입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세션이 끈긴 경우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세션 유지 시간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시간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세션이 종료 되었습니다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다시 로그인 해주세요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Your session has ended. Please log in again.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52332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236074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10312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430512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0063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1212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68743-88E9-F8B3-8AC8-F61516A84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" name="표 87">
            <a:extLst>
              <a:ext uri="{FF2B5EF4-FFF2-40B4-BE49-F238E27FC236}">
                <a16:creationId xmlns:a16="http://schemas.microsoft.com/office/drawing/2014/main" id="{A7DF140B-53AA-5FE5-907B-ACBCD66AB7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0952068"/>
              </p:ext>
            </p:extLst>
          </p:nvPr>
        </p:nvGraphicFramePr>
        <p:xfrm>
          <a:off x="643108" y="2325952"/>
          <a:ext cx="10825039" cy="6008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81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3369726163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374633356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4118305075"/>
                    </a:ext>
                  </a:extLst>
                </a:gridCol>
                <a:gridCol w="1614091">
                  <a:extLst>
                    <a:ext uri="{9D8B030D-6E8A-4147-A177-3AD203B41FA5}">
                      <a16:colId xmlns:a16="http://schemas.microsoft.com/office/drawing/2014/main" val="998102763"/>
                    </a:ext>
                  </a:extLst>
                </a:gridCol>
              </a:tblGrid>
              <a:tr h="2408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No</a:t>
                      </a:r>
                      <a:endParaRPr lang="ko-KR" altLang="en-US" sz="10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회원 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이메일 아이디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휴대폰 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회원 상태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가입일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059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검색된 데이터가 없습니다</a:t>
                      </a:r>
                      <a:r>
                        <a:rPr lang="en-US" altLang="ko-KR" sz="1000" spc="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.  (</a:t>
                      </a:r>
                      <a:r>
                        <a:rPr lang="ko-KR" altLang="en-US" sz="1000" spc="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페이지 진입 시</a:t>
                      </a:r>
                      <a:r>
                        <a:rPr lang="en-US" altLang="ko-KR" sz="1000" spc="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spc="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spc="-10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9" name="TextBox 88">
            <a:extLst>
              <a:ext uri="{FF2B5EF4-FFF2-40B4-BE49-F238E27FC236}">
                <a16:creationId xmlns:a16="http://schemas.microsoft.com/office/drawing/2014/main" id="{D27A2D68-B0FC-C457-0118-2AA40193BD3D}"/>
              </a:ext>
            </a:extLst>
          </p:cNvPr>
          <p:cNvSpPr txBox="1"/>
          <p:nvPr/>
        </p:nvSpPr>
        <p:spPr>
          <a:xfrm>
            <a:off x="7396696" y="2626401"/>
            <a:ext cx="325922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0" i="1" dirty="0">
                <a:solidFill>
                  <a:srgbClr val="C00000"/>
                </a:solidFill>
                <a:latin typeface="+mn-ea"/>
                <a:ea typeface="+mn-ea"/>
              </a:rPr>
              <a:t>← </a:t>
            </a:r>
            <a:r>
              <a:rPr lang="ko-KR" altLang="en-US" sz="1000" b="0" i="1" dirty="0">
                <a:solidFill>
                  <a:srgbClr val="C00000"/>
                </a:solidFill>
                <a:latin typeface="+mn-ea"/>
                <a:ea typeface="+mn-ea"/>
              </a:rPr>
              <a:t>디폴트 조회 조건이 없거나</a:t>
            </a:r>
            <a:r>
              <a:rPr lang="en-US" altLang="ko-KR" sz="1000" b="0" i="1" dirty="0">
                <a:solidFill>
                  <a:srgbClr val="C00000"/>
                </a:solidFill>
                <a:latin typeface="+mn-ea"/>
                <a:ea typeface="+mn-ea"/>
              </a:rPr>
              <a:t>, </a:t>
            </a:r>
            <a:r>
              <a:rPr lang="ko-KR" altLang="en-US" sz="1000" b="0" i="1" dirty="0">
                <a:solidFill>
                  <a:srgbClr val="C00000"/>
                </a:solidFill>
                <a:latin typeface="+mn-ea"/>
                <a:ea typeface="+mn-ea"/>
              </a:rPr>
              <a:t>검색 결과가 없는 경우</a:t>
            </a:r>
            <a:endParaRPr lang="en-US" altLang="ko-KR" sz="10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90" name="Pagination">
            <a:extLst>
              <a:ext uri="{FF2B5EF4-FFF2-40B4-BE49-F238E27FC236}">
                <a16:creationId xmlns:a16="http://schemas.microsoft.com/office/drawing/2014/main" id="{AC9A612E-1A6C-2B67-BADA-986D8B0DC9BF}"/>
              </a:ext>
            </a:extLst>
          </p:cNvPr>
          <p:cNvSpPr txBox="1"/>
          <p:nvPr/>
        </p:nvSpPr>
        <p:spPr>
          <a:xfrm>
            <a:off x="4675999" y="3326207"/>
            <a:ext cx="1851725" cy="235449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b="0" u="sng" dirty="0">
                <a:latin typeface="+mn-ea"/>
                <a:cs typeface="Segoe UI" panose="020B0502040204020203" pitchFamily="34" charset="0"/>
              </a:rPr>
              <a:t>&lt;</a:t>
            </a:r>
            <a:r>
              <a:rPr lang="en-US" sz="1050" b="0" dirty="0">
                <a:latin typeface="+mn-ea"/>
                <a:cs typeface="Segoe UI" panose="020B0502040204020203" pitchFamily="34" charset="0"/>
              </a:rPr>
              <a:t>   </a:t>
            </a:r>
            <a:r>
              <a:rPr lang="en-US" sz="1050" b="0" u="sng" dirty="0">
                <a:latin typeface="+mn-ea"/>
                <a:cs typeface="Segoe UI" panose="020B0502040204020203" pitchFamily="34" charset="0"/>
              </a:rPr>
              <a:t>1</a:t>
            </a:r>
            <a:r>
              <a:rPr lang="en-US" sz="1050" b="0" dirty="0">
                <a:latin typeface="+mn-ea"/>
                <a:cs typeface="Segoe UI" panose="020B0502040204020203" pitchFamily="34" charset="0"/>
              </a:rPr>
              <a:t>   </a:t>
            </a:r>
            <a:r>
              <a:rPr lang="en-US" sz="1050" b="0" u="sng" dirty="0">
                <a:latin typeface="+mn-ea"/>
                <a:cs typeface="Segoe UI" panose="020B0502040204020203" pitchFamily="34" charset="0"/>
              </a:rPr>
              <a:t>2</a:t>
            </a:r>
            <a:r>
              <a:rPr lang="en-US" sz="1050" b="0" dirty="0">
                <a:latin typeface="+mn-ea"/>
                <a:cs typeface="Segoe UI" panose="020B0502040204020203" pitchFamily="34" charset="0"/>
              </a:rPr>
              <a:t>   </a:t>
            </a:r>
            <a:r>
              <a:rPr lang="en-US" sz="1050" b="0" u="sng" dirty="0">
                <a:latin typeface="+mn-ea"/>
                <a:cs typeface="Segoe UI" panose="020B0502040204020203" pitchFamily="34" charset="0"/>
              </a:rPr>
              <a:t>3</a:t>
            </a:r>
            <a:r>
              <a:rPr lang="en-US" sz="1050" b="0" dirty="0">
                <a:latin typeface="+mn-ea"/>
                <a:cs typeface="Segoe UI" panose="020B0502040204020203" pitchFamily="34" charset="0"/>
              </a:rPr>
              <a:t>   </a:t>
            </a:r>
            <a:r>
              <a:rPr lang="en-US" sz="1050" b="0" u="sng" dirty="0">
                <a:latin typeface="+mn-ea"/>
                <a:cs typeface="Segoe UI" panose="020B0502040204020203" pitchFamily="34" charset="0"/>
              </a:rPr>
              <a:t>4</a:t>
            </a:r>
            <a:r>
              <a:rPr lang="en-US" sz="1050" b="0" dirty="0">
                <a:latin typeface="+mn-ea"/>
                <a:cs typeface="Segoe UI" panose="020B0502040204020203" pitchFamily="34" charset="0"/>
              </a:rPr>
              <a:t>   …   </a:t>
            </a:r>
            <a:r>
              <a:rPr lang="en-US" sz="1050" b="0" u="sng" dirty="0">
                <a:latin typeface="+mn-ea"/>
                <a:cs typeface="Segoe UI" panose="020B0502040204020203" pitchFamily="34" charset="0"/>
              </a:rPr>
              <a:t>9</a:t>
            </a:r>
            <a:r>
              <a:rPr lang="en-US" sz="1050" b="0" dirty="0">
                <a:latin typeface="+mn-ea"/>
                <a:cs typeface="Segoe UI" panose="020B0502040204020203" pitchFamily="34" charset="0"/>
              </a:rPr>
              <a:t>   </a:t>
            </a:r>
            <a:r>
              <a:rPr lang="en-US" sz="1050" b="0" u="sng" dirty="0">
                <a:latin typeface="+mn-ea"/>
                <a:cs typeface="Segoe UI" panose="020B0502040204020203" pitchFamily="34" charset="0"/>
              </a:rPr>
              <a:t>10</a:t>
            </a:r>
            <a:r>
              <a:rPr lang="en-US" sz="1050" b="0" dirty="0">
                <a:latin typeface="+mn-ea"/>
                <a:cs typeface="Segoe UI" panose="020B0502040204020203" pitchFamily="34" charset="0"/>
              </a:rPr>
              <a:t>   </a:t>
            </a:r>
            <a:r>
              <a:rPr lang="en-US" sz="1050" b="0" u="sng" dirty="0">
                <a:latin typeface="+mn-ea"/>
                <a:cs typeface="Segoe UI" panose="020B0502040204020203" pitchFamily="34" charset="0"/>
              </a:rPr>
              <a:t>&gt;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E62DD9C-0F2F-F6B6-B0BC-04452ED4A356}"/>
              </a:ext>
            </a:extLst>
          </p:cNvPr>
          <p:cNvSpPr txBox="1"/>
          <p:nvPr/>
        </p:nvSpPr>
        <p:spPr>
          <a:xfrm>
            <a:off x="1545999" y="2024929"/>
            <a:ext cx="90601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>
                <a:latin typeface="+mn-ea"/>
                <a:ea typeface="+mn-ea"/>
              </a:rPr>
              <a:t>검색 </a:t>
            </a:r>
            <a:r>
              <a:rPr kumimoji="1" lang="ko-KR" altLang="en-US" sz="700" dirty="0">
                <a:latin typeface="+mn-ea"/>
                <a:ea typeface="+mn-ea"/>
              </a:rPr>
              <a:t>결과 총 </a:t>
            </a:r>
            <a:r>
              <a:rPr lang="en-US" altLang="ko-KR" sz="700" dirty="0">
                <a:latin typeface="+mn-ea"/>
                <a:ea typeface="+mn-ea"/>
              </a:rPr>
              <a:t>2</a:t>
            </a:r>
            <a:r>
              <a:rPr kumimoji="1" lang="en-US" altLang="ko-KR" sz="700" dirty="0">
                <a:latin typeface="+mn-ea"/>
                <a:ea typeface="+mn-ea"/>
              </a:rPr>
              <a:t>0</a:t>
            </a:r>
            <a:r>
              <a:rPr kumimoji="1" lang="ko-KR" altLang="en-US" sz="700" dirty="0">
                <a:latin typeface="+mn-ea"/>
                <a:ea typeface="+mn-ea"/>
              </a:rPr>
              <a:t> 개</a:t>
            </a:r>
            <a:endParaRPr kumimoji="1" lang="ko-Kore-KR" altLang="en-US" sz="700" dirty="0">
              <a:latin typeface="+mn-ea"/>
              <a:ea typeface="+mn-ea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92DF5BD-E768-AF77-D5D6-B36C4AE2538F}"/>
              </a:ext>
            </a:extLst>
          </p:cNvPr>
          <p:cNvSpPr txBox="1"/>
          <p:nvPr/>
        </p:nvSpPr>
        <p:spPr>
          <a:xfrm>
            <a:off x="2417290" y="2018870"/>
            <a:ext cx="18950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0" i="1" dirty="0">
                <a:solidFill>
                  <a:srgbClr val="C00000"/>
                </a:solidFill>
                <a:latin typeface="+mn-ea"/>
                <a:ea typeface="+mn-ea"/>
              </a:rPr>
              <a:t>← 20</a:t>
            </a:r>
            <a:r>
              <a:rPr lang="ko-KR" altLang="en-US" sz="1000" b="0" i="1" dirty="0">
                <a:solidFill>
                  <a:srgbClr val="C00000"/>
                </a:solidFill>
                <a:latin typeface="+mn-ea"/>
                <a:ea typeface="+mn-ea"/>
              </a:rPr>
              <a:t>개</a:t>
            </a:r>
            <a:r>
              <a:rPr lang="en-US" altLang="ko-KR" sz="1000" b="0" i="1" dirty="0">
                <a:solidFill>
                  <a:srgbClr val="C00000"/>
                </a:solidFill>
                <a:latin typeface="+mn-ea"/>
                <a:ea typeface="+mn-ea"/>
              </a:rPr>
              <a:t>(</a:t>
            </a:r>
            <a:r>
              <a:rPr lang="ko-KR" altLang="en-US" sz="1000" b="0" i="1" dirty="0">
                <a:solidFill>
                  <a:srgbClr val="C00000"/>
                </a:solidFill>
                <a:latin typeface="+mn-ea"/>
                <a:ea typeface="+mn-ea"/>
              </a:rPr>
              <a:t>디폴트</a:t>
            </a:r>
            <a:r>
              <a:rPr lang="en-US" altLang="ko-KR" sz="1000" b="0" i="1" dirty="0">
                <a:solidFill>
                  <a:srgbClr val="C00000"/>
                </a:solidFill>
                <a:latin typeface="+mn-ea"/>
                <a:ea typeface="+mn-ea"/>
              </a:rPr>
              <a:t>)</a:t>
            </a:r>
            <a:r>
              <a:rPr lang="en-US" altLang="ko-KR" sz="1000" i="1" dirty="0">
                <a:solidFill>
                  <a:srgbClr val="C00000"/>
                </a:solidFill>
                <a:latin typeface="+mn-ea"/>
                <a:ea typeface="+mn-ea"/>
              </a:rPr>
              <a:t> / 50</a:t>
            </a:r>
            <a:r>
              <a:rPr lang="ko-KR" altLang="en-US" sz="1000" i="1" dirty="0">
                <a:solidFill>
                  <a:srgbClr val="C00000"/>
                </a:solidFill>
                <a:latin typeface="+mn-ea"/>
                <a:ea typeface="+mn-ea"/>
              </a:rPr>
              <a:t>개</a:t>
            </a:r>
            <a:r>
              <a:rPr lang="en-US" altLang="ko-KR" sz="1000" i="1" dirty="0">
                <a:solidFill>
                  <a:srgbClr val="C00000"/>
                </a:solidFill>
                <a:latin typeface="+mn-ea"/>
                <a:ea typeface="+mn-ea"/>
              </a:rPr>
              <a:t>/ 100</a:t>
            </a:r>
            <a:r>
              <a:rPr lang="ko-KR" altLang="en-US" sz="1000" i="1" dirty="0">
                <a:solidFill>
                  <a:srgbClr val="C00000"/>
                </a:solidFill>
                <a:latin typeface="+mn-ea"/>
                <a:ea typeface="+mn-ea"/>
              </a:rPr>
              <a:t>개</a:t>
            </a:r>
            <a:endParaRPr lang="en-US" altLang="ko-KR" sz="10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136ED8D-9956-348B-02D7-1BFB022C4B3C}"/>
              </a:ext>
            </a:extLst>
          </p:cNvPr>
          <p:cNvSpPr txBox="1"/>
          <p:nvPr/>
        </p:nvSpPr>
        <p:spPr>
          <a:xfrm>
            <a:off x="4925100" y="2027923"/>
            <a:ext cx="23711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0" i="1" dirty="0">
                <a:solidFill>
                  <a:srgbClr val="C00000"/>
                </a:solidFill>
                <a:latin typeface="+mn-ea"/>
                <a:ea typeface="+mn-ea"/>
              </a:rPr>
              <a:t># </a:t>
            </a:r>
            <a:r>
              <a:rPr lang="ko-KR" altLang="en-US" sz="1000" b="0" i="1" dirty="0">
                <a:solidFill>
                  <a:srgbClr val="C00000"/>
                </a:solidFill>
                <a:latin typeface="+mn-ea"/>
                <a:ea typeface="+mn-ea"/>
              </a:rPr>
              <a:t>리스트 </a:t>
            </a:r>
            <a:r>
              <a:rPr lang="en-US" altLang="ko-KR" sz="1000" b="0" i="1" dirty="0">
                <a:solidFill>
                  <a:srgbClr val="C00000"/>
                </a:solidFill>
                <a:latin typeface="+mn-ea"/>
                <a:ea typeface="+mn-ea"/>
              </a:rPr>
              <a:t>sort </a:t>
            </a:r>
            <a:r>
              <a:rPr lang="ko-KR" altLang="en-US" sz="1000" b="0" i="1" dirty="0">
                <a:solidFill>
                  <a:srgbClr val="C00000"/>
                </a:solidFill>
                <a:latin typeface="+mn-ea"/>
                <a:ea typeface="+mn-ea"/>
              </a:rPr>
              <a:t>공통</a:t>
            </a:r>
            <a:r>
              <a:rPr lang="en-US" altLang="ko-KR" sz="1000" b="0" i="1" dirty="0">
                <a:solidFill>
                  <a:srgbClr val="C00000"/>
                </a:solidFill>
                <a:latin typeface="+mn-ea"/>
                <a:ea typeface="+mn-ea"/>
              </a:rPr>
              <a:t>(</a:t>
            </a:r>
            <a:r>
              <a:rPr lang="ko-KR" altLang="en-US" sz="1000" b="0" i="1" dirty="0">
                <a:solidFill>
                  <a:srgbClr val="C00000"/>
                </a:solidFill>
                <a:latin typeface="+mn-ea"/>
                <a:ea typeface="+mn-ea"/>
              </a:rPr>
              <a:t>최신 순 상위 소트</a:t>
            </a:r>
            <a:r>
              <a:rPr lang="en-US" altLang="ko-KR" sz="1000" b="0" i="1" dirty="0">
                <a:solidFill>
                  <a:srgbClr val="C00000"/>
                </a:solidFill>
                <a:latin typeface="+mn-ea"/>
                <a:ea typeface="+mn-ea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846AB6-A9CE-1BC4-2A6C-30F64BDD8227}"/>
              </a:ext>
            </a:extLst>
          </p:cNvPr>
          <p:cNvSpPr txBox="1"/>
          <p:nvPr/>
        </p:nvSpPr>
        <p:spPr>
          <a:xfrm>
            <a:off x="69106" y="77935"/>
            <a:ext cx="10364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Layout</a:t>
            </a:r>
            <a:endParaRPr lang="ko-KR" altLang="en-US" sz="1000" b="1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A7A1D2C-1ECC-7911-EBA1-78A529963335}"/>
              </a:ext>
            </a:extLst>
          </p:cNvPr>
          <p:cNvSpPr/>
          <p:nvPr/>
        </p:nvSpPr>
        <p:spPr>
          <a:xfrm>
            <a:off x="36005" y="675874"/>
            <a:ext cx="1019435" cy="414757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LOGO</a:t>
            </a:r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E2BC834-A47A-1401-8D66-F83960984D4F}"/>
              </a:ext>
            </a:extLst>
          </p:cNvPr>
          <p:cNvSpPr txBox="1"/>
          <p:nvPr/>
        </p:nvSpPr>
        <p:spPr>
          <a:xfrm>
            <a:off x="11122" y="429731"/>
            <a:ext cx="44112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i="1" dirty="0">
                <a:solidFill>
                  <a:srgbClr val="C00000"/>
                </a:solidFill>
                <a:latin typeface="+mn-ea"/>
                <a:ea typeface="+mn-ea"/>
              </a:rPr>
              <a:t>↓ </a:t>
            </a:r>
            <a:r>
              <a:rPr lang="en-US" altLang="ko-KR" sz="1100" i="1" dirty="0">
                <a:solidFill>
                  <a:srgbClr val="C00000"/>
                </a:solidFill>
                <a:latin typeface="+mn-ea"/>
                <a:ea typeface="+mn-ea"/>
              </a:rPr>
              <a:t>HOME (</a:t>
            </a:r>
            <a:r>
              <a:rPr lang="ko-KR" altLang="en-US" sz="1100" i="1" dirty="0" err="1">
                <a:solidFill>
                  <a:srgbClr val="C00000"/>
                </a:solidFill>
                <a:latin typeface="+mn-ea"/>
                <a:ea typeface="+mn-ea"/>
              </a:rPr>
              <a:t>빈화면</a:t>
            </a:r>
            <a:r>
              <a:rPr lang="en-US" altLang="ko-KR" sz="1100" i="1">
                <a:solidFill>
                  <a:srgbClr val="C00000"/>
                </a:solidFill>
                <a:latin typeface="+mn-ea"/>
                <a:ea typeface="+mn-ea"/>
              </a:rPr>
              <a:t>)</a:t>
            </a:r>
            <a:endParaRPr lang="ko-KR" altLang="en-US" sz="11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pic>
        <p:nvPicPr>
          <p:cNvPr id="77" name="그림 76">
            <a:extLst>
              <a:ext uri="{FF2B5EF4-FFF2-40B4-BE49-F238E27FC236}">
                <a16:creationId xmlns:a16="http://schemas.microsoft.com/office/drawing/2014/main" id="{CACFBBB6-AB65-1353-6606-E905D8D21B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0616" y="647683"/>
            <a:ext cx="254000" cy="254000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4ABFC844-078F-FCEC-A9EE-BA436CAB21E3}"/>
              </a:ext>
            </a:extLst>
          </p:cNvPr>
          <p:cNvSpPr txBox="1"/>
          <p:nvPr/>
        </p:nvSpPr>
        <p:spPr>
          <a:xfrm>
            <a:off x="32214" y="1262955"/>
            <a:ext cx="1370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b="1" dirty="0">
                <a:latin typeface="+mn-ea"/>
                <a:ea typeface="+mn-ea"/>
              </a:rPr>
              <a:t>메뉴 타이틀 출력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9645744-29F7-CE0B-5623-CE5ABC5B7C69}"/>
              </a:ext>
            </a:extLst>
          </p:cNvPr>
          <p:cNvSpPr txBox="1"/>
          <p:nvPr/>
        </p:nvSpPr>
        <p:spPr>
          <a:xfrm>
            <a:off x="1299182" y="389624"/>
            <a:ext cx="22019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i="1" dirty="0">
                <a:solidFill>
                  <a:srgbClr val="C00000"/>
                </a:solidFill>
                <a:latin typeface="+mn-ea"/>
                <a:ea typeface="+mn-ea"/>
              </a:rPr>
              <a:t>↓ </a:t>
            </a:r>
            <a:r>
              <a:rPr lang="en-US" altLang="ko-KR" sz="1100" i="1" dirty="0" err="1">
                <a:solidFill>
                  <a:srgbClr val="C00000"/>
                </a:solidFill>
                <a:latin typeface="+mn-ea"/>
                <a:ea typeface="+mn-ea"/>
              </a:rPr>
              <a:t>GNB</a:t>
            </a:r>
            <a:r>
              <a:rPr lang="en-US" altLang="ko-KR" sz="1100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ko-KR" altLang="en-US" sz="1100" i="1" dirty="0">
                <a:solidFill>
                  <a:srgbClr val="C00000"/>
                </a:solidFill>
                <a:latin typeface="+mn-ea"/>
                <a:ea typeface="+mn-ea"/>
              </a:rPr>
              <a:t>전체 펼침</a:t>
            </a:r>
            <a:r>
              <a:rPr lang="en-US" altLang="ko-KR" sz="1100" i="1" dirty="0">
                <a:solidFill>
                  <a:srgbClr val="C00000"/>
                </a:solidFill>
                <a:latin typeface="+mn-ea"/>
                <a:ea typeface="+mn-ea"/>
              </a:rPr>
              <a:t>/</a:t>
            </a:r>
            <a:r>
              <a:rPr lang="ko-KR" altLang="en-US" sz="1100" i="1" dirty="0">
                <a:solidFill>
                  <a:srgbClr val="C00000"/>
                </a:solidFill>
                <a:latin typeface="+mn-ea"/>
                <a:ea typeface="+mn-ea"/>
              </a:rPr>
              <a:t>숨김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96CD87D-B0E9-070D-A710-68BBA8921CC6}"/>
              </a:ext>
            </a:extLst>
          </p:cNvPr>
          <p:cNvSpPr txBox="1"/>
          <p:nvPr/>
        </p:nvSpPr>
        <p:spPr>
          <a:xfrm>
            <a:off x="9692708" y="901683"/>
            <a:ext cx="22019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100" i="1" dirty="0">
                <a:solidFill>
                  <a:srgbClr val="C00000"/>
                </a:solidFill>
                <a:latin typeface="+mn-ea"/>
                <a:ea typeface="+mn-ea"/>
              </a:rPr>
              <a:t>로그아웃 버튼 ↑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0F011C7-B378-1E4B-B4D1-4CC2DFBAAFC8}"/>
              </a:ext>
            </a:extLst>
          </p:cNvPr>
          <p:cNvSpPr txBox="1"/>
          <p:nvPr/>
        </p:nvSpPr>
        <p:spPr>
          <a:xfrm>
            <a:off x="6547611" y="3348867"/>
            <a:ext cx="10967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0" i="1" dirty="0">
                <a:solidFill>
                  <a:srgbClr val="C00000"/>
                </a:solidFill>
                <a:latin typeface="+mn-ea"/>
                <a:ea typeface="+mn-ea"/>
              </a:rPr>
              <a:t>← </a:t>
            </a:r>
            <a:r>
              <a:rPr lang="ko-KR" altLang="en-US" sz="1000" b="0" i="1" dirty="0">
                <a:solidFill>
                  <a:srgbClr val="C00000"/>
                </a:solidFill>
                <a:latin typeface="+mn-ea"/>
                <a:ea typeface="+mn-ea"/>
              </a:rPr>
              <a:t>페이지 </a:t>
            </a:r>
            <a:r>
              <a:rPr lang="ko-KR" altLang="en-US" sz="1000" b="0" i="1" dirty="0" err="1">
                <a:solidFill>
                  <a:srgbClr val="C00000"/>
                </a:solidFill>
                <a:latin typeface="+mn-ea"/>
                <a:ea typeface="+mn-ea"/>
              </a:rPr>
              <a:t>네이션</a:t>
            </a:r>
            <a:endParaRPr lang="en-US" altLang="ko-KR" sz="10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E42989-A2A4-D480-6B56-F23A276AD128}"/>
              </a:ext>
            </a:extLst>
          </p:cNvPr>
          <p:cNvSpPr txBox="1"/>
          <p:nvPr/>
        </p:nvSpPr>
        <p:spPr>
          <a:xfrm>
            <a:off x="10722009" y="686239"/>
            <a:ext cx="83708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800" u="sng" dirty="0">
                <a:solidFill>
                  <a:srgbClr val="0038FE"/>
                </a:solidFill>
                <a:latin typeface="+mn-ea"/>
                <a:ea typeface="+mn-ea"/>
              </a:rPr>
              <a:t>회원정보 수정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5E7538-8141-BA4E-3B9B-C6AD39AD4279}"/>
              </a:ext>
            </a:extLst>
          </p:cNvPr>
          <p:cNvSpPr txBox="1"/>
          <p:nvPr/>
        </p:nvSpPr>
        <p:spPr>
          <a:xfrm>
            <a:off x="9266239" y="424253"/>
            <a:ext cx="22019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100" i="1" dirty="0">
                <a:solidFill>
                  <a:srgbClr val="C00000"/>
                </a:solidFill>
                <a:latin typeface="+mn-ea"/>
                <a:ea typeface="+mn-ea"/>
              </a:rPr>
              <a:t>개인정보 수정 링크 ↓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43D34480-A291-C06B-E3ED-14DE759664AC}"/>
              </a:ext>
            </a:extLst>
          </p:cNvPr>
          <p:cNvGrpSpPr/>
          <p:nvPr/>
        </p:nvGrpSpPr>
        <p:grpSpPr>
          <a:xfrm>
            <a:off x="609895" y="2024929"/>
            <a:ext cx="891233" cy="174800"/>
            <a:chOff x="1244327" y="2887118"/>
            <a:chExt cx="891233" cy="174800"/>
          </a:xfrm>
        </p:grpSpPr>
        <p:sp>
          <p:nvSpPr>
            <p:cNvPr id="91" name="Text Box">
              <a:extLst>
                <a:ext uri="{FF2B5EF4-FFF2-40B4-BE49-F238E27FC236}">
                  <a16:creationId xmlns:a16="http://schemas.microsoft.com/office/drawing/2014/main" id="{39B80AC8-6200-FC48-7760-B6075E2703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4327" y="2887118"/>
              <a:ext cx="891233" cy="174800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kern="0" dirty="0">
                  <a:solidFill>
                    <a:schemeClr val="tx1"/>
                  </a:solidFill>
                  <a:latin typeface="+mn-ea"/>
                </a:rPr>
                <a:t>20</a:t>
              </a: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 개씩 보기   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" name="Chevron Left">
              <a:extLst>
                <a:ext uri="{FF2B5EF4-FFF2-40B4-BE49-F238E27FC236}">
                  <a16:creationId xmlns:a16="http://schemas.microsoft.com/office/drawing/2014/main" id="{1BCA9D1D-6A21-89D9-A5D4-B8F2BFCED9E2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1990266" y="2933272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280F5743-206B-DBCD-A537-7B0ABDA884F3}"/>
              </a:ext>
            </a:extLst>
          </p:cNvPr>
          <p:cNvSpPr txBox="1"/>
          <p:nvPr/>
        </p:nvSpPr>
        <p:spPr>
          <a:xfrm>
            <a:off x="1724700" y="3126447"/>
            <a:ext cx="167065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0" i="1" dirty="0">
                <a:solidFill>
                  <a:srgbClr val="C00000"/>
                </a:solidFill>
                <a:latin typeface="+mn-ea"/>
                <a:ea typeface="+mn-ea"/>
              </a:rPr>
              <a:t># </a:t>
            </a:r>
            <a:r>
              <a:rPr lang="ko-KR" altLang="en-US" sz="1000" b="0" i="1" dirty="0">
                <a:solidFill>
                  <a:srgbClr val="C00000"/>
                </a:solidFill>
                <a:latin typeface="+mn-ea"/>
                <a:ea typeface="+mn-ea"/>
              </a:rPr>
              <a:t>리스트 </a:t>
            </a:r>
            <a:r>
              <a:rPr lang="ko-KR" altLang="en-US" sz="1000" b="0" i="1" dirty="0" err="1">
                <a:solidFill>
                  <a:srgbClr val="C00000"/>
                </a:solidFill>
                <a:latin typeface="+mn-ea"/>
                <a:ea typeface="+mn-ea"/>
              </a:rPr>
              <a:t>마스킹</a:t>
            </a:r>
            <a:r>
              <a:rPr lang="ko-KR" altLang="en-US" sz="1000" b="0" i="1" dirty="0">
                <a:solidFill>
                  <a:srgbClr val="C00000"/>
                </a:solidFill>
                <a:latin typeface="+mn-ea"/>
                <a:ea typeface="+mn-ea"/>
              </a:rPr>
              <a:t> 정책 </a:t>
            </a:r>
            <a:endParaRPr lang="en-US" altLang="ko-KR" sz="1000" b="0" i="1" dirty="0">
              <a:solidFill>
                <a:srgbClr val="C00000"/>
              </a:solidFill>
              <a:latin typeface="+mn-ea"/>
              <a:ea typeface="+mn-ea"/>
            </a:endParaRPr>
          </a:p>
          <a:p>
            <a:endParaRPr lang="en-US" altLang="ko-KR" sz="1000" i="1" dirty="0">
              <a:solidFill>
                <a:srgbClr val="C00000"/>
              </a:solidFill>
              <a:latin typeface="+mn-ea"/>
              <a:ea typeface="+mn-ea"/>
            </a:endParaRPr>
          </a:p>
          <a:p>
            <a:r>
              <a:rPr lang="ko-KR" altLang="en-US" sz="1000" b="0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en-US" altLang="ko-KR" sz="1000" b="0" i="1" dirty="0">
                <a:solidFill>
                  <a:srgbClr val="C00000"/>
                </a:solidFill>
                <a:latin typeface="+mn-ea"/>
                <a:ea typeface="+mn-ea"/>
              </a:rPr>
              <a:t>1.</a:t>
            </a:r>
            <a:r>
              <a:rPr lang="ko-KR" altLang="en-US" sz="1000" b="0" i="1" dirty="0">
                <a:solidFill>
                  <a:srgbClr val="C00000"/>
                </a:solidFill>
                <a:latin typeface="+mn-ea"/>
                <a:ea typeface="+mn-ea"/>
              </a:rPr>
              <a:t> 이름 뒤에서 </a:t>
            </a:r>
            <a:r>
              <a:rPr lang="en-US" altLang="ko-KR" sz="1000" b="0" i="1" dirty="0">
                <a:solidFill>
                  <a:srgbClr val="C00000"/>
                </a:solidFill>
                <a:latin typeface="+mn-ea"/>
                <a:ea typeface="+mn-ea"/>
              </a:rPr>
              <a:t>2</a:t>
            </a:r>
            <a:r>
              <a:rPr lang="ko-KR" altLang="en-US" sz="1000" b="0" i="1" dirty="0">
                <a:solidFill>
                  <a:srgbClr val="C00000"/>
                </a:solidFill>
                <a:latin typeface="+mn-ea"/>
                <a:ea typeface="+mn-ea"/>
              </a:rPr>
              <a:t>번째 자리 </a:t>
            </a:r>
            <a:endParaRPr lang="en-US" altLang="ko-KR" sz="1000" b="0" i="1" dirty="0">
              <a:solidFill>
                <a:srgbClr val="C00000"/>
              </a:solidFill>
              <a:latin typeface="+mn-ea"/>
              <a:ea typeface="+mn-ea"/>
            </a:endParaRPr>
          </a:p>
          <a:p>
            <a:r>
              <a:rPr lang="ko-KR" altLang="en-US" sz="1000" i="1" dirty="0">
                <a:solidFill>
                  <a:srgbClr val="C00000"/>
                </a:solidFill>
                <a:latin typeface="+mn-ea"/>
                <a:ea typeface="+mn-ea"/>
              </a:rPr>
              <a:t>  </a:t>
            </a:r>
            <a:r>
              <a:rPr lang="en-US" altLang="ko-KR" sz="1000" i="1" dirty="0">
                <a:solidFill>
                  <a:srgbClr val="C00000"/>
                </a:solidFill>
                <a:latin typeface="+mn-ea"/>
                <a:ea typeface="+mn-ea"/>
              </a:rPr>
              <a:t>-</a:t>
            </a:r>
            <a:r>
              <a:rPr lang="ko-KR" altLang="en-US" sz="1000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ko-KR" altLang="en-US" sz="1000" b="0" i="1" dirty="0">
                <a:solidFill>
                  <a:srgbClr val="C00000"/>
                </a:solidFill>
                <a:latin typeface="+mn-ea"/>
                <a:ea typeface="+mn-ea"/>
              </a:rPr>
              <a:t>선우*아</a:t>
            </a:r>
            <a:endParaRPr lang="en-US" altLang="ko-KR" sz="1000" b="0" i="1" dirty="0">
              <a:solidFill>
                <a:srgbClr val="C00000"/>
              </a:solidFill>
              <a:latin typeface="+mn-ea"/>
              <a:ea typeface="+mn-ea"/>
            </a:endParaRPr>
          </a:p>
          <a:p>
            <a:r>
              <a:rPr lang="ko-KR" altLang="en-US" sz="1000" i="1" dirty="0">
                <a:solidFill>
                  <a:srgbClr val="C00000"/>
                </a:solidFill>
                <a:latin typeface="+mn-ea"/>
                <a:ea typeface="+mn-ea"/>
              </a:rPr>
              <a:t>  </a:t>
            </a:r>
            <a:r>
              <a:rPr lang="en-US" altLang="ko-KR" sz="1000" i="1" dirty="0">
                <a:solidFill>
                  <a:srgbClr val="C00000"/>
                </a:solidFill>
                <a:latin typeface="+mn-ea"/>
                <a:ea typeface="+mn-ea"/>
              </a:rPr>
              <a:t>-</a:t>
            </a:r>
            <a:r>
              <a:rPr lang="ko-KR" altLang="en-US" sz="1000" i="1" dirty="0">
                <a:solidFill>
                  <a:srgbClr val="C00000"/>
                </a:solidFill>
                <a:latin typeface="+mn-ea"/>
                <a:ea typeface="+mn-ea"/>
              </a:rPr>
              <a:t> 홍*동</a:t>
            </a:r>
            <a:endParaRPr lang="en-US" altLang="ko-KR" sz="1000" i="1" dirty="0">
              <a:solidFill>
                <a:srgbClr val="C00000"/>
              </a:solidFill>
              <a:latin typeface="+mn-ea"/>
              <a:ea typeface="+mn-ea"/>
            </a:endParaRPr>
          </a:p>
          <a:p>
            <a:endParaRPr lang="en-US" altLang="ko-KR" sz="1000" b="0" i="1" dirty="0">
              <a:solidFill>
                <a:srgbClr val="C00000"/>
              </a:solidFill>
              <a:latin typeface="+mn-ea"/>
              <a:ea typeface="+mn-ea"/>
            </a:endParaRPr>
          </a:p>
          <a:p>
            <a:r>
              <a:rPr lang="en-US" altLang="ko-KR" sz="1000" i="1" dirty="0">
                <a:solidFill>
                  <a:srgbClr val="C00000"/>
                </a:solidFill>
                <a:latin typeface="+mn-ea"/>
                <a:ea typeface="+mn-ea"/>
              </a:rPr>
              <a:t>2.</a:t>
            </a:r>
            <a:r>
              <a:rPr lang="ko-KR" altLang="en-US" sz="1000" i="1" dirty="0">
                <a:solidFill>
                  <a:srgbClr val="C00000"/>
                </a:solidFill>
                <a:latin typeface="+mn-ea"/>
                <a:ea typeface="+mn-ea"/>
              </a:rPr>
              <a:t> 이메일 아이디</a:t>
            </a:r>
            <a:endParaRPr lang="en-US" altLang="ko-KR" sz="1000" i="1" dirty="0">
              <a:solidFill>
                <a:srgbClr val="C00000"/>
              </a:solidFill>
              <a:latin typeface="+mn-ea"/>
              <a:ea typeface="+mn-ea"/>
            </a:endParaRPr>
          </a:p>
          <a:p>
            <a:r>
              <a:rPr lang="ko-KR" altLang="en-US" sz="1000" b="0" i="1" dirty="0">
                <a:solidFill>
                  <a:srgbClr val="C00000"/>
                </a:solidFill>
                <a:latin typeface="+mn-ea"/>
                <a:ea typeface="+mn-ea"/>
              </a:rPr>
              <a:t>  </a:t>
            </a:r>
            <a:r>
              <a:rPr lang="en-US" altLang="ko-KR" sz="1000" b="0" i="1" dirty="0">
                <a:solidFill>
                  <a:srgbClr val="C00000"/>
                </a:solidFill>
                <a:latin typeface="+mn-ea"/>
                <a:ea typeface="+mn-ea"/>
              </a:rPr>
              <a:t>-</a:t>
            </a:r>
            <a:r>
              <a:rPr lang="ko-KR" altLang="en-US" sz="1000" b="0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en-US" altLang="ko-KR" sz="1000" b="0" i="1" dirty="0">
                <a:solidFill>
                  <a:srgbClr val="C00000"/>
                </a:solidFill>
                <a:latin typeface="+mn-ea"/>
                <a:ea typeface="+mn-ea"/>
              </a:rPr>
              <a:t>@ </a:t>
            </a:r>
            <a:r>
              <a:rPr lang="ko-KR" altLang="en-US" sz="1000" b="0" i="1" dirty="0">
                <a:solidFill>
                  <a:srgbClr val="C00000"/>
                </a:solidFill>
                <a:latin typeface="+mn-ea"/>
                <a:ea typeface="+mn-ea"/>
              </a:rPr>
              <a:t>앞 </a:t>
            </a:r>
            <a:r>
              <a:rPr lang="en-US" altLang="ko-KR" sz="1000" i="1" dirty="0">
                <a:solidFill>
                  <a:srgbClr val="C00000"/>
                </a:solidFill>
                <a:latin typeface="+mn-ea"/>
                <a:ea typeface="+mn-ea"/>
              </a:rPr>
              <a:t>4</a:t>
            </a:r>
            <a:r>
              <a:rPr lang="ko-KR" altLang="en-US" sz="1000" i="1" dirty="0">
                <a:solidFill>
                  <a:srgbClr val="C00000"/>
                </a:solidFill>
                <a:latin typeface="+mn-ea"/>
                <a:ea typeface="+mn-ea"/>
              </a:rPr>
              <a:t>자리 </a:t>
            </a:r>
            <a:endParaRPr lang="en-US" altLang="ko-KR" sz="1000" i="1" dirty="0">
              <a:solidFill>
                <a:srgbClr val="C00000"/>
              </a:solidFill>
              <a:latin typeface="+mn-ea"/>
              <a:ea typeface="+mn-ea"/>
            </a:endParaRPr>
          </a:p>
          <a:p>
            <a:r>
              <a:rPr lang="ko-KR" altLang="en-US" sz="1000" b="0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ko-KR" altLang="en-US" sz="1000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en-US" altLang="ko-KR" sz="1000" i="1" dirty="0">
                <a:solidFill>
                  <a:srgbClr val="C00000"/>
                </a:solidFill>
                <a:latin typeface="+mn-ea"/>
                <a:ea typeface="+mn-ea"/>
              </a:rPr>
              <a:t>-</a:t>
            </a:r>
            <a:r>
              <a:rPr lang="ko-KR" altLang="en-US" sz="1000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en-US" altLang="ko-KR" sz="1000" i="1" dirty="0">
                <a:solidFill>
                  <a:srgbClr val="C00000"/>
                </a:solidFill>
                <a:latin typeface="+mn-ea"/>
                <a:ea typeface="+mn-ea"/>
              </a:rPr>
              <a:t>user****@</a:t>
            </a:r>
          </a:p>
          <a:p>
            <a:endParaRPr lang="en-US" altLang="ko-KR" sz="1000" i="1" dirty="0">
              <a:solidFill>
                <a:srgbClr val="C00000"/>
              </a:solidFill>
              <a:latin typeface="+mn-ea"/>
              <a:ea typeface="+mn-ea"/>
            </a:endParaRPr>
          </a:p>
          <a:p>
            <a:r>
              <a:rPr lang="en-US" altLang="ko-KR" sz="1000" i="1" dirty="0">
                <a:solidFill>
                  <a:srgbClr val="C00000"/>
                </a:solidFill>
                <a:latin typeface="+mn-ea"/>
                <a:ea typeface="+mn-ea"/>
              </a:rPr>
              <a:t>3.</a:t>
            </a:r>
            <a:r>
              <a:rPr lang="ko-KR" altLang="en-US" sz="1000" i="1" dirty="0">
                <a:solidFill>
                  <a:srgbClr val="C00000"/>
                </a:solidFill>
                <a:latin typeface="+mn-ea"/>
                <a:ea typeface="+mn-ea"/>
              </a:rPr>
              <a:t> 휴대폰</a:t>
            </a:r>
            <a:r>
              <a:rPr lang="en-US" altLang="ko-KR" sz="1000" i="1" dirty="0">
                <a:solidFill>
                  <a:srgbClr val="C00000"/>
                </a:solidFill>
                <a:latin typeface="+mn-ea"/>
                <a:ea typeface="+mn-ea"/>
              </a:rPr>
              <a:t>/</a:t>
            </a:r>
            <a:r>
              <a:rPr lang="ko-KR" altLang="en-US" sz="1000" i="1" dirty="0">
                <a:solidFill>
                  <a:srgbClr val="C00000"/>
                </a:solidFill>
                <a:latin typeface="+mn-ea"/>
                <a:ea typeface="+mn-ea"/>
              </a:rPr>
              <a:t>전화번호</a:t>
            </a:r>
            <a:endParaRPr lang="en-US" altLang="ko-KR" sz="1000" i="1" dirty="0">
              <a:solidFill>
                <a:srgbClr val="C00000"/>
              </a:solidFill>
              <a:latin typeface="+mn-ea"/>
              <a:ea typeface="+mn-ea"/>
            </a:endParaRPr>
          </a:p>
          <a:p>
            <a:r>
              <a:rPr lang="ko-KR" altLang="en-US" sz="1000" b="0" i="1" dirty="0">
                <a:solidFill>
                  <a:srgbClr val="C00000"/>
                </a:solidFill>
                <a:latin typeface="+mn-ea"/>
                <a:ea typeface="+mn-ea"/>
              </a:rPr>
              <a:t>  </a:t>
            </a:r>
            <a:r>
              <a:rPr lang="en-US" altLang="ko-KR" sz="1000" b="0" i="1" dirty="0">
                <a:solidFill>
                  <a:srgbClr val="C00000"/>
                </a:solidFill>
                <a:latin typeface="+mn-ea"/>
                <a:ea typeface="+mn-ea"/>
              </a:rPr>
              <a:t>-</a:t>
            </a:r>
            <a:r>
              <a:rPr lang="ko-KR" altLang="en-US" sz="1000" b="0" i="1" dirty="0">
                <a:solidFill>
                  <a:srgbClr val="C00000"/>
                </a:solidFill>
                <a:latin typeface="+mn-ea"/>
                <a:ea typeface="+mn-ea"/>
              </a:rPr>
              <a:t> 가운데 </a:t>
            </a:r>
            <a:r>
              <a:rPr lang="en-US" altLang="ko-KR" sz="1000" i="1" dirty="0">
                <a:solidFill>
                  <a:srgbClr val="C00000"/>
                </a:solidFill>
                <a:latin typeface="+mn-ea"/>
                <a:ea typeface="+mn-ea"/>
              </a:rPr>
              <a:t>4</a:t>
            </a:r>
            <a:r>
              <a:rPr lang="ko-KR" altLang="en-US" sz="1000" i="1" dirty="0">
                <a:solidFill>
                  <a:srgbClr val="C00000"/>
                </a:solidFill>
                <a:latin typeface="+mn-ea"/>
                <a:ea typeface="+mn-ea"/>
              </a:rPr>
              <a:t>자리 </a:t>
            </a:r>
            <a:endParaRPr lang="en-US" altLang="ko-KR" sz="1000" i="1" dirty="0">
              <a:solidFill>
                <a:srgbClr val="C00000"/>
              </a:solidFill>
              <a:latin typeface="+mn-ea"/>
              <a:ea typeface="+mn-ea"/>
            </a:endParaRPr>
          </a:p>
          <a:p>
            <a:r>
              <a:rPr lang="ko-KR" altLang="en-US" sz="1000" b="0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ko-KR" altLang="en-US" sz="1000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en-US" altLang="ko-KR" sz="1000" i="1" dirty="0">
                <a:solidFill>
                  <a:srgbClr val="C00000"/>
                </a:solidFill>
                <a:latin typeface="+mn-ea"/>
                <a:ea typeface="+mn-ea"/>
              </a:rPr>
              <a:t>-</a:t>
            </a:r>
            <a:r>
              <a:rPr lang="ko-KR" altLang="en-US" sz="1000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en-US" altLang="ko-KR" sz="1000" i="1" dirty="0">
                <a:solidFill>
                  <a:srgbClr val="C00000"/>
                </a:solidFill>
                <a:latin typeface="+mn-ea"/>
                <a:ea typeface="+mn-ea"/>
              </a:rPr>
              <a:t>010-</a:t>
            </a:r>
            <a:r>
              <a:rPr lang="ko-KR" altLang="en-US" sz="1000" i="1" dirty="0">
                <a:solidFill>
                  <a:srgbClr val="C00000"/>
                </a:solidFill>
                <a:latin typeface="+mn-ea"/>
                <a:ea typeface="+mn-ea"/>
              </a:rPr>
              <a:t>****</a:t>
            </a:r>
            <a:r>
              <a:rPr lang="en-US" altLang="ko-KR" sz="1000" i="1" dirty="0">
                <a:solidFill>
                  <a:srgbClr val="C00000"/>
                </a:solidFill>
                <a:latin typeface="+mn-ea"/>
                <a:ea typeface="+mn-ea"/>
              </a:rPr>
              <a:t>-1234</a:t>
            </a:r>
          </a:p>
          <a:p>
            <a:r>
              <a:rPr lang="ko-KR" altLang="en-US" sz="1000" i="1" dirty="0">
                <a:solidFill>
                  <a:srgbClr val="C00000"/>
                </a:solidFill>
                <a:latin typeface="+mn-ea"/>
                <a:ea typeface="+mn-ea"/>
              </a:rPr>
              <a:t>  </a:t>
            </a:r>
            <a:r>
              <a:rPr lang="en-US" altLang="ko-KR" sz="1000" i="1" dirty="0">
                <a:solidFill>
                  <a:srgbClr val="C00000"/>
                </a:solidFill>
                <a:latin typeface="+mn-ea"/>
                <a:ea typeface="+mn-ea"/>
              </a:rPr>
              <a:t>-</a:t>
            </a:r>
            <a:r>
              <a:rPr lang="ko-KR" altLang="en-US" sz="1000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en-US" altLang="ko-KR" sz="1000" i="1" dirty="0">
                <a:solidFill>
                  <a:srgbClr val="C00000"/>
                </a:solidFill>
                <a:latin typeface="+mn-ea"/>
                <a:ea typeface="+mn-ea"/>
              </a:rPr>
              <a:t>070-</a:t>
            </a:r>
            <a:r>
              <a:rPr lang="ko-KR" altLang="en-US" sz="1000" i="1" dirty="0">
                <a:solidFill>
                  <a:srgbClr val="C00000"/>
                </a:solidFill>
                <a:latin typeface="+mn-ea"/>
                <a:ea typeface="+mn-ea"/>
              </a:rPr>
              <a:t>****</a:t>
            </a:r>
            <a:r>
              <a:rPr lang="en-US" altLang="ko-KR" sz="1000" i="1" dirty="0">
                <a:solidFill>
                  <a:srgbClr val="C00000"/>
                </a:solidFill>
                <a:latin typeface="+mn-ea"/>
                <a:ea typeface="+mn-ea"/>
              </a:rPr>
              <a:t>-5678</a:t>
            </a:r>
            <a:endParaRPr lang="en-US" altLang="ko-KR" sz="10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5E883D68-AED8-D1D1-5D27-34487B17986A}"/>
              </a:ext>
            </a:extLst>
          </p:cNvPr>
          <p:cNvGrpSpPr/>
          <p:nvPr/>
        </p:nvGrpSpPr>
        <p:grpSpPr>
          <a:xfrm>
            <a:off x="9736749" y="707150"/>
            <a:ext cx="806902" cy="162302"/>
            <a:chOff x="9264352" y="746418"/>
            <a:chExt cx="806902" cy="162302"/>
          </a:xfrm>
        </p:grpSpPr>
        <p:sp>
          <p:nvSpPr>
            <p:cNvPr id="12" name="모서리가 둥근 직사각형 11">
              <a:extLst>
                <a:ext uri="{FF2B5EF4-FFF2-40B4-BE49-F238E27FC236}">
                  <a16:creationId xmlns:a16="http://schemas.microsoft.com/office/drawing/2014/main" id="{927DBBB2-F6B5-2048-9AD8-71D69128D299}"/>
                </a:ext>
              </a:extLst>
            </p:cNvPr>
            <p:cNvSpPr/>
            <p:nvPr/>
          </p:nvSpPr>
          <p:spPr>
            <a:xfrm>
              <a:off x="9264352" y="746418"/>
              <a:ext cx="806902" cy="162302"/>
            </a:xfrm>
            <a:prstGeom prst="roundRect">
              <a:avLst>
                <a:gd name="adj" fmla="val 50000"/>
              </a:avLst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KO</a:t>
              </a:r>
              <a:endParaRPr kumimoji="1"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0" name="모서리가 둥근 직사각형 9">
              <a:extLst>
                <a:ext uri="{FF2B5EF4-FFF2-40B4-BE49-F238E27FC236}">
                  <a16:creationId xmlns:a16="http://schemas.microsoft.com/office/drawing/2014/main" id="{4580D44F-556B-674C-8C5C-A1BF73D9771F}"/>
                </a:ext>
              </a:extLst>
            </p:cNvPr>
            <p:cNvSpPr/>
            <p:nvPr/>
          </p:nvSpPr>
          <p:spPr>
            <a:xfrm>
              <a:off x="9624392" y="746418"/>
              <a:ext cx="446862" cy="162302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</a:rPr>
                <a:t>EN</a:t>
              </a:r>
              <a:endParaRPr kumimoji="1" lang="ko-KR" altLang="en-US" sz="800" dirty="0">
                <a:solidFill>
                  <a:schemeClr val="bg1"/>
                </a:solidFill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EABC8F4-6930-A9BD-DBCD-0CBFC5CA76B2}"/>
              </a:ext>
            </a:extLst>
          </p:cNvPr>
          <p:cNvSpPr txBox="1"/>
          <p:nvPr/>
        </p:nvSpPr>
        <p:spPr>
          <a:xfrm>
            <a:off x="7894881" y="424253"/>
            <a:ext cx="22019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100" i="1" dirty="0">
                <a:solidFill>
                  <a:srgbClr val="C00000"/>
                </a:solidFill>
                <a:latin typeface="+mn-ea"/>
                <a:ea typeface="+mn-ea"/>
              </a:rPr>
              <a:t>언어 설정 </a:t>
            </a:r>
            <a:r>
              <a:rPr lang="ko-KR" altLang="en-US" sz="1100" i="1" dirty="0" err="1">
                <a:solidFill>
                  <a:srgbClr val="C00000"/>
                </a:solidFill>
                <a:latin typeface="+mn-ea"/>
                <a:ea typeface="+mn-ea"/>
              </a:rPr>
              <a:t>토글</a:t>
            </a:r>
            <a:r>
              <a:rPr lang="ko-KR" altLang="en-US" sz="1100" i="1" dirty="0">
                <a:solidFill>
                  <a:srgbClr val="C00000"/>
                </a:solidFill>
                <a:latin typeface="+mn-ea"/>
                <a:ea typeface="+mn-ea"/>
              </a:rPr>
              <a:t> ↓</a:t>
            </a:r>
          </a:p>
        </p:txBody>
      </p:sp>
      <p:cxnSp>
        <p:nvCxnSpPr>
          <p:cNvPr id="15" name="직선 연결선[R] 14">
            <a:extLst>
              <a:ext uri="{FF2B5EF4-FFF2-40B4-BE49-F238E27FC236}">
                <a16:creationId xmlns:a16="http://schemas.microsoft.com/office/drawing/2014/main" id="{06F8971B-EE22-DF99-1A60-34B3EC7BE950}"/>
              </a:ext>
            </a:extLst>
          </p:cNvPr>
          <p:cNvCxnSpPr/>
          <p:nvPr/>
        </p:nvCxnSpPr>
        <p:spPr>
          <a:xfrm>
            <a:off x="1309255" y="1176284"/>
            <a:ext cx="1061939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352E952-D34B-8305-DD6A-CB21F35C1297}"/>
              </a:ext>
            </a:extLst>
          </p:cNvPr>
          <p:cNvSpPr txBox="1"/>
          <p:nvPr/>
        </p:nvSpPr>
        <p:spPr>
          <a:xfrm>
            <a:off x="2801456" y="419510"/>
            <a:ext cx="9276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i="1" dirty="0" err="1">
                <a:solidFill>
                  <a:srgbClr val="C00000"/>
                </a:solidFill>
                <a:latin typeface="+mn-ea"/>
                <a:ea typeface="+mn-ea"/>
              </a:rPr>
              <a:t>해더</a:t>
            </a:r>
            <a:r>
              <a:rPr lang="ko-KR" altLang="en-US" sz="1100" i="1" dirty="0">
                <a:solidFill>
                  <a:srgbClr val="C00000"/>
                </a:solidFill>
                <a:latin typeface="+mn-ea"/>
                <a:ea typeface="+mn-ea"/>
              </a:rPr>
              <a:t> 영역</a:t>
            </a: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03DE6D88-C90C-D575-E3D7-2D987AE8056E}"/>
              </a:ext>
            </a:extLst>
          </p:cNvPr>
          <p:cNvSpPr/>
          <p:nvPr/>
        </p:nvSpPr>
        <p:spPr>
          <a:xfrm>
            <a:off x="1799676" y="707150"/>
            <a:ext cx="3216204" cy="325338"/>
          </a:xfrm>
          <a:prstGeom prst="roundRect">
            <a:avLst/>
          </a:prstGeom>
          <a:noFill/>
          <a:ln w="31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b="1" dirty="0">
                <a:solidFill>
                  <a:srgbClr val="FF0000"/>
                </a:solidFill>
              </a:rPr>
              <a:t>호텔</a:t>
            </a:r>
            <a:r>
              <a:rPr kumimoji="1" lang="en-US" altLang="ko-KR" sz="1200" b="1" dirty="0">
                <a:solidFill>
                  <a:srgbClr val="FF0000"/>
                </a:solidFill>
              </a:rPr>
              <a:t>/</a:t>
            </a:r>
            <a:r>
              <a:rPr kumimoji="1" lang="ko-KR" altLang="en-US" sz="1200" b="1" dirty="0">
                <a:solidFill>
                  <a:srgbClr val="FF0000"/>
                </a:solidFill>
              </a:rPr>
              <a:t>프로퍼티 선택 영역</a:t>
            </a:r>
          </a:p>
        </p:txBody>
      </p:sp>
      <p:pic>
        <p:nvPicPr>
          <p:cNvPr id="18" name="그래픽 17" descr="햄버거 메뉴 아이콘 단색으로 채워진">
            <a:extLst>
              <a:ext uri="{FF2B5EF4-FFF2-40B4-BE49-F238E27FC236}">
                <a16:creationId xmlns:a16="http://schemas.microsoft.com/office/drawing/2014/main" id="{BC042647-9CE1-E81D-47E7-77CD0A9696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01179" y="717490"/>
            <a:ext cx="291356" cy="29135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C566005-22C1-5C9E-4E14-87D44F87DA19}"/>
              </a:ext>
            </a:extLst>
          </p:cNvPr>
          <p:cNvSpPr txBox="1"/>
          <p:nvPr/>
        </p:nvSpPr>
        <p:spPr>
          <a:xfrm>
            <a:off x="221647" y="1535008"/>
            <a:ext cx="2453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b="1" dirty="0">
                <a:latin typeface="+mn-ea"/>
                <a:ea typeface="+mn-ea"/>
              </a:rPr>
              <a:t>서브 타이틀 </a:t>
            </a:r>
            <a:r>
              <a:rPr kumimoji="1" lang="en-US" altLang="ko-KR" sz="1200" b="1" dirty="0">
                <a:latin typeface="+mn-ea"/>
                <a:ea typeface="+mn-ea"/>
              </a:rPr>
              <a:t>or </a:t>
            </a:r>
            <a:r>
              <a:rPr lang="ko-KR" altLang="en-US" sz="1200" b="1" dirty="0">
                <a:latin typeface="+mn-ea"/>
                <a:ea typeface="+mn-ea"/>
              </a:rPr>
              <a:t>메뉴 </a:t>
            </a:r>
            <a:r>
              <a:rPr kumimoji="1" lang="en-US" altLang="ko-KR" sz="1200" b="1" dirty="0">
                <a:latin typeface="+mn-ea"/>
                <a:ea typeface="+mn-ea"/>
              </a:rPr>
              <a:t>TAB</a:t>
            </a:r>
            <a:r>
              <a:rPr kumimoji="1" lang="ko-KR" altLang="en-US" sz="1200" b="1" dirty="0">
                <a:latin typeface="+mn-ea"/>
                <a:ea typeface="+mn-ea"/>
              </a:rPr>
              <a:t> 출력 영역</a:t>
            </a:r>
          </a:p>
        </p:txBody>
      </p:sp>
    </p:spTree>
    <p:extLst>
      <p:ext uri="{BB962C8B-B14F-4D97-AF65-F5344CB8AC3E}">
        <p14:creationId xmlns:p14="http://schemas.microsoft.com/office/powerpoint/2010/main" val="394924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A159FF-1180-5A8B-0568-92443B6C038F}"/>
              </a:ext>
            </a:extLst>
          </p:cNvPr>
          <p:cNvSpPr txBox="1"/>
          <p:nvPr/>
        </p:nvSpPr>
        <p:spPr>
          <a:xfrm>
            <a:off x="69106" y="77935"/>
            <a:ext cx="10364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 err="1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GNB</a:t>
            </a:r>
            <a:endParaRPr lang="ko-KR" altLang="en-US" sz="1000" b="1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FBF93F62-7308-7303-F3A2-B94889510035}"/>
              </a:ext>
            </a:extLst>
          </p:cNvPr>
          <p:cNvSpPr/>
          <p:nvPr/>
        </p:nvSpPr>
        <p:spPr>
          <a:xfrm>
            <a:off x="1271464" y="686898"/>
            <a:ext cx="10441160" cy="352541"/>
          </a:xfrm>
          <a:prstGeom prst="round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1"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A5EA776D-8863-EAD1-5348-52B2288B6C8D}"/>
              </a:ext>
            </a:extLst>
          </p:cNvPr>
          <p:cNvSpPr/>
          <p:nvPr/>
        </p:nvSpPr>
        <p:spPr>
          <a:xfrm>
            <a:off x="1271464" y="1124744"/>
            <a:ext cx="10441160" cy="1877409"/>
          </a:xfrm>
          <a:prstGeom prst="roundRect">
            <a:avLst>
              <a:gd name="adj" fmla="val 1928"/>
            </a:avLst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29" name="그래픽 28" descr="닫기 단색으로 채워진">
            <a:extLst>
              <a:ext uri="{FF2B5EF4-FFF2-40B4-BE49-F238E27FC236}">
                <a16:creationId xmlns:a16="http://schemas.microsoft.com/office/drawing/2014/main" id="{B4ADDF75-343F-3BB4-97DF-9C0B90348C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77252" y="1196752"/>
            <a:ext cx="291356" cy="291356"/>
          </a:xfrm>
          <a:prstGeom prst="rect">
            <a:avLst/>
          </a:prstGeom>
        </p:spPr>
      </p:pic>
      <p:sp>
        <p:nvSpPr>
          <p:cNvPr id="38" name="직사각형 37">
            <a:extLst>
              <a:ext uri="{FF2B5EF4-FFF2-40B4-BE49-F238E27FC236}">
                <a16:creationId xmlns:a16="http://schemas.microsoft.com/office/drawing/2014/main" id="{F82429F7-DE51-B8B2-C70B-A01E8C309714}"/>
              </a:ext>
            </a:extLst>
          </p:cNvPr>
          <p:cNvSpPr/>
          <p:nvPr/>
        </p:nvSpPr>
        <p:spPr>
          <a:xfrm>
            <a:off x="1598241" y="1067164"/>
            <a:ext cx="1330535" cy="11449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1200" b="1" dirty="0">
                <a:latin typeface="+mn-ea"/>
                <a:ea typeface="+mn-ea"/>
              </a:rPr>
              <a:t>사용자 관리</a:t>
            </a:r>
            <a:endParaRPr lang="en-US" altLang="ko-KR" sz="1200" b="1" dirty="0">
              <a:latin typeface="+mn-ea"/>
              <a:ea typeface="+mn-ea"/>
            </a:endParaRPr>
          </a:p>
          <a:p>
            <a:pPr algn="ctr">
              <a:lnSpc>
                <a:spcPct val="200000"/>
              </a:lnSpc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시스템 관리자</a:t>
            </a:r>
            <a:endParaRPr lang="en-US" altLang="ko-KR" sz="120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  <a:p>
            <a:pPr algn="ctr">
              <a:lnSpc>
                <a:spcPct val="200000"/>
              </a:lnSpc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협력사 관리</a:t>
            </a:r>
            <a:endParaRPr lang="en-US" altLang="ko-KR" sz="120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D1834E91-5205-F5D7-96BD-18F4E6516AA2}"/>
              </a:ext>
            </a:extLst>
          </p:cNvPr>
          <p:cNvSpPr/>
          <p:nvPr/>
        </p:nvSpPr>
        <p:spPr>
          <a:xfrm>
            <a:off x="4877588" y="1067164"/>
            <a:ext cx="1445915" cy="1883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1200" b="1" dirty="0">
                <a:latin typeface="+mn-ea"/>
                <a:ea typeface="+mn-ea"/>
              </a:rPr>
              <a:t>상품관리 관리</a:t>
            </a:r>
            <a:endParaRPr lang="en-US" altLang="ko-KR" sz="1200" b="1" dirty="0">
              <a:latin typeface="+mn-ea"/>
              <a:ea typeface="+mn-ea"/>
            </a:endParaRPr>
          </a:p>
          <a:p>
            <a:pPr algn="ctr">
              <a:lnSpc>
                <a:spcPct val="200000"/>
              </a:lnSpc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객실 관리</a:t>
            </a:r>
          </a:p>
          <a:p>
            <a:pPr algn="ctr">
              <a:lnSpc>
                <a:spcPct val="200000"/>
              </a:lnSpc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옵션 관리</a:t>
            </a:r>
          </a:p>
          <a:p>
            <a:pPr algn="ctr">
              <a:lnSpc>
                <a:spcPct val="200000"/>
              </a:lnSpc>
            </a:pPr>
            <a:r>
              <a:rPr lang="ko-KR" altLang="en-US" sz="1200" dirty="0" err="1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레이트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 관리</a:t>
            </a:r>
          </a:p>
          <a:p>
            <a:pPr algn="ctr">
              <a:lnSpc>
                <a:spcPct val="200000"/>
              </a:lnSpc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프로모션 관리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7FB4CA5-E1E3-C012-11E8-2B7061727321}"/>
              </a:ext>
            </a:extLst>
          </p:cNvPr>
          <p:cNvSpPr/>
          <p:nvPr/>
        </p:nvSpPr>
        <p:spPr>
          <a:xfrm>
            <a:off x="6633837" y="1067164"/>
            <a:ext cx="1437015" cy="15142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1200" b="1" dirty="0">
                <a:latin typeface="+mn-ea"/>
                <a:ea typeface="+mn-ea"/>
              </a:rPr>
              <a:t>시스템 관리</a:t>
            </a:r>
            <a:endParaRPr lang="en-US" altLang="ko-KR" sz="1200" b="1" dirty="0">
              <a:latin typeface="+mn-ea"/>
              <a:ea typeface="+mn-ea"/>
            </a:endParaRPr>
          </a:p>
          <a:p>
            <a:pPr algn="ctr">
              <a:lnSpc>
                <a:spcPct val="200000"/>
              </a:lnSpc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공통 코드 관리</a:t>
            </a:r>
          </a:p>
          <a:p>
            <a:pPr algn="ctr">
              <a:lnSpc>
                <a:spcPct val="200000"/>
              </a:lnSpc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마켓 코드관리</a:t>
            </a:r>
          </a:p>
          <a:p>
            <a:pPr algn="ctr">
              <a:lnSpc>
                <a:spcPct val="200000"/>
              </a:lnSpc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층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/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호수 관리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CB825C15-4DBC-7345-6B1D-3DDDA2B02D5F}"/>
              </a:ext>
            </a:extLst>
          </p:cNvPr>
          <p:cNvSpPr/>
          <p:nvPr/>
        </p:nvSpPr>
        <p:spPr>
          <a:xfrm>
            <a:off x="8349512" y="1067164"/>
            <a:ext cx="1031239" cy="11449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1200" b="1" dirty="0">
                <a:latin typeface="+mn-ea"/>
                <a:ea typeface="+mn-ea"/>
              </a:rPr>
              <a:t>예약 관리</a:t>
            </a:r>
            <a:endParaRPr lang="en-US" altLang="ko-KR" sz="1200" b="1" dirty="0">
              <a:latin typeface="+mn-ea"/>
              <a:ea typeface="+mn-ea"/>
            </a:endParaRPr>
          </a:p>
          <a:p>
            <a:pPr algn="ctr">
              <a:lnSpc>
                <a:spcPct val="200000"/>
              </a:lnSpc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예약 내역</a:t>
            </a:r>
          </a:p>
          <a:p>
            <a:pPr algn="ctr">
              <a:lnSpc>
                <a:spcPct val="200000"/>
              </a:lnSpc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취소 내역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60402F0-D8A2-9F13-94B4-5ECB28DBE4F0}"/>
              </a:ext>
            </a:extLst>
          </p:cNvPr>
          <p:cNvSpPr/>
          <p:nvPr/>
        </p:nvSpPr>
        <p:spPr>
          <a:xfrm>
            <a:off x="3196351" y="1067164"/>
            <a:ext cx="1445914" cy="15142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1200" b="1" dirty="0">
                <a:latin typeface="+mn-ea"/>
                <a:ea typeface="+mn-ea"/>
              </a:rPr>
              <a:t>호텔 관리</a:t>
            </a:r>
            <a:r>
              <a:rPr lang="en-US" altLang="ko-KR" sz="1200" b="1" dirty="0">
                <a:latin typeface="+mn-ea"/>
                <a:ea typeface="+mn-ea"/>
              </a:rPr>
              <a:t> </a:t>
            </a:r>
          </a:p>
          <a:p>
            <a:pPr algn="ctr">
              <a:lnSpc>
                <a:spcPct val="200000"/>
              </a:lnSpc>
            </a:pPr>
            <a:r>
              <a:rPr lang="ko-KR" altLang="en-US" sz="1200" b="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호텔 관리</a:t>
            </a:r>
            <a:endParaRPr lang="en-US" altLang="ko-KR" sz="1200" b="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  <a:p>
            <a:pPr algn="ctr">
              <a:lnSpc>
                <a:spcPct val="200000"/>
              </a:lnSpc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프로퍼티 관리</a:t>
            </a:r>
            <a:endParaRPr lang="en-US" altLang="ko-KR" sz="120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  <a:p>
            <a:pPr algn="ctr">
              <a:lnSpc>
                <a:spcPct val="200000"/>
              </a:lnSpc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호텔 콘텐츠 관리</a:t>
            </a:r>
            <a:endParaRPr lang="en-US" altLang="ko-KR" sz="120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A5BBDD4D-6F8E-2C16-9417-9EBE5B9097F2}"/>
              </a:ext>
            </a:extLst>
          </p:cNvPr>
          <p:cNvSpPr/>
          <p:nvPr/>
        </p:nvSpPr>
        <p:spPr>
          <a:xfrm>
            <a:off x="9722424" y="1067164"/>
            <a:ext cx="1405316" cy="7755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1200" b="1" dirty="0">
                <a:latin typeface="+mn-ea"/>
                <a:ea typeface="+mn-ea"/>
              </a:rPr>
              <a:t>시스템 권한 관리</a:t>
            </a:r>
            <a:r>
              <a:rPr lang="en-US" altLang="ko-KR" sz="1200" b="1" dirty="0">
                <a:latin typeface="+mn-ea"/>
                <a:ea typeface="+mn-ea"/>
              </a:rPr>
              <a:t> </a:t>
            </a:r>
          </a:p>
          <a:p>
            <a:pPr algn="ctr">
              <a:lnSpc>
                <a:spcPct val="200000"/>
              </a:lnSpc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시스템 권한관리</a:t>
            </a:r>
            <a:endParaRPr lang="en-US" altLang="ko-KR" sz="120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44" name="모서리가 둥근 직사각형 43">
            <a:extLst>
              <a:ext uri="{FF2B5EF4-FFF2-40B4-BE49-F238E27FC236}">
                <a16:creationId xmlns:a16="http://schemas.microsoft.com/office/drawing/2014/main" id="{949BFF21-68CC-8A4E-D3B1-76DA7D96A948}"/>
              </a:ext>
            </a:extLst>
          </p:cNvPr>
          <p:cNvSpPr/>
          <p:nvPr/>
        </p:nvSpPr>
        <p:spPr>
          <a:xfrm>
            <a:off x="407368" y="1187120"/>
            <a:ext cx="10657184" cy="325338"/>
          </a:xfrm>
          <a:prstGeom prst="roundRect">
            <a:avLst/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200" b="1" dirty="0">
                <a:solidFill>
                  <a:srgbClr val="FF0000"/>
                </a:solidFill>
              </a:rPr>
              <a:t>1</a:t>
            </a:r>
            <a:r>
              <a:rPr kumimoji="1" lang="ko-KR" altLang="en-US" sz="1200" b="1" dirty="0">
                <a:solidFill>
                  <a:srgbClr val="FF0000"/>
                </a:solidFill>
              </a:rPr>
              <a:t> </a:t>
            </a:r>
            <a:r>
              <a:rPr kumimoji="1" lang="en-US" altLang="ko-KR" sz="1200" b="1" dirty="0">
                <a:solidFill>
                  <a:srgbClr val="FF0000"/>
                </a:solidFill>
              </a:rPr>
              <a:t>D</a:t>
            </a:r>
            <a:r>
              <a:rPr kumimoji="1" lang="en" altLang="ko-KR" sz="1200" b="1" dirty="0" err="1">
                <a:solidFill>
                  <a:srgbClr val="FF0000"/>
                </a:solidFill>
              </a:rPr>
              <a:t>epth</a:t>
            </a:r>
            <a:endParaRPr kumimoji="1"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45" name="모서리가 둥근 직사각형 44">
            <a:extLst>
              <a:ext uri="{FF2B5EF4-FFF2-40B4-BE49-F238E27FC236}">
                <a16:creationId xmlns:a16="http://schemas.microsoft.com/office/drawing/2014/main" id="{C156FBDA-87A4-E460-E76A-1F61B2DB7803}"/>
              </a:ext>
            </a:extLst>
          </p:cNvPr>
          <p:cNvSpPr/>
          <p:nvPr/>
        </p:nvSpPr>
        <p:spPr>
          <a:xfrm>
            <a:off x="407368" y="1563854"/>
            <a:ext cx="10657184" cy="1438299"/>
          </a:xfrm>
          <a:prstGeom prst="roundRect">
            <a:avLst>
              <a:gd name="adj" fmla="val 5415"/>
            </a:avLst>
          </a:prstGeom>
          <a:noFill/>
          <a:ln w="12700">
            <a:solidFill>
              <a:srgbClr val="1588E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200" b="1" dirty="0">
                <a:solidFill>
                  <a:srgbClr val="1588EC"/>
                </a:solidFill>
              </a:rPr>
              <a:t>2 Depth</a:t>
            </a:r>
          </a:p>
        </p:txBody>
      </p:sp>
    </p:spTree>
    <p:extLst>
      <p:ext uri="{BB962C8B-B14F-4D97-AF65-F5344CB8AC3E}">
        <p14:creationId xmlns:p14="http://schemas.microsoft.com/office/powerpoint/2010/main" val="954062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190AC-021B-64D8-46C1-523BCCAFD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3D240E2-1008-F442-072F-F1436819AC99}"/>
              </a:ext>
            </a:extLst>
          </p:cNvPr>
          <p:cNvSpPr txBox="1"/>
          <p:nvPr/>
        </p:nvSpPr>
        <p:spPr>
          <a:xfrm>
            <a:off x="69106" y="77935"/>
            <a:ext cx="52348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계정 유형에 따른 공통 </a:t>
            </a:r>
            <a:r>
              <a:rPr lang="en-US" altLang="ko-KR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r>
              <a:rPr lang="ko-KR" altLang="en-US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출력 정의 </a:t>
            </a:r>
            <a:r>
              <a:rPr lang="en-US" altLang="ko-KR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–</a:t>
            </a:r>
            <a:r>
              <a:rPr lang="ko-KR" altLang="en-US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000" b="1" dirty="0" err="1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슈퍼어드민</a:t>
            </a:r>
            <a:r>
              <a:rPr lang="ko-KR" altLang="en-US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/</a:t>
            </a:r>
            <a:r>
              <a:rPr lang="ko-KR" altLang="en-US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블루웨이브 관리자 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0561FD4-294F-DBBC-951D-4A65634F93BF}"/>
              </a:ext>
            </a:extLst>
          </p:cNvPr>
          <p:cNvSpPr/>
          <p:nvPr/>
        </p:nvSpPr>
        <p:spPr>
          <a:xfrm>
            <a:off x="259166" y="836712"/>
            <a:ext cx="842508" cy="342775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LOGO</a:t>
            </a:r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77" name="그림 76">
            <a:extLst>
              <a:ext uri="{FF2B5EF4-FFF2-40B4-BE49-F238E27FC236}">
                <a16:creationId xmlns:a16="http://schemas.microsoft.com/office/drawing/2014/main" id="{3C383EE2-1A0F-9466-11BA-B4A7FE5725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13616" y="888044"/>
            <a:ext cx="254000" cy="254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B1A4A59-9AAB-A70C-65D3-0C1E27805954}"/>
              </a:ext>
            </a:extLst>
          </p:cNvPr>
          <p:cNvSpPr txBox="1"/>
          <p:nvPr/>
        </p:nvSpPr>
        <p:spPr>
          <a:xfrm>
            <a:off x="10683601" y="909917"/>
            <a:ext cx="83708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800" u="sng" dirty="0">
                <a:solidFill>
                  <a:srgbClr val="0038FE"/>
                </a:solidFill>
                <a:latin typeface="+mn-ea"/>
                <a:ea typeface="+mn-ea"/>
              </a:rPr>
              <a:t>회원정보 수정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6E601365-55C9-506D-4675-7A40951202FE}"/>
              </a:ext>
            </a:extLst>
          </p:cNvPr>
          <p:cNvGrpSpPr/>
          <p:nvPr/>
        </p:nvGrpSpPr>
        <p:grpSpPr>
          <a:xfrm>
            <a:off x="9795181" y="930828"/>
            <a:ext cx="806902" cy="162302"/>
            <a:chOff x="9264352" y="746418"/>
            <a:chExt cx="806902" cy="162302"/>
          </a:xfrm>
        </p:grpSpPr>
        <p:sp>
          <p:nvSpPr>
            <p:cNvPr id="12" name="모서리가 둥근 직사각형 11">
              <a:extLst>
                <a:ext uri="{FF2B5EF4-FFF2-40B4-BE49-F238E27FC236}">
                  <a16:creationId xmlns:a16="http://schemas.microsoft.com/office/drawing/2014/main" id="{A719D848-E178-FDAD-A9B6-550E467272F6}"/>
                </a:ext>
              </a:extLst>
            </p:cNvPr>
            <p:cNvSpPr/>
            <p:nvPr/>
          </p:nvSpPr>
          <p:spPr>
            <a:xfrm>
              <a:off x="9264352" y="746418"/>
              <a:ext cx="806902" cy="162302"/>
            </a:xfrm>
            <a:prstGeom prst="roundRect">
              <a:avLst>
                <a:gd name="adj" fmla="val 50000"/>
              </a:avLst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KO</a:t>
              </a:r>
              <a:endParaRPr kumimoji="1"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0" name="모서리가 둥근 직사각형 9">
              <a:extLst>
                <a:ext uri="{FF2B5EF4-FFF2-40B4-BE49-F238E27FC236}">
                  <a16:creationId xmlns:a16="http://schemas.microsoft.com/office/drawing/2014/main" id="{DF1190F6-6420-6369-B5D9-57B66E17D80E}"/>
                </a:ext>
              </a:extLst>
            </p:cNvPr>
            <p:cNvSpPr/>
            <p:nvPr/>
          </p:nvSpPr>
          <p:spPr>
            <a:xfrm>
              <a:off x="9624392" y="746418"/>
              <a:ext cx="446862" cy="162302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</a:rPr>
                <a:t>EN</a:t>
              </a:r>
              <a:endParaRPr kumimoji="1" lang="ko-KR" altLang="en-US" sz="8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5" name="직선 연결선[R] 14">
            <a:extLst>
              <a:ext uri="{FF2B5EF4-FFF2-40B4-BE49-F238E27FC236}">
                <a16:creationId xmlns:a16="http://schemas.microsoft.com/office/drawing/2014/main" id="{00EE0188-AC8F-E6F6-1395-1795BEEC32DE}"/>
              </a:ext>
            </a:extLst>
          </p:cNvPr>
          <p:cNvCxnSpPr>
            <a:cxnSpLocks/>
          </p:cNvCxnSpPr>
          <p:nvPr/>
        </p:nvCxnSpPr>
        <p:spPr>
          <a:xfrm>
            <a:off x="259166" y="1325235"/>
            <a:ext cx="115084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B4C742B-3DE5-7B5D-9FD7-27402032F4CF}"/>
              </a:ext>
            </a:extLst>
          </p:cNvPr>
          <p:cNvSpPr txBox="1"/>
          <p:nvPr/>
        </p:nvSpPr>
        <p:spPr>
          <a:xfrm>
            <a:off x="191344" y="452937"/>
            <a:ext cx="12843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400" i="1" dirty="0">
                <a:solidFill>
                  <a:srgbClr val="C00000"/>
                </a:solidFill>
                <a:latin typeface="+mn-ea"/>
                <a:ea typeface="+mn-ea"/>
              </a:rPr>
              <a:t>#</a:t>
            </a:r>
            <a:r>
              <a:rPr kumimoji="1" lang="ko-KR" altLang="en-US" sz="1400" i="1" dirty="0">
                <a:solidFill>
                  <a:srgbClr val="C00000"/>
                </a:solidFill>
                <a:latin typeface="+mn-ea"/>
                <a:ea typeface="+mn-ea"/>
              </a:rPr>
              <a:t> 호텔 선택 전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2ABAEDD9-A08D-534B-12EA-DD1E6D79F21C}"/>
              </a:ext>
            </a:extLst>
          </p:cNvPr>
          <p:cNvSpPr/>
          <p:nvPr/>
        </p:nvSpPr>
        <p:spPr>
          <a:xfrm>
            <a:off x="1654378" y="906462"/>
            <a:ext cx="851943" cy="216023"/>
          </a:xfrm>
          <a:prstGeom prst="roundRect">
            <a:avLst>
              <a:gd name="adj" fmla="val 17379"/>
            </a:avLst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900" b="1" dirty="0">
                <a:solidFill>
                  <a:schemeClr val="tx1"/>
                </a:solidFill>
              </a:rPr>
              <a:t> 호텔 선택</a:t>
            </a:r>
          </a:p>
        </p:txBody>
      </p:sp>
      <p:sp>
        <p:nvSpPr>
          <p:cNvPr id="21" name="Chevron Left">
            <a:extLst>
              <a:ext uri="{FF2B5EF4-FFF2-40B4-BE49-F238E27FC236}">
                <a16:creationId xmlns:a16="http://schemas.microsoft.com/office/drawing/2014/main" id="{7A514799-0937-9158-6491-B8AF1D3F5F25}"/>
              </a:ext>
            </a:extLst>
          </p:cNvPr>
          <p:cNvSpPr>
            <a:spLocks noChangeAspect="1"/>
          </p:cNvSpPr>
          <p:nvPr/>
        </p:nvSpPr>
        <p:spPr bwMode="auto">
          <a:xfrm rot="16200000">
            <a:off x="2356797" y="976893"/>
            <a:ext cx="54214" cy="98669"/>
          </a:xfrm>
          <a:custGeom>
            <a:avLst/>
            <a:gdLst>
              <a:gd name="T0" fmla="*/ 296 w 324"/>
              <a:gd name="T1" fmla="*/ 593 h 593"/>
              <a:gd name="T2" fmla="*/ 324 w 324"/>
              <a:gd name="T3" fmla="*/ 565 h 593"/>
              <a:gd name="T4" fmla="*/ 55 w 324"/>
              <a:gd name="T5" fmla="*/ 297 h 593"/>
              <a:gd name="T6" fmla="*/ 324 w 324"/>
              <a:gd name="T7" fmla="*/ 28 h 593"/>
              <a:gd name="T8" fmla="*/ 296 w 324"/>
              <a:gd name="T9" fmla="*/ 0 h 593"/>
              <a:gd name="T10" fmla="*/ 0 w 324"/>
              <a:gd name="T11" fmla="*/ 297 h 593"/>
              <a:gd name="T12" fmla="*/ 296 w 324"/>
              <a:gd name="T13" fmla="*/ 593 h 5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4" h="593">
                <a:moveTo>
                  <a:pt x="296" y="593"/>
                </a:moveTo>
                <a:lnTo>
                  <a:pt x="324" y="565"/>
                </a:lnTo>
                <a:lnTo>
                  <a:pt x="55" y="297"/>
                </a:lnTo>
                <a:lnTo>
                  <a:pt x="324" y="28"/>
                </a:lnTo>
                <a:lnTo>
                  <a:pt x="296" y="0"/>
                </a:lnTo>
                <a:lnTo>
                  <a:pt x="0" y="297"/>
                </a:lnTo>
                <a:lnTo>
                  <a:pt x="296" y="593"/>
                </a:lnTo>
                <a:close/>
              </a:path>
            </a:pathLst>
          </a:custGeom>
          <a:solidFill>
            <a:srgbClr val="5F5F5F"/>
          </a:solidFill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4B949926-34D2-F012-A514-2D7CF5312B62}"/>
              </a:ext>
            </a:extLst>
          </p:cNvPr>
          <p:cNvSpPr/>
          <p:nvPr/>
        </p:nvSpPr>
        <p:spPr>
          <a:xfrm>
            <a:off x="2580810" y="906462"/>
            <a:ext cx="1045759" cy="216023"/>
          </a:xfrm>
          <a:prstGeom prst="roundRect">
            <a:avLst>
              <a:gd name="adj" fmla="val 17379"/>
            </a:avLst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900" b="1" dirty="0">
                <a:solidFill>
                  <a:schemeClr val="tx1"/>
                </a:solidFill>
              </a:rPr>
              <a:t> 프로퍼티 선택</a:t>
            </a:r>
          </a:p>
        </p:txBody>
      </p:sp>
      <p:sp>
        <p:nvSpPr>
          <p:cNvPr id="24" name="Chevron Left">
            <a:extLst>
              <a:ext uri="{FF2B5EF4-FFF2-40B4-BE49-F238E27FC236}">
                <a16:creationId xmlns:a16="http://schemas.microsoft.com/office/drawing/2014/main" id="{BA1765D6-85D0-6433-8CE2-01CDAD873CC9}"/>
              </a:ext>
            </a:extLst>
          </p:cNvPr>
          <p:cNvSpPr>
            <a:spLocks noChangeAspect="1"/>
          </p:cNvSpPr>
          <p:nvPr/>
        </p:nvSpPr>
        <p:spPr bwMode="auto">
          <a:xfrm rot="16200000">
            <a:off x="3464653" y="976893"/>
            <a:ext cx="54214" cy="98669"/>
          </a:xfrm>
          <a:custGeom>
            <a:avLst/>
            <a:gdLst>
              <a:gd name="T0" fmla="*/ 296 w 324"/>
              <a:gd name="T1" fmla="*/ 593 h 593"/>
              <a:gd name="T2" fmla="*/ 324 w 324"/>
              <a:gd name="T3" fmla="*/ 565 h 593"/>
              <a:gd name="T4" fmla="*/ 55 w 324"/>
              <a:gd name="T5" fmla="*/ 297 h 593"/>
              <a:gd name="T6" fmla="*/ 324 w 324"/>
              <a:gd name="T7" fmla="*/ 28 h 593"/>
              <a:gd name="T8" fmla="*/ 296 w 324"/>
              <a:gd name="T9" fmla="*/ 0 h 593"/>
              <a:gd name="T10" fmla="*/ 0 w 324"/>
              <a:gd name="T11" fmla="*/ 297 h 593"/>
              <a:gd name="T12" fmla="*/ 296 w 324"/>
              <a:gd name="T13" fmla="*/ 593 h 5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4" h="593">
                <a:moveTo>
                  <a:pt x="296" y="593"/>
                </a:moveTo>
                <a:lnTo>
                  <a:pt x="324" y="565"/>
                </a:lnTo>
                <a:lnTo>
                  <a:pt x="55" y="297"/>
                </a:lnTo>
                <a:lnTo>
                  <a:pt x="324" y="28"/>
                </a:lnTo>
                <a:lnTo>
                  <a:pt x="296" y="0"/>
                </a:lnTo>
                <a:lnTo>
                  <a:pt x="0" y="297"/>
                </a:lnTo>
                <a:lnTo>
                  <a:pt x="296" y="593"/>
                </a:lnTo>
                <a:close/>
              </a:path>
            </a:pathLst>
          </a:custGeom>
          <a:solidFill>
            <a:srgbClr val="5F5F5F"/>
          </a:solidFill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25" name="Cutout">
            <a:extLst>
              <a:ext uri="{FF2B5EF4-FFF2-40B4-BE49-F238E27FC236}">
                <a16:creationId xmlns:a16="http://schemas.microsoft.com/office/drawing/2014/main" id="{AF55F006-7A14-EFE9-7711-EA53BA9E250D}"/>
              </a:ext>
            </a:extLst>
          </p:cNvPr>
          <p:cNvGrpSpPr/>
          <p:nvPr/>
        </p:nvGrpSpPr>
        <p:grpSpPr>
          <a:xfrm rot="16200000">
            <a:off x="5924638" y="-4070343"/>
            <a:ext cx="177506" cy="11508450"/>
            <a:chOff x="6402388" y="1584325"/>
            <a:chExt cx="239713" cy="933450"/>
          </a:xfrm>
          <a:solidFill>
            <a:srgbClr val="FFFFFF"/>
          </a:solidFill>
        </p:grpSpPr>
        <p:sp>
          <p:nvSpPr>
            <p:cNvPr id="26" name="Fill">
              <a:extLst>
                <a:ext uri="{FF2B5EF4-FFF2-40B4-BE49-F238E27FC236}">
                  <a16:creationId xmlns:a16="http://schemas.microsoft.com/office/drawing/2014/main" id="{46069A7A-0654-3C33-E901-FBDE12608E0E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7" name="Border">
              <a:extLst>
                <a:ext uri="{FF2B5EF4-FFF2-40B4-BE49-F238E27FC236}">
                  <a16:creationId xmlns:a16="http://schemas.microsoft.com/office/drawing/2014/main" id="{17CEDF50-51C7-7027-5FA6-D8CA9D8A208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A7790C7-D8C9-7C03-3917-BD435CE7AAF2}"/>
              </a:ext>
            </a:extLst>
          </p:cNvPr>
          <p:cNvSpPr/>
          <p:nvPr/>
        </p:nvSpPr>
        <p:spPr>
          <a:xfrm>
            <a:off x="259166" y="2386306"/>
            <a:ext cx="842508" cy="342775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LOGO</a:t>
            </a:r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B7C813D6-3E27-9174-A5C3-26EB3A4827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13616" y="2437638"/>
            <a:ext cx="254000" cy="25400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DF35D0B3-ADFA-CED5-D3AA-31443673A8C9}"/>
              </a:ext>
            </a:extLst>
          </p:cNvPr>
          <p:cNvSpPr txBox="1"/>
          <p:nvPr/>
        </p:nvSpPr>
        <p:spPr>
          <a:xfrm>
            <a:off x="10683601" y="2459511"/>
            <a:ext cx="83708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800" u="sng" dirty="0">
                <a:solidFill>
                  <a:srgbClr val="0038FE"/>
                </a:solidFill>
                <a:latin typeface="+mn-ea"/>
                <a:ea typeface="+mn-ea"/>
              </a:rPr>
              <a:t>회원정보 수정</a:t>
            </a: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B1BFEABB-8BDE-D910-8F3E-8C9D5C0F5222}"/>
              </a:ext>
            </a:extLst>
          </p:cNvPr>
          <p:cNvGrpSpPr/>
          <p:nvPr/>
        </p:nvGrpSpPr>
        <p:grpSpPr>
          <a:xfrm>
            <a:off x="9795181" y="2480422"/>
            <a:ext cx="806902" cy="162302"/>
            <a:chOff x="9264352" y="746418"/>
            <a:chExt cx="806902" cy="162302"/>
          </a:xfrm>
        </p:grpSpPr>
        <p:sp>
          <p:nvSpPr>
            <p:cNvPr id="32" name="모서리가 둥근 직사각형 31">
              <a:extLst>
                <a:ext uri="{FF2B5EF4-FFF2-40B4-BE49-F238E27FC236}">
                  <a16:creationId xmlns:a16="http://schemas.microsoft.com/office/drawing/2014/main" id="{E06BCEEC-E45F-0086-BA41-CD99A00F35BE}"/>
                </a:ext>
              </a:extLst>
            </p:cNvPr>
            <p:cNvSpPr/>
            <p:nvPr/>
          </p:nvSpPr>
          <p:spPr>
            <a:xfrm>
              <a:off x="9264352" y="746418"/>
              <a:ext cx="806902" cy="162302"/>
            </a:xfrm>
            <a:prstGeom prst="roundRect">
              <a:avLst>
                <a:gd name="adj" fmla="val 50000"/>
              </a:avLst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KO</a:t>
              </a:r>
              <a:endParaRPr kumimoji="1"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5" name="모서리가 둥근 직사각형 34">
              <a:extLst>
                <a:ext uri="{FF2B5EF4-FFF2-40B4-BE49-F238E27FC236}">
                  <a16:creationId xmlns:a16="http://schemas.microsoft.com/office/drawing/2014/main" id="{4C969C6B-127B-5ADE-0FBD-700F6E0D26CE}"/>
                </a:ext>
              </a:extLst>
            </p:cNvPr>
            <p:cNvSpPr/>
            <p:nvPr/>
          </p:nvSpPr>
          <p:spPr>
            <a:xfrm>
              <a:off x="9624392" y="746418"/>
              <a:ext cx="446862" cy="162302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</a:rPr>
                <a:t>EN</a:t>
              </a:r>
              <a:endParaRPr kumimoji="1" lang="ko-KR" altLang="en-US" sz="8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37" name="직선 연결선[R] 36">
            <a:extLst>
              <a:ext uri="{FF2B5EF4-FFF2-40B4-BE49-F238E27FC236}">
                <a16:creationId xmlns:a16="http://schemas.microsoft.com/office/drawing/2014/main" id="{708A2273-E8D8-57C7-5823-E40AEE12D36E}"/>
              </a:ext>
            </a:extLst>
          </p:cNvPr>
          <p:cNvCxnSpPr>
            <a:cxnSpLocks/>
          </p:cNvCxnSpPr>
          <p:nvPr/>
        </p:nvCxnSpPr>
        <p:spPr>
          <a:xfrm>
            <a:off x="259166" y="2874829"/>
            <a:ext cx="115084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AEC126A1-C1A7-3FB1-2DA4-36331162869E}"/>
              </a:ext>
            </a:extLst>
          </p:cNvPr>
          <p:cNvSpPr txBox="1"/>
          <p:nvPr/>
        </p:nvSpPr>
        <p:spPr>
          <a:xfrm>
            <a:off x="191344" y="1940254"/>
            <a:ext cx="12843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400" i="1" dirty="0">
                <a:solidFill>
                  <a:srgbClr val="C00000"/>
                </a:solidFill>
                <a:latin typeface="+mn-ea"/>
                <a:ea typeface="+mn-ea"/>
              </a:rPr>
              <a:t>#</a:t>
            </a:r>
            <a:r>
              <a:rPr kumimoji="1" lang="ko-KR" altLang="en-US" sz="1400" i="1" dirty="0">
                <a:solidFill>
                  <a:srgbClr val="C00000"/>
                </a:solidFill>
                <a:latin typeface="+mn-ea"/>
                <a:ea typeface="+mn-ea"/>
              </a:rPr>
              <a:t> 호텔 선택 후</a:t>
            </a: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6693947E-25A2-7647-BBE7-2D4BA3C05FFB}"/>
              </a:ext>
            </a:extLst>
          </p:cNvPr>
          <p:cNvGrpSpPr/>
          <p:nvPr/>
        </p:nvGrpSpPr>
        <p:grpSpPr>
          <a:xfrm>
            <a:off x="1652344" y="2472837"/>
            <a:ext cx="897718" cy="216023"/>
            <a:chOff x="1355625" y="2472837"/>
            <a:chExt cx="897718" cy="216023"/>
          </a:xfrm>
        </p:grpSpPr>
        <p:sp>
          <p:nvSpPr>
            <p:cNvPr id="40" name="모서리가 둥근 직사각형 39">
              <a:extLst>
                <a:ext uri="{FF2B5EF4-FFF2-40B4-BE49-F238E27FC236}">
                  <a16:creationId xmlns:a16="http://schemas.microsoft.com/office/drawing/2014/main" id="{EA2959CF-82B0-E665-FD18-4ACCE8854A5E}"/>
                </a:ext>
              </a:extLst>
            </p:cNvPr>
            <p:cNvSpPr/>
            <p:nvPr/>
          </p:nvSpPr>
          <p:spPr>
            <a:xfrm>
              <a:off x="1355625" y="2472837"/>
              <a:ext cx="897718" cy="216023"/>
            </a:xfrm>
            <a:prstGeom prst="roundRect">
              <a:avLst>
                <a:gd name="adj" fmla="val 17379"/>
              </a:avLst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ko-KR" altLang="en-US" sz="900" b="1" dirty="0" err="1">
                  <a:solidFill>
                    <a:schemeClr val="tx1"/>
                  </a:solidFill>
                </a:rPr>
                <a:t>글래드</a:t>
              </a:r>
              <a:r>
                <a:rPr kumimoji="1" lang="ko-KR" altLang="en-US" sz="900" b="1" dirty="0">
                  <a:solidFill>
                    <a:schemeClr val="tx1"/>
                  </a:solidFill>
                </a:rPr>
                <a:t> 호텔</a:t>
              </a:r>
            </a:p>
          </p:txBody>
        </p:sp>
        <p:sp>
          <p:nvSpPr>
            <p:cNvPr id="41" name="Chevron Left">
              <a:extLst>
                <a:ext uri="{FF2B5EF4-FFF2-40B4-BE49-F238E27FC236}">
                  <a16:creationId xmlns:a16="http://schemas.microsoft.com/office/drawing/2014/main" id="{618EE19A-C2EA-058C-E370-0FEE801F8CBB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2102578" y="2526487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3" name="모서리가 둥근 직사각형 42">
            <a:extLst>
              <a:ext uri="{FF2B5EF4-FFF2-40B4-BE49-F238E27FC236}">
                <a16:creationId xmlns:a16="http://schemas.microsoft.com/office/drawing/2014/main" id="{DD08DA96-2F3E-A1A5-BE82-340FD8336B0E}"/>
              </a:ext>
            </a:extLst>
          </p:cNvPr>
          <p:cNvSpPr/>
          <p:nvPr/>
        </p:nvSpPr>
        <p:spPr>
          <a:xfrm>
            <a:off x="2624955" y="2472201"/>
            <a:ext cx="1264583" cy="866167"/>
          </a:xfrm>
          <a:prstGeom prst="roundRect">
            <a:avLst>
              <a:gd name="adj" fmla="val 4704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900" b="1" dirty="0">
                <a:solidFill>
                  <a:schemeClr val="tx1"/>
                </a:solidFill>
              </a:rPr>
              <a:t>프로퍼티 선택</a:t>
            </a:r>
            <a:endParaRPr kumimoji="1" lang="en-US" altLang="ko-KR" sz="900" b="1" dirty="0">
              <a:solidFill>
                <a:schemeClr val="tx1"/>
              </a:solidFill>
            </a:endParaRPr>
          </a:p>
          <a:p>
            <a:r>
              <a:rPr lang="en-US" altLang="ko-KR" sz="900" b="1" dirty="0">
                <a:solidFill>
                  <a:schemeClr val="tx1"/>
                </a:solidFill>
              </a:rPr>
              <a:t>-------------------------</a:t>
            </a:r>
          </a:p>
          <a:p>
            <a:r>
              <a:rPr lang="ko-KR" altLang="en-US" sz="900" b="1" dirty="0" err="1">
                <a:solidFill>
                  <a:schemeClr val="tx1"/>
                </a:solidFill>
              </a:rPr>
              <a:t>글래드</a:t>
            </a:r>
            <a:r>
              <a:rPr lang="ko-KR" altLang="en-US" sz="900" b="1" dirty="0">
                <a:solidFill>
                  <a:schemeClr val="tx1"/>
                </a:solidFill>
              </a:rPr>
              <a:t> 마포</a:t>
            </a:r>
            <a:endParaRPr lang="en-US" altLang="ko-KR" sz="900" b="1" dirty="0">
              <a:solidFill>
                <a:schemeClr val="tx1"/>
              </a:solidFill>
            </a:endParaRPr>
          </a:p>
          <a:p>
            <a:r>
              <a:rPr lang="ko-KR" altLang="en-US" sz="900" b="1" dirty="0" err="1">
                <a:solidFill>
                  <a:schemeClr val="tx1"/>
                </a:solidFill>
              </a:rPr>
              <a:t>글래드</a:t>
            </a:r>
            <a:r>
              <a:rPr lang="ko-KR" altLang="en-US" sz="900" b="1" dirty="0">
                <a:solidFill>
                  <a:schemeClr val="tx1"/>
                </a:solidFill>
              </a:rPr>
              <a:t> 여의도</a:t>
            </a:r>
            <a:endParaRPr lang="en-US" altLang="ko-KR" sz="900" b="1" dirty="0">
              <a:solidFill>
                <a:schemeClr val="tx1"/>
              </a:solidFill>
            </a:endParaRPr>
          </a:p>
          <a:p>
            <a:r>
              <a:rPr lang="ko-KR" altLang="en-US" sz="900" b="1" dirty="0" err="1">
                <a:solidFill>
                  <a:schemeClr val="tx1"/>
                </a:solidFill>
              </a:rPr>
              <a:t>메종</a:t>
            </a:r>
            <a:r>
              <a:rPr lang="ko-KR" altLang="en-US" sz="900" b="1" dirty="0">
                <a:solidFill>
                  <a:schemeClr val="tx1"/>
                </a:solidFill>
              </a:rPr>
              <a:t> </a:t>
            </a:r>
            <a:r>
              <a:rPr lang="ko-KR" altLang="en-US" sz="900" b="1" dirty="0" err="1">
                <a:solidFill>
                  <a:schemeClr val="tx1"/>
                </a:solidFill>
              </a:rPr>
              <a:t>글래드</a:t>
            </a:r>
            <a:r>
              <a:rPr lang="ko-KR" altLang="en-US" sz="900" b="1" dirty="0">
                <a:solidFill>
                  <a:schemeClr val="tx1"/>
                </a:solidFill>
              </a:rPr>
              <a:t> 제주</a:t>
            </a:r>
            <a:endParaRPr lang="en-US" altLang="ko-KR" sz="900" b="1" dirty="0">
              <a:solidFill>
                <a:schemeClr val="tx1"/>
              </a:solidFill>
            </a:endParaRPr>
          </a:p>
        </p:txBody>
      </p:sp>
      <p:sp>
        <p:nvSpPr>
          <p:cNvPr id="44" name="Chevron Left">
            <a:extLst>
              <a:ext uri="{FF2B5EF4-FFF2-40B4-BE49-F238E27FC236}">
                <a16:creationId xmlns:a16="http://schemas.microsoft.com/office/drawing/2014/main" id="{6836FF04-0688-67A4-0099-F311DF2090E3}"/>
              </a:ext>
            </a:extLst>
          </p:cNvPr>
          <p:cNvSpPr>
            <a:spLocks noChangeAspect="1"/>
          </p:cNvSpPr>
          <p:nvPr/>
        </p:nvSpPr>
        <p:spPr bwMode="auto">
          <a:xfrm rot="16200000">
            <a:off x="3734248" y="2547163"/>
            <a:ext cx="54214" cy="98669"/>
          </a:xfrm>
          <a:custGeom>
            <a:avLst/>
            <a:gdLst>
              <a:gd name="T0" fmla="*/ 296 w 324"/>
              <a:gd name="T1" fmla="*/ 593 h 593"/>
              <a:gd name="T2" fmla="*/ 324 w 324"/>
              <a:gd name="T3" fmla="*/ 565 h 593"/>
              <a:gd name="T4" fmla="*/ 55 w 324"/>
              <a:gd name="T5" fmla="*/ 297 h 593"/>
              <a:gd name="T6" fmla="*/ 324 w 324"/>
              <a:gd name="T7" fmla="*/ 28 h 593"/>
              <a:gd name="T8" fmla="*/ 296 w 324"/>
              <a:gd name="T9" fmla="*/ 0 h 593"/>
              <a:gd name="T10" fmla="*/ 0 w 324"/>
              <a:gd name="T11" fmla="*/ 297 h 593"/>
              <a:gd name="T12" fmla="*/ 296 w 324"/>
              <a:gd name="T13" fmla="*/ 593 h 5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4" h="593">
                <a:moveTo>
                  <a:pt x="296" y="593"/>
                </a:moveTo>
                <a:lnTo>
                  <a:pt x="324" y="565"/>
                </a:lnTo>
                <a:lnTo>
                  <a:pt x="55" y="297"/>
                </a:lnTo>
                <a:lnTo>
                  <a:pt x="324" y="28"/>
                </a:lnTo>
                <a:lnTo>
                  <a:pt x="296" y="0"/>
                </a:lnTo>
                <a:lnTo>
                  <a:pt x="0" y="297"/>
                </a:lnTo>
                <a:lnTo>
                  <a:pt x="296" y="593"/>
                </a:lnTo>
                <a:close/>
              </a:path>
            </a:pathLst>
          </a:custGeom>
          <a:solidFill>
            <a:srgbClr val="5F5F5F"/>
          </a:solidFill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45" name="Cutout">
            <a:extLst>
              <a:ext uri="{FF2B5EF4-FFF2-40B4-BE49-F238E27FC236}">
                <a16:creationId xmlns:a16="http://schemas.microsoft.com/office/drawing/2014/main" id="{1AA4A043-42A8-9616-1379-76006C0E272F}"/>
              </a:ext>
            </a:extLst>
          </p:cNvPr>
          <p:cNvGrpSpPr/>
          <p:nvPr/>
        </p:nvGrpSpPr>
        <p:grpSpPr>
          <a:xfrm rot="16200000">
            <a:off x="5924638" y="-2249429"/>
            <a:ext cx="177506" cy="11508450"/>
            <a:chOff x="6402388" y="1584325"/>
            <a:chExt cx="239713" cy="933450"/>
          </a:xfrm>
          <a:solidFill>
            <a:srgbClr val="FFFFFF"/>
          </a:solidFill>
        </p:grpSpPr>
        <p:sp>
          <p:nvSpPr>
            <p:cNvPr id="46" name="Fill">
              <a:extLst>
                <a:ext uri="{FF2B5EF4-FFF2-40B4-BE49-F238E27FC236}">
                  <a16:creationId xmlns:a16="http://schemas.microsoft.com/office/drawing/2014/main" id="{1A014A26-0EB9-C737-3B45-BE6DB60120F4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7" name="Border">
              <a:extLst>
                <a:ext uri="{FF2B5EF4-FFF2-40B4-BE49-F238E27FC236}">
                  <a16:creationId xmlns:a16="http://schemas.microsoft.com/office/drawing/2014/main" id="{CD7BC0B8-B489-25C1-0516-386E7D0B39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B22B2798-4CB2-086D-1C99-5A654F849745}"/>
              </a:ext>
            </a:extLst>
          </p:cNvPr>
          <p:cNvSpPr txBox="1"/>
          <p:nvPr/>
        </p:nvSpPr>
        <p:spPr>
          <a:xfrm>
            <a:off x="3761355" y="2527326"/>
            <a:ext cx="24304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⟵ 선택 후 해당 호텔에 매핑 된 프로퍼티 출력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C9B847A-592E-0D2A-DF54-98894E5C3986}"/>
              </a:ext>
            </a:extLst>
          </p:cNvPr>
          <p:cNvSpPr txBox="1"/>
          <p:nvPr/>
        </p:nvSpPr>
        <p:spPr>
          <a:xfrm>
            <a:off x="3761355" y="2955165"/>
            <a:ext cx="196239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⟵ </a:t>
            </a:r>
            <a:r>
              <a:rPr lang="en-US" altLang="ko-KR" sz="900" i="1" dirty="0">
                <a:solidFill>
                  <a:srgbClr val="C00000"/>
                </a:solidFill>
                <a:latin typeface="+mn-ea"/>
                <a:ea typeface="+mn-ea"/>
              </a:rPr>
              <a:t>sort </a:t>
            </a:r>
            <a:r>
              <a:rPr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조건 </a:t>
            </a:r>
            <a:r>
              <a:rPr lang="en-US" altLang="ko-KR" sz="900" i="1" dirty="0" err="1">
                <a:solidFill>
                  <a:srgbClr val="C00000"/>
                </a:solidFill>
                <a:latin typeface="+mn-ea"/>
                <a:ea typeface="+mn-ea"/>
              </a:rPr>
              <a:t>abc</a:t>
            </a:r>
            <a:r>
              <a:rPr lang="en-US" altLang="ko-KR" sz="900" i="1" dirty="0">
                <a:solidFill>
                  <a:srgbClr val="C00000"/>
                </a:solidFill>
                <a:latin typeface="+mn-ea"/>
                <a:ea typeface="+mn-ea"/>
              </a:rPr>
              <a:t> ~</a:t>
            </a:r>
            <a:r>
              <a:rPr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가나다 오름차 순</a:t>
            </a:r>
            <a:endParaRPr kumimoji="1" lang="ko-KR" altLang="en-US" sz="9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B4E56609-868E-1DCF-3EB0-B16A22A9E887}"/>
              </a:ext>
            </a:extLst>
          </p:cNvPr>
          <p:cNvSpPr/>
          <p:nvPr/>
        </p:nvSpPr>
        <p:spPr>
          <a:xfrm>
            <a:off x="259166" y="4550665"/>
            <a:ext cx="842508" cy="342775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LOGO</a:t>
            </a:r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52" name="그림 51">
            <a:extLst>
              <a:ext uri="{FF2B5EF4-FFF2-40B4-BE49-F238E27FC236}">
                <a16:creationId xmlns:a16="http://schemas.microsoft.com/office/drawing/2014/main" id="{0554A96D-DE6C-81FA-214E-561850A251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13616" y="4601997"/>
            <a:ext cx="254000" cy="254000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265CDE86-4D4A-D3B0-69B2-5CE5C023C34F}"/>
              </a:ext>
            </a:extLst>
          </p:cNvPr>
          <p:cNvSpPr txBox="1"/>
          <p:nvPr/>
        </p:nvSpPr>
        <p:spPr>
          <a:xfrm>
            <a:off x="10683601" y="4623870"/>
            <a:ext cx="83708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800" u="sng" dirty="0">
                <a:solidFill>
                  <a:srgbClr val="0038FE"/>
                </a:solidFill>
                <a:latin typeface="+mn-ea"/>
                <a:ea typeface="+mn-ea"/>
              </a:rPr>
              <a:t>회원정보 수정</a:t>
            </a: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246D977E-9AD3-0D72-C750-2A30B82F2F33}"/>
              </a:ext>
            </a:extLst>
          </p:cNvPr>
          <p:cNvGrpSpPr/>
          <p:nvPr/>
        </p:nvGrpSpPr>
        <p:grpSpPr>
          <a:xfrm>
            <a:off x="9795181" y="4644781"/>
            <a:ext cx="806902" cy="162302"/>
            <a:chOff x="9264352" y="746418"/>
            <a:chExt cx="806902" cy="162302"/>
          </a:xfrm>
        </p:grpSpPr>
        <p:sp>
          <p:nvSpPr>
            <p:cNvPr id="55" name="모서리가 둥근 직사각형 54">
              <a:extLst>
                <a:ext uri="{FF2B5EF4-FFF2-40B4-BE49-F238E27FC236}">
                  <a16:creationId xmlns:a16="http://schemas.microsoft.com/office/drawing/2014/main" id="{2ACD4BFB-092C-50D3-5157-648FA935ECE7}"/>
                </a:ext>
              </a:extLst>
            </p:cNvPr>
            <p:cNvSpPr/>
            <p:nvPr/>
          </p:nvSpPr>
          <p:spPr>
            <a:xfrm>
              <a:off x="9264352" y="746418"/>
              <a:ext cx="806902" cy="162302"/>
            </a:xfrm>
            <a:prstGeom prst="roundRect">
              <a:avLst>
                <a:gd name="adj" fmla="val 50000"/>
              </a:avLst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KO</a:t>
              </a:r>
              <a:endParaRPr kumimoji="1"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6" name="모서리가 둥근 직사각형 55">
              <a:extLst>
                <a:ext uri="{FF2B5EF4-FFF2-40B4-BE49-F238E27FC236}">
                  <a16:creationId xmlns:a16="http://schemas.microsoft.com/office/drawing/2014/main" id="{B185D762-C372-8B7D-3C29-313D38BA3205}"/>
                </a:ext>
              </a:extLst>
            </p:cNvPr>
            <p:cNvSpPr/>
            <p:nvPr/>
          </p:nvSpPr>
          <p:spPr>
            <a:xfrm>
              <a:off x="9624392" y="746418"/>
              <a:ext cx="446862" cy="162302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</a:rPr>
                <a:t>EN</a:t>
              </a:r>
              <a:endParaRPr kumimoji="1" lang="ko-KR" altLang="en-US" sz="8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57" name="직선 연결선[R] 56">
            <a:extLst>
              <a:ext uri="{FF2B5EF4-FFF2-40B4-BE49-F238E27FC236}">
                <a16:creationId xmlns:a16="http://schemas.microsoft.com/office/drawing/2014/main" id="{EC481168-18B7-E894-A76B-ACD1CD518576}"/>
              </a:ext>
            </a:extLst>
          </p:cNvPr>
          <p:cNvCxnSpPr>
            <a:cxnSpLocks/>
          </p:cNvCxnSpPr>
          <p:nvPr/>
        </p:nvCxnSpPr>
        <p:spPr>
          <a:xfrm>
            <a:off x="259166" y="5039188"/>
            <a:ext cx="115084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F40911B8-8927-2284-30EB-86291DA87886}"/>
              </a:ext>
            </a:extLst>
          </p:cNvPr>
          <p:cNvSpPr txBox="1"/>
          <p:nvPr/>
        </p:nvSpPr>
        <p:spPr>
          <a:xfrm>
            <a:off x="191344" y="4007317"/>
            <a:ext cx="37705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400" i="1" dirty="0">
                <a:solidFill>
                  <a:srgbClr val="C00000"/>
                </a:solidFill>
                <a:latin typeface="+mn-ea"/>
                <a:ea typeface="+mn-ea"/>
              </a:rPr>
              <a:t>#</a:t>
            </a:r>
            <a:r>
              <a:rPr kumimoji="1" lang="ko-KR" altLang="en-US" sz="1400" i="1" dirty="0">
                <a:solidFill>
                  <a:srgbClr val="C00000"/>
                </a:solidFill>
                <a:latin typeface="+mn-ea"/>
                <a:ea typeface="+mn-ea"/>
              </a:rPr>
              <a:t> 호텔 및 프로퍼티가 없는 경우 또는 미 선택 시</a:t>
            </a:r>
          </a:p>
        </p:txBody>
      </p:sp>
      <p:grpSp>
        <p:nvGrpSpPr>
          <p:cNvPr id="64" name="Cutout">
            <a:extLst>
              <a:ext uri="{FF2B5EF4-FFF2-40B4-BE49-F238E27FC236}">
                <a16:creationId xmlns:a16="http://schemas.microsoft.com/office/drawing/2014/main" id="{D08828D2-FE0C-BF2B-ED92-367565F1508C}"/>
              </a:ext>
            </a:extLst>
          </p:cNvPr>
          <p:cNvGrpSpPr/>
          <p:nvPr/>
        </p:nvGrpSpPr>
        <p:grpSpPr>
          <a:xfrm rot="16200000">
            <a:off x="5924638" y="-85070"/>
            <a:ext cx="177506" cy="11508450"/>
            <a:chOff x="6402388" y="1584325"/>
            <a:chExt cx="239713" cy="933450"/>
          </a:xfrm>
          <a:solidFill>
            <a:srgbClr val="FFFFFF"/>
          </a:solidFill>
        </p:grpSpPr>
        <p:sp>
          <p:nvSpPr>
            <p:cNvPr id="65" name="Fill">
              <a:extLst>
                <a:ext uri="{FF2B5EF4-FFF2-40B4-BE49-F238E27FC236}">
                  <a16:creationId xmlns:a16="http://schemas.microsoft.com/office/drawing/2014/main" id="{C8B96F0D-EFBD-1093-110C-D5B13832F7D1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6" name="Border">
              <a:extLst>
                <a:ext uri="{FF2B5EF4-FFF2-40B4-BE49-F238E27FC236}">
                  <a16:creationId xmlns:a16="http://schemas.microsoft.com/office/drawing/2014/main" id="{FF5A8CF8-8295-F969-1759-8842E951B24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021EAA0D-2EFD-F7FD-1676-B32BF178467E}"/>
              </a:ext>
            </a:extLst>
          </p:cNvPr>
          <p:cNvSpPr txBox="1"/>
          <p:nvPr/>
        </p:nvSpPr>
        <p:spPr>
          <a:xfrm>
            <a:off x="3761355" y="4382560"/>
            <a:ext cx="50298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sz="900" i="1" dirty="0">
                <a:solidFill>
                  <a:srgbClr val="C00000"/>
                </a:solidFill>
                <a:latin typeface="+mn-ea"/>
                <a:ea typeface="+mn-ea"/>
              </a:rPr>
              <a:t>#</a:t>
            </a:r>
            <a:r>
              <a:rPr kumimoji="1"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 메뉴 진입 시 </a:t>
            </a:r>
            <a:r>
              <a:rPr kumimoji="1" lang="en-US" altLang="ko-KR" sz="900" i="1" dirty="0">
                <a:solidFill>
                  <a:srgbClr val="C00000"/>
                </a:solidFill>
                <a:latin typeface="+mn-ea"/>
                <a:ea typeface="+mn-ea"/>
              </a:rPr>
              <a:t>validation check</a:t>
            </a:r>
          </a:p>
          <a:p>
            <a:pPr algn="l"/>
            <a:r>
              <a:rPr kumimoji="1" lang="en-US" altLang="ko-KR" sz="900" i="1" dirty="0">
                <a:solidFill>
                  <a:srgbClr val="C00000"/>
                </a:solidFill>
                <a:latin typeface="+mn-ea"/>
                <a:ea typeface="+mn-ea"/>
              </a:rPr>
              <a:t> 1. </a:t>
            </a:r>
            <a:r>
              <a:rPr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호텔이 없는 경우 </a:t>
            </a:r>
            <a:r>
              <a:rPr lang="en-US" altLang="ko-KR" sz="900" i="1" dirty="0">
                <a:solidFill>
                  <a:srgbClr val="C00000"/>
                </a:solidFill>
                <a:latin typeface="+mn-ea"/>
                <a:ea typeface="+mn-ea"/>
              </a:rPr>
              <a:t>:</a:t>
            </a:r>
            <a:r>
              <a:rPr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en-US" altLang="ko-KR" sz="900" i="1" dirty="0" err="1">
                <a:solidFill>
                  <a:srgbClr val="C00000"/>
                </a:solidFill>
                <a:latin typeface="+mn-ea"/>
                <a:ea typeface="+mn-ea"/>
              </a:rPr>
              <a:t>GNB</a:t>
            </a:r>
            <a:r>
              <a:rPr lang="en-US" altLang="ko-KR" sz="900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메뉴 클릭 시 </a:t>
            </a:r>
            <a:r>
              <a:rPr lang="en-US" altLang="ko-KR" sz="900" i="1" dirty="0">
                <a:solidFill>
                  <a:srgbClr val="C00000"/>
                </a:solidFill>
                <a:latin typeface="+mn-ea"/>
                <a:ea typeface="+mn-ea"/>
              </a:rPr>
              <a:t>alert </a:t>
            </a:r>
            <a:r>
              <a:rPr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출력 </a:t>
            </a:r>
            <a:r>
              <a:rPr lang="en-US" altLang="ko-KR" sz="900" i="1" dirty="0">
                <a:solidFill>
                  <a:srgbClr val="C00000"/>
                </a:solidFill>
                <a:latin typeface="+mn-ea"/>
                <a:ea typeface="+mn-ea"/>
              </a:rPr>
              <a:t>(</a:t>
            </a:r>
            <a:r>
              <a:rPr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호텔 등록 페이지 유도</a:t>
            </a:r>
            <a:r>
              <a:rPr lang="en-US" altLang="ko-KR" sz="900" i="1" dirty="0">
                <a:solidFill>
                  <a:srgbClr val="C00000"/>
                </a:solidFill>
                <a:latin typeface="+mn-ea"/>
                <a:ea typeface="+mn-ea"/>
              </a:rPr>
              <a:t>)</a:t>
            </a:r>
          </a:p>
          <a:p>
            <a:r>
              <a:rPr kumimoji="1"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kumimoji="1" lang="en-US" altLang="ko-KR" sz="900" i="1" dirty="0">
                <a:solidFill>
                  <a:srgbClr val="C00000"/>
                </a:solidFill>
                <a:latin typeface="+mn-ea"/>
                <a:ea typeface="+mn-ea"/>
              </a:rPr>
              <a:t>2.</a:t>
            </a:r>
            <a:r>
              <a:rPr kumimoji="1"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 프로퍼티가 없는 경우 </a:t>
            </a:r>
            <a:r>
              <a:rPr kumimoji="1" lang="en-US" altLang="ko-KR" sz="900" i="1" dirty="0">
                <a:solidFill>
                  <a:srgbClr val="C00000"/>
                </a:solidFill>
                <a:latin typeface="+mn-ea"/>
                <a:ea typeface="+mn-ea"/>
              </a:rPr>
              <a:t>:</a:t>
            </a:r>
            <a:r>
              <a:rPr kumimoji="1"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kumimoji="1" lang="en-US" altLang="ko-KR" sz="900" i="1" dirty="0" err="1">
                <a:solidFill>
                  <a:srgbClr val="C00000"/>
                </a:solidFill>
                <a:latin typeface="+mn-ea"/>
                <a:ea typeface="+mn-ea"/>
              </a:rPr>
              <a:t>GNB</a:t>
            </a:r>
            <a:r>
              <a:rPr kumimoji="1" lang="en-US" altLang="ko-KR" sz="900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kumimoji="1"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메뉴 클릭 시  </a:t>
            </a:r>
            <a:r>
              <a:rPr lang="en-US" altLang="ko-KR" sz="900" i="1" dirty="0">
                <a:solidFill>
                  <a:srgbClr val="C00000"/>
                </a:solidFill>
                <a:latin typeface="+mn-ea"/>
                <a:ea typeface="+mn-ea"/>
              </a:rPr>
              <a:t>alert </a:t>
            </a:r>
            <a:r>
              <a:rPr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출력 </a:t>
            </a:r>
            <a:r>
              <a:rPr lang="en-US" altLang="ko-KR" sz="900" i="1" dirty="0">
                <a:solidFill>
                  <a:srgbClr val="C00000"/>
                </a:solidFill>
                <a:latin typeface="+mn-ea"/>
                <a:ea typeface="+mn-ea"/>
              </a:rPr>
              <a:t>(</a:t>
            </a:r>
            <a:r>
              <a:rPr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프로퍼티 등록 페이지 유도</a:t>
            </a:r>
            <a:r>
              <a:rPr lang="en-US" altLang="ko-KR" sz="900" i="1" dirty="0">
                <a:solidFill>
                  <a:srgbClr val="C00000"/>
                </a:solidFill>
                <a:latin typeface="+mn-ea"/>
                <a:ea typeface="+mn-ea"/>
              </a:rPr>
              <a:t>)</a:t>
            </a:r>
          </a:p>
          <a:p>
            <a:pPr algn="l"/>
            <a:r>
              <a:rPr kumimoji="1" lang="en-US" altLang="ko-KR" sz="900" i="1" dirty="0">
                <a:solidFill>
                  <a:srgbClr val="C00000"/>
                </a:solidFill>
                <a:latin typeface="+mn-ea"/>
                <a:ea typeface="+mn-ea"/>
              </a:rPr>
              <a:t>3.</a:t>
            </a:r>
            <a:r>
              <a:rPr kumimoji="1"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 초기 등록이 안된 경우 </a:t>
            </a:r>
            <a:r>
              <a:rPr kumimoji="1" lang="ko-KR" altLang="en-US" sz="900" i="1" dirty="0" err="1">
                <a:solidFill>
                  <a:srgbClr val="C00000"/>
                </a:solidFill>
                <a:latin typeface="+mn-ea"/>
                <a:ea typeface="+mn-ea"/>
              </a:rPr>
              <a:t>셀렉트</a:t>
            </a:r>
            <a:r>
              <a:rPr kumimoji="1"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 박스 비활성화 처리</a:t>
            </a: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1F1B5B8A-A31C-9144-6608-55013548A6AC}"/>
              </a:ext>
            </a:extLst>
          </p:cNvPr>
          <p:cNvGrpSpPr/>
          <p:nvPr/>
        </p:nvGrpSpPr>
        <p:grpSpPr>
          <a:xfrm>
            <a:off x="1674602" y="4610919"/>
            <a:ext cx="897718" cy="216023"/>
            <a:chOff x="1355625" y="2472837"/>
            <a:chExt cx="897718" cy="216023"/>
          </a:xfrm>
        </p:grpSpPr>
        <p:sp>
          <p:nvSpPr>
            <p:cNvPr id="72" name="모서리가 둥근 직사각형 71">
              <a:extLst>
                <a:ext uri="{FF2B5EF4-FFF2-40B4-BE49-F238E27FC236}">
                  <a16:creationId xmlns:a16="http://schemas.microsoft.com/office/drawing/2014/main" id="{D7A5B9D5-8140-4849-598F-4E248225D2A3}"/>
                </a:ext>
              </a:extLst>
            </p:cNvPr>
            <p:cNvSpPr/>
            <p:nvPr/>
          </p:nvSpPr>
          <p:spPr>
            <a:xfrm>
              <a:off x="1355625" y="2472837"/>
              <a:ext cx="897718" cy="216023"/>
            </a:xfrm>
            <a:prstGeom prst="roundRect">
              <a:avLst>
                <a:gd name="adj" fmla="val 9612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ko-KR" altLang="en-US" sz="900" b="1" dirty="0">
                  <a:solidFill>
                    <a:schemeClr val="tx1"/>
                  </a:solidFill>
                </a:rPr>
                <a:t>호텔 선택</a:t>
              </a:r>
            </a:p>
          </p:txBody>
        </p:sp>
        <p:sp>
          <p:nvSpPr>
            <p:cNvPr id="73" name="Chevron Left">
              <a:extLst>
                <a:ext uri="{FF2B5EF4-FFF2-40B4-BE49-F238E27FC236}">
                  <a16:creationId xmlns:a16="http://schemas.microsoft.com/office/drawing/2014/main" id="{085715D9-887D-761C-3E1E-38814697F94E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2102578" y="2526487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C95D8B8B-8A06-79FB-732C-FA362779710D}"/>
              </a:ext>
            </a:extLst>
          </p:cNvPr>
          <p:cNvGrpSpPr/>
          <p:nvPr/>
        </p:nvGrpSpPr>
        <p:grpSpPr>
          <a:xfrm>
            <a:off x="2647213" y="4610919"/>
            <a:ext cx="1032624" cy="216023"/>
            <a:chOff x="1355625" y="2472837"/>
            <a:chExt cx="1032624" cy="216023"/>
          </a:xfrm>
        </p:grpSpPr>
        <p:sp>
          <p:nvSpPr>
            <p:cNvPr id="75" name="모서리가 둥근 직사각형 74">
              <a:extLst>
                <a:ext uri="{FF2B5EF4-FFF2-40B4-BE49-F238E27FC236}">
                  <a16:creationId xmlns:a16="http://schemas.microsoft.com/office/drawing/2014/main" id="{2A7B7B2C-7734-6496-652D-B6A7F5FAE4C7}"/>
                </a:ext>
              </a:extLst>
            </p:cNvPr>
            <p:cNvSpPr/>
            <p:nvPr/>
          </p:nvSpPr>
          <p:spPr>
            <a:xfrm>
              <a:off x="1355625" y="2472837"/>
              <a:ext cx="1032624" cy="216023"/>
            </a:xfrm>
            <a:prstGeom prst="roundRect">
              <a:avLst>
                <a:gd name="adj" fmla="val 9612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ko-KR" altLang="en-US" sz="900" b="1" dirty="0">
                  <a:solidFill>
                    <a:schemeClr val="tx1"/>
                  </a:solidFill>
                </a:rPr>
                <a:t>프로퍼티 선택</a:t>
              </a:r>
            </a:p>
          </p:txBody>
        </p:sp>
        <p:sp>
          <p:nvSpPr>
            <p:cNvPr id="81" name="Chevron Left">
              <a:extLst>
                <a:ext uri="{FF2B5EF4-FFF2-40B4-BE49-F238E27FC236}">
                  <a16:creationId xmlns:a16="http://schemas.microsoft.com/office/drawing/2014/main" id="{3B202D68-24F2-3805-8B60-28669C8862A4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2218940" y="2526487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82" name="Alert" descr="&lt;SmartSettings&gt;&lt;SmartOptions&gt;&lt;Code&gt;H4sIAAAAAAAEAO29B2AcSZYlJi9tynt/SvVK1+B0oQiAYBMk2JBAEOzBiM3mkuwdaUcjKasqgcplVmVdZhZAzO2dvPfee++999577733ujudTif33/8/XGZkAWz2zkrayZ4hgKrIHz9+fB8/ItZNsbxIvyimddVU5+34y/PzYpqPz5ZtXler8cvqKq9fVsWyPfyNE2n7+rpp80Xnz/Gr9bItFvbF13l9SXCabrPvFstZddWMn1X1wn353XV5zr1zd19U07fr1fj1Iqvb03dtvmyKaimAz7Np/vXeGp9Uy7auyq/Z6fj0Ml+2ePk3TpbZIm9W9GEatv6Nk1/8GycpPav1pCym6bTMmkbafLlqqUGTPgr+fJI1ubyhL/LLdXGZtXl69iqbFdWTddtWy7SYVsuz5Xnlf/ZZulyX5eEt3vxuVi9pxF/v5dO6ruqv9+pPrPMGA42+fcP71TKX396/6/ZKf2u+xrvzOteO42/332fO+Ha2nJV5/d06W63ymkfvvX4yz6dv89nJPFte5DP/hWG0YmAnXYrcBrAHWviyuszrupjl6aSqyvRsWbRbZz5bQjbTpvPBKD07Xq1SwuOOA+ixLZ4J8fOY4fXfxosBMnhEELeOCd/29Txb5U2aeb/TEPKr1Pt2i6CMX+dlPm3zmXwkkD2cInjhKc7TLQ/2+KxhuJ0XB17Gc/duejybpR+d0dR+lE5Vm8Tbvtf00xAjc711FsL4/UMgdzyO8Z+z59kkLxkB+e2z3kyOaRj83RaP5dFHQ7AskPEXWX1RLBXZl9lsRtO21f16/Dw/b0e9t8ZvqlXk01fFxZxa7wwOxBv753W1XjEI+S0+pu4LW5vGxS2Gx+V/7Y0r+NiOK/hUx9X7/ElFiC3ST9L7m9Dq63gHKBwiTR613Th3HWBj5SACGgjCFP18JmKGP8Z47/3BKmOmnwjOt2L/sf/Hhi6jBmyYMtp8I3H6IG9NH331awH/2aRSxFIP04gbb6RQF9yt6cMvfg3AP5u0ibsiw+Qx7TdSKAL01kQy73498N8EqTabOfWBbrJ07+mRDNi6J10o72ftBIlb2Dsd1LDJ8yDFjUO/gZqHyBdsICKfv7/pEyDNN2L9Bhxrv4ueNOym8tsg3WJAB0RB58BKg/49/tKA+BpdeOLwHgx5G90xFEtsJNeekqsZpFcU7HsS7I2F8XU6+Vkk2WAItZFo924mWhzw+5LNg/L1OvrZI1380zpv1/Uybet1Hnnvl/Q/ykuTV/CfX7wR+nlGL90M3vvzl2wKLS+rYpY+LZpV1eRbwxEjorJbG7D0d5WY9hbB3m1Bji2KkaHfGko/iMfToRyG+h7scvvBvgfQjcN9DziDAw4/4HxArMuQdTThwSxzFtK84wdsVZOfptg/bfLlLK9H4ksc1xdNmg/zWJDfqQOFJHDSrAkadYaFifNf04lJf+Ev9KEZ5XDzfFkfkBksvUXk1cXgM/H6OoFYJJXBL9+yEyiNoZ768cxtOxuOlTb1140QbtvbUOSxqa+Il33b7jwfPuZOsyF6BcYlRvNzVrBUvURWBO22vu5/OKDG3zuVFqIUTaOZZ6BLPLdPq5lnAzA8/aiJ6X44FK+Yh+KWL7K3ROl1bchdQMQaMnBNW9Vkr7PzloS9mVdXRKq78wIOPf2JrjbDDkml87bVWzM5oV7GXzTVm7p43ZJGGy/w+zof8mfwRKz3wMeRj86LZVaWt+cRij9ouOX4FQ2AVPNJtfiS9WmHF2L43tYN8HW5CNPPB20uLzXGwTVKQj8ebwptIlopFukMCNTX6HBIF0ajhffrdmNEMthv3Nl+z55Dp/5Huvgb18WGxW0U9yON/P8pjZwv1wvnurjvu+qVnMNR+JG6cJ1P2dXqfGb8oVujokw1iI3VY52OnKLpfuHpgQEs7hJfPm7WC8qhXR+FH78uFquyOC8gr9NpTov3baXsmFbnabZMP2K0Pxp3wN3twzODnZYZwfFVwaP0TGKibFJ6YXpn6HZ1Wldd4yGXacWg04ImD7Mrf93ihSuZ2vd6J8fEv9cbv0jZ4r1eEi2z+57t996z/b1O+/CNAVYxX2Glu8jK4gfgF9bpj5ucZrzOzz/7yJvxj+4e0dQ0bbac5ul5TauA7Zw04iqfgtdmfcDCch6TWWQijIZHsy++SfENnv01uoiPJ6Ke2nnRjIXx6N+otgcBntF4XF9brq+uzuplBxTpSVWVqZqqG5G6yDttBtrh0cRWKBSeu9djfu+7DpO7b+Jd4elzuQcv4Obe58q1vc+VO/XzW9mA92Lgz/OWFBsZYPwET3KEOyPlVGbXZJ5p9QOfshtAH2dldfE1mZIjudDw4PnAGYbDs9nJucFbCnhj/JNFU5BKhlN6e09iuAM8yoM3Jl/MY53kLnP+UJDbvLCNx+IXCsgPBbtNy8p4LG49SfyhoHfDgm5PNs1DEvQ0P8/WZZteZuU6krjHc1tGivikzQ9Lopqrop3O0y0extePOqbkCHcG+mjzG3gGRPn2872Bs8wzLJS36+bZwBpL9xkSrm+2lw1i8s12NKnz7O0N7TqTrproZ3vebzuCD534W/LXj+addfz/X2b9tv182LTfkrf+3zzrxnT+aOJ/Nnr54Jm/JYfdZuJn4uncYqIpLVxdSaK0vlgvaGXg9N00X2EgWx99tWzWq1VVU4LMiy/Y7xh/9LOS3Pvg0IpyXhPKdVIayaSwfzbiLJOl7aXA8ET8rh9qtOUHwV/LJd8Yf+Pxw+n37oHl6ZZd3PuALr6+Z+wHAWblY9NSj3kGuB6PDZr+Xz4579HD/3vmZuN6mHl+NDm37OEbnptwxXDo1WGDEf/i/aP52wjyz2VUH+e920/b4aZ1wm88ZdCj5i1cjTjv326Et3XC4tz/DfdxCwesTymnpH6WSXVbN/L/vZTyVMb/92l12y5uQaqfLa9eaf3DdezVnb6silkq67T51s2rZSe0fl9v3bjmdUPU8NHLrG5owZDDgYviMl/6S4o8za+wtoYVxXNEF/gE8UXWkk1Z1XlDFMXLfdCrrG55FbsTabxXpKErqEybyOKf+9Vbc3wf2vW/g+lysOAvYClswFKIWY3Caevr/ocbzKXrc/zmesUdD0oVDxutIFaf19V6hSU8D8JJtaZpIRC7+IJWU8f8yldtUTZjihRfZItg5RRNZQH5o/e314wAw2/SC/x+1uaLhrSCh9Dn9vMNIgUyeAB0FfLrG+noFPjPDe/jAdPTql2bFjSg3UP68fgzb5RCafr4k09uWL7Bc4v+8DAthXqp39n3iu/fQn/i4SXuabZ8lROnN/lrBdXeTgPjuZF25rnlmPBYNn9PDj9et/LBjS5/95He7Ps3dhu0RNeiYGiOZ/nsVT5tiZnLr4vGt7PmTf6OVBgJ3zcVh3Sf95gNPN1Qz6g7q07GLxTZj8Q0prtDCmLoeU+M8IQYCSK3ZFv/6fP/+S29Nf/ZEC3Hnk4EvXdLsu790MhqMPr/NFnv3ZKs935oZDUY/X+HrO/R1FL/62jvZxTDkBVdvMdMvOcsALNgmWYDY2BxP0XDHwJndHD6/w5r4LFz3l2b2kBcXUT/YdG3j9n/R0kcLsttIDCvVv+wyNvF6v+jxO2tRm6gr1kX/mGROILb/3eofMumt2x2XiyzsvzZCTo6pHnPef2CUiTzrBwriJNq8eXkpykWEGu4KUfkP7cgww1Nbvj6VgS8BeEGh+sC0ZvGvAHTr502wzPNOHd/8uUXNomX5u8i0zkwTCRCnlcXF3k9Zk269dGzrCgp+ddWZKyLlhbCix9oDpY5paGPGwr6pnl6TpknWgMpiRL0Ak99M/5ohP4PhxYc4jk6PB+42P+K8m66zO+l677Imya7yJ9U7wR5JO0M/l836aZDCFtEyNv3wYbTNwOzM8h4Adwh3us6W+j7ZsLzmzEn55vDvgt6aAARb+b9xtCx19/cCELAQ/j33IX3w75vCr+5AfRgD40hZo/fbxhB7uKbG4EPdgj5Ttrk6+CtyYFvGu+9W+Bt8xJfB2+Nvr9pvO/dAm8b+N8Ob+9P/ZV+/JL/B/oonOwUWQAA&lt;/Code&gt;&lt;CodeSignature&gt;bHVvIBe/xGgEx0M8oiCg4rstsOtiCOor/WgbWE0aAsY9XXZKrU5wDsRSy9qBgW9o4Q9DAo3tq+JbBpuzOw1QWslHWDrIAg3VrhxbAIv35i716zryLq+5HcFRzVBthddBBIJnQasTr/zPtKml0C4rGrLtU1s6MAA5M9DUjmExWOLnV2KOPl1DcGQxs92pfzdEHigYeexiEBshbL+tycl2fulyNg4/nrUBUhxmnUMZIRvfrXjku0QuLn25kIjAn2DsQh/DQzcAW6lwFqiwF4J5cAXxaxDu0xTyFjoLH1BagTMBUcXbFRkLs4w6RrAoZXA1hHfic2nU44voVUpaTv9jdw==&lt;/CodeSignature&gt;&lt;/SmartOptions&gt;&lt;SmartResize enabled=&quot;True&quot; minWidth=&quot;190&quot; minHeight=&quot;110&quot; /&gt;&lt;/SmartSettings&gt;">
            <a:extLst>
              <a:ext uri="{FF2B5EF4-FFF2-40B4-BE49-F238E27FC236}">
                <a16:creationId xmlns:a16="http://schemas.microsoft.com/office/drawing/2014/main" id="{D09A0FAA-5480-C765-6B49-C2C0759ECD22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4079776" y="5202552"/>
            <a:ext cx="2193637" cy="1154545"/>
            <a:chOff x="595686" y="1261242"/>
            <a:chExt cx="3222246" cy="1507358"/>
          </a:xfrm>
        </p:grpSpPr>
        <p:sp>
          <p:nvSpPr>
            <p:cNvPr id="83" name="Window Body">
              <a:extLst>
                <a:ext uri="{FF2B5EF4-FFF2-40B4-BE49-F238E27FC236}">
                  <a16:creationId xmlns:a16="http://schemas.microsoft.com/office/drawing/2014/main" id="{1962075D-6929-82D4-BDF3-5B2263E6676F}"/>
                </a:ext>
              </a:extLst>
            </p:cNvPr>
            <p:cNvSpPr/>
            <p:nvPr/>
          </p:nvSpPr>
          <p:spPr>
            <a:xfrm>
              <a:off x="595686" y="1498986"/>
              <a:ext cx="3222246" cy="12696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4" name="Text">
              <a:extLst>
                <a:ext uri="{FF2B5EF4-FFF2-40B4-BE49-F238E27FC236}">
                  <a16:creationId xmlns:a16="http://schemas.microsoft.com/office/drawing/2014/main" id="{D9EBF0CB-6955-D41E-6951-05C37C8F7BEB}"/>
                </a:ext>
              </a:extLst>
            </p:cNvPr>
            <p:cNvSpPr txBox="1"/>
            <p:nvPr/>
          </p:nvSpPr>
          <p:spPr>
            <a:xfrm>
              <a:off x="665740" y="1608226"/>
              <a:ext cx="3082137" cy="893902"/>
            </a:xfrm>
            <a:prstGeom prst="rect">
              <a:avLst/>
            </a:prstGeom>
            <a:noFill/>
          </p:spPr>
          <p:txBody>
            <a:bodyPr wrap="square" lIns="73152" tIns="36576" rIns="73152" bIns="36576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호텔 등록 또는 선택이 필요 합니다</a:t>
              </a:r>
              <a:r>
                <a:rPr lang="en-US" altLang="ko-KR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.</a:t>
              </a:r>
              <a:endParaRPr lang="en-US" sz="900" noProof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5" name="Title Bar">
              <a:extLst>
                <a:ext uri="{FF2B5EF4-FFF2-40B4-BE49-F238E27FC236}">
                  <a16:creationId xmlns:a16="http://schemas.microsoft.com/office/drawing/2014/main" id="{391EFAE0-6FE7-EDFE-4A87-870509ED4113}"/>
                </a:ext>
              </a:extLst>
            </p:cNvPr>
            <p:cNvSpPr/>
            <p:nvPr/>
          </p:nvSpPr>
          <p:spPr>
            <a:xfrm>
              <a:off x="595686" y="1261242"/>
              <a:ext cx="3222246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alert</a:t>
              </a:r>
            </a:p>
          </p:txBody>
        </p:sp>
        <p:sp>
          <p:nvSpPr>
            <p:cNvPr id="86" name="Close Button">
              <a:extLst>
                <a:ext uri="{FF2B5EF4-FFF2-40B4-BE49-F238E27FC236}">
                  <a16:creationId xmlns:a16="http://schemas.microsoft.com/office/drawing/2014/main" id="{0BCF30E5-7660-5D31-E517-D1EFEBB459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07048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87" name="Icons">
              <a:extLst>
                <a:ext uri="{FF2B5EF4-FFF2-40B4-BE49-F238E27FC236}">
                  <a16:creationId xmlns:a16="http://schemas.microsoft.com/office/drawing/2014/main" id="{8BF10404-3599-7556-F9C7-2869A4BB4116}"/>
                </a:ext>
              </a:extLst>
            </p:cNvPr>
            <p:cNvGrpSpPr/>
            <p:nvPr/>
          </p:nvGrpSpPr>
          <p:grpSpPr>
            <a:xfrm>
              <a:off x="802903" y="1669713"/>
              <a:ext cx="398463" cy="396875"/>
              <a:chOff x="802903" y="1669713"/>
              <a:chExt cx="398463" cy="396875"/>
            </a:xfrm>
          </p:grpSpPr>
          <p:sp>
            <p:nvSpPr>
              <p:cNvPr id="100" name="Info Icon" hidden="1">
                <a:extLst>
                  <a:ext uri="{FF2B5EF4-FFF2-40B4-BE49-F238E27FC236}">
                    <a16:creationId xmlns:a16="http://schemas.microsoft.com/office/drawing/2014/main" id="{408CF8A0-F274-16A6-18D6-EB041720E4A5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3697" y="1670507"/>
                <a:ext cx="396875" cy="395287"/>
              </a:xfrm>
              <a:custGeom>
                <a:avLst/>
                <a:gdLst>
                  <a:gd name="T0" fmla="*/ 550 w 1101"/>
                  <a:gd name="T1" fmla="*/ 231 h 1101"/>
                  <a:gd name="T2" fmla="*/ 480 w 1101"/>
                  <a:gd name="T3" fmla="*/ 301 h 1101"/>
                  <a:gd name="T4" fmla="*/ 550 w 1101"/>
                  <a:gd name="T5" fmla="*/ 372 h 1101"/>
                  <a:gd name="T6" fmla="*/ 621 w 1101"/>
                  <a:gd name="T7" fmla="*/ 301 h 1101"/>
                  <a:gd name="T8" fmla="*/ 550 w 1101"/>
                  <a:gd name="T9" fmla="*/ 231 h 1101"/>
                  <a:gd name="T10" fmla="*/ 494 w 1101"/>
                  <a:gd name="T11" fmla="*/ 455 h 1101"/>
                  <a:gd name="T12" fmla="*/ 494 w 1101"/>
                  <a:gd name="T13" fmla="*/ 851 h 1101"/>
                  <a:gd name="T14" fmla="*/ 607 w 1101"/>
                  <a:gd name="T15" fmla="*/ 851 h 1101"/>
                  <a:gd name="T16" fmla="*/ 607 w 1101"/>
                  <a:gd name="T17" fmla="*/ 455 h 1101"/>
                  <a:gd name="T18" fmla="*/ 494 w 1101"/>
                  <a:gd name="T19" fmla="*/ 455 h 1101"/>
                  <a:gd name="T20" fmla="*/ 1101 w 1101"/>
                  <a:gd name="T21" fmla="*/ 551 h 1101"/>
                  <a:gd name="T22" fmla="*/ 550 w 1101"/>
                  <a:gd name="T23" fmla="*/ 1101 h 1101"/>
                  <a:gd name="T24" fmla="*/ 0 w 1101"/>
                  <a:gd name="T25" fmla="*/ 551 h 1101"/>
                  <a:gd name="T26" fmla="*/ 550 w 1101"/>
                  <a:gd name="T27" fmla="*/ 0 h 1101"/>
                  <a:gd name="T28" fmla="*/ 1101 w 1101"/>
                  <a:gd name="T29" fmla="*/ 551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01" h="1101">
                    <a:moveTo>
                      <a:pt x="550" y="231"/>
                    </a:moveTo>
                    <a:cubicBezTo>
                      <a:pt x="511" y="231"/>
                      <a:pt x="480" y="262"/>
                      <a:pt x="480" y="301"/>
                    </a:cubicBezTo>
                    <a:cubicBezTo>
                      <a:pt x="480" y="340"/>
                      <a:pt x="511" y="372"/>
                      <a:pt x="550" y="372"/>
                    </a:cubicBezTo>
                    <a:cubicBezTo>
                      <a:pt x="589" y="372"/>
                      <a:pt x="621" y="340"/>
                      <a:pt x="621" y="301"/>
                    </a:cubicBezTo>
                    <a:cubicBezTo>
                      <a:pt x="621" y="262"/>
                      <a:pt x="589" y="231"/>
                      <a:pt x="550" y="231"/>
                    </a:cubicBezTo>
                    <a:close/>
                    <a:moveTo>
                      <a:pt x="494" y="455"/>
                    </a:moveTo>
                    <a:lnTo>
                      <a:pt x="494" y="851"/>
                    </a:lnTo>
                    <a:lnTo>
                      <a:pt x="607" y="851"/>
                    </a:lnTo>
                    <a:lnTo>
                      <a:pt x="607" y="455"/>
                    </a:lnTo>
                    <a:lnTo>
                      <a:pt x="494" y="455"/>
                    </a:lnTo>
                    <a:close/>
                    <a:moveTo>
                      <a:pt x="1101" y="551"/>
                    </a:moveTo>
                    <a:cubicBezTo>
                      <a:pt x="1101" y="855"/>
                      <a:pt x="854" y="1101"/>
                      <a:pt x="550" y="1101"/>
                    </a:cubicBezTo>
                    <a:cubicBezTo>
                      <a:pt x="247" y="1101"/>
                      <a:pt x="0" y="855"/>
                      <a:pt x="0" y="551"/>
                    </a:cubicBezTo>
                    <a:cubicBezTo>
                      <a:pt x="0" y="247"/>
                      <a:pt x="247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01" name="Error Icon" hidden="1">
                <a:extLst>
                  <a:ext uri="{FF2B5EF4-FFF2-40B4-BE49-F238E27FC236}">
                    <a16:creationId xmlns:a16="http://schemas.microsoft.com/office/drawing/2014/main" id="{CD580A83-DBF5-1D25-FC63-B407479D782C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70507"/>
                <a:ext cx="398463" cy="395287"/>
              </a:xfrm>
              <a:custGeom>
                <a:avLst/>
                <a:gdLst>
                  <a:gd name="T0" fmla="*/ 1101 w 1101"/>
                  <a:gd name="T1" fmla="*/ 778 h 1100"/>
                  <a:gd name="T2" fmla="*/ 778 w 1101"/>
                  <a:gd name="T3" fmla="*/ 1100 h 1100"/>
                  <a:gd name="T4" fmla="*/ 322 w 1101"/>
                  <a:gd name="T5" fmla="*/ 1100 h 1100"/>
                  <a:gd name="T6" fmla="*/ 0 w 1101"/>
                  <a:gd name="T7" fmla="*/ 778 h 1100"/>
                  <a:gd name="T8" fmla="*/ 0 w 1101"/>
                  <a:gd name="T9" fmla="*/ 322 h 1100"/>
                  <a:gd name="T10" fmla="*/ 322 w 1101"/>
                  <a:gd name="T11" fmla="*/ 0 h 1100"/>
                  <a:gd name="T12" fmla="*/ 778 w 1101"/>
                  <a:gd name="T13" fmla="*/ 0 h 1100"/>
                  <a:gd name="T14" fmla="*/ 1101 w 1101"/>
                  <a:gd name="T15" fmla="*/ 322 h 1100"/>
                  <a:gd name="T16" fmla="*/ 1101 w 1101"/>
                  <a:gd name="T17" fmla="*/ 778 h 1100"/>
                  <a:gd name="T18" fmla="*/ 380 w 1101"/>
                  <a:gd name="T19" fmla="*/ 300 h 1100"/>
                  <a:gd name="T20" fmla="*/ 301 w 1101"/>
                  <a:gd name="T21" fmla="*/ 380 h 1100"/>
                  <a:gd name="T22" fmla="*/ 470 w 1101"/>
                  <a:gd name="T23" fmla="*/ 550 h 1100"/>
                  <a:gd name="T24" fmla="*/ 301 w 1101"/>
                  <a:gd name="T25" fmla="*/ 719 h 1100"/>
                  <a:gd name="T26" fmla="*/ 380 w 1101"/>
                  <a:gd name="T27" fmla="*/ 799 h 1100"/>
                  <a:gd name="T28" fmla="*/ 550 w 1101"/>
                  <a:gd name="T29" fmla="*/ 629 h 1100"/>
                  <a:gd name="T30" fmla="*/ 720 w 1101"/>
                  <a:gd name="T31" fmla="*/ 799 h 1100"/>
                  <a:gd name="T32" fmla="*/ 800 w 1101"/>
                  <a:gd name="T33" fmla="*/ 719 h 1100"/>
                  <a:gd name="T34" fmla="*/ 630 w 1101"/>
                  <a:gd name="T35" fmla="*/ 550 h 1100"/>
                  <a:gd name="T36" fmla="*/ 800 w 1101"/>
                  <a:gd name="T37" fmla="*/ 380 h 1100"/>
                  <a:gd name="T38" fmla="*/ 720 w 1101"/>
                  <a:gd name="T39" fmla="*/ 300 h 1100"/>
                  <a:gd name="T40" fmla="*/ 550 w 1101"/>
                  <a:gd name="T41" fmla="*/ 470 h 1100"/>
                  <a:gd name="T42" fmla="*/ 380 w 1101"/>
                  <a:gd name="T43" fmla="*/ 300 h 1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101" h="1100">
                    <a:moveTo>
                      <a:pt x="1101" y="778"/>
                    </a:moveTo>
                    <a:lnTo>
                      <a:pt x="778" y="1100"/>
                    </a:lnTo>
                    <a:lnTo>
                      <a:pt x="322" y="1100"/>
                    </a:lnTo>
                    <a:lnTo>
                      <a:pt x="0" y="778"/>
                    </a:lnTo>
                    <a:lnTo>
                      <a:pt x="0" y="322"/>
                    </a:lnTo>
                    <a:lnTo>
                      <a:pt x="322" y="0"/>
                    </a:lnTo>
                    <a:lnTo>
                      <a:pt x="778" y="0"/>
                    </a:lnTo>
                    <a:lnTo>
                      <a:pt x="1101" y="322"/>
                    </a:lnTo>
                    <a:lnTo>
                      <a:pt x="1101" y="778"/>
                    </a:lnTo>
                    <a:close/>
                    <a:moveTo>
                      <a:pt x="380" y="300"/>
                    </a:moveTo>
                    <a:lnTo>
                      <a:pt x="301" y="380"/>
                    </a:lnTo>
                    <a:lnTo>
                      <a:pt x="470" y="550"/>
                    </a:lnTo>
                    <a:lnTo>
                      <a:pt x="301" y="719"/>
                    </a:lnTo>
                    <a:lnTo>
                      <a:pt x="380" y="799"/>
                    </a:lnTo>
                    <a:lnTo>
                      <a:pt x="550" y="629"/>
                    </a:lnTo>
                    <a:lnTo>
                      <a:pt x="720" y="799"/>
                    </a:lnTo>
                    <a:lnTo>
                      <a:pt x="800" y="719"/>
                    </a:lnTo>
                    <a:lnTo>
                      <a:pt x="630" y="550"/>
                    </a:lnTo>
                    <a:lnTo>
                      <a:pt x="800" y="380"/>
                    </a:lnTo>
                    <a:lnTo>
                      <a:pt x="720" y="300"/>
                    </a:lnTo>
                    <a:lnTo>
                      <a:pt x="550" y="470"/>
                    </a:lnTo>
                    <a:lnTo>
                      <a:pt x="380" y="300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02" name="Question Icon" hidden="1">
                <a:extLst>
                  <a:ext uri="{FF2B5EF4-FFF2-40B4-BE49-F238E27FC236}">
                    <a16:creationId xmlns:a16="http://schemas.microsoft.com/office/drawing/2014/main" id="{500F2FD2-6A03-A349-827B-66077B9795EF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69713"/>
                <a:ext cx="398463" cy="396875"/>
              </a:xfrm>
              <a:custGeom>
                <a:avLst/>
                <a:gdLst>
                  <a:gd name="T0" fmla="*/ 1101 w 1101"/>
                  <a:gd name="T1" fmla="*/ 551 h 1101"/>
                  <a:gd name="T2" fmla="*/ 550 w 1101"/>
                  <a:gd name="T3" fmla="*/ 1101 h 1101"/>
                  <a:gd name="T4" fmla="*/ 0 w 1101"/>
                  <a:gd name="T5" fmla="*/ 551 h 1101"/>
                  <a:gd name="T6" fmla="*/ 550 w 1101"/>
                  <a:gd name="T7" fmla="*/ 0 h 1101"/>
                  <a:gd name="T8" fmla="*/ 1101 w 1101"/>
                  <a:gd name="T9" fmla="*/ 551 h 1101"/>
                  <a:gd name="T10" fmla="*/ 596 w 1101"/>
                  <a:gd name="T11" fmla="*/ 685 h 1101"/>
                  <a:gd name="T12" fmla="*/ 509 w 1101"/>
                  <a:gd name="T13" fmla="*/ 685 h 1101"/>
                  <a:gd name="T14" fmla="*/ 509 w 1101"/>
                  <a:gd name="T15" fmla="*/ 625 h 1101"/>
                  <a:gd name="T16" fmla="*/ 521 w 1101"/>
                  <a:gd name="T17" fmla="*/ 577 h 1101"/>
                  <a:gd name="T18" fmla="*/ 575 w 1101"/>
                  <a:gd name="T19" fmla="*/ 527 h 1101"/>
                  <a:gd name="T20" fmla="*/ 638 w 1101"/>
                  <a:gd name="T21" fmla="*/ 424 h 1101"/>
                  <a:gd name="T22" fmla="*/ 614 w 1101"/>
                  <a:gd name="T23" fmla="*/ 359 h 1101"/>
                  <a:gd name="T24" fmla="*/ 549 w 1101"/>
                  <a:gd name="T25" fmla="*/ 334 h 1101"/>
                  <a:gd name="T26" fmla="*/ 440 w 1101"/>
                  <a:gd name="T27" fmla="*/ 462 h 1101"/>
                  <a:gd name="T28" fmla="*/ 343 w 1101"/>
                  <a:gd name="T29" fmla="*/ 445 h 1101"/>
                  <a:gd name="T30" fmla="*/ 413 w 1101"/>
                  <a:gd name="T31" fmla="*/ 295 h 1101"/>
                  <a:gd name="T32" fmla="*/ 561 w 1101"/>
                  <a:gd name="T33" fmla="*/ 241 h 1101"/>
                  <a:gd name="T34" fmla="*/ 702 w 1101"/>
                  <a:gd name="T35" fmla="*/ 291 h 1101"/>
                  <a:gd name="T36" fmla="*/ 758 w 1101"/>
                  <a:gd name="T37" fmla="*/ 418 h 1101"/>
                  <a:gd name="T38" fmla="*/ 743 w 1101"/>
                  <a:gd name="T39" fmla="*/ 489 h 1101"/>
                  <a:gd name="T40" fmla="*/ 707 w 1101"/>
                  <a:gd name="T41" fmla="*/ 541 h 1101"/>
                  <a:gd name="T42" fmla="*/ 624 w 1101"/>
                  <a:gd name="T43" fmla="*/ 606 h 1101"/>
                  <a:gd name="T44" fmla="*/ 601 w 1101"/>
                  <a:gd name="T45" fmla="*/ 632 h 1101"/>
                  <a:gd name="T46" fmla="*/ 596 w 1101"/>
                  <a:gd name="T47" fmla="*/ 685 h 1101"/>
                  <a:gd name="T48" fmla="*/ 614 w 1101"/>
                  <a:gd name="T49" fmla="*/ 749 h 1101"/>
                  <a:gd name="T50" fmla="*/ 614 w 1101"/>
                  <a:gd name="T51" fmla="*/ 861 h 1101"/>
                  <a:gd name="T52" fmla="*/ 509 w 1101"/>
                  <a:gd name="T53" fmla="*/ 861 h 1101"/>
                  <a:gd name="T54" fmla="*/ 509 w 1101"/>
                  <a:gd name="T55" fmla="*/ 749 h 1101"/>
                  <a:gd name="T56" fmla="*/ 614 w 1101"/>
                  <a:gd name="T57" fmla="*/ 74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101" h="1101">
                    <a:moveTo>
                      <a:pt x="1101" y="551"/>
                    </a:moveTo>
                    <a:cubicBezTo>
                      <a:pt x="1101" y="854"/>
                      <a:pt x="854" y="1101"/>
                      <a:pt x="550" y="1101"/>
                    </a:cubicBezTo>
                    <a:cubicBezTo>
                      <a:pt x="246" y="1101"/>
                      <a:pt x="0" y="854"/>
                      <a:pt x="0" y="551"/>
                    </a:cubicBezTo>
                    <a:cubicBezTo>
                      <a:pt x="0" y="247"/>
                      <a:pt x="246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  <a:moveTo>
                      <a:pt x="596" y="685"/>
                    </a:moveTo>
                    <a:lnTo>
                      <a:pt x="509" y="685"/>
                    </a:lnTo>
                    <a:lnTo>
                      <a:pt x="509" y="625"/>
                    </a:lnTo>
                    <a:cubicBezTo>
                      <a:pt x="509" y="605"/>
                      <a:pt x="513" y="589"/>
                      <a:pt x="521" y="577"/>
                    </a:cubicBezTo>
                    <a:cubicBezTo>
                      <a:pt x="529" y="565"/>
                      <a:pt x="547" y="549"/>
                      <a:pt x="575" y="527"/>
                    </a:cubicBezTo>
                    <a:cubicBezTo>
                      <a:pt x="617" y="495"/>
                      <a:pt x="638" y="460"/>
                      <a:pt x="638" y="424"/>
                    </a:cubicBezTo>
                    <a:cubicBezTo>
                      <a:pt x="638" y="397"/>
                      <a:pt x="630" y="375"/>
                      <a:pt x="614" y="359"/>
                    </a:cubicBezTo>
                    <a:cubicBezTo>
                      <a:pt x="597" y="343"/>
                      <a:pt x="576" y="334"/>
                      <a:pt x="549" y="334"/>
                    </a:cubicBezTo>
                    <a:cubicBezTo>
                      <a:pt x="488" y="334"/>
                      <a:pt x="451" y="377"/>
                      <a:pt x="440" y="462"/>
                    </a:cubicBezTo>
                    <a:lnTo>
                      <a:pt x="343" y="445"/>
                    </a:lnTo>
                    <a:cubicBezTo>
                      <a:pt x="349" y="381"/>
                      <a:pt x="372" y="331"/>
                      <a:pt x="413" y="295"/>
                    </a:cubicBezTo>
                    <a:cubicBezTo>
                      <a:pt x="454" y="259"/>
                      <a:pt x="503" y="241"/>
                      <a:pt x="561" y="241"/>
                    </a:cubicBezTo>
                    <a:cubicBezTo>
                      <a:pt x="618" y="241"/>
                      <a:pt x="665" y="257"/>
                      <a:pt x="702" y="291"/>
                    </a:cubicBezTo>
                    <a:cubicBezTo>
                      <a:pt x="739" y="325"/>
                      <a:pt x="758" y="367"/>
                      <a:pt x="758" y="418"/>
                    </a:cubicBezTo>
                    <a:cubicBezTo>
                      <a:pt x="758" y="443"/>
                      <a:pt x="753" y="467"/>
                      <a:pt x="743" y="489"/>
                    </a:cubicBezTo>
                    <a:cubicBezTo>
                      <a:pt x="732" y="512"/>
                      <a:pt x="721" y="529"/>
                      <a:pt x="707" y="541"/>
                    </a:cubicBezTo>
                    <a:cubicBezTo>
                      <a:pt x="694" y="554"/>
                      <a:pt x="667" y="575"/>
                      <a:pt x="624" y="606"/>
                    </a:cubicBezTo>
                    <a:cubicBezTo>
                      <a:pt x="612" y="615"/>
                      <a:pt x="605" y="624"/>
                      <a:pt x="601" y="632"/>
                    </a:cubicBezTo>
                    <a:cubicBezTo>
                      <a:pt x="598" y="640"/>
                      <a:pt x="596" y="658"/>
                      <a:pt x="596" y="685"/>
                    </a:cubicBezTo>
                    <a:close/>
                    <a:moveTo>
                      <a:pt x="614" y="749"/>
                    </a:moveTo>
                    <a:lnTo>
                      <a:pt x="614" y="861"/>
                    </a:lnTo>
                    <a:lnTo>
                      <a:pt x="509" y="861"/>
                    </a:lnTo>
                    <a:lnTo>
                      <a:pt x="509" y="749"/>
                    </a:lnTo>
                    <a:lnTo>
                      <a:pt x="614" y="749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96" name="Buttons">
              <a:extLst>
                <a:ext uri="{FF2B5EF4-FFF2-40B4-BE49-F238E27FC236}">
                  <a16:creationId xmlns:a16="http://schemas.microsoft.com/office/drawing/2014/main" id="{65DB301C-87DA-B51C-F848-9517C6955AB7}"/>
                </a:ext>
              </a:extLst>
            </p:cNvPr>
            <p:cNvGrpSpPr/>
            <p:nvPr/>
          </p:nvGrpSpPr>
          <p:grpSpPr>
            <a:xfrm>
              <a:off x="1538287" y="2386471"/>
              <a:ext cx="1377404" cy="240384"/>
              <a:chOff x="1538287" y="2386471"/>
              <a:chExt cx="1377404" cy="240384"/>
            </a:xfrm>
          </p:grpSpPr>
          <p:sp>
            <p:nvSpPr>
              <p:cNvPr id="97" name="Button 1">
                <a:extLst>
                  <a:ext uri="{FF2B5EF4-FFF2-40B4-BE49-F238E27FC236}">
                    <a16:creationId xmlns:a16="http://schemas.microsoft.com/office/drawing/2014/main" id="{D4D98250-525B-7D67-F748-7840929199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1651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확인</a:t>
                </a:r>
                <a:endParaRPr lang="en-US" sz="9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98" name="Button 2" hidden="1">
                <a:extLst>
                  <a:ext uri="{FF2B5EF4-FFF2-40B4-BE49-F238E27FC236}">
                    <a16:creationId xmlns:a16="http://schemas.microsoft.com/office/drawing/2014/main" id="{DE91052B-01AF-5FCE-857C-F62328FAF5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2662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 err="1">
                    <a:solidFill>
                      <a:srgbClr val="5F5F5F"/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아니오</a:t>
                </a:r>
                <a:endParaRPr lang="en-US" sz="8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99" name="Button 3" hidden="1">
                <a:extLst>
                  <a:ext uri="{FF2B5EF4-FFF2-40B4-BE49-F238E27FC236}">
                    <a16:creationId xmlns:a16="http://schemas.microsoft.com/office/drawing/2014/main" id="{E2536686-B318-D1B8-2DE9-55E03A0342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828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Abort</a:t>
                </a:r>
                <a:endParaRPr lang="en-US" sz="9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103" name="Alert" descr="&lt;SmartSettings&gt;&lt;SmartOptions&gt;&lt;Code&gt;H4sIAAAAAAAEAO29B2AcSZYlJi9tynt/SvVK1+B0oQiAYBMk2JBAEOzBiM3mkuwdaUcjKasqgcplVmVdZhZAzO2dvPfee++999577733ujudTif33/8/XGZkAWz2zkrayZ4hgKrIHz9+fB8/ItZNsbxIvyimddVU5+34y/PzYpqPz5ZtXler8cvqKq9fVsWyPfyNE2n7+rpp80Xnz/Gr9bItFvbF13l9SXCabrPvFstZddWMn1X1wn353XV5zr1zd19U07fr1fj1Iqvb03dtvmyKaimAz7Np/vXeGp9Uy7auyq/Z6fj0Ml+2ePk3TpbZIm9W9GEatv6Nk1/8GycpPav1pCym6bTMmkbafLlqqUGTPgr+fJI1ubyhL/LLdXGZtXl69iqbFdWTddtWy7SYVsuz5Xnlf/ZZulyX5eEt3vxuVi9pxF/v5dO6ruqv9+pPrPMGA42+fcP71TKX396/6/ZKf2u+xrvzOteO42/332fO+Ha2nJV5/d06W63ymkfvvX4yz6dv89nJPFte5DP/hWG0YmAnXYrcBrAHWviyuszrupjl6aSqyvRsWbRbZz5bQjbTpvPBKD07Xq1SwuOOA+ixLZ4J8fOY4fXfxosBMnhEELeOCd/29Txb5U2aeb/TEPKr1Pt2i6CMX+dlPm3zmXwkkD2cInjhKc7TLQ/2+KxhuJ0XB17Gc/duejybpR+d0dR+lE5Vm8Tbvtf00xAjc711FsL4/UMgdzyO8Z+z59kkLxkB+e2z3kyOaRj83RaP5dFHQ7AskPEXWX1RLBXZl9lsRtO21f16/Dw/b0e9t8ZvqlXk01fFxZxa7wwOxBv753W1XjEI+S0+pu4LW5vGxS2Gx+V/7Y0r+NiOK/hUx9X7/ElFiC3ST9L7m9Dq63gHKBwiTR613Th3HWBj5SACGgjCFP18JmKGP8Z47/3BKmOmnwjOt2L/sf/Hhi6jBmyYMtp8I3H6IG9NH331awH/2aRSxFIP04gbb6RQF9yt6cMvfg3AP5u0ibsiw+Qx7TdSKAL01kQy73498N8EqTabOfWBbrJ07+mRDNi6J10o72ftBIlb2Dsd1LDJ8yDFjUO/gZqHyBdsICKfv7/pEyDNN2L9Bhxrv4ueNOym8tsg3WJAB0RB58BKg/49/tKA+BpdeOLwHgx5G90xFEtsJNeekqsZpFcU7HsS7I2F8XU6+Vkk2WAItZFo924mWhzw+5LNg/L1OvrZI1380zpv1/Uybet1Hnnvl/Q/ykuTV/CfX7wR+nlGL90M3vvzl2wKLS+rYpY+LZpV1eRbwxEjorJbG7D0d5WY9hbB3m1Bji2KkaHfGko/iMfToRyG+h7scvvBvgfQjcN9DziDAw4/4HxArMuQdTThwSxzFtK84wdsVZOfptg/bfLlLK9H4ksc1xdNmg/zWJDfqQOFJHDSrAkadYaFifNf04lJf+Ev9KEZ5XDzfFkfkBksvUXk1cXgM/H6OoFYJJXBL9+yEyiNoZ768cxtOxuOlTb1140QbtvbUOSxqa+Il33b7jwfPuZOsyF6BcYlRvNzVrBUvURWBO22vu5/OKDG3zuVFqIUTaOZZ6BLPLdPq5lnAzA8/aiJ6X44FK+Yh+KWL7K3ROl1bchdQMQaMnBNW9Vkr7PzloS9mVdXRKq78wIOPf2JrjbDDkml87bVWzM5oV7GXzTVm7p43ZJGGy/w+zof8mfwRKz3wMeRj86LZVaWt+cRij9ouOX4FQ2AVPNJtfiS9WmHF2L43tYN8HW5CNPPB20uLzXGwTVKQj8ebwptIlopFukMCNTX6HBIF0ajhffrdmNEMthv3Nl+z55Dp/5Huvgb18WGxW0U9yON/P8pjZwv1wvnurjvu+qVnMNR+JG6cJ1P2dXqfGb8oVujokw1iI3VY52OnKLpfuHpgQEs7hJfPm7WC8qhXR+FH78uFquyOC8gr9NpTov3baXsmFbnabZMP2K0Pxp3wN3twzODnZYZwfFVwaP0TGKibFJ6YXpn6HZ1Wldd4yGXacWg04ImD7Mrf93ihSuZ2vd6J8fEv9cbv0jZ4r1eEi2z+57t996z/b1O+/CNAVYxX2Glu8jK4gfgF9bpj5ucZrzOzz/7yJvxj+4e0dQ0bbac5ul5TauA7Zw04iqfgtdmfcDCch6TWWQijIZHsy++SfENnv01uoiPJ6Ke2nnRjIXx6N+otgcBntF4XF9brq+uzuplBxTpSVWVqZqqG5G6yDttBtrh0cRWKBSeu9djfu+7DpO7b+Jd4elzuQcv4Obe58q1vc+VO/XzW9mA92Lgz/OWFBsZYPwET3KEOyPlVGbXZJ5p9QOfshtAH2dldfE1mZIjudDw4PnAGYbDs9nJucFbCnhj/JNFU5BKhlN6e09iuAM8yoM3Jl/MY53kLnP+UJDbvLCNx+IXCsgPBbtNy8p4LG49SfyhoHfDgm5PNs1DEvQ0P8/WZZteZuU6krjHc1tGivikzQ9Lopqrop3O0y0extePOqbkCHcG+mjzG3gGRPn2872Bs8wzLJS36+bZwBpL9xkSrm+2lw1i8s12NKnz7O0N7TqTrproZ3vebzuCD534W/LXj+addfz/X2b9tv182LTfkrf+3zzrxnT+aOJ/Nnr54Jm/JYfdZuJn4uncYqIpLVxdSaK0vlgvaGXg9N00X2EgWx99tWzWq1VVU4LMiy/Y7xh/9LOS3Pvg0IpyXhPKdVIayaSwfzbiLJOl7aXA8ET8rh9qtOUHwV/LJd8Yf+Pxw+n37oHl6ZZd3PuALr6+Z+wHAWblY9NSj3kGuB6PDZr+Xz4579HD/3vmZuN6mHl+NDm37OEbnptwxXDo1WGDEf/i/aP52wjyz2VUH+e920/b4aZ1wm88ZdCj5i1cjTjv326Et3XC4tz/DfdxCwesTymnpH6WSXVbN/L/vZTyVMb/92l12y5uQaqfLa9eaf3DdezVnb6silkq67T51s2rZSe0fl9v3bjmdUPU8NHLrG5owZDDgYviMl/6S4o8za+wtoYVxXNEF/gE8UXWkk1Z1XlDFMXLfdCrrG55FbsTabxXpKErqEybyOKf+9Vbc3wf2vW/g+lysOAvYClswFKIWY3Caevr/ocbzKXrc/zmesUdD0oVDxutIFaf19V6hSU8D8JJtaZpIRC7+IJWU8f8yldtUTZjihRfZItg5RRNZQH5o/e314wAw2/SC/x+1uaLhrSCh9Dn9vMNIgUyeAB0FfLrG+noFPjPDe/jAdPTql2bFjSg3UP68fgzb5RCafr4k09uWL7Bc4v+8DAthXqp39n3iu/fQn/i4SXuabZ8lROnN/lrBdXeTgPjuZF25rnlmPBYNn9PDj9et/LBjS5/95He7Ps3dhu0RNeiYGiOZ/nsVT5tiZnLr4vGt7PmTf6OVBgJ3zcVh3Sf95gNPN1Qz6g7q07GLxTZj8Q0prtDCmLoeU+M8IQYCSK3ZFv/6fP/+S29Nf/ZEC3Hnk4EvXdLsu790MhqMPr/NFnv3ZKs935oZDUY/X+HrO/R1FL/62jvZxTDkBVdvMdMvOcsALNgmWYDY2BxP0XDHwJndHD6/w5r4LFz3l2b2kBcXUT/YdG3j9n/R0kcLsttIDCvVv+wyNvF6v+jxO2tRm6gr1kX/mGROILb/3eofMumt2x2XiyzsvzZCTo6pHnPef2CUiTzrBwriJNq8eXkpykWEGu4KUfkP7cgww1Nbvj6VgS8BeEGh+sC0ZvGvAHTr502wzPNOHd/8uUXNomX5u8i0zkwTCRCnlcXF3k9Zk269dGzrCgp+ddWZKyLlhbCix9oDpY5paGPGwr6pnl6TpknWgMpiRL0Ak99M/5ohP4PhxYc4jk6PB+42P+K8m66zO+l677Imya7yJ9U7wR5JO0M/l836aZDCFtEyNv3wYbTNwOzM8h4Adwh3us6W+j7ZsLzmzEn55vDvgt6aAARb+b9xtCx19/cCELAQ/j33IX3w75vCr+5AfRgD40hZo/fbxhB7uKbG4EPdgj5Ttrk6+CtyYFvGu+9W+Bt8xJfB2+Nvr9pvO/dAm8b+N8Ob+9P/ZV+/JL/B/oonOwUWQAA&lt;/Code&gt;&lt;CodeSignature&gt;bHVvIBe/xGgEx0M8oiCg4rstsOtiCOor/WgbWE0aAsY9XXZKrU5wDsRSy9qBgW9o4Q9DAo3tq+JbBpuzOw1QWslHWDrIAg3VrhxbAIv35i716zryLq+5HcFRzVBthddBBIJnQasTr/zPtKml0C4rGrLtU1s6MAA5M9DUjmExWOLnV2KOPl1DcGQxs92pfzdEHigYeexiEBshbL+tycl2fulyNg4/nrUBUhxmnUMZIRvfrXjku0QuLn25kIjAn2DsQh/DQzcAW6lwFqiwF4J5cAXxaxDu0xTyFjoLH1BagTMBUcXbFRkLs4w6RrAoZXA1hHfic2nU44voVUpaTv9jdw==&lt;/CodeSignature&gt;&lt;/SmartOptions&gt;&lt;SmartResize enabled=&quot;True&quot; minWidth=&quot;190&quot; minHeight=&quot;110&quot; /&gt;&lt;/SmartSettings&gt;">
            <a:extLst>
              <a:ext uri="{FF2B5EF4-FFF2-40B4-BE49-F238E27FC236}">
                <a16:creationId xmlns:a16="http://schemas.microsoft.com/office/drawing/2014/main" id="{D4F8113E-C9ED-3807-F440-FB85F73ACD4C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6528048" y="5202552"/>
            <a:ext cx="2193637" cy="1154545"/>
            <a:chOff x="595686" y="1261242"/>
            <a:chExt cx="3222246" cy="1507358"/>
          </a:xfrm>
        </p:grpSpPr>
        <p:sp>
          <p:nvSpPr>
            <p:cNvPr id="104" name="Window Body">
              <a:extLst>
                <a:ext uri="{FF2B5EF4-FFF2-40B4-BE49-F238E27FC236}">
                  <a16:creationId xmlns:a16="http://schemas.microsoft.com/office/drawing/2014/main" id="{EBB980D1-0BEF-14FC-597D-3EE7F18B38D2}"/>
                </a:ext>
              </a:extLst>
            </p:cNvPr>
            <p:cNvSpPr/>
            <p:nvPr/>
          </p:nvSpPr>
          <p:spPr>
            <a:xfrm>
              <a:off x="595686" y="1498986"/>
              <a:ext cx="3222246" cy="12696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5" name="Text">
              <a:extLst>
                <a:ext uri="{FF2B5EF4-FFF2-40B4-BE49-F238E27FC236}">
                  <a16:creationId xmlns:a16="http://schemas.microsoft.com/office/drawing/2014/main" id="{0AF75E8B-1E5B-EA09-D069-0AD178393C63}"/>
                </a:ext>
              </a:extLst>
            </p:cNvPr>
            <p:cNvSpPr txBox="1"/>
            <p:nvPr/>
          </p:nvSpPr>
          <p:spPr>
            <a:xfrm>
              <a:off x="665740" y="1608226"/>
              <a:ext cx="3082137" cy="893902"/>
            </a:xfrm>
            <a:prstGeom prst="rect">
              <a:avLst/>
            </a:prstGeom>
            <a:noFill/>
          </p:spPr>
          <p:txBody>
            <a:bodyPr wrap="square" lIns="73152" tIns="36576" rIns="73152" bIns="36576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프로퍼티 등록 또는 선택이 필요 합니다</a:t>
              </a:r>
              <a:r>
                <a:rPr lang="en-US" altLang="ko-KR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.</a:t>
              </a:r>
              <a:endParaRPr lang="en-US" sz="900" noProof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6" name="Title Bar">
              <a:extLst>
                <a:ext uri="{FF2B5EF4-FFF2-40B4-BE49-F238E27FC236}">
                  <a16:creationId xmlns:a16="http://schemas.microsoft.com/office/drawing/2014/main" id="{61D71299-20DA-408E-1231-754BE5B1C0E6}"/>
                </a:ext>
              </a:extLst>
            </p:cNvPr>
            <p:cNvSpPr/>
            <p:nvPr/>
          </p:nvSpPr>
          <p:spPr>
            <a:xfrm>
              <a:off x="595686" y="1261242"/>
              <a:ext cx="3222246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alert</a:t>
              </a:r>
            </a:p>
          </p:txBody>
        </p:sp>
        <p:sp>
          <p:nvSpPr>
            <p:cNvPr id="107" name="Close Button">
              <a:extLst>
                <a:ext uri="{FF2B5EF4-FFF2-40B4-BE49-F238E27FC236}">
                  <a16:creationId xmlns:a16="http://schemas.microsoft.com/office/drawing/2014/main" id="{B42B3E19-933C-D1C2-359E-0CC1F040F82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07048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08" name="Icons">
              <a:extLst>
                <a:ext uri="{FF2B5EF4-FFF2-40B4-BE49-F238E27FC236}">
                  <a16:creationId xmlns:a16="http://schemas.microsoft.com/office/drawing/2014/main" id="{8F2017F5-1B35-455A-3DA5-4E24CF8EA5C3}"/>
                </a:ext>
              </a:extLst>
            </p:cNvPr>
            <p:cNvGrpSpPr/>
            <p:nvPr/>
          </p:nvGrpSpPr>
          <p:grpSpPr>
            <a:xfrm>
              <a:off x="802903" y="1669713"/>
              <a:ext cx="398463" cy="396875"/>
              <a:chOff x="802903" y="1669713"/>
              <a:chExt cx="398463" cy="396875"/>
            </a:xfrm>
          </p:grpSpPr>
          <p:sp>
            <p:nvSpPr>
              <p:cNvPr id="113" name="Info Icon" hidden="1">
                <a:extLst>
                  <a:ext uri="{FF2B5EF4-FFF2-40B4-BE49-F238E27FC236}">
                    <a16:creationId xmlns:a16="http://schemas.microsoft.com/office/drawing/2014/main" id="{0CB6C896-EDFD-6514-4B22-AC954A007041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3697" y="1670507"/>
                <a:ext cx="396875" cy="395287"/>
              </a:xfrm>
              <a:custGeom>
                <a:avLst/>
                <a:gdLst>
                  <a:gd name="T0" fmla="*/ 550 w 1101"/>
                  <a:gd name="T1" fmla="*/ 231 h 1101"/>
                  <a:gd name="T2" fmla="*/ 480 w 1101"/>
                  <a:gd name="T3" fmla="*/ 301 h 1101"/>
                  <a:gd name="T4" fmla="*/ 550 w 1101"/>
                  <a:gd name="T5" fmla="*/ 372 h 1101"/>
                  <a:gd name="T6" fmla="*/ 621 w 1101"/>
                  <a:gd name="T7" fmla="*/ 301 h 1101"/>
                  <a:gd name="T8" fmla="*/ 550 w 1101"/>
                  <a:gd name="T9" fmla="*/ 231 h 1101"/>
                  <a:gd name="T10" fmla="*/ 494 w 1101"/>
                  <a:gd name="T11" fmla="*/ 455 h 1101"/>
                  <a:gd name="T12" fmla="*/ 494 w 1101"/>
                  <a:gd name="T13" fmla="*/ 851 h 1101"/>
                  <a:gd name="T14" fmla="*/ 607 w 1101"/>
                  <a:gd name="T15" fmla="*/ 851 h 1101"/>
                  <a:gd name="T16" fmla="*/ 607 w 1101"/>
                  <a:gd name="T17" fmla="*/ 455 h 1101"/>
                  <a:gd name="T18" fmla="*/ 494 w 1101"/>
                  <a:gd name="T19" fmla="*/ 455 h 1101"/>
                  <a:gd name="T20" fmla="*/ 1101 w 1101"/>
                  <a:gd name="T21" fmla="*/ 551 h 1101"/>
                  <a:gd name="T22" fmla="*/ 550 w 1101"/>
                  <a:gd name="T23" fmla="*/ 1101 h 1101"/>
                  <a:gd name="T24" fmla="*/ 0 w 1101"/>
                  <a:gd name="T25" fmla="*/ 551 h 1101"/>
                  <a:gd name="T26" fmla="*/ 550 w 1101"/>
                  <a:gd name="T27" fmla="*/ 0 h 1101"/>
                  <a:gd name="T28" fmla="*/ 1101 w 1101"/>
                  <a:gd name="T29" fmla="*/ 551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01" h="1101">
                    <a:moveTo>
                      <a:pt x="550" y="231"/>
                    </a:moveTo>
                    <a:cubicBezTo>
                      <a:pt x="511" y="231"/>
                      <a:pt x="480" y="262"/>
                      <a:pt x="480" y="301"/>
                    </a:cubicBezTo>
                    <a:cubicBezTo>
                      <a:pt x="480" y="340"/>
                      <a:pt x="511" y="372"/>
                      <a:pt x="550" y="372"/>
                    </a:cubicBezTo>
                    <a:cubicBezTo>
                      <a:pt x="589" y="372"/>
                      <a:pt x="621" y="340"/>
                      <a:pt x="621" y="301"/>
                    </a:cubicBezTo>
                    <a:cubicBezTo>
                      <a:pt x="621" y="262"/>
                      <a:pt x="589" y="231"/>
                      <a:pt x="550" y="231"/>
                    </a:cubicBezTo>
                    <a:close/>
                    <a:moveTo>
                      <a:pt x="494" y="455"/>
                    </a:moveTo>
                    <a:lnTo>
                      <a:pt x="494" y="851"/>
                    </a:lnTo>
                    <a:lnTo>
                      <a:pt x="607" y="851"/>
                    </a:lnTo>
                    <a:lnTo>
                      <a:pt x="607" y="455"/>
                    </a:lnTo>
                    <a:lnTo>
                      <a:pt x="494" y="455"/>
                    </a:lnTo>
                    <a:close/>
                    <a:moveTo>
                      <a:pt x="1101" y="551"/>
                    </a:moveTo>
                    <a:cubicBezTo>
                      <a:pt x="1101" y="855"/>
                      <a:pt x="854" y="1101"/>
                      <a:pt x="550" y="1101"/>
                    </a:cubicBezTo>
                    <a:cubicBezTo>
                      <a:pt x="247" y="1101"/>
                      <a:pt x="0" y="855"/>
                      <a:pt x="0" y="551"/>
                    </a:cubicBezTo>
                    <a:cubicBezTo>
                      <a:pt x="0" y="247"/>
                      <a:pt x="247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4" name="Error Icon" hidden="1">
                <a:extLst>
                  <a:ext uri="{FF2B5EF4-FFF2-40B4-BE49-F238E27FC236}">
                    <a16:creationId xmlns:a16="http://schemas.microsoft.com/office/drawing/2014/main" id="{EC1DFAD3-CFEE-D6AC-F2FD-A61535391DFD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70507"/>
                <a:ext cx="398463" cy="395287"/>
              </a:xfrm>
              <a:custGeom>
                <a:avLst/>
                <a:gdLst>
                  <a:gd name="T0" fmla="*/ 1101 w 1101"/>
                  <a:gd name="T1" fmla="*/ 778 h 1100"/>
                  <a:gd name="T2" fmla="*/ 778 w 1101"/>
                  <a:gd name="T3" fmla="*/ 1100 h 1100"/>
                  <a:gd name="T4" fmla="*/ 322 w 1101"/>
                  <a:gd name="T5" fmla="*/ 1100 h 1100"/>
                  <a:gd name="T6" fmla="*/ 0 w 1101"/>
                  <a:gd name="T7" fmla="*/ 778 h 1100"/>
                  <a:gd name="T8" fmla="*/ 0 w 1101"/>
                  <a:gd name="T9" fmla="*/ 322 h 1100"/>
                  <a:gd name="T10" fmla="*/ 322 w 1101"/>
                  <a:gd name="T11" fmla="*/ 0 h 1100"/>
                  <a:gd name="T12" fmla="*/ 778 w 1101"/>
                  <a:gd name="T13" fmla="*/ 0 h 1100"/>
                  <a:gd name="T14" fmla="*/ 1101 w 1101"/>
                  <a:gd name="T15" fmla="*/ 322 h 1100"/>
                  <a:gd name="T16" fmla="*/ 1101 w 1101"/>
                  <a:gd name="T17" fmla="*/ 778 h 1100"/>
                  <a:gd name="T18" fmla="*/ 380 w 1101"/>
                  <a:gd name="T19" fmla="*/ 300 h 1100"/>
                  <a:gd name="T20" fmla="*/ 301 w 1101"/>
                  <a:gd name="T21" fmla="*/ 380 h 1100"/>
                  <a:gd name="T22" fmla="*/ 470 w 1101"/>
                  <a:gd name="T23" fmla="*/ 550 h 1100"/>
                  <a:gd name="T24" fmla="*/ 301 w 1101"/>
                  <a:gd name="T25" fmla="*/ 719 h 1100"/>
                  <a:gd name="T26" fmla="*/ 380 w 1101"/>
                  <a:gd name="T27" fmla="*/ 799 h 1100"/>
                  <a:gd name="T28" fmla="*/ 550 w 1101"/>
                  <a:gd name="T29" fmla="*/ 629 h 1100"/>
                  <a:gd name="T30" fmla="*/ 720 w 1101"/>
                  <a:gd name="T31" fmla="*/ 799 h 1100"/>
                  <a:gd name="T32" fmla="*/ 800 w 1101"/>
                  <a:gd name="T33" fmla="*/ 719 h 1100"/>
                  <a:gd name="T34" fmla="*/ 630 w 1101"/>
                  <a:gd name="T35" fmla="*/ 550 h 1100"/>
                  <a:gd name="T36" fmla="*/ 800 w 1101"/>
                  <a:gd name="T37" fmla="*/ 380 h 1100"/>
                  <a:gd name="T38" fmla="*/ 720 w 1101"/>
                  <a:gd name="T39" fmla="*/ 300 h 1100"/>
                  <a:gd name="T40" fmla="*/ 550 w 1101"/>
                  <a:gd name="T41" fmla="*/ 470 h 1100"/>
                  <a:gd name="T42" fmla="*/ 380 w 1101"/>
                  <a:gd name="T43" fmla="*/ 300 h 1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101" h="1100">
                    <a:moveTo>
                      <a:pt x="1101" y="778"/>
                    </a:moveTo>
                    <a:lnTo>
                      <a:pt x="778" y="1100"/>
                    </a:lnTo>
                    <a:lnTo>
                      <a:pt x="322" y="1100"/>
                    </a:lnTo>
                    <a:lnTo>
                      <a:pt x="0" y="778"/>
                    </a:lnTo>
                    <a:lnTo>
                      <a:pt x="0" y="322"/>
                    </a:lnTo>
                    <a:lnTo>
                      <a:pt x="322" y="0"/>
                    </a:lnTo>
                    <a:lnTo>
                      <a:pt x="778" y="0"/>
                    </a:lnTo>
                    <a:lnTo>
                      <a:pt x="1101" y="322"/>
                    </a:lnTo>
                    <a:lnTo>
                      <a:pt x="1101" y="778"/>
                    </a:lnTo>
                    <a:close/>
                    <a:moveTo>
                      <a:pt x="380" y="300"/>
                    </a:moveTo>
                    <a:lnTo>
                      <a:pt x="301" y="380"/>
                    </a:lnTo>
                    <a:lnTo>
                      <a:pt x="470" y="550"/>
                    </a:lnTo>
                    <a:lnTo>
                      <a:pt x="301" y="719"/>
                    </a:lnTo>
                    <a:lnTo>
                      <a:pt x="380" y="799"/>
                    </a:lnTo>
                    <a:lnTo>
                      <a:pt x="550" y="629"/>
                    </a:lnTo>
                    <a:lnTo>
                      <a:pt x="720" y="799"/>
                    </a:lnTo>
                    <a:lnTo>
                      <a:pt x="800" y="719"/>
                    </a:lnTo>
                    <a:lnTo>
                      <a:pt x="630" y="550"/>
                    </a:lnTo>
                    <a:lnTo>
                      <a:pt x="800" y="380"/>
                    </a:lnTo>
                    <a:lnTo>
                      <a:pt x="720" y="300"/>
                    </a:lnTo>
                    <a:lnTo>
                      <a:pt x="550" y="470"/>
                    </a:lnTo>
                    <a:lnTo>
                      <a:pt x="380" y="300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5" name="Question Icon" hidden="1">
                <a:extLst>
                  <a:ext uri="{FF2B5EF4-FFF2-40B4-BE49-F238E27FC236}">
                    <a16:creationId xmlns:a16="http://schemas.microsoft.com/office/drawing/2014/main" id="{FBD0E2BF-9D88-154D-88A5-A25C6BB35385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69713"/>
                <a:ext cx="398463" cy="396875"/>
              </a:xfrm>
              <a:custGeom>
                <a:avLst/>
                <a:gdLst>
                  <a:gd name="T0" fmla="*/ 1101 w 1101"/>
                  <a:gd name="T1" fmla="*/ 551 h 1101"/>
                  <a:gd name="T2" fmla="*/ 550 w 1101"/>
                  <a:gd name="T3" fmla="*/ 1101 h 1101"/>
                  <a:gd name="T4" fmla="*/ 0 w 1101"/>
                  <a:gd name="T5" fmla="*/ 551 h 1101"/>
                  <a:gd name="T6" fmla="*/ 550 w 1101"/>
                  <a:gd name="T7" fmla="*/ 0 h 1101"/>
                  <a:gd name="T8" fmla="*/ 1101 w 1101"/>
                  <a:gd name="T9" fmla="*/ 551 h 1101"/>
                  <a:gd name="T10" fmla="*/ 596 w 1101"/>
                  <a:gd name="T11" fmla="*/ 685 h 1101"/>
                  <a:gd name="T12" fmla="*/ 509 w 1101"/>
                  <a:gd name="T13" fmla="*/ 685 h 1101"/>
                  <a:gd name="T14" fmla="*/ 509 w 1101"/>
                  <a:gd name="T15" fmla="*/ 625 h 1101"/>
                  <a:gd name="T16" fmla="*/ 521 w 1101"/>
                  <a:gd name="T17" fmla="*/ 577 h 1101"/>
                  <a:gd name="T18" fmla="*/ 575 w 1101"/>
                  <a:gd name="T19" fmla="*/ 527 h 1101"/>
                  <a:gd name="T20" fmla="*/ 638 w 1101"/>
                  <a:gd name="T21" fmla="*/ 424 h 1101"/>
                  <a:gd name="T22" fmla="*/ 614 w 1101"/>
                  <a:gd name="T23" fmla="*/ 359 h 1101"/>
                  <a:gd name="T24" fmla="*/ 549 w 1101"/>
                  <a:gd name="T25" fmla="*/ 334 h 1101"/>
                  <a:gd name="T26" fmla="*/ 440 w 1101"/>
                  <a:gd name="T27" fmla="*/ 462 h 1101"/>
                  <a:gd name="T28" fmla="*/ 343 w 1101"/>
                  <a:gd name="T29" fmla="*/ 445 h 1101"/>
                  <a:gd name="T30" fmla="*/ 413 w 1101"/>
                  <a:gd name="T31" fmla="*/ 295 h 1101"/>
                  <a:gd name="T32" fmla="*/ 561 w 1101"/>
                  <a:gd name="T33" fmla="*/ 241 h 1101"/>
                  <a:gd name="T34" fmla="*/ 702 w 1101"/>
                  <a:gd name="T35" fmla="*/ 291 h 1101"/>
                  <a:gd name="T36" fmla="*/ 758 w 1101"/>
                  <a:gd name="T37" fmla="*/ 418 h 1101"/>
                  <a:gd name="T38" fmla="*/ 743 w 1101"/>
                  <a:gd name="T39" fmla="*/ 489 h 1101"/>
                  <a:gd name="T40" fmla="*/ 707 w 1101"/>
                  <a:gd name="T41" fmla="*/ 541 h 1101"/>
                  <a:gd name="T42" fmla="*/ 624 w 1101"/>
                  <a:gd name="T43" fmla="*/ 606 h 1101"/>
                  <a:gd name="T44" fmla="*/ 601 w 1101"/>
                  <a:gd name="T45" fmla="*/ 632 h 1101"/>
                  <a:gd name="T46" fmla="*/ 596 w 1101"/>
                  <a:gd name="T47" fmla="*/ 685 h 1101"/>
                  <a:gd name="T48" fmla="*/ 614 w 1101"/>
                  <a:gd name="T49" fmla="*/ 749 h 1101"/>
                  <a:gd name="T50" fmla="*/ 614 w 1101"/>
                  <a:gd name="T51" fmla="*/ 861 h 1101"/>
                  <a:gd name="T52" fmla="*/ 509 w 1101"/>
                  <a:gd name="T53" fmla="*/ 861 h 1101"/>
                  <a:gd name="T54" fmla="*/ 509 w 1101"/>
                  <a:gd name="T55" fmla="*/ 749 h 1101"/>
                  <a:gd name="T56" fmla="*/ 614 w 1101"/>
                  <a:gd name="T57" fmla="*/ 74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101" h="1101">
                    <a:moveTo>
                      <a:pt x="1101" y="551"/>
                    </a:moveTo>
                    <a:cubicBezTo>
                      <a:pt x="1101" y="854"/>
                      <a:pt x="854" y="1101"/>
                      <a:pt x="550" y="1101"/>
                    </a:cubicBezTo>
                    <a:cubicBezTo>
                      <a:pt x="246" y="1101"/>
                      <a:pt x="0" y="854"/>
                      <a:pt x="0" y="551"/>
                    </a:cubicBezTo>
                    <a:cubicBezTo>
                      <a:pt x="0" y="247"/>
                      <a:pt x="246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  <a:moveTo>
                      <a:pt x="596" y="685"/>
                    </a:moveTo>
                    <a:lnTo>
                      <a:pt x="509" y="685"/>
                    </a:lnTo>
                    <a:lnTo>
                      <a:pt x="509" y="625"/>
                    </a:lnTo>
                    <a:cubicBezTo>
                      <a:pt x="509" y="605"/>
                      <a:pt x="513" y="589"/>
                      <a:pt x="521" y="577"/>
                    </a:cubicBezTo>
                    <a:cubicBezTo>
                      <a:pt x="529" y="565"/>
                      <a:pt x="547" y="549"/>
                      <a:pt x="575" y="527"/>
                    </a:cubicBezTo>
                    <a:cubicBezTo>
                      <a:pt x="617" y="495"/>
                      <a:pt x="638" y="460"/>
                      <a:pt x="638" y="424"/>
                    </a:cubicBezTo>
                    <a:cubicBezTo>
                      <a:pt x="638" y="397"/>
                      <a:pt x="630" y="375"/>
                      <a:pt x="614" y="359"/>
                    </a:cubicBezTo>
                    <a:cubicBezTo>
                      <a:pt x="597" y="343"/>
                      <a:pt x="576" y="334"/>
                      <a:pt x="549" y="334"/>
                    </a:cubicBezTo>
                    <a:cubicBezTo>
                      <a:pt x="488" y="334"/>
                      <a:pt x="451" y="377"/>
                      <a:pt x="440" y="462"/>
                    </a:cubicBezTo>
                    <a:lnTo>
                      <a:pt x="343" y="445"/>
                    </a:lnTo>
                    <a:cubicBezTo>
                      <a:pt x="349" y="381"/>
                      <a:pt x="372" y="331"/>
                      <a:pt x="413" y="295"/>
                    </a:cubicBezTo>
                    <a:cubicBezTo>
                      <a:pt x="454" y="259"/>
                      <a:pt x="503" y="241"/>
                      <a:pt x="561" y="241"/>
                    </a:cubicBezTo>
                    <a:cubicBezTo>
                      <a:pt x="618" y="241"/>
                      <a:pt x="665" y="257"/>
                      <a:pt x="702" y="291"/>
                    </a:cubicBezTo>
                    <a:cubicBezTo>
                      <a:pt x="739" y="325"/>
                      <a:pt x="758" y="367"/>
                      <a:pt x="758" y="418"/>
                    </a:cubicBezTo>
                    <a:cubicBezTo>
                      <a:pt x="758" y="443"/>
                      <a:pt x="753" y="467"/>
                      <a:pt x="743" y="489"/>
                    </a:cubicBezTo>
                    <a:cubicBezTo>
                      <a:pt x="732" y="512"/>
                      <a:pt x="721" y="529"/>
                      <a:pt x="707" y="541"/>
                    </a:cubicBezTo>
                    <a:cubicBezTo>
                      <a:pt x="694" y="554"/>
                      <a:pt x="667" y="575"/>
                      <a:pt x="624" y="606"/>
                    </a:cubicBezTo>
                    <a:cubicBezTo>
                      <a:pt x="612" y="615"/>
                      <a:pt x="605" y="624"/>
                      <a:pt x="601" y="632"/>
                    </a:cubicBezTo>
                    <a:cubicBezTo>
                      <a:pt x="598" y="640"/>
                      <a:pt x="596" y="658"/>
                      <a:pt x="596" y="685"/>
                    </a:cubicBezTo>
                    <a:close/>
                    <a:moveTo>
                      <a:pt x="614" y="749"/>
                    </a:moveTo>
                    <a:lnTo>
                      <a:pt x="614" y="861"/>
                    </a:lnTo>
                    <a:lnTo>
                      <a:pt x="509" y="861"/>
                    </a:lnTo>
                    <a:lnTo>
                      <a:pt x="509" y="749"/>
                    </a:lnTo>
                    <a:lnTo>
                      <a:pt x="614" y="749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09" name="Buttons">
              <a:extLst>
                <a:ext uri="{FF2B5EF4-FFF2-40B4-BE49-F238E27FC236}">
                  <a16:creationId xmlns:a16="http://schemas.microsoft.com/office/drawing/2014/main" id="{27E217E4-D74C-7F2F-AAF4-DE46F2E5EA88}"/>
                </a:ext>
              </a:extLst>
            </p:cNvPr>
            <p:cNvGrpSpPr/>
            <p:nvPr/>
          </p:nvGrpSpPr>
          <p:grpSpPr>
            <a:xfrm>
              <a:off x="1538287" y="2386471"/>
              <a:ext cx="1377404" cy="240384"/>
              <a:chOff x="1538287" y="2386471"/>
              <a:chExt cx="1377404" cy="240384"/>
            </a:xfrm>
          </p:grpSpPr>
          <p:sp>
            <p:nvSpPr>
              <p:cNvPr id="110" name="Button 1">
                <a:extLst>
                  <a:ext uri="{FF2B5EF4-FFF2-40B4-BE49-F238E27FC236}">
                    <a16:creationId xmlns:a16="http://schemas.microsoft.com/office/drawing/2014/main" id="{7EDB0023-41F9-E36B-3ECF-00586ABDCC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1651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확인</a:t>
                </a:r>
                <a:endParaRPr lang="en-US" sz="9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1" name="Button 2" hidden="1">
                <a:extLst>
                  <a:ext uri="{FF2B5EF4-FFF2-40B4-BE49-F238E27FC236}">
                    <a16:creationId xmlns:a16="http://schemas.microsoft.com/office/drawing/2014/main" id="{F62EE7C7-7F6C-AE77-BB59-90861CE379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2662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 err="1">
                    <a:solidFill>
                      <a:srgbClr val="5F5F5F"/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아니오</a:t>
                </a:r>
                <a:endParaRPr lang="en-US" sz="8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2" name="Button 3" hidden="1">
                <a:extLst>
                  <a:ext uri="{FF2B5EF4-FFF2-40B4-BE49-F238E27FC236}">
                    <a16:creationId xmlns:a16="http://schemas.microsoft.com/office/drawing/2014/main" id="{246DB580-00D0-6DD8-B191-5F87335050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828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Abort</a:t>
                </a:r>
                <a:endParaRPr lang="en-US" sz="9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pic>
        <p:nvPicPr>
          <p:cNvPr id="116" name="그래픽 115" descr="햄버거 메뉴 아이콘 단색으로 채워진">
            <a:extLst>
              <a:ext uri="{FF2B5EF4-FFF2-40B4-BE49-F238E27FC236}">
                <a16:creationId xmlns:a16="http://schemas.microsoft.com/office/drawing/2014/main" id="{ECF21184-53CC-7F79-D5AF-0CA216D439A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32348" y="868795"/>
            <a:ext cx="291356" cy="291356"/>
          </a:xfrm>
          <a:prstGeom prst="rect">
            <a:avLst/>
          </a:prstGeom>
        </p:spPr>
      </p:pic>
      <p:pic>
        <p:nvPicPr>
          <p:cNvPr id="117" name="그래픽 116" descr="햄버거 메뉴 아이콘 단색으로 채워진">
            <a:extLst>
              <a:ext uri="{FF2B5EF4-FFF2-40B4-BE49-F238E27FC236}">
                <a16:creationId xmlns:a16="http://schemas.microsoft.com/office/drawing/2014/main" id="{12E4CFCF-E2AE-399F-B5F9-46DDF776CB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32348" y="2420758"/>
            <a:ext cx="291356" cy="291356"/>
          </a:xfrm>
          <a:prstGeom prst="rect">
            <a:avLst/>
          </a:prstGeom>
        </p:spPr>
      </p:pic>
      <p:pic>
        <p:nvPicPr>
          <p:cNvPr id="118" name="그래픽 117" descr="햄버거 메뉴 아이콘 단색으로 채워진">
            <a:extLst>
              <a:ext uri="{FF2B5EF4-FFF2-40B4-BE49-F238E27FC236}">
                <a16:creationId xmlns:a16="http://schemas.microsoft.com/office/drawing/2014/main" id="{09F3E2B3-955B-D81A-603F-B140EEFA97A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32348" y="4576729"/>
            <a:ext cx="291356" cy="291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070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6B33C-9B61-68F9-5F3A-B0C5B980E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796C9D-6510-4A33-598B-4B3D63CBBEFD}"/>
              </a:ext>
            </a:extLst>
          </p:cNvPr>
          <p:cNvSpPr txBox="1"/>
          <p:nvPr/>
        </p:nvSpPr>
        <p:spPr>
          <a:xfrm>
            <a:off x="69106" y="77935"/>
            <a:ext cx="4154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계정 유형에 따른 공통 </a:t>
            </a:r>
            <a:r>
              <a:rPr lang="en-US" altLang="ko-KR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r>
              <a:rPr lang="ko-KR" altLang="en-US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출력 정의 </a:t>
            </a:r>
            <a:r>
              <a:rPr lang="en-US" altLang="ko-KR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–</a:t>
            </a:r>
            <a:r>
              <a:rPr lang="ko-KR" altLang="en-US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호텔관리자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A6315AA-E84D-EFEF-816B-528CCB0B372A}"/>
              </a:ext>
            </a:extLst>
          </p:cNvPr>
          <p:cNvSpPr/>
          <p:nvPr/>
        </p:nvSpPr>
        <p:spPr>
          <a:xfrm>
            <a:off x="259166" y="1140277"/>
            <a:ext cx="842508" cy="342775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LOGO</a:t>
            </a:r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1FB239E7-DE8A-E929-03C6-C9A6705F61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13616" y="1191609"/>
            <a:ext cx="254000" cy="25400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2934D617-F2B2-1D22-B1C6-EF7472907B25}"/>
              </a:ext>
            </a:extLst>
          </p:cNvPr>
          <p:cNvSpPr txBox="1"/>
          <p:nvPr/>
        </p:nvSpPr>
        <p:spPr>
          <a:xfrm>
            <a:off x="10683601" y="1213482"/>
            <a:ext cx="83708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800" u="sng" dirty="0">
                <a:solidFill>
                  <a:srgbClr val="0038FE"/>
                </a:solidFill>
                <a:latin typeface="+mn-ea"/>
                <a:ea typeface="+mn-ea"/>
              </a:rPr>
              <a:t>회원정보 수정</a:t>
            </a: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A7AE6143-A313-236C-8D0B-48F9F15E31B3}"/>
              </a:ext>
            </a:extLst>
          </p:cNvPr>
          <p:cNvGrpSpPr/>
          <p:nvPr/>
        </p:nvGrpSpPr>
        <p:grpSpPr>
          <a:xfrm>
            <a:off x="9795181" y="1234393"/>
            <a:ext cx="806902" cy="162302"/>
            <a:chOff x="9264352" y="746418"/>
            <a:chExt cx="806902" cy="162302"/>
          </a:xfrm>
        </p:grpSpPr>
        <p:sp>
          <p:nvSpPr>
            <p:cNvPr id="32" name="모서리가 둥근 직사각형 31">
              <a:extLst>
                <a:ext uri="{FF2B5EF4-FFF2-40B4-BE49-F238E27FC236}">
                  <a16:creationId xmlns:a16="http://schemas.microsoft.com/office/drawing/2014/main" id="{B7D13004-8A56-3FA1-543E-68FAFD00A3A8}"/>
                </a:ext>
              </a:extLst>
            </p:cNvPr>
            <p:cNvSpPr/>
            <p:nvPr/>
          </p:nvSpPr>
          <p:spPr>
            <a:xfrm>
              <a:off x="9264352" y="746418"/>
              <a:ext cx="806902" cy="162302"/>
            </a:xfrm>
            <a:prstGeom prst="roundRect">
              <a:avLst>
                <a:gd name="adj" fmla="val 50000"/>
              </a:avLst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KO</a:t>
              </a:r>
              <a:endParaRPr kumimoji="1"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5" name="모서리가 둥근 직사각형 34">
              <a:extLst>
                <a:ext uri="{FF2B5EF4-FFF2-40B4-BE49-F238E27FC236}">
                  <a16:creationId xmlns:a16="http://schemas.microsoft.com/office/drawing/2014/main" id="{CD9373D4-5E14-E734-CBFB-C78D93B8BE51}"/>
                </a:ext>
              </a:extLst>
            </p:cNvPr>
            <p:cNvSpPr/>
            <p:nvPr/>
          </p:nvSpPr>
          <p:spPr>
            <a:xfrm>
              <a:off x="9624392" y="746418"/>
              <a:ext cx="446862" cy="162302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</a:rPr>
                <a:t>EN</a:t>
              </a:r>
              <a:endParaRPr kumimoji="1" lang="ko-KR" altLang="en-US" sz="8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37" name="직선 연결선[R] 36">
            <a:extLst>
              <a:ext uri="{FF2B5EF4-FFF2-40B4-BE49-F238E27FC236}">
                <a16:creationId xmlns:a16="http://schemas.microsoft.com/office/drawing/2014/main" id="{AC9540DF-485D-D7E5-F129-FC14EE8A8101}"/>
              </a:ext>
            </a:extLst>
          </p:cNvPr>
          <p:cNvCxnSpPr>
            <a:cxnSpLocks/>
          </p:cNvCxnSpPr>
          <p:nvPr/>
        </p:nvCxnSpPr>
        <p:spPr>
          <a:xfrm>
            <a:off x="259166" y="1628800"/>
            <a:ext cx="115084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116C876E-1D06-3C0E-368B-3B754B60FC54}"/>
              </a:ext>
            </a:extLst>
          </p:cNvPr>
          <p:cNvSpPr txBox="1"/>
          <p:nvPr/>
        </p:nvSpPr>
        <p:spPr>
          <a:xfrm>
            <a:off x="191344" y="694225"/>
            <a:ext cx="14526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400" i="1" dirty="0">
                <a:solidFill>
                  <a:srgbClr val="C00000"/>
                </a:solidFill>
                <a:latin typeface="+mn-ea"/>
                <a:ea typeface="+mn-ea"/>
              </a:rPr>
              <a:t>#</a:t>
            </a:r>
            <a:r>
              <a:rPr kumimoji="1" lang="ko-KR" altLang="en-US" sz="1400" i="1" dirty="0">
                <a:solidFill>
                  <a:srgbClr val="C00000"/>
                </a:solidFill>
                <a:latin typeface="+mn-ea"/>
                <a:ea typeface="+mn-ea"/>
              </a:rPr>
              <a:t> 호텔 </a:t>
            </a:r>
            <a:r>
              <a:rPr lang="ko-KR" altLang="en-US" sz="1400" i="1" dirty="0">
                <a:solidFill>
                  <a:srgbClr val="C00000"/>
                </a:solidFill>
                <a:latin typeface="+mn-ea"/>
                <a:ea typeface="+mn-ea"/>
              </a:rPr>
              <a:t>자동 선택</a:t>
            </a:r>
            <a:endParaRPr kumimoji="1" lang="ko-KR" altLang="en-US" sz="14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40" name="모서리가 둥근 직사각형 39">
            <a:extLst>
              <a:ext uri="{FF2B5EF4-FFF2-40B4-BE49-F238E27FC236}">
                <a16:creationId xmlns:a16="http://schemas.microsoft.com/office/drawing/2014/main" id="{4285A62A-DFFE-B934-2A71-40F29269AEEA}"/>
              </a:ext>
            </a:extLst>
          </p:cNvPr>
          <p:cNvSpPr/>
          <p:nvPr/>
        </p:nvSpPr>
        <p:spPr>
          <a:xfrm>
            <a:off x="1652344" y="1226808"/>
            <a:ext cx="897718" cy="216023"/>
          </a:xfrm>
          <a:prstGeom prst="roundRect">
            <a:avLst>
              <a:gd name="adj" fmla="val 17379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900" b="1" dirty="0" err="1">
                <a:solidFill>
                  <a:schemeClr val="tx1"/>
                </a:solidFill>
              </a:rPr>
              <a:t>글래드</a:t>
            </a:r>
            <a:r>
              <a:rPr kumimoji="1" lang="ko-KR" altLang="en-US" sz="900" b="1" dirty="0">
                <a:solidFill>
                  <a:schemeClr val="tx1"/>
                </a:solidFill>
              </a:rPr>
              <a:t> 호텔</a:t>
            </a:r>
          </a:p>
        </p:txBody>
      </p:sp>
      <p:sp>
        <p:nvSpPr>
          <p:cNvPr id="43" name="모서리가 둥근 직사각형 42">
            <a:extLst>
              <a:ext uri="{FF2B5EF4-FFF2-40B4-BE49-F238E27FC236}">
                <a16:creationId xmlns:a16="http://schemas.microsoft.com/office/drawing/2014/main" id="{8BB510A2-7A31-9F1A-98F4-6DEA9A00FBF2}"/>
              </a:ext>
            </a:extLst>
          </p:cNvPr>
          <p:cNvSpPr/>
          <p:nvPr/>
        </p:nvSpPr>
        <p:spPr>
          <a:xfrm>
            <a:off x="2624955" y="1226172"/>
            <a:ext cx="1264583" cy="866167"/>
          </a:xfrm>
          <a:prstGeom prst="roundRect">
            <a:avLst>
              <a:gd name="adj" fmla="val 4704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900" b="1" dirty="0">
                <a:solidFill>
                  <a:schemeClr val="tx1"/>
                </a:solidFill>
              </a:rPr>
              <a:t>프로퍼티 선택</a:t>
            </a:r>
            <a:endParaRPr kumimoji="1" lang="en-US" altLang="ko-KR" sz="900" b="1" dirty="0">
              <a:solidFill>
                <a:schemeClr val="tx1"/>
              </a:solidFill>
            </a:endParaRPr>
          </a:p>
          <a:p>
            <a:r>
              <a:rPr lang="en-US" altLang="ko-KR" sz="900" b="1" dirty="0">
                <a:solidFill>
                  <a:schemeClr val="tx1"/>
                </a:solidFill>
              </a:rPr>
              <a:t>-------------------------</a:t>
            </a:r>
          </a:p>
          <a:p>
            <a:r>
              <a:rPr lang="ko-KR" altLang="en-US" sz="900" b="1" dirty="0" err="1">
                <a:solidFill>
                  <a:schemeClr val="tx1"/>
                </a:solidFill>
              </a:rPr>
              <a:t>글래드</a:t>
            </a:r>
            <a:r>
              <a:rPr lang="ko-KR" altLang="en-US" sz="900" b="1" dirty="0">
                <a:solidFill>
                  <a:schemeClr val="tx1"/>
                </a:solidFill>
              </a:rPr>
              <a:t> 마포</a:t>
            </a:r>
            <a:endParaRPr lang="en-US" altLang="ko-KR" sz="900" b="1" dirty="0">
              <a:solidFill>
                <a:schemeClr val="tx1"/>
              </a:solidFill>
            </a:endParaRPr>
          </a:p>
          <a:p>
            <a:r>
              <a:rPr lang="ko-KR" altLang="en-US" sz="900" b="1" dirty="0" err="1">
                <a:solidFill>
                  <a:schemeClr val="tx1"/>
                </a:solidFill>
              </a:rPr>
              <a:t>글래드</a:t>
            </a:r>
            <a:r>
              <a:rPr lang="ko-KR" altLang="en-US" sz="900" b="1" dirty="0">
                <a:solidFill>
                  <a:schemeClr val="tx1"/>
                </a:solidFill>
              </a:rPr>
              <a:t> 여의도</a:t>
            </a:r>
            <a:endParaRPr lang="en-US" altLang="ko-KR" sz="900" b="1" dirty="0">
              <a:solidFill>
                <a:schemeClr val="tx1"/>
              </a:solidFill>
            </a:endParaRPr>
          </a:p>
          <a:p>
            <a:r>
              <a:rPr lang="ko-KR" altLang="en-US" sz="900" b="1" dirty="0" err="1">
                <a:solidFill>
                  <a:schemeClr val="tx1"/>
                </a:solidFill>
              </a:rPr>
              <a:t>메종</a:t>
            </a:r>
            <a:r>
              <a:rPr lang="ko-KR" altLang="en-US" sz="900" b="1" dirty="0">
                <a:solidFill>
                  <a:schemeClr val="tx1"/>
                </a:solidFill>
              </a:rPr>
              <a:t> </a:t>
            </a:r>
            <a:r>
              <a:rPr lang="ko-KR" altLang="en-US" sz="900" b="1" dirty="0" err="1">
                <a:solidFill>
                  <a:schemeClr val="tx1"/>
                </a:solidFill>
              </a:rPr>
              <a:t>글래드</a:t>
            </a:r>
            <a:r>
              <a:rPr lang="ko-KR" altLang="en-US" sz="900" b="1" dirty="0">
                <a:solidFill>
                  <a:schemeClr val="tx1"/>
                </a:solidFill>
              </a:rPr>
              <a:t> 제주</a:t>
            </a:r>
            <a:endParaRPr lang="en-US" altLang="ko-KR" sz="900" b="1" dirty="0">
              <a:solidFill>
                <a:schemeClr val="tx1"/>
              </a:solidFill>
            </a:endParaRPr>
          </a:p>
        </p:txBody>
      </p:sp>
      <p:sp>
        <p:nvSpPr>
          <p:cNvPr id="44" name="Chevron Left">
            <a:extLst>
              <a:ext uri="{FF2B5EF4-FFF2-40B4-BE49-F238E27FC236}">
                <a16:creationId xmlns:a16="http://schemas.microsoft.com/office/drawing/2014/main" id="{7323056B-6411-06AA-D855-36292CA311DB}"/>
              </a:ext>
            </a:extLst>
          </p:cNvPr>
          <p:cNvSpPr>
            <a:spLocks noChangeAspect="1"/>
          </p:cNvSpPr>
          <p:nvPr/>
        </p:nvSpPr>
        <p:spPr bwMode="auto">
          <a:xfrm rot="16200000">
            <a:off x="3734248" y="1301134"/>
            <a:ext cx="54214" cy="98669"/>
          </a:xfrm>
          <a:custGeom>
            <a:avLst/>
            <a:gdLst>
              <a:gd name="T0" fmla="*/ 296 w 324"/>
              <a:gd name="T1" fmla="*/ 593 h 593"/>
              <a:gd name="T2" fmla="*/ 324 w 324"/>
              <a:gd name="T3" fmla="*/ 565 h 593"/>
              <a:gd name="T4" fmla="*/ 55 w 324"/>
              <a:gd name="T5" fmla="*/ 297 h 593"/>
              <a:gd name="T6" fmla="*/ 324 w 324"/>
              <a:gd name="T7" fmla="*/ 28 h 593"/>
              <a:gd name="T8" fmla="*/ 296 w 324"/>
              <a:gd name="T9" fmla="*/ 0 h 593"/>
              <a:gd name="T10" fmla="*/ 0 w 324"/>
              <a:gd name="T11" fmla="*/ 297 h 593"/>
              <a:gd name="T12" fmla="*/ 296 w 324"/>
              <a:gd name="T13" fmla="*/ 593 h 5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4" h="593">
                <a:moveTo>
                  <a:pt x="296" y="593"/>
                </a:moveTo>
                <a:lnTo>
                  <a:pt x="324" y="565"/>
                </a:lnTo>
                <a:lnTo>
                  <a:pt x="55" y="297"/>
                </a:lnTo>
                <a:lnTo>
                  <a:pt x="324" y="28"/>
                </a:lnTo>
                <a:lnTo>
                  <a:pt x="296" y="0"/>
                </a:lnTo>
                <a:lnTo>
                  <a:pt x="0" y="297"/>
                </a:lnTo>
                <a:lnTo>
                  <a:pt x="296" y="593"/>
                </a:lnTo>
                <a:close/>
              </a:path>
            </a:pathLst>
          </a:custGeom>
          <a:solidFill>
            <a:srgbClr val="5F5F5F"/>
          </a:solidFill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45" name="Cutout">
            <a:extLst>
              <a:ext uri="{FF2B5EF4-FFF2-40B4-BE49-F238E27FC236}">
                <a16:creationId xmlns:a16="http://schemas.microsoft.com/office/drawing/2014/main" id="{9BCCBC2D-E8CC-1F7E-DF35-FB40F6DC4157}"/>
              </a:ext>
            </a:extLst>
          </p:cNvPr>
          <p:cNvGrpSpPr/>
          <p:nvPr/>
        </p:nvGrpSpPr>
        <p:grpSpPr>
          <a:xfrm rot="16200000">
            <a:off x="5924638" y="-3495458"/>
            <a:ext cx="177506" cy="11508450"/>
            <a:chOff x="6402388" y="1584325"/>
            <a:chExt cx="239713" cy="933450"/>
          </a:xfrm>
          <a:solidFill>
            <a:srgbClr val="FFFFFF"/>
          </a:solidFill>
        </p:grpSpPr>
        <p:sp>
          <p:nvSpPr>
            <p:cNvPr id="46" name="Fill">
              <a:extLst>
                <a:ext uri="{FF2B5EF4-FFF2-40B4-BE49-F238E27FC236}">
                  <a16:creationId xmlns:a16="http://schemas.microsoft.com/office/drawing/2014/main" id="{29B6584B-1643-B24F-887E-FA11ABEA57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7" name="Border">
              <a:extLst>
                <a:ext uri="{FF2B5EF4-FFF2-40B4-BE49-F238E27FC236}">
                  <a16:creationId xmlns:a16="http://schemas.microsoft.com/office/drawing/2014/main" id="{5F830259-D794-95A3-A54C-F3F5352472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21A4F7B6-295A-59E6-7540-90035D38EA63}"/>
              </a:ext>
            </a:extLst>
          </p:cNvPr>
          <p:cNvSpPr txBox="1"/>
          <p:nvPr/>
        </p:nvSpPr>
        <p:spPr>
          <a:xfrm>
            <a:off x="3761355" y="1281297"/>
            <a:ext cx="24304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⟵ 선택 후 해당 호텔에 매핑 된 프로퍼티 출력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C03F949-4E8F-D3CB-C5B9-8E4F0726B090}"/>
              </a:ext>
            </a:extLst>
          </p:cNvPr>
          <p:cNvSpPr txBox="1"/>
          <p:nvPr/>
        </p:nvSpPr>
        <p:spPr>
          <a:xfrm>
            <a:off x="3761355" y="1709136"/>
            <a:ext cx="196239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⟵ </a:t>
            </a:r>
            <a:r>
              <a:rPr lang="en-US" altLang="ko-KR" sz="900" i="1" dirty="0">
                <a:solidFill>
                  <a:srgbClr val="C00000"/>
                </a:solidFill>
                <a:latin typeface="+mn-ea"/>
                <a:ea typeface="+mn-ea"/>
              </a:rPr>
              <a:t>sort </a:t>
            </a:r>
            <a:r>
              <a:rPr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조건 </a:t>
            </a:r>
            <a:r>
              <a:rPr lang="en-US" altLang="ko-KR" sz="900" i="1" dirty="0" err="1">
                <a:solidFill>
                  <a:srgbClr val="C00000"/>
                </a:solidFill>
                <a:latin typeface="+mn-ea"/>
                <a:ea typeface="+mn-ea"/>
              </a:rPr>
              <a:t>abc</a:t>
            </a:r>
            <a:r>
              <a:rPr lang="en-US" altLang="ko-KR" sz="900" i="1" dirty="0">
                <a:solidFill>
                  <a:srgbClr val="C00000"/>
                </a:solidFill>
                <a:latin typeface="+mn-ea"/>
                <a:ea typeface="+mn-ea"/>
              </a:rPr>
              <a:t> ~</a:t>
            </a:r>
            <a:r>
              <a:rPr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가나다 오름차 순</a:t>
            </a:r>
            <a:endParaRPr kumimoji="1" lang="ko-KR" altLang="en-US" sz="9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341C0E87-E821-DE08-3ECE-507C6D8E5DD6}"/>
              </a:ext>
            </a:extLst>
          </p:cNvPr>
          <p:cNvSpPr/>
          <p:nvPr/>
        </p:nvSpPr>
        <p:spPr>
          <a:xfrm>
            <a:off x="259166" y="3304636"/>
            <a:ext cx="842508" cy="342775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LOGO</a:t>
            </a:r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52" name="그림 51">
            <a:extLst>
              <a:ext uri="{FF2B5EF4-FFF2-40B4-BE49-F238E27FC236}">
                <a16:creationId xmlns:a16="http://schemas.microsoft.com/office/drawing/2014/main" id="{8ACCBD1F-60C7-ED75-89B8-02C4B5CFB1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13616" y="3355968"/>
            <a:ext cx="254000" cy="254000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D9A17760-8277-E972-1367-D16991C782E8}"/>
              </a:ext>
            </a:extLst>
          </p:cNvPr>
          <p:cNvSpPr txBox="1"/>
          <p:nvPr/>
        </p:nvSpPr>
        <p:spPr>
          <a:xfrm>
            <a:off x="10683601" y="3377841"/>
            <a:ext cx="83708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800" u="sng" dirty="0">
                <a:solidFill>
                  <a:srgbClr val="0038FE"/>
                </a:solidFill>
                <a:latin typeface="+mn-ea"/>
                <a:ea typeface="+mn-ea"/>
              </a:rPr>
              <a:t>회원정보 수정</a:t>
            </a: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C2F9D179-1B36-5127-B56B-4C3D2031C391}"/>
              </a:ext>
            </a:extLst>
          </p:cNvPr>
          <p:cNvGrpSpPr/>
          <p:nvPr/>
        </p:nvGrpSpPr>
        <p:grpSpPr>
          <a:xfrm>
            <a:off x="9795181" y="3398752"/>
            <a:ext cx="806902" cy="162302"/>
            <a:chOff x="9264352" y="746418"/>
            <a:chExt cx="806902" cy="162302"/>
          </a:xfrm>
        </p:grpSpPr>
        <p:sp>
          <p:nvSpPr>
            <p:cNvPr id="55" name="모서리가 둥근 직사각형 54">
              <a:extLst>
                <a:ext uri="{FF2B5EF4-FFF2-40B4-BE49-F238E27FC236}">
                  <a16:creationId xmlns:a16="http://schemas.microsoft.com/office/drawing/2014/main" id="{3EF54B75-9B87-CC27-D2B4-38050774479C}"/>
                </a:ext>
              </a:extLst>
            </p:cNvPr>
            <p:cNvSpPr/>
            <p:nvPr/>
          </p:nvSpPr>
          <p:spPr>
            <a:xfrm>
              <a:off x="9264352" y="746418"/>
              <a:ext cx="806902" cy="162302"/>
            </a:xfrm>
            <a:prstGeom prst="roundRect">
              <a:avLst>
                <a:gd name="adj" fmla="val 50000"/>
              </a:avLst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KO</a:t>
              </a:r>
              <a:endParaRPr kumimoji="1"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6" name="모서리가 둥근 직사각형 55">
              <a:extLst>
                <a:ext uri="{FF2B5EF4-FFF2-40B4-BE49-F238E27FC236}">
                  <a16:creationId xmlns:a16="http://schemas.microsoft.com/office/drawing/2014/main" id="{901614F8-AD9E-9E72-601F-3344FF934B80}"/>
                </a:ext>
              </a:extLst>
            </p:cNvPr>
            <p:cNvSpPr/>
            <p:nvPr/>
          </p:nvSpPr>
          <p:spPr>
            <a:xfrm>
              <a:off x="9624392" y="746418"/>
              <a:ext cx="446862" cy="162302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</a:rPr>
                <a:t>EN</a:t>
              </a:r>
              <a:endParaRPr kumimoji="1" lang="ko-KR" altLang="en-US" sz="8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57" name="직선 연결선[R] 56">
            <a:extLst>
              <a:ext uri="{FF2B5EF4-FFF2-40B4-BE49-F238E27FC236}">
                <a16:creationId xmlns:a16="http://schemas.microsoft.com/office/drawing/2014/main" id="{4B525C59-E6F8-57DE-1A6C-CABAA3E5B471}"/>
              </a:ext>
            </a:extLst>
          </p:cNvPr>
          <p:cNvCxnSpPr>
            <a:cxnSpLocks/>
          </p:cNvCxnSpPr>
          <p:nvPr/>
        </p:nvCxnSpPr>
        <p:spPr>
          <a:xfrm>
            <a:off x="259166" y="3793159"/>
            <a:ext cx="115084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5FCE0564-AA21-B06E-DB75-E0A8F4DA16B9}"/>
              </a:ext>
            </a:extLst>
          </p:cNvPr>
          <p:cNvSpPr txBox="1"/>
          <p:nvPr/>
        </p:nvSpPr>
        <p:spPr>
          <a:xfrm>
            <a:off x="191344" y="2761288"/>
            <a:ext cx="20569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400" i="1" dirty="0">
                <a:solidFill>
                  <a:srgbClr val="C00000"/>
                </a:solidFill>
                <a:latin typeface="+mn-ea"/>
                <a:ea typeface="+mn-ea"/>
              </a:rPr>
              <a:t>#</a:t>
            </a:r>
            <a:r>
              <a:rPr kumimoji="1" lang="ko-KR" altLang="en-US" sz="1400" i="1" dirty="0">
                <a:solidFill>
                  <a:srgbClr val="C00000"/>
                </a:solidFill>
                <a:latin typeface="+mn-ea"/>
                <a:ea typeface="+mn-ea"/>
              </a:rPr>
              <a:t> 프로퍼티가  미 선택 시</a:t>
            </a:r>
          </a:p>
        </p:txBody>
      </p:sp>
      <p:grpSp>
        <p:nvGrpSpPr>
          <p:cNvPr id="64" name="Cutout">
            <a:extLst>
              <a:ext uri="{FF2B5EF4-FFF2-40B4-BE49-F238E27FC236}">
                <a16:creationId xmlns:a16="http://schemas.microsoft.com/office/drawing/2014/main" id="{61904DFD-AF4C-9D88-5AFC-9305348BBC39}"/>
              </a:ext>
            </a:extLst>
          </p:cNvPr>
          <p:cNvGrpSpPr/>
          <p:nvPr/>
        </p:nvGrpSpPr>
        <p:grpSpPr>
          <a:xfrm rot="16200000">
            <a:off x="5924638" y="-1331099"/>
            <a:ext cx="177506" cy="11508450"/>
            <a:chOff x="6402388" y="1584325"/>
            <a:chExt cx="239713" cy="933450"/>
          </a:xfrm>
          <a:solidFill>
            <a:srgbClr val="FFFFFF"/>
          </a:solidFill>
        </p:grpSpPr>
        <p:sp>
          <p:nvSpPr>
            <p:cNvPr id="65" name="Fill">
              <a:extLst>
                <a:ext uri="{FF2B5EF4-FFF2-40B4-BE49-F238E27FC236}">
                  <a16:creationId xmlns:a16="http://schemas.microsoft.com/office/drawing/2014/main" id="{DCE9E38F-4C01-7AEC-43FC-550A7C7654ED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6" name="Border">
              <a:extLst>
                <a:ext uri="{FF2B5EF4-FFF2-40B4-BE49-F238E27FC236}">
                  <a16:creationId xmlns:a16="http://schemas.microsoft.com/office/drawing/2014/main" id="{B7FE862E-931F-19A4-0ADA-AE52ABA1934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9CCA3E47-2029-4178-9F6E-78D0337A230E}"/>
              </a:ext>
            </a:extLst>
          </p:cNvPr>
          <p:cNvSpPr txBox="1"/>
          <p:nvPr/>
        </p:nvSpPr>
        <p:spPr>
          <a:xfrm>
            <a:off x="3761355" y="3136531"/>
            <a:ext cx="5029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sz="900" i="1" dirty="0">
                <a:solidFill>
                  <a:srgbClr val="C00000"/>
                </a:solidFill>
                <a:latin typeface="+mn-ea"/>
                <a:ea typeface="+mn-ea"/>
              </a:rPr>
              <a:t>#</a:t>
            </a:r>
            <a:r>
              <a:rPr kumimoji="1"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 메뉴 진입 시 </a:t>
            </a:r>
            <a:r>
              <a:rPr kumimoji="1" lang="en-US" altLang="ko-KR" sz="900" i="1" dirty="0">
                <a:solidFill>
                  <a:srgbClr val="C00000"/>
                </a:solidFill>
                <a:latin typeface="+mn-ea"/>
                <a:ea typeface="+mn-ea"/>
              </a:rPr>
              <a:t>validation check</a:t>
            </a:r>
            <a:endParaRPr lang="en-US" altLang="ko-KR" sz="900" i="1" dirty="0">
              <a:solidFill>
                <a:srgbClr val="C00000"/>
              </a:solidFill>
              <a:latin typeface="+mn-ea"/>
              <a:ea typeface="+mn-ea"/>
            </a:endParaRPr>
          </a:p>
          <a:p>
            <a:r>
              <a:rPr kumimoji="1"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kumimoji="1" lang="en-US" altLang="ko-KR" sz="900" i="1" dirty="0">
                <a:solidFill>
                  <a:srgbClr val="C00000"/>
                </a:solidFill>
                <a:latin typeface="+mn-ea"/>
                <a:ea typeface="+mn-ea"/>
              </a:rPr>
              <a:t>1.</a:t>
            </a:r>
            <a:r>
              <a:rPr kumimoji="1"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 프로퍼티가 없는 경우 </a:t>
            </a:r>
            <a:r>
              <a:rPr kumimoji="1" lang="en-US" altLang="ko-KR" sz="900" i="1" dirty="0">
                <a:solidFill>
                  <a:srgbClr val="C00000"/>
                </a:solidFill>
                <a:latin typeface="+mn-ea"/>
                <a:ea typeface="+mn-ea"/>
              </a:rPr>
              <a:t>:</a:t>
            </a:r>
            <a:r>
              <a:rPr kumimoji="1"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kumimoji="1" lang="en-US" altLang="ko-KR" sz="900" i="1" dirty="0" err="1">
                <a:solidFill>
                  <a:srgbClr val="C00000"/>
                </a:solidFill>
                <a:latin typeface="+mn-ea"/>
                <a:ea typeface="+mn-ea"/>
              </a:rPr>
              <a:t>GNB</a:t>
            </a:r>
            <a:r>
              <a:rPr kumimoji="1" lang="en-US" altLang="ko-KR" sz="900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kumimoji="1"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메뉴 클릭 시  </a:t>
            </a:r>
            <a:r>
              <a:rPr lang="en-US" altLang="ko-KR" sz="900" i="1" dirty="0">
                <a:solidFill>
                  <a:srgbClr val="C00000"/>
                </a:solidFill>
                <a:latin typeface="+mn-ea"/>
                <a:ea typeface="+mn-ea"/>
              </a:rPr>
              <a:t>alert </a:t>
            </a:r>
            <a:r>
              <a:rPr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출력 </a:t>
            </a:r>
            <a:r>
              <a:rPr lang="en-US" altLang="ko-KR" sz="900" i="1" dirty="0">
                <a:solidFill>
                  <a:srgbClr val="C00000"/>
                </a:solidFill>
                <a:latin typeface="+mn-ea"/>
                <a:ea typeface="+mn-ea"/>
              </a:rPr>
              <a:t>(</a:t>
            </a:r>
            <a:r>
              <a:rPr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프로퍼티 등록 페이지 유도</a:t>
            </a:r>
            <a:r>
              <a:rPr lang="en-US" altLang="ko-KR" sz="900" i="1" dirty="0">
                <a:solidFill>
                  <a:srgbClr val="C00000"/>
                </a:solidFill>
                <a:latin typeface="+mn-ea"/>
                <a:ea typeface="+mn-ea"/>
              </a:rPr>
              <a:t>)</a:t>
            </a:r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AA584F6E-6DAD-BD60-AE54-2D45854E89E9}"/>
              </a:ext>
            </a:extLst>
          </p:cNvPr>
          <p:cNvGrpSpPr/>
          <p:nvPr/>
        </p:nvGrpSpPr>
        <p:grpSpPr>
          <a:xfrm>
            <a:off x="2647213" y="3364890"/>
            <a:ext cx="1032624" cy="216023"/>
            <a:chOff x="1355625" y="2472837"/>
            <a:chExt cx="1032624" cy="216023"/>
          </a:xfrm>
        </p:grpSpPr>
        <p:sp>
          <p:nvSpPr>
            <p:cNvPr id="75" name="모서리가 둥근 직사각형 74">
              <a:extLst>
                <a:ext uri="{FF2B5EF4-FFF2-40B4-BE49-F238E27FC236}">
                  <a16:creationId xmlns:a16="http://schemas.microsoft.com/office/drawing/2014/main" id="{EDDE6219-7DE6-7060-412F-E27E076A7566}"/>
                </a:ext>
              </a:extLst>
            </p:cNvPr>
            <p:cNvSpPr/>
            <p:nvPr/>
          </p:nvSpPr>
          <p:spPr>
            <a:xfrm>
              <a:off x="1355625" y="2472837"/>
              <a:ext cx="1032624" cy="216023"/>
            </a:xfrm>
            <a:prstGeom prst="roundRect">
              <a:avLst>
                <a:gd name="adj" fmla="val 15993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ko-KR" altLang="en-US" sz="900" b="1" dirty="0">
                  <a:solidFill>
                    <a:schemeClr val="tx1"/>
                  </a:solidFill>
                </a:rPr>
                <a:t>프로퍼티 선택</a:t>
              </a:r>
            </a:p>
          </p:txBody>
        </p:sp>
        <p:sp>
          <p:nvSpPr>
            <p:cNvPr id="81" name="Chevron Left">
              <a:extLst>
                <a:ext uri="{FF2B5EF4-FFF2-40B4-BE49-F238E27FC236}">
                  <a16:creationId xmlns:a16="http://schemas.microsoft.com/office/drawing/2014/main" id="{60CD3A3E-B6B7-E652-988D-A26BF8DE78C3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2218940" y="2526487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03" name="Alert" descr="&lt;SmartSettings&gt;&lt;SmartOptions&gt;&lt;Code&gt;H4sIAAAAAAAEAO29B2AcSZYlJi9tynt/SvVK1+B0oQiAYBMk2JBAEOzBiM3mkuwdaUcjKasqgcplVmVdZhZAzO2dvPfee++999577733ujudTif33/8/XGZkAWz2zkrayZ4hgKrIHz9+fB8/ItZNsbxIvyimddVU5+34y/PzYpqPz5ZtXler8cvqKq9fVsWyPfyNE2n7+rpp80Xnz/Gr9bItFvbF13l9SXCabrPvFstZddWMn1X1wn353XV5zr1zd19U07fr1fj1Iqvb03dtvmyKaimAz7Np/vXeGp9Uy7auyq/Z6fj0Ml+2ePk3TpbZIm9W9GEatv6Nk1/8GycpPav1pCym6bTMmkbafLlqqUGTPgr+fJI1ubyhL/LLdXGZtXl69iqbFdWTddtWy7SYVsuz5Xnlf/ZZulyX5eEt3vxuVi9pxF/v5dO6ruqv9+pPrPMGA42+fcP71TKX396/6/ZKf2u+xrvzOteO42/332fO+Ha2nJV5/d06W63ymkfvvX4yz6dv89nJPFte5DP/hWG0YmAnXYrcBrAHWviyuszrupjl6aSqyvRsWbRbZz5bQjbTpvPBKD07Xq1SwuOOA+ixLZ4J8fOY4fXfxosBMnhEELeOCd/29Txb5U2aeb/TEPKr1Pt2i6CMX+dlPm3zmXwkkD2cInjhKc7TLQ/2+KxhuJ0XB17Gc/duejybpR+d0dR+lE5Vm8Tbvtf00xAjc711FsL4/UMgdzyO8Z+z59kkLxkB+e2z3kyOaRj83RaP5dFHQ7AskPEXWX1RLBXZl9lsRtO21f16/Dw/b0e9t8ZvqlXk01fFxZxa7wwOxBv753W1XjEI+S0+pu4LW5vGxS2Gx+V/7Y0r+NiOK/hUx9X7/ElFiC3ST9L7m9Dq63gHKBwiTR613Th3HWBj5SACGgjCFP18JmKGP8Z47/3BKmOmnwjOt2L/sf/Hhi6jBmyYMtp8I3H6IG9NH331awH/2aRSxFIP04gbb6RQF9yt6cMvfg3AP5u0ibsiw+Qx7TdSKAL01kQy73498N8EqTabOfWBbrJ07+mRDNi6J10o72ftBIlb2Dsd1LDJ8yDFjUO/gZqHyBdsICKfv7/pEyDNN2L9Bhxrv4ueNOym8tsg3WJAB0RB58BKg/49/tKA+BpdeOLwHgx5G90xFEtsJNeekqsZpFcU7HsS7I2F8XU6+Vkk2WAItZFo924mWhzw+5LNg/L1OvrZI1380zpv1/Uybet1Hnnvl/Q/ykuTV/CfX7wR+nlGL90M3vvzl2wKLS+rYpY+LZpV1eRbwxEjorJbG7D0d5WY9hbB3m1Bji2KkaHfGko/iMfToRyG+h7scvvBvgfQjcN9DziDAw4/4HxArMuQdTThwSxzFtK84wdsVZOfptg/bfLlLK9H4ksc1xdNmg/zWJDfqQOFJHDSrAkadYaFifNf04lJf+Ev9KEZ5XDzfFkfkBksvUXk1cXgM/H6OoFYJJXBL9+yEyiNoZ768cxtOxuOlTb1140QbtvbUOSxqa+Il33b7jwfPuZOsyF6BcYlRvNzVrBUvURWBO22vu5/OKDG3zuVFqIUTaOZZ6BLPLdPq5lnAzA8/aiJ6X44FK+Yh+KWL7K3ROl1bchdQMQaMnBNW9Vkr7PzloS9mVdXRKq78wIOPf2JrjbDDkml87bVWzM5oV7GXzTVm7p43ZJGGy/w+zof8mfwRKz3wMeRj86LZVaWt+cRij9ouOX4FQ2AVPNJtfiS9WmHF2L43tYN8HW5CNPPB20uLzXGwTVKQj8ebwptIlopFukMCNTX6HBIF0ajhffrdmNEMthv3Nl+z55Dp/5Huvgb18WGxW0U9yON/P8pjZwv1wvnurjvu+qVnMNR+JG6cJ1P2dXqfGb8oVujokw1iI3VY52OnKLpfuHpgQEs7hJfPm7WC8qhXR+FH78uFquyOC8gr9NpTov3baXsmFbnabZMP2K0Pxp3wN3twzODnZYZwfFVwaP0TGKibFJ6YXpn6HZ1Wldd4yGXacWg04ImD7Mrf93ihSuZ2vd6J8fEv9cbv0jZ4r1eEi2z+57t996z/b1O+/CNAVYxX2Glu8jK4gfgF9bpj5ucZrzOzz/7yJvxj+4e0dQ0bbac5ul5TauA7Zw04iqfgtdmfcDCch6TWWQijIZHsy++SfENnv01uoiPJ6Ke2nnRjIXx6N+otgcBntF4XF9brq+uzuplBxTpSVWVqZqqG5G6yDttBtrh0cRWKBSeu9djfu+7DpO7b+Jd4elzuQcv4Obe58q1vc+VO/XzW9mA92Lgz/OWFBsZYPwET3KEOyPlVGbXZJ5p9QOfshtAH2dldfE1mZIjudDw4PnAGYbDs9nJucFbCnhj/JNFU5BKhlN6e09iuAM8yoM3Jl/MY53kLnP+UJDbvLCNx+IXCsgPBbtNy8p4LG49SfyhoHfDgm5PNs1DEvQ0P8/WZZteZuU6krjHc1tGivikzQ9Lopqrop3O0y0extePOqbkCHcG+mjzG3gGRPn2872Bs8wzLJS36+bZwBpL9xkSrm+2lw1i8s12NKnz7O0N7TqTrproZ3vebzuCD534W/LXj+addfz/X2b9tv182LTfkrf+3zzrxnT+aOJ/Nnr54Jm/JYfdZuJn4uncYqIpLVxdSaK0vlgvaGXg9N00X2EgWx99tWzWq1VVU4LMiy/Y7xh/9LOS3Pvg0IpyXhPKdVIayaSwfzbiLJOl7aXA8ET8rh9qtOUHwV/LJd8Yf+Pxw+n37oHl6ZZd3PuALr6+Z+wHAWblY9NSj3kGuB6PDZr+Xz4579HD/3vmZuN6mHl+NDm37OEbnptwxXDo1WGDEf/i/aP52wjyz2VUH+e920/b4aZ1wm88ZdCj5i1cjTjv326Et3XC4tz/DfdxCwesTymnpH6WSXVbN/L/vZTyVMb/92l12y5uQaqfLa9eaf3DdezVnb6silkq67T51s2rZSe0fl9v3bjmdUPU8NHLrG5owZDDgYviMl/6S4o8za+wtoYVxXNEF/gE8UXWkk1Z1XlDFMXLfdCrrG55FbsTabxXpKErqEybyOKf+9Vbc3wf2vW/g+lysOAvYClswFKIWY3Caevr/ocbzKXrc/zmesUdD0oVDxutIFaf19V6hSU8D8JJtaZpIRC7+IJWU8f8yldtUTZjihRfZItg5RRNZQH5o/e314wAw2/SC/x+1uaLhrSCh9Dn9vMNIgUyeAB0FfLrG+noFPjPDe/jAdPTql2bFjSg3UP68fgzb5RCafr4k09uWL7Bc4v+8DAthXqp39n3iu/fQn/i4SXuabZ8lROnN/lrBdXeTgPjuZF25rnlmPBYNn9PDj9et/LBjS5/95He7Ps3dhu0RNeiYGiOZ/nsVT5tiZnLr4vGt7PmTf6OVBgJ3zcVh3Sf95gNPN1Qz6g7q07GLxTZj8Q0prtDCmLoeU+M8IQYCSK3ZFv/6fP/+S29Nf/ZEC3Hnk4EvXdLsu790MhqMPr/NFnv3ZKs935oZDUY/X+HrO/R1FL/62jvZxTDkBVdvMdMvOcsALNgmWYDY2BxP0XDHwJndHD6/w5r4LFz3l2b2kBcXUT/YdG3j9n/R0kcLsttIDCvVv+wyNvF6v+jxO2tRm6gr1kX/mGROILb/3eofMumt2x2XiyzsvzZCTo6pHnPef2CUiTzrBwriJNq8eXkpykWEGu4KUfkP7cgww1Nbvj6VgS8BeEGh+sC0ZvGvAHTr502wzPNOHd/8uUXNomX5u8i0zkwTCRCnlcXF3k9Zk269dGzrCgp+ddWZKyLlhbCix9oDpY5paGPGwr6pnl6TpknWgMpiRL0Ak99M/5ohP4PhxYc4jk6PB+42P+K8m66zO+l677Imya7yJ9U7wR5JO0M/l836aZDCFtEyNv3wYbTNwOzM8h4Adwh3us6W+j7ZsLzmzEn55vDvgt6aAARb+b9xtCx19/cCELAQ/j33IX3w75vCr+5AfRgD40hZo/fbxhB7uKbG4EPdgj5Ttrk6+CtyYFvGu+9W+Bt8xJfB2+Nvr9pvO/dAm8b+N8Ob+9P/ZV+/JL/B/oonOwUWQAA&lt;/Code&gt;&lt;CodeSignature&gt;bHVvIBe/xGgEx0M8oiCg4rstsOtiCOor/WgbWE0aAsY9XXZKrU5wDsRSy9qBgW9o4Q9DAo3tq+JbBpuzOw1QWslHWDrIAg3VrhxbAIv35i716zryLq+5HcFRzVBthddBBIJnQasTr/zPtKml0C4rGrLtU1s6MAA5M9DUjmExWOLnV2KOPl1DcGQxs92pfzdEHigYeexiEBshbL+tycl2fulyNg4/nrUBUhxmnUMZIRvfrXjku0QuLn25kIjAn2DsQh/DQzcAW6lwFqiwF4J5cAXxaxDu0xTyFjoLH1BagTMBUcXbFRkLs4w6RrAoZXA1hHfic2nU44voVUpaTv9jdw==&lt;/CodeSignature&gt;&lt;/SmartOptions&gt;&lt;SmartResize enabled=&quot;True&quot; minWidth=&quot;190&quot; minHeight=&quot;110&quot; /&gt;&lt;/SmartSettings&gt;">
            <a:extLst>
              <a:ext uri="{FF2B5EF4-FFF2-40B4-BE49-F238E27FC236}">
                <a16:creationId xmlns:a16="http://schemas.microsoft.com/office/drawing/2014/main" id="{9BAA845C-F09C-340D-1C2C-A32AE796C514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4871864" y="3956523"/>
            <a:ext cx="2193637" cy="1154545"/>
            <a:chOff x="595686" y="1261242"/>
            <a:chExt cx="3222246" cy="1507358"/>
          </a:xfrm>
        </p:grpSpPr>
        <p:sp>
          <p:nvSpPr>
            <p:cNvPr id="104" name="Window Body">
              <a:extLst>
                <a:ext uri="{FF2B5EF4-FFF2-40B4-BE49-F238E27FC236}">
                  <a16:creationId xmlns:a16="http://schemas.microsoft.com/office/drawing/2014/main" id="{99E23D4A-4E58-6424-3FA9-481E6FBFAB7B}"/>
                </a:ext>
              </a:extLst>
            </p:cNvPr>
            <p:cNvSpPr/>
            <p:nvPr/>
          </p:nvSpPr>
          <p:spPr>
            <a:xfrm>
              <a:off x="595686" y="1498986"/>
              <a:ext cx="3222246" cy="12696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5" name="Text">
              <a:extLst>
                <a:ext uri="{FF2B5EF4-FFF2-40B4-BE49-F238E27FC236}">
                  <a16:creationId xmlns:a16="http://schemas.microsoft.com/office/drawing/2014/main" id="{0D1FD345-1388-30BA-F858-C04CB199E7CA}"/>
                </a:ext>
              </a:extLst>
            </p:cNvPr>
            <p:cNvSpPr txBox="1"/>
            <p:nvPr/>
          </p:nvSpPr>
          <p:spPr>
            <a:xfrm>
              <a:off x="665740" y="1608226"/>
              <a:ext cx="3082137" cy="893902"/>
            </a:xfrm>
            <a:prstGeom prst="rect">
              <a:avLst/>
            </a:prstGeom>
            <a:noFill/>
          </p:spPr>
          <p:txBody>
            <a:bodyPr wrap="square" lIns="73152" tIns="36576" rIns="73152" bIns="36576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프로퍼티 등록 또는 선택이 필요 합니다</a:t>
              </a:r>
              <a:r>
                <a:rPr lang="en-US" altLang="ko-KR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.</a:t>
              </a:r>
              <a:endParaRPr lang="en-US" sz="900" noProof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6" name="Title Bar">
              <a:extLst>
                <a:ext uri="{FF2B5EF4-FFF2-40B4-BE49-F238E27FC236}">
                  <a16:creationId xmlns:a16="http://schemas.microsoft.com/office/drawing/2014/main" id="{9B18926E-6C4B-5489-59A5-060EEB702D0D}"/>
                </a:ext>
              </a:extLst>
            </p:cNvPr>
            <p:cNvSpPr/>
            <p:nvPr/>
          </p:nvSpPr>
          <p:spPr>
            <a:xfrm>
              <a:off x="595686" y="1261242"/>
              <a:ext cx="3222246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alert</a:t>
              </a:r>
            </a:p>
          </p:txBody>
        </p:sp>
        <p:sp>
          <p:nvSpPr>
            <p:cNvPr id="107" name="Close Button">
              <a:extLst>
                <a:ext uri="{FF2B5EF4-FFF2-40B4-BE49-F238E27FC236}">
                  <a16:creationId xmlns:a16="http://schemas.microsoft.com/office/drawing/2014/main" id="{D760A1D6-1FB3-A3C6-F840-DB90AC7200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07048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08" name="Icons">
              <a:extLst>
                <a:ext uri="{FF2B5EF4-FFF2-40B4-BE49-F238E27FC236}">
                  <a16:creationId xmlns:a16="http://schemas.microsoft.com/office/drawing/2014/main" id="{6D2E58F3-F569-831A-8473-3583DAD48663}"/>
                </a:ext>
              </a:extLst>
            </p:cNvPr>
            <p:cNvGrpSpPr/>
            <p:nvPr/>
          </p:nvGrpSpPr>
          <p:grpSpPr>
            <a:xfrm>
              <a:off x="802903" y="1669713"/>
              <a:ext cx="398463" cy="396875"/>
              <a:chOff x="802903" y="1669713"/>
              <a:chExt cx="398463" cy="396875"/>
            </a:xfrm>
          </p:grpSpPr>
          <p:sp>
            <p:nvSpPr>
              <p:cNvPr id="113" name="Info Icon" hidden="1">
                <a:extLst>
                  <a:ext uri="{FF2B5EF4-FFF2-40B4-BE49-F238E27FC236}">
                    <a16:creationId xmlns:a16="http://schemas.microsoft.com/office/drawing/2014/main" id="{E1C5312C-10D6-B43D-CAC9-853EE5C36E99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3697" y="1670507"/>
                <a:ext cx="396875" cy="395287"/>
              </a:xfrm>
              <a:custGeom>
                <a:avLst/>
                <a:gdLst>
                  <a:gd name="T0" fmla="*/ 550 w 1101"/>
                  <a:gd name="T1" fmla="*/ 231 h 1101"/>
                  <a:gd name="T2" fmla="*/ 480 w 1101"/>
                  <a:gd name="T3" fmla="*/ 301 h 1101"/>
                  <a:gd name="T4" fmla="*/ 550 w 1101"/>
                  <a:gd name="T5" fmla="*/ 372 h 1101"/>
                  <a:gd name="T6" fmla="*/ 621 w 1101"/>
                  <a:gd name="T7" fmla="*/ 301 h 1101"/>
                  <a:gd name="T8" fmla="*/ 550 w 1101"/>
                  <a:gd name="T9" fmla="*/ 231 h 1101"/>
                  <a:gd name="T10" fmla="*/ 494 w 1101"/>
                  <a:gd name="T11" fmla="*/ 455 h 1101"/>
                  <a:gd name="T12" fmla="*/ 494 w 1101"/>
                  <a:gd name="T13" fmla="*/ 851 h 1101"/>
                  <a:gd name="T14" fmla="*/ 607 w 1101"/>
                  <a:gd name="T15" fmla="*/ 851 h 1101"/>
                  <a:gd name="T16" fmla="*/ 607 w 1101"/>
                  <a:gd name="T17" fmla="*/ 455 h 1101"/>
                  <a:gd name="T18" fmla="*/ 494 w 1101"/>
                  <a:gd name="T19" fmla="*/ 455 h 1101"/>
                  <a:gd name="T20" fmla="*/ 1101 w 1101"/>
                  <a:gd name="T21" fmla="*/ 551 h 1101"/>
                  <a:gd name="T22" fmla="*/ 550 w 1101"/>
                  <a:gd name="T23" fmla="*/ 1101 h 1101"/>
                  <a:gd name="T24" fmla="*/ 0 w 1101"/>
                  <a:gd name="T25" fmla="*/ 551 h 1101"/>
                  <a:gd name="T26" fmla="*/ 550 w 1101"/>
                  <a:gd name="T27" fmla="*/ 0 h 1101"/>
                  <a:gd name="T28" fmla="*/ 1101 w 1101"/>
                  <a:gd name="T29" fmla="*/ 551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01" h="1101">
                    <a:moveTo>
                      <a:pt x="550" y="231"/>
                    </a:moveTo>
                    <a:cubicBezTo>
                      <a:pt x="511" y="231"/>
                      <a:pt x="480" y="262"/>
                      <a:pt x="480" y="301"/>
                    </a:cubicBezTo>
                    <a:cubicBezTo>
                      <a:pt x="480" y="340"/>
                      <a:pt x="511" y="372"/>
                      <a:pt x="550" y="372"/>
                    </a:cubicBezTo>
                    <a:cubicBezTo>
                      <a:pt x="589" y="372"/>
                      <a:pt x="621" y="340"/>
                      <a:pt x="621" y="301"/>
                    </a:cubicBezTo>
                    <a:cubicBezTo>
                      <a:pt x="621" y="262"/>
                      <a:pt x="589" y="231"/>
                      <a:pt x="550" y="231"/>
                    </a:cubicBezTo>
                    <a:close/>
                    <a:moveTo>
                      <a:pt x="494" y="455"/>
                    </a:moveTo>
                    <a:lnTo>
                      <a:pt x="494" y="851"/>
                    </a:lnTo>
                    <a:lnTo>
                      <a:pt x="607" y="851"/>
                    </a:lnTo>
                    <a:lnTo>
                      <a:pt x="607" y="455"/>
                    </a:lnTo>
                    <a:lnTo>
                      <a:pt x="494" y="455"/>
                    </a:lnTo>
                    <a:close/>
                    <a:moveTo>
                      <a:pt x="1101" y="551"/>
                    </a:moveTo>
                    <a:cubicBezTo>
                      <a:pt x="1101" y="855"/>
                      <a:pt x="854" y="1101"/>
                      <a:pt x="550" y="1101"/>
                    </a:cubicBezTo>
                    <a:cubicBezTo>
                      <a:pt x="247" y="1101"/>
                      <a:pt x="0" y="855"/>
                      <a:pt x="0" y="551"/>
                    </a:cubicBezTo>
                    <a:cubicBezTo>
                      <a:pt x="0" y="247"/>
                      <a:pt x="247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4" name="Error Icon" hidden="1">
                <a:extLst>
                  <a:ext uri="{FF2B5EF4-FFF2-40B4-BE49-F238E27FC236}">
                    <a16:creationId xmlns:a16="http://schemas.microsoft.com/office/drawing/2014/main" id="{B8B2B02D-A3AD-CF3A-B338-C3620409D360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70507"/>
                <a:ext cx="398463" cy="395287"/>
              </a:xfrm>
              <a:custGeom>
                <a:avLst/>
                <a:gdLst>
                  <a:gd name="T0" fmla="*/ 1101 w 1101"/>
                  <a:gd name="T1" fmla="*/ 778 h 1100"/>
                  <a:gd name="T2" fmla="*/ 778 w 1101"/>
                  <a:gd name="T3" fmla="*/ 1100 h 1100"/>
                  <a:gd name="T4" fmla="*/ 322 w 1101"/>
                  <a:gd name="T5" fmla="*/ 1100 h 1100"/>
                  <a:gd name="T6" fmla="*/ 0 w 1101"/>
                  <a:gd name="T7" fmla="*/ 778 h 1100"/>
                  <a:gd name="T8" fmla="*/ 0 w 1101"/>
                  <a:gd name="T9" fmla="*/ 322 h 1100"/>
                  <a:gd name="T10" fmla="*/ 322 w 1101"/>
                  <a:gd name="T11" fmla="*/ 0 h 1100"/>
                  <a:gd name="T12" fmla="*/ 778 w 1101"/>
                  <a:gd name="T13" fmla="*/ 0 h 1100"/>
                  <a:gd name="T14" fmla="*/ 1101 w 1101"/>
                  <a:gd name="T15" fmla="*/ 322 h 1100"/>
                  <a:gd name="T16" fmla="*/ 1101 w 1101"/>
                  <a:gd name="T17" fmla="*/ 778 h 1100"/>
                  <a:gd name="T18" fmla="*/ 380 w 1101"/>
                  <a:gd name="T19" fmla="*/ 300 h 1100"/>
                  <a:gd name="T20" fmla="*/ 301 w 1101"/>
                  <a:gd name="T21" fmla="*/ 380 h 1100"/>
                  <a:gd name="T22" fmla="*/ 470 w 1101"/>
                  <a:gd name="T23" fmla="*/ 550 h 1100"/>
                  <a:gd name="T24" fmla="*/ 301 w 1101"/>
                  <a:gd name="T25" fmla="*/ 719 h 1100"/>
                  <a:gd name="T26" fmla="*/ 380 w 1101"/>
                  <a:gd name="T27" fmla="*/ 799 h 1100"/>
                  <a:gd name="T28" fmla="*/ 550 w 1101"/>
                  <a:gd name="T29" fmla="*/ 629 h 1100"/>
                  <a:gd name="T30" fmla="*/ 720 w 1101"/>
                  <a:gd name="T31" fmla="*/ 799 h 1100"/>
                  <a:gd name="T32" fmla="*/ 800 w 1101"/>
                  <a:gd name="T33" fmla="*/ 719 h 1100"/>
                  <a:gd name="T34" fmla="*/ 630 w 1101"/>
                  <a:gd name="T35" fmla="*/ 550 h 1100"/>
                  <a:gd name="T36" fmla="*/ 800 w 1101"/>
                  <a:gd name="T37" fmla="*/ 380 h 1100"/>
                  <a:gd name="T38" fmla="*/ 720 w 1101"/>
                  <a:gd name="T39" fmla="*/ 300 h 1100"/>
                  <a:gd name="T40" fmla="*/ 550 w 1101"/>
                  <a:gd name="T41" fmla="*/ 470 h 1100"/>
                  <a:gd name="T42" fmla="*/ 380 w 1101"/>
                  <a:gd name="T43" fmla="*/ 300 h 1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101" h="1100">
                    <a:moveTo>
                      <a:pt x="1101" y="778"/>
                    </a:moveTo>
                    <a:lnTo>
                      <a:pt x="778" y="1100"/>
                    </a:lnTo>
                    <a:lnTo>
                      <a:pt x="322" y="1100"/>
                    </a:lnTo>
                    <a:lnTo>
                      <a:pt x="0" y="778"/>
                    </a:lnTo>
                    <a:lnTo>
                      <a:pt x="0" y="322"/>
                    </a:lnTo>
                    <a:lnTo>
                      <a:pt x="322" y="0"/>
                    </a:lnTo>
                    <a:lnTo>
                      <a:pt x="778" y="0"/>
                    </a:lnTo>
                    <a:lnTo>
                      <a:pt x="1101" y="322"/>
                    </a:lnTo>
                    <a:lnTo>
                      <a:pt x="1101" y="778"/>
                    </a:lnTo>
                    <a:close/>
                    <a:moveTo>
                      <a:pt x="380" y="300"/>
                    </a:moveTo>
                    <a:lnTo>
                      <a:pt x="301" y="380"/>
                    </a:lnTo>
                    <a:lnTo>
                      <a:pt x="470" y="550"/>
                    </a:lnTo>
                    <a:lnTo>
                      <a:pt x="301" y="719"/>
                    </a:lnTo>
                    <a:lnTo>
                      <a:pt x="380" y="799"/>
                    </a:lnTo>
                    <a:lnTo>
                      <a:pt x="550" y="629"/>
                    </a:lnTo>
                    <a:lnTo>
                      <a:pt x="720" y="799"/>
                    </a:lnTo>
                    <a:lnTo>
                      <a:pt x="800" y="719"/>
                    </a:lnTo>
                    <a:lnTo>
                      <a:pt x="630" y="550"/>
                    </a:lnTo>
                    <a:lnTo>
                      <a:pt x="800" y="380"/>
                    </a:lnTo>
                    <a:lnTo>
                      <a:pt x="720" y="300"/>
                    </a:lnTo>
                    <a:lnTo>
                      <a:pt x="550" y="470"/>
                    </a:lnTo>
                    <a:lnTo>
                      <a:pt x="380" y="300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5" name="Question Icon" hidden="1">
                <a:extLst>
                  <a:ext uri="{FF2B5EF4-FFF2-40B4-BE49-F238E27FC236}">
                    <a16:creationId xmlns:a16="http://schemas.microsoft.com/office/drawing/2014/main" id="{A6F739A2-91E5-BDA6-003A-446D159D7156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69713"/>
                <a:ext cx="398463" cy="396875"/>
              </a:xfrm>
              <a:custGeom>
                <a:avLst/>
                <a:gdLst>
                  <a:gd name="T0" fmla="*/ 1101 w 1101"/>
                  <a:gd name="T1" fmla="*/ 551 h 1101"/>
                  <a:gd name="T2" fmla="*/ 550 w 1101"/>
                  <a:gd name="T3" fmla="*/ 1101 h 1101"/>
                  <a:gd name="T4" fmla="*/ 0 w 1101"/>
                  <a:gd name="T5" fmla="*/ 551 h 1101"/>
                  <a:gd name="T6" fmla="*/ 550 w 1101"/>
                  <a:gd name="T7" fmla="*/ 0 h 1101"/>
                  <a:gd name="T8" fmla="*/ 1101 w 1101"/>
                  <a:gd name="T9" fmla="*/ 551 h 1101"/>
                  <a:gd name="T10" fmla="*/ 596 w 1101"/>
                  <a:gd name="T11" fmla="*/ 685 h 1101"/>
                  <a:gd name="T12" fmla="*/ 509 w 1101"/>
                  <a:gd name="T13" fmla="*/ 685 h 1101"/>
                  <a:gd name="T14" fmla="*/ 509 w 1101"/>
                  <a:gd name="T15" fmla="*/ 625 h 1101"/>
                  <a:gd name="T16" fmla="*/ 521 w 1101"/>
                  <a:gd name="T17" fmla="*/ 577 h 1101"/>
                  <a:gd name="T18" fmla="*/ 575 w 1101"/>
                  <a:gd name="T19" fmla="*/ 527 h 1101"/>
                  <a:gd name="T20" fmla="*/ 638 w 1101"/>
                  <a:gd name="T21" fmla="*/ 424 h 1101"/>
                  <a:gd name="T22" fmla="*/ 614 w 1101"/>
                  <a:gd name="T23" fmla="*/ 359 h 1101"/>
                  <a:gd name="T24" fmla="*/ 549 w 1101"/>
                  <a:gd name="T25" fmla="*/ 334 h 1101"/>
                  <a:gd name="T26" fmla="*/ 440 w 1101"/>
                  <a:gd name="T27" fmla="*/ 462 h 1101"/>
                  <a:gd name="T28" fmla="*/ 343 w 1101"/>
                  <a:gd name="T29" fmla="*/ 445 h 1101"/>
                  <a:gd name="T30" fmla="*/ 413 w 1101"/>
                  <a:gd name="T31" fmla="*/ 295 h 1101"/>
                  <a:gd name="T32" fmla="*/ 561 w 1101"/>
                  <a:gd name="T33" fmla="*/ 241 h 1101"/>
                  <a:gd name="T34" fmla="*/ 702 w 1101"/>
                  <a:gd name="T35" fmla="*/ 291 h 1101"/>
                  <a:gd name="T36" fmla="*/ 758 w 1101"/>
                  <a:gd name="T37" fmla="*/ 418 h 1101"/>
                  <a:gd name="T38" fmla="*/ 743 w 1101"/>
                  <a:gd name="T39" fmla="*/ 489 h 1101"/>
                  <a:gd name="T40" fmla="*/ 707 w 1101"/>
                  <a:gd name="T41" fmla="*/ 541 h 1101"/>
                  <a:gd name="T42" fmla="*/ 624 w 1101"/>
                  <a:gd name="T43" fmla="*/ 606 h 1101"/>
                  <a:gd name="T44" fmla="*/ 601 w 1101"/>
                  <a:gd name="T45" fmla="*/ 632 h 1101"/>
                  <a:gd name="T46" fmla="*/ 596 w 1101"/>
                  <a:gd name="T47" fmla="*/ 685 h 1101"/>
                  <a:gd name="T48" fmla="*/ 614 w 1101"/>
                  <a:gd name="T49" fmla="*/ 749 h 1101"/>
                  <a:gd name="T50" fmla="*/ 614 w 1101"/>
                  <a:gd name="T51" fmla="*/ 861 h 1101"/>
                  <a:gd name="T52" fmla="*/ 509 w 1101"/>
                  <a:gd name="T53" fmla="*/ 861 h 1101"/>
                  <a:gd name="T54" fmla="*/ 509 w 1101"/>
                  <a:gd name="T55" fmla="*/ 749 h 1101"/>
                  <a:gd name="T56" fmla="*/ 614 w 1101"/>
                  <a:gd name="T57" fmla="*/ 74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101" h="1101">
                    <a:moveTo>
                      <a:pt x="1101" y="551"/>
                    </a:moveTo>
                    <a:cubicBezTo>
                      <a:pt x="1101" y="854"/>
                      <a:pt x="854" y="1101"/>
                      <a:pt x="550" y="1101"/>
                    </a:cubicBezTo>
                    <a:cubicBezTo>
                      <a:pt x="246" y="1101"/>
                      <a:pt x="0" y="854"/>
                      <a:pt x="0" y="551"/>
                    </a:cubicBezTo>
                    <a:cubicBezTo>
                      <a:pt x="0" y="247"/>
                      <a:pt x="246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  <a:moveTo>
                      <a:pt x="596" y="685"/>
                    </a:moveTo>
                    <a:lnTo>
                      <a:pt x="509" y="685"/>
                    </a:lnTo>
                    <a:lnTo>
                      <a:pt x="509" y="625"/>
                    </a:lnTo>
                    <a:cubicBezTo>
                      <a:pt x="509" y="605"/>
                      <a:pt x="513" y="589"/>
                      <a:pt x="521" y="577"/>
                    </a:cubicBezTo>
                    <a:cubicBezTo>
                      <a:pt x="529" y="565"/>
                      <a:pt x="547" y="549"/>
                      <a:pt x="575" y="527"/>
                    </a:cubicBezTo>
                    <a:cubicBezTo>
                      <a:pt x="617" y="495"/>
                      <a:pt x="638" y="460"/>
                      <a:pt x="638" y="424"/>
                    </a:cubicBezTo>
                    <a:cubicBezTo>
                      <a:pt x="638" y="397"/>
                      <a:pt x="630" y="375"/>
                      <a:pt x="614" y="359"/>
                    </a:cubicBezTo>
                    <a:cubicBezTo>
                      <a:pt x="597" y="343"/>
                      <a:pt x="576" y="334"/>
                      <a:pt x="549" y="334"/>
                    </a:cubicBezTo>
                    <a:cubicBezTo>
                      <a:pt x="488" y="334"/>
                      <a:pt x="451" y="377"/>
                      <a:pt x="440" y="462"/>
                    </a:cubicBezTo>
                    <a:lnTo>
                      <a:pt x="343" y="445"/>
                    </a:lnTo>
                    <a:cubicBezTo>
                      <a:pt x="349" y="381"/>
                      <a:pt x="372" y="331"/>
                      <a:pt x="413" y="295"/>
                    </a:cubicBezTo>
                    <a:cubicBezTo>
                      <a:pt x="454" y="259"/>
                      <a:pt x="503" y="241"/>
                      <a:pt x="561" y="241"/>
                    </a:cubicBezTo>
                    <a:cubicBezTo>
                      <a:pt x="618" y="241"/>
                      <a:pt x="665" y="257"/>
                      <a:pt x="702" y="291"/>
                    </a:cubicBezTo>
                    <a:cubicBezTo>
                      <a:pt x="739" y="325"/>
                      <a:pt x="758" y="367"/>
                      <a:pt x="758" y="418"/>
                    </a:cubicBezTo>
                    <a:cubicBezTo>
                      <a:pt x="758" y="443"/>
                      <a:pt x="753" y="467"/>
                      <a:pt x="743" y="489"/>
                    </a:cubicBezTo>
                    <a:cubicBezTo>
                      <a:pt x="732" y="512"/>
                      <a:pt x="721" y="529"/>
                      <a:pt x="707" y="541"/>
                    </a:cubicBezTo>
                    <a:cubicBezTo>
                      <a:pt x="694" y="554"/>
                      <a:pt x="667" y="575"/>
                      <a:pt x="624" y="606"/>
                    </a:cubicBezTo>
                    <a:cubicBezTo>
                      <a:pt x="612" y="615"/>
                      <a:pt x="605" y="624"/>
                      <a:pt x="601" y="632"/>
                    </a:cubicBezTo>
                    <a:cubicBezTo>
                      <a:pt x="598" y="640"/>
                      <a:pt x="596" y="658"/>
                      <a:pt x="596" y="685"/>
                    </a:cubicBezTo>
                    <a:close/>
                    <a:moveTo>
                      <a:pt x="614" y="749"/>
                    </a:moveTo>
                    <a:lnTo>
                      <a:pt x="614" y="861"/>
                    </a:lnTo>
                    <a:lnTo>
                      <a:pt x="509" y="861"/>
                    </a:lnTo>
                    <a:lnTo>
                      <a:pt x="509" y="749"/>
                    </a:lnTo>
                    <a:lnTo>
                      <a:pt x="614" y="749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09" name="Buttons">
              <a:extLst>
                <a:ext uri="{FF2B5EF4-FFF2-40B4-BE49-F238E27FC236}">
                  <a16:creationId xmlns:a16="http://schemas.microsoft.com/office/drawing/2014/main" id="{5AE70F99-E920-907B-D07C-AD22C2BEE301}"/>
                </a:ext>
              </a:extLst>
            </p:cNvPr>
            <p:cNvGrpSpPr/>
            <p:nvPr/>
          </p:nvGrpSpPr>
          <p:grpSpPr>
            <a:xfrm>
              <a:off x="1538287" y="2386471"/>
              <a:ext cx="1377404" cy="240384"/>
              <a:chOff x="1538287" y="2386471"/>
              <a:chExt cx="1377404" cy="240384"/>
            </a:xfrm>
          </p:grpSpPr>
          <p:sp>
            <p:nvSpPr>
              <p:cNvPr id="110" name="Button 1">
                <a:extLst>
                  <a:ext uri="{FF2B5EF4-FFF2-40B4-BE49-F238E27FC236}">
                    <a16:creationId xmlns:a16="http://schemas.microsoft.com/office/drawing/2014/main" id="{07460381-AF54-9758-C308-020561BAF0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1651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확인</a:t>
                </a:r>
                <a:endParaRPr lang="en-US" sz="9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1" name="Button 2" hidden="1">
                <a:extLst>
                  <a:ext uri="{FF2B5EF4-FFF2-40B4-BE49-F238E27FC236}">
                    <a16:creationId xmlns:a16="http://schemas.microsoft.com/office/drawing/2014/main" id="{40E7BC88-5129-0A8B-F1AF-F880970C52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2662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 err="1">
                    <a:solidFill>
                      <a:srgbClr val="5F5F5F"/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아니오</a:t>
                </a:r>
                <a:endParaRPr lang="en-US" sz="8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2" name="Button 3" hidden="1">
                <a:extLst>
                  <a:ext uri="{FF2B5EF4-FFF2-40B4-BE49-F238E27FC236}">
                    <a16:creationId xmlns:a16="http://schemas.microsoft.com/office/drawing/2014/main" id="{47C25DEC-9D13-ADDC-BE62-FDEEE59183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828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Abort</a:t>
                </a:r>
                <a:endParaRPr lang="en-US" sz="9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pic>
        <p:nvPicPr>
          <p:cNvPr id="117" name="그래픽 116" descr="햄버거 메뉴 아이콘 단색으로 채워진">
            <a:extLst>
              <a:ext uri="{FF2B5EF4-FFF2-40B4-BE49-F238E27FC236}">
                <a16:creationId xmlns:a16="http://schemas.microsoft.com/office/drawing/2014/main" id="{569AF6BC-5C33-83CC-362F-B6B0FF59C4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32348" y="1174729"/>
            <a:ext cx="291356" cy="291356"/>
          </a:xfrm>
          <a:prstGeom prst="rect">
            <a:avLst/>
          </a:prstGeom>
        </p:spPr>
      </p:pic>
      <p:pic>
        <p:nvPicPr>
          <p:cNvPr id="118" name="그래픽 117" descr="햄버거 메뉴 아이콘 단색으로 채워진">
            <a:extLst>
              <a:ext uri="{FF2B5EF4-FFF2-40B4-BE49-F238E27FC236}">
                <a16:creationId xmlns:a16="http://schemas.microsoft.com/office/drawing/2014/main" id="{9C6DF2AC-A0B3-EAD0-F1C9-1B6767C559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32348" y="3330700"/>
            <a:ext cx="291356" cy="291356"/>
          </a:xfrm>
          <a:prstGeom prst="rect">
            <a:avLst/>
          </a:prstGeom>
        </p:spPr>
      </p:pic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D2390AF9-9F35-202F-ED34-104D20E44F98}"/>
              </a:ext>
            </a:extLst>
          </p:cNvPr>
          <p:cNvSpPr/>
          <p:nvPr/>
        </p:nvSpPr>
        <p:spPr>
          <a:xfrm>
            <a:off x="1652344" y="3360408"/>
            <a:ext cx="897718" cy="216023"/>
          </a:xfrm>
          <a:prstGeom prst="roundRect">
            <a:avLst>
              <a:gd name="adj" fmla="val 17379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900" b="1" dirty="0" err="1">
                <a:solidFill>
                  <a:schemeClr val="tx1"/>
                </a:solidFill>
              </a:rPr>
              <a:t>글래드</a:t>
            </a:r>
            <a:r>
              <a:rPr kumimoji="1" lang="ko-KR" altLang="en-US" sz="900" b="1" dirty="0">
                <a:solidFill>
                  <a:schemeClr val="tx1"/>
                </a:solidFill>
              </a:rPr>
              <a:t> 호텔</a:t>
            </a:r>
          </a:p>
        </p:txBody>
      </p:sp>
    </p:spTree>
    <p:extLst>
      <p:ext uri="{BB962C8B-B14F-4D97-AF65-F5344CB8AC3E}">
        <p14:creationId xmlns:p14="http://schemas.microsoft.com/office/powerpoint/2010/main" val="517013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8AB54-2262-D9C8-F9B1-B9AEE8AFA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D89744-D629-BBF5-E1C3-BACB814181AC}"/>
              </a:ext>
            </a:extLst>
          </p:cNvPr>
          <p:cNvSpPr txBox="1"/>
          <p:nvPr/>
        </p:nvSpPr>
        <p:spPr>
          <a:xfrm>
            <a:off x="69106" y="77935"/>
            <a:ext cx="4154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계정 유형에 따른 공통 </a:t>
            </a:r>
            <a:r>
              <a:rPr lang="en-US" altLang="ko-KR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r>
              <a:rPr lang="ko-KR" altLang="en-US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출력 정의 </a:t>
            </a:r>
            <a:r>
              <a:rPr lang="en-US" altLang="ko-KR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–</a:t>
            </a:r>
            <a:r>
              <a:rPr lang="ko-KR" altLang="en-US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관리자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CF2A053-F03E-48D2-6448-EAFB04C21C29}"/>
              </a:ext>
            </a:extLst>
          </p:cNvPr>
          <p:cNvSpPr/>
          <p:nvPr/>
        </p:nvSpPr>
        <p:spPr>
          <a:xfrm>
            <a:off x="259166" y="1140277"/>
            <a:ext cx="842508" cy="342775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LOGO</a:t>
            </a:r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7976C024-A554-42E2-8155-FA4855CF8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3616" y="1191609"/>
            <a:ext cx="254000" cy="25400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003CF992-E145-7314-AF08-C289F65F49C9}"/>
              </a:ext>
            </a:extLst>
          </p:cNvPr>
          <p:cNvSpPr txBox="1"/>
          <p:nvPr/>
        </p:nvSpPr>
        <p:spPr>
          <a:xfrm>
            <a:off x="10683601" y="1213482"/>
            <a:ext cx="83708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800" u="sng" dirty="0">
                <a:solidFill>
                  <a:srgbClr val="0038FE"/>
                </a:solidFill>
                <a:latin typeface="+mn-ea"/>
                <a:ea typeface="+mn-ea"/>
              </a:rPr>
              <a:t>회원정보 수정</a:t>
            </a: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9A22DFDE-62D9-A96F-AD38-7BA799D121F4}"/>
              </a:ext>
            </a:extLst>
          </p:cNvPr>
          <p:cNvGrpSpPr/>
          <p:nvPr/>
        </p:nvGrpSpPr>
        <p:grpSpPr>
          <a:xfrm>
            <a:off x="9795181" y="1234393"/>
            <a:ext cx="806902" cy="162302"/>
            <a:chOff x="9264352" y="746418"/>
            <a:chExt cx="806902" cy="162302"/>
          </a:xfrm>
        </p:grpSpPr>
        <p:sp>
          <p:nvSpPr>
            <p:cNvPr id="32" name="모서리가 둥근 직사각형 31">
              <a:extLst>
                <a:ext uri="{FF2B5EF4-FFF2-40B4-BE49-F238E27FC236}">
                  <a16:creationId xmlns:a16="http://schemas.microsoft.com/office/drawing/2014/main" id="{163AF22C-6F48-1639-5A70-69DF6539989F}"/>
                </a:ext>
              </a:extLst>
            </p:cNvPr>
            <p:cNvSpPr/>
            <p:nvPr/>
          </p:nvSpPr>
          <p:spPr>
            <a:xfrm>
              <a:off x="9264352" y="746418"/>
              <a:ext cx="806902" cy="162302"/>
            </a:xfrm>
            <a:prstGeom prst="roundRect">
              <a:avLst>
                <a:gd name="adj" fmla="val 50000"/>
              </a:avLst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KO</a:t>
              </a:r>
              <a:endParaRPr kumimoji="1"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5" name="모서리가 둥근 직사각형 34">
              <a:extLst>
                <a:ext uri="{FF2B5EF4-FFF2-40B4-BE49-F238E27FC236}">
                  <a16:creationId xmlns:a16="http://schemas.microsoft.com/office/drawing/2014/main" id="{545A6A3E-A329-5077-AD0E-D8C1223BCD96}"/>
                </a:ext>
              </a:extLst>
            </p:cNvPr>
            <p:cNvSpPr/>
            <p:nvPr/>
          </p:nvSpPr>
          <p:spPr>
            <a:xfrm>
              <a:off x="9624392" y="746418"/>
              <a:ext cx="446862" cy="162302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</a:rPr>
                <a:t>EN</a:t>
              </a:r>
              <a:endParaRPr kumimoji="1" lang="ko-KR" altLang="en-US" sz="8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37" name="직선 연결선[R] 36">
            <a:extLst>
              <a:ext uri="{FF2B5EF4-FFF2-40B4-BE49-F238E27FC236}">
                <a16:creationId xmlns:a16="http://schemas.microsoft.com/office/drawing/2014/main" id="{E40BAE19-4AB1-AD87-E2DA-611A5DD84752}"/>
              </a:ext>
            </a:extLst>
          </p:cNvPr>
          <p:cNvCxnSpPr>
            <a:cxnSpLocks/>
          </p:cNvCxnSpPr>
          <p:nvPr/>
        </p:nvCxnSpPr>
        <p:spPr>
          <a:xfrm>
            <a:off x="259166" y="1628800"/>
            <a:ext cx="115084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8691AAA9-90A1-5250-C193-99E4ABF75953}"/>
              </a:ext>
            </a:extLst>
          </p:cNvPr>
          <p:cNvSpPr txBox="1"/>
          <p:nvPr/>
        </p:nvSpPr>
        <p:spPr>
          <a:xfrm>
            <a:off x="191344" y="694225"/>
            <a:ext cx="23727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400" i="1" dirty="0">
                <a:solidFill>
                  <a:srgbClr val="C00000"/>
                </a:solidFill>
                <a:latin typeface="+mn-ea"/>
                <a:ea typeface="+mn-ea"/>
              </a:rPr>
              <a:t>#</a:t>
            </a:r>
            <a:r>
              <a:rPr kumimoji="1" lang="ko-KR" altLang="en-US" sz="1400" i="1" dirty="0">
                <a:solidFill>
                  <a:srgbClr val="C00000"/>
                </a:solidFill>
                <a:latin typeface="+mn-ea"/>
                <a:ea typeface="+mn-ea"/>
              </a:rPr>
              <a:t> 호텔  </a:t>
            </a:r>
            <a:r>
              <a:rPr kumimoji="1" lang="en-US" altLang="ko-KR" sz="1400" i="1" dirty="0">
                <a:solidFill>
                  <a:srgbClr val="C00000"/>
                </a:solidFill>
                <a:latin typeface="+mn-ea"/>
                <a:ea typeface="+mn-ea"/>
              </a:rPr>
              <a:t>&gt;</a:t>
            </a:r>
            <a:r>
              <a:rPr kumimoji="1" lang="ko-KR" altLang="en-US" sz="1400" i="1" dirty="0">
                <a:solidFill>
                  <a:srgbClr val="C00000"/>
                </a:solidFill>
                <a:latin typeface="+mn-ea"/>
                <a:ea typeface="+mn-ea"/>
              </a:rPr>
              <a:t> 프로퍼티 </a:t>
            </a:r>
            <a:r>
              <a:rPr lang="ko-KR" altLang="en-US" sz="1400" i="1" dirty="0">
                <a:solidFill>
                  <a:srgbClr val="C00000"/>
                </a:solidFill>
                <a:latin typeface="+mn-ea"/>
                <a:ea typeface="+mn-ea"/>
              </a:rPr>
              <a:t>자동 선택</a:t>
            </a:r>
            <a:endParaRPr kumimoji="1" lang="ko-KR" altLang="en-US" sz="14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40" name="모서리가 둥근 직사각형 39">
            <a:extLst>
              <a:ext uri="{FF2B5EF4-FFF2-40B4-BE49-F238E27FC236}">
                <a16:creationId xmlns:a16="http://schemas.microsoft.com/office/drawing/2014/main" id="{95657EFD-E1D7-FCF7-DDC8-D576CA1F188F}"/>
              </a:ext>
            </a:extLst>
          </p:cNvPr>
          <p:cNvSpPr/>
          <p:nvPr/>
        </p:nvSpPr>
        <p:spPr>
          <a:xfrm>
            <a:off x="1652344" y="1226808"/>
            <a:ext cx="897718" cy="216023"/>
          </a:xfrm>
          <a:prstGeom prst="roundRect">
            <a:avLst>
              <a:gd name="adj" fmla="val 17379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900" b="1" dirty="0" err="1">
                <a:solidFill>
                  <a:schemeClr val="tx1"/>
                </a:solidFill>
              </a:rPr>
              <a:t>글래드</a:t>
            </a:r>
            <a:r>
              <a:rPr kumimoji="1" lang="ko-KR" altLang="en-US" sz="900" b="1" dirty="0">
                <a:solidFill>
                  <a:schemeClr val="tx1"/>
                </a:solidFill>
              </a:rPr>
              <a:t> 호텔</a:t>
            </a:r>
          </a:p>
        </p:txBody>
      </p:sp>
      <p:sp>
        <p:nvSpPr>
          <p:cNvPr id="43" name="모서리가 둥근 직사각형 42">
            <a:extLst>
              <a:ext uri="{FF2B5EF4-FFF2-40B4-BE49-F238E27FC236}">
                <a16:creationId xmlns:a16="http://schemas.microsoft.com/office/drawing/2014/main" id="{179676CB-2394-C307-24A9-5CA006C7639A}"/>
              </a:ext>
            </a:extLst>
          </p:cNvPr>
          <p:cNvSpPr/>
          <p:nvPr/>
        </p:nvSpPr>
        <p:spPr>
          <a:xfrm>
            <a:off x="2624956" y="1226172"/>
            <a:ext cx="1054882" cy="215445"/>
          </a:xfrm>
          <a:prstGeom prst="roundRect">
            <a:avLst>
              <a:gd name="adj" fmla="val 20045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err="1">
                <a:solidFill>
                  <a:schemeClr val="tx1"/>
                </a:solidFill>
              </a:rPr>
              <a:t>메종</a:t>
            </a:r>
            <a:r>
              <a:rPr lang="ko-KR" altLang="en-US" sz="900" b="1" dirty="0">
                <a:solidFill>
                  <a:schemeClr val="tx1"/>
                </a:solidFill>
              </a:rPr>
              <a:t> </a:t>
            </a:r>
            <a:r>
              <a:rPr lang="ko-KR" altLang="en-US" sz="900" b="1" dirty="0" err="1">
                <a:solidFill>
                  <a:schemeClr val="tx1"/>
                </a:solidFill>
              </a:rPr>
              <a:t>글래드</a:t>
            </a:r>
            <a:r>
              <a:rPr lang="ko-KR" altLang="en-US" sz="900" b="1" dirty="0">
                <a:solidFill>
                  <a:schemeClr val="tx1"/>
                </a:solidFill>
              </a:rPr>
              <a:t> 제주</a:t>
            </a:r>
            <a:endParaRPr lang="en-US" altLang="ko-KR" sz="900" b="1" dirty="0">
              <a:solidFill>
                <a:schemeClr val="tx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A936FF8-E6A0-E594-A65A-0AB655AC7740}"/>
              </a:ext>
            </a:extLst>
          </p:cNvPr>
          <p:cNvSpPr txBox="1"/>
          <p:nvPr/>
        </p:nvSpPr>
        <p:spPr>
          <a:xfrm>
            <a:off x="3621469" y="1213482"/>
            <a:ext cx="25763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⟵ 로그인 기준 호텔 </a:t>
            </a:r>
            <a:r>
              <a:rPr kumimoji="1" lang="en-US" altLang="ko-KR" sz="900" i="1" dirty="0">
                <a:solidFill>
                  <a:srgbClr val="C00000"/>
                </a:solidFill>
                <a:latin typeface="+mn-ea"/>
                <a:ea typeface="+mn-ea"/>
              </a:rPr>
              <a:t>&gt;</a:t>
            </a:r>
            <a:r>
              <a:rPr kumimoji="1"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 프로퍼티 출력 </a:t>
            </a:r>
            <a:r>
              <a:rPr kumimoji="1" lang="en-US" altLang="ko-KR" sz="900" i="1" dirty="0">
                <a:solidFill>
                  <a:srgbClr val="C00000"/>
                </a:solidFill>
                <a:latin typeface="+mn-ea"/>
                <a:ea typeface="+mn-ea"/>
              </a:rPr>
              <a:t>(</a:t>
            </a:r>
            <a:r>
              <a:rPr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수정 불가</a:t>
            </a:r>
            <a:r>
              <a:rPr lang="en-US" altLang="ko-KR" sz="900" i="1" dirty="0">
                <a:solidFill>
                  <a:srgbClr val="C00000"/>
                </a:solidFill>
                <a:latin typeface="+mn-ea"/>
                <a:ea typeface="+mn-ea"/>
              </a:rPr>
              <a:t>)</a:t>
            </a:r>
            <a:endParaRPr kumimoji="1" lang="ko-KR" altLang="en-US" sz="9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pic>
        <p:nvPicPr>
          <p:cNvPr id="117" name="그래픽 116" descr="햄버거 메뉴 아이콘 단색으로 채워진">
            <a:extLst>
              <a:ext uri="{FF2B5EF4-FFF2-40B4-BE49-F238E27FC236}">
                <a16:creationId xmlns:a16="http://schemas.microsoft.com/office/drawing/2014/main" id="{96F03243-DBF9-496D-627E-72B096C88E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32348" y="1174729"/>
            <a:ext cx="291356" cy="291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612DD-DD08-EA83-6B20-9D951AF3F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061065E-5E26-77A7-AE6F-16A2757E5304}"/>
              </a:ext>
            </a:extLst>
          </p:cNvPr>
          <p:cNvSpPr txBox="1"/>
          <p:nvPr/>
        </p:nvSpPr>
        <p:spPr>
          <a:xfrm>
            <a:off x="69106" y="77935"/>
            <a:ext cx="24738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대시보드</a:t>
            </a:r>
            <a:r>
              <a:rPr lang="en-US" altLang="ko-KR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(</a:t>
            </a:r>
            <a:r>
              <a:rPr lang="ko-KR" altLang="en-US" sz="1000" b="1" dirty="0" err="1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슈퍼어드민</a:t>
            </a:r>
            <a:r>
              <a:rPr lang="en-US" altLang="ko-KR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</a:t>
            </a:r>
            <a:r>
              <a:rPr lang="ko-KR" altLang="en-US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시스템 관리자</a:t>
            </a:r>
            <a:r>
              <a:rPr lang="en-US" altLang="ko-KR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  <a:endParaRPr lang="ko-KR" altLang="en-US" sz="1000" b="1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6CD9F29-10B4-BE14-B407-D9D6B5AA3030}"/>
              </a:ext>
            </a:extLst>
          </p:cNvPr>
          <p:cNvSpPr txBox="1">
            <a:spLocks/>
          </p:cNvSpPr>
          <p:nvPr/>
        </p:nvSpPr>
        <p:spPr>
          <a:xfrm>
            <a:off x="4524788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800" b="0" i="0" kern="120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124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248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373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497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ko-KR" altLang="en-US" dirty="0"/>
              <a:t>사용자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모바일 회원 리스트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회원정보 상세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77F4E86-5127-7DB0-FEDE-54A4B7A038FD}"/>
              </a:ext>
            </a:extLst>
          </p:cNvPr>
          <p:cNvSpPr/>
          <p:nvPr/>
        </p:nvSpPr>
        <p:spPr>
          <a:xfrm>
            <a:off x="0" y="426682"/>
            <a:ext cx="1271464" cy="602125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LNB</a:t>
            </a:r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890CF73-9F86-4DA1-82B2-DB086AA87B99}"/>
              </a:ext>
            </a:extLst>
          </p:cNvPr>
          <p:cNvSpPr/>
          <p:nvPr/>
        </p:nvSpPr>
        <p:spPr>
          <a:xfrm>
            <a:off x="1271464" y="428305"/>
            <a:ext cx="10920536" cy="33639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altLang="ko-KR" sz="12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1"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D08030-1154-0695-3328-03E1151C5055}"/>
              </a:ext>
            </a:extLst>
          </p:cNvPr>
          <p:cNvSpPr txBox="1"/>
          <p:nvPr/>
        </p:nvSpPr>
        <p:spPr>
          <a:xfrm>
            <a:off x="1415480" y="980728"/>
            <a:ext cx="29867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+mn-ea"/>
                <a:ea typeface="+mn-ea"/>
              </a:rPr>
              <a:t>&lt;</a:t>
            </a:r>
            <a:r>
              <a:rPr lang="en-US" altLang="ko-KR" sz="1200" dirty="0" err="1">
                <a:latin typeface="+mn-ea"/>
                <a:ea typeface="+mn-ea"/>
              </a:rPr>
              <a:t>H1</a:t>
            </a:r>
            <a:r>
              <a:rPr lang="en-US" altLang="ko-KR" sz="1200" dirty="0">
                <a:latin typeface="+mn-ea"/>
                <a:ea typeface="+mn-ea"/>
              </a:rPr>
              <a:t>&gt; </a:t>
            </a:r>
            <a:r>
              <a:rPr lang="ko-KR" altLang="en-US" sz="1200" dirty="0">
                <a:latin typeface="+mn-ea"/>
                <a:ea typeface="+mn-ea"/>
              </a:rPr>
              <a:t>관리자님 방문을 환영 합니다</a:t>
            </a:r>
            <a:r>
              <a:rPr lang="en-US" altLang="ko-KR" sz="1200" dirty="0">
                <a:latin typeface="+mn-ea"/>
                <a:ea typeface="+mn-ea"/>
              </a:rPr>
              <a:t>. &lt;/</a:t>
            </a:r>
            <a:r>
              <a:rPr lang="en-US" altLang="ko-KR" sz="1200" dirty="0" err="1">
                <a:latin typeface="+mn-ea"/>
                <a:ea typeface="+mn-ea"/>
              </a:rPr>
              <a:t>H1</a:t>
            </a:r>
            <a:r>
              <a:rPr lang="en-US" altLang="ko-KR" sz="1200" dirty="0">
                <a:latin typeface="+mn-ea"/>
                <a:ea typeface="+mn-ea"/>
              </a:rPr>
              <a:t>&gt;</a:t>
            </a:r>
            <a:endParaRPr kumimoji="1" lang="ko-Kore-KR" altLang="en-US" sz="1200" dirty="0">
              <a:latin typeface="+mn-ea"/>
              <a:ea typeface="+mn-ea"/>
            </a:endParaRPr>
          </a:p>
        </p:txBody>
      </p:sp>
      <p:graphicFrame>
        <p:nvGraphicFramePr>
          <p:cNvPr id="21" name="Table 7">
            <a:extLst>
              <a:ext uri="{FF2B5EF4-FFF2-40B4-BE49-F238E27FC236}">
                <a16:creationId xmlns:a16="http://schemas.microsoft.com/office/drawing/2014/main" id="{CBEF4450-8E9E-EF88-72FA-F50B6DC2CF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2902164"/>
              </p:ext>
            </p:extLst>
          </p:nvPr>
        </p:nvGraphicFramePr>
        <p:xfrm>
          <a:off x="9406740" y="764704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116DA0B-8374-51FB-226E-4A18F0FAD38F}"/>
              </a:ext>
            </a:extLst>
          </p:cNvPr>
          <p:cNvSpPr txBox="1"/>
          <p:nvPr/>
        </p:nvSpPr>
        <p:spPr>
          <a:xfrm>
            <a:off x="1415480" y="1335251"/>
            <a:ext cx="31918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+mn-ea"/>
                <a:ea typeface="+mn-ea"/>
              </a:rPr>
              <a:t>&lt;p&gt; </a:t>
            </a:r>
            <a:r>
              <a:rPr lang="ko-KR" altLang="en-US" sz="1200" dirty="0">
                <a:latin typeface="+mn-ea"/>
                <a:ea typeface="+mn-ea"/>
              </a:rPr>
              <a:t>호텔 또는 프로퍼티를 선택해 주세요</a:t>
            </a:r>
            <a:r>
              <a:rPr lang="en-US" altLang="ko-KR" sz="1200" dirty="0">
                <a:latin typeface="+mn-ea"/>
                <a:ea typeface="+mn-ea"/>
              </a:rPr>
              <a:t> &lt;/p&gt;</a:t>
            </a:r>
            <a:endParaRPr kumimoji="1" lang="ko-Kore-KR" altLang="en-US" sz="1200" dirty="0">
              <a:latin typeface="+mn-ea"/>
              <a:ea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898E2A-5EE5-FDEF-AE02-FA1CDD50F2C1}"/>
              </a:ext>
            </a:extLst>
          </p:cNvPr>
          <p:cNvSpPr txBox="1"/>
          <p:nvPr/>
        </p:nvSpPr>
        <p:spPr>
          <a:xfrm>
            <a:off x="4328122" y="1358334"/>
            <a:ext cx="40001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⟵ 호텔 또는 프로퍼티 미 선택 시 대시보드 디폴트 화면 출력  </a:t>
            </a:r>
          </a:p>
        </p:txBody>
      </p:sp>
    </p:spTree>
    <p:extLst>
      <p:ext uri="{BB962C8B-B14F-4D97-AF65-F5344CB8AC3E}">
        <p14:creationId xmlns:p14="http://schemas.microsoft.com/office/powerpoint/2010/main" val="3541748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4FF1C-226B-1276-828E-117B879CB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C147ACB-BE12-B4E8-1B8F-BCE0E5522FA1}"/>
              </a:ext>
            </a:extLst>
          </p:cNvPr>
          <p:cNvSpPr txBox="1"/>
          <p:nvPr/>
        </p:nvSpPr>
        <p:spPr>
          <a:xfrm>
            <a:off x="69106" y="77935"/>
            <a:ext cx="27865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대시보드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B9980EC-C463-6D26-9918-F71DAD2FB7F9}"/>
              </a:ext>
            </a:extLst>
          </p:cNvPr>
          <p:cNvSpPr txBox="1">
            <a:spLocks/>
          </p:cNvSpPr>
          <p:nvPr/>
        </p:nvSpPr>
        <p:spPr>
          <a:xfrm>
            <a:off x="4524788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800" b="0" i="0" kern="120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124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248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373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497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ko-KR" altLang="en-US" dirty="0"/>
              <a:t>사용자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모바일 회원 리스트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회원정보 상세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C2C7318-EEF8-7755-BD5F-275227AE43A1}"/>
              </a:ext>
            </a:extLst>
          </p:cNvPr>
          <p:cNvSpPr/>
          <p:nvPr/>
        </p:nvSpPr>
        <p:spPr>
          <a:xfrm>
            <a:off x="0" y="428305"/>
            <a:ext cx="12192000" cy="33639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altLang="ko-KR" sz="12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1"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6C5288-A98A-02E7-602D-300EDD34A949}"/>
              </a:ext>
            </a:extLst>
          </p:cNvPr>
          <p:cNvSpPr txBox="1"/>
          <p:nvPr/>
        </p:nvSpPr>
        <p:spPr>
          <a:xfrm>
            <a:off x="623392" y="980728"/>
            <a:ext cx="37766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latin typeface="+mn-ea"/>
                <a:ea typeface="+mn-ea"/>
              </a:rPr>
              <a:t>※</a:t>
            </a:r>
            <a:r>
              <a:rPr lang="ko-KR" altLang="en-US" sz="1100" b="1" dirty="0">
                <a:latin typeface="+mn-ea"/>
                <a:ea typeface="+mn-ea"/>
              </a:rPr>
              <a:t> 최근 </a:t>
            </a:r>
            <a:r>
              <a:rPr lang="en-US" altLang="ko-KR" sz="1100" b="1" dirty="0">
                <a:latin typeface="+mn-ea"/>
                <a:ea typeface="+mn-ea"/>
              </a:rPr>
              <a:t>3</a:t>
            </a:r>
            <a:r>
              <a:rPr lang="ko-KR" altLang="en-US" sz="1100" b="1" dirty="0">
                <a:latin typeface="+mn-ea"/>
                <a:ea typeface="+mn-ea"/>
              </a:rPr>
              <a:t>개월 예약 건수</a:t>
            </a:r>
            <a:r>
              <a:rPr lang="en" altLang="ko-KR" sz="1100" b="1" dirty="0">
                <a:latin typeface="+mn-ea"/>
                <a:ea typeface="+mn-ea"/>
              </a:rPr>
              <a:t>{</a:t>
            </a:r>
            <a:r>
              <a:rPr lang="en" altLang="ko-KR" sz="1100" b="1" dirty="0" err="1">
                <a:latin typeface="+mn-ea"/>
                <a:ea typeface="+mn-ea"/>
              </a:rPr>
              <a:t>YYYY</a:t>
            </a:r>
            <a:r>
              <a:rPr lang="en" altLang="ko-KR" sz="1100" b="1" dirty="0">
                <a:latin typeface="+mn-ea"/>
                <a:ea typeface="+mn-ea"/>
              </a:rPr>
              <a:t>-MM} </a:t>
            </a:r>
            <a:r>
              <a:rPr lang="ko-KR" altLang="en-US" sz="1100" b="1" dirty="0">
                <a:latin typeface="+mn-ea"/>
                <a:ea typeface="+mn-ea"/>
              </a:rPr>
              <a:t>기준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009803-E025-69D6-D18D-A606AE94801E}"/>
              </a:ext>
            </a:extLst>
          </p:cNvPr>
          <p:cNvSpPr txBox="1"/>
          <p:nvPr/>
        </p:nvSpPr>
        <p:spPr>
          <a:xfrm>
            <a:off x="4474783" y="980728"/>
            <a:ext cx="45932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latin typeface="+mn-ea"/>
                <a:ea typeface="+mn-ea"/>
              </a:rPr>
              <a:t>※</a:t>
            </a:r>
            <a:r>
              <a:rPr lang="ko-KR" altLang="en-US" sz="1100" b="1" dirty="0">
                <a:latin typeface="+mn-ea"/>
                <a:ea typeface="+mn-ea"/>
              </a:rPr>
              <a:t> 최근 </a:t>
            </a:r>
            <a:r>
              <a:rPr lang="en-US" altLang="ko-KR" sz="1100" b="1" dirty="0">
                <a:latin typeface="+mn-ea"/>
                <a:ea typeface="+mn-ea"/>
              </a:rPr>
              <a:t>3</a:t>
            </a:r>
            <a:r>
              <a:rPr lang="ko-KR" altLang="en-US" sz="1100" b="1" dirty="0">
                <a:latin typeface="+mn-ea"/>
                <a:ea typeface="+mn-ea"/>
              </a:rPr>
              <a:t>개월 취소 건수 </a:t>
            </a:r>
            <a:r>
              <a:rPr lang="en-US" altLang="ko-KR" sz="1100" b="1" dirty="0">
                <a:latin typeface="+mn-ea"/>
                <a:ea typeface="+mn-ea"/>
              </a:rPr>
              <a:t>(</a:t>
            </a:r>
            <a:r>
              <a:rPr lang="en-US" altLang="ko-KR" sz="1100" b="1" dirty="0" err="1">
                <a:latin typeface="+mn-ea"/>
                <a:ea typeface="+mn-ea"/>
              </a:rPr>
              <a:t>YYYY</a:t>
            </a:r>
            <a:r>
              <a:rPr lang="en-US" altLang="ko-KR" sz="1100" b="1" dirty="0">
                <a:latin typeface="+mn-ea"/>
                <a:ea typeface="+mn-ea"/>
              </a:rPr>
              <a:t>-MM </a:t>
            </a:r>
            <a:r>
              <a:rPr lang="ko-KR" altLang="en-US" sz="1100" b="1" dirty="0">
                <a:latin typeface="+mn-ea"/>
                <a:ea typeface="+mn-ea"/>
              </a:rPr>
              <a:t>기준</a:t>
            </a:r>
            <a:r>
              <a:rPr lang="en-US" altLang="ko-KR" sz="1100" b="1" dirty="0">
                <a:latin typeface="+mn-ea"/>
                <a:ea typeface="+mn-ea"/>
              </a:rPr>
              <a:t>)</a:t>
            </a:r>
            <a:endParaRPr kumimoji="1" lang="ko-KR" altLang="en-US" sz="1100" b="1" dirty="0"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F32C3A-09BA-4F26-11F2-78086717D4D0}"/>
              </a:ext>
            </a:extLst>
          </p:cNvPr>
          <p:cNvSpPr txBox="1"/>
          <p:nvPr/>
        </p:nvSpPr>
        <p:spPr>
          <a:xfrm>
            <a:off x="623391" y="3383303"/>
            <a:ext cx="32742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latin typeface="+mn-ea"/>
                <a:ea typeface="+mn-ea"/>
              </a:rPr>
              <a:t>※</a:t>
            </a:r>
            <a:r>
              <a:rPr lang="ko-KR" altLang="en-US" sz="1100" b="1" dirty="0">
                <a:latin typeface="+mn-ea"/>
                <a:ea typeface="+mn-ea"/>
              </a:rPr>
              <a:t> 최근 </a:t>
            </a:r>
            <a:r>
              <a:rPr lang="en-US" altLang="ko-KR" sz="1100" b="1" dirty="0">
                <a:latin typeface="+mn-ea"/>
                <a:ea typeface="+mn-ea"/>
              </a:rPr>
              <a:t>3</a:t>
            </a:r>
            <a:r>
              <a:rPr lang="ko-KR" altLang="en-US" sz="1100" b="1" dirty="0">
                <a:latin typeface="+mn-ea"/>
                <a:ea typeface="+mn-ea"/>
              </a:rPr>
              <a:t>개월 총 매출금액</a:t>
            </a:r>
            <a:r>
              <a:rPr lang="en-US" altLang="ko-KR" sz="1100" b="1" dirty="0">
                <a:latin typeface="+mn-ea"/>
                <a:ea typeface="+mn-ea"/>
              </a:rPr>
              <a:t> {</a:t>
            </a:r>
            <a:r>
              <a:rPr lang="en-US" altLang="ko-KR" sz="1100" b="1" dirty="0" err="1">
                <a:latin typeface="+mn-ea"/>
                <a:ea typeface="+mn-ea"/>
              </a:rPr>
              <a:t>YYYY</a:t>
            </a:r>
            <a:r>
              <a:rPr lang="en-US" altLang="ko-KR" sz="1100" b="1" dirty="0">
                <a:latin typeface="+mn-ea"/>
                <a:ea typeface="+mn-ea"/>
              </a:rPr>
              <a:t>-MM}</a:t>
            </a:r>
            <a:r>
              <a:rPr lang="ko-KR" altLang="en-US" sz="1100" b="1" dirty="0">
                <a:latin typeface="+mn-ea"/>
                <a:ea typeface="+mn-ea"/>
              </a:rPr>
              <a:t> 기준</a:t>
            </a:r>
            <a:endParaRPr kumimoji="1" lang="ko-KR" altLang="en-US" sz="1100" b="1" dirty="0">
              <a:latin typeface="+mn-ea"/>
              <a:ea typeface="+mn-ea"/>
            </a:endParaRPr>
          </a:p>
        </p:txBody>
      </p:sp>
      <p:graphicFrame>
        <p:nvGraphicFramePr>
          <p:cNvPr id="10" name="차트 9">
            <a:extLst>
              <a:ext uri="{FF2B5EF4-FFF2-40B4-BE49-F238E27FC236}">
                <a16:creationId xmlns:a16="http://schemas.microsoft.com/office/drawing/2014/main" id="{C7CB649C-F4B7-2866-4111-6BA3A94A591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2778877"/>
              </p:ext>
            </p:extLst>
          </p:nvPr>
        </p:nvGraphicFramePr>
        <p:xfrm>
          <a:off x="623468" y="1340768"/>
          <a:ext cx="3761639" cy="16570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차트 10">
            <a:extLst>
              <a:ext uri="{FF2B5EF4-FFF2-40B4-BE49-F238E27FC236}">
                <a16:creationId xmlns:a16="http://schemas.microsoft.com/office/drawing/2014/main" id="{DCBCD041-0794-DF0A-FA13-B9DAD24902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751806"/>
              </p:ext>
            </p:extLst>
          </p:nvPr>
        </p:nvGraphicFramePr>
        <p:xfrm>
          <a:off x="4410088" y="1340768"/>
          <a:ext cx="3761639" cy="16570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E1BA5902-04D9-96DE-761B-F82D7909A8C1}"/>
              </a:ext>
            </a:extLst>
          </p:cNvPr>
          <p:cNvSpPr txBox="1"/>
          <p:nvPr/>
        </p:nvSpPr>
        <p:spPr>
          <a:xfrm>
            <a:off x="4943872" y="2070217"/>
            <a:ext cx="4058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latin typeface="+mn-ea"/>
                <a:ea typeface="+mn-ea"/>
              </a:rPr>
              <a:t>10</a:t>
            </a:r>
            <a:r>
              <a:rPr lang="ko-KR" altLang="en-US" sz="800" dirty="0">
                <a:latin typeface="+mn-ea"/>
                <a:ea typeface="+mn-ea"/>
              </a:rPr>
              <a:t>건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18751F-0553-BA45-A1B2-16817A2EC664}"/>
              </a:ext>
            </a:extLst>
          </p:cNvPr>
          <p:cNvSpPr txBox="1"/>
          <p:nvPr/>
        </p:nvSpPr>
        <p:spPr>
          <a:xfrm>
            <a:off x="6087967" y="1496059"/>
            <a:ext cx="4058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latin typeface="+mn-ea"/>
                <a:ea typeface="+mn-ea"/>
              </a:rPr>
              <a:t>40</a:t>
            </a:r>
            <a:r>
              <a:rPr lang="ko-KR" altLang="en-US" sz="800" dirty="0">
                <a:latin typeface="+mn-ea"/>
                <a:ea typeface="+mn-ea"/>
              </a:rPr>
              <a:t>건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879F4C-E473-10CF-D78B-4A3D5879EEF2}"/>
              </a:ext>
            </a:extLst>
          </p:cNvPr>
          <p:cNvSpPr txBox="1"/>
          <p:nvPr/>
        </p:nvSpPr>
        <p:spPr>
          <a:xfrm>
            <a:off x="7248128" y="1793771"/>
            <a:ext cx="4058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latin typeface="+mn-ea"/>
                <a:ea typeface="+mn-ea"/>
              </a:rPr>
              <a:t>34</a:t>
            </a:r>
            <a:r>
              <a:rPr lang="ko-KR" altLang="en-US" sz="800" dirty="0">
                <a:latin typeface="+mn-ea"/>
                <a:ea typeface="+mn-ea"/>
              </a:rPr>
              <a:t>건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A13202D-8FDB-C59F-9415-DF4010061FF3}"/>
              </a:ext>
            </a:extLst>
          </p:cNvPr>
          <p:cNvSpPr/>
          <p:nvPr/>
        </p:nvSpPr>
        <p:spPr>
          <a:xfrm>
            <a:off x="0" y="426682"/>
            <a:ext cx="549488" cy="602125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LNB</a:t>
            </a:r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B91270-0D6A-7F46-DF8D-2F332F3082AC}"/>
              </a:ext>
            </a:extLst>
          </p:cNvPr>
          <p:cNvSpPr txBox="1"/>
          <p:nvPr/>
        </p:nvSpPr>
        <p:spPr>
          <a:xfrm>
            <a:off x="1115668" y="1449811"/>
            <a:ext cx="46839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latin typeface="+mn-ea"/>
                <a:ea typeface="+mn-ea"/>
              </a:rPr>
              <a:t>230</a:t>
            </a:r>
            <a:r>
              <a:rPr lang="ko-KR" altLang="en-US" sz="800" dirty="0">
                <a:latin typeface="+mn-ea"/>
                <a:ea typeface="+mn-ea"/>
              </a:rPr>
              <a:t>건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5D417D-5710-E930-99D5-8B73DD042E69}"/>
              </a:ext>
            </a:extLst>
          </p:cNvPr>
          <p:cNvSpPr txBox="1"/>
          <p:nvPr/>
        </p:nvSpPr>
        <p:spPr>
          <a:xfrm>
            <a:off x="2284569" y="1857029"/>
            <a:ext cx="46839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latin typeface="+mn-ea"/>
                <a:ea typeface="+mn-ea"/>
              </a:rPr>
              <a:t>100</a:t>
            </a:r>
            <a:r>
              <a:rPr lang="ko-KR" altLang="en-US" sz="800" dirty="0">
                <a:latin typeface="+mn-ea"/>
                <a:ea typeface="+mn-ea"/>
              </a:rPr>
              <a:t>건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DF6230-5A3D-39F9-3E66-9E856ADEE561}"/>
              </a:ext>
            </a:extLst>
          </p:cNvPr>
          <p:cNvSpPr txBox="1"/>
          <p:nvPr/>
        </p:nvSpPr>
        <p:spPr>
          <a:xfrm>
            <a:off x="3429231" y="1629297"/>
            <a:ext cx="46839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latin typeface="+mn-ea"/>
                <a:ea typeface="+mn-ea"/>
              </a:rPr>
              <a:t>180</a:t>
            </a:r>
            <a:r>
              <a:rPr lang="ko-KR" altLang="en-US" sz="800" dirty="0">
                <a:latin typeface="+mn-ea"/>
                <a:ea typeface="+mn-ea"/>
              </a:rPr>
              <a:t>건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graphicFrame>
        <p:nvGraphicFramePr>
          <p:cNvPr id="23" name="Table 7">
            <a:extLst>
              <a:ext uri="{FF2B5EF4-FFF2-40B4-BE49-F238E27FC236}">
                <a16:creationId xmlns:a16="http://schemas.microsoft.com/office/drawing/2014/main" id="{498CC9C1-5E58-4182-23EB-29E45926BE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398704"/>
              </p:ext>
            </p:extLst>
          </p:nvPr>
        </p:nvGraphicFramePr>
        <p:xfrm>
          <a:off x="9406740" y="764704"/>
          <a:ext cx="2785260" cy="32600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오늘 기준 직전 월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-3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개월 합산 출력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취소 포함 전체 예약 건 수 출력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취소 건수만 출력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마스터 예약상태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[</a:t>
                      </a:r>
                      <a:r>
                        <a:rPr lang="en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CHECKED-OUT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]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기준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객실금액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옵션 금액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합계 출력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24" name="Teardrop 1">
            <a:extLst>
              <a:ext uri="{FF2B5EF4-FFF2-40B4-BE49-F238E27FC236}">
                <a16:creationId xmlns:a16="http://schemas.microsoft.com/office/drawing/2014/main" id="{4068E1E5-D9B7-B6D9-74E5-91E132F4ABA2}"/>
              </a:ext>
            </a:extLst>
          </p:cNvPr>
          <p:cNvSpPr/>
          <p:nvPr/>
        </p:nvSpPr>
        <p:spPr>
          <a:xfrm rot="16200000" flipH="1" flipV="1">
            <a:off x="2073427" y="86489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25" name="차트 24">
            <a:extLst>
              <a:ext uri="{FF2B5EF4-FFF2-40B4-BE49-F238E27FC236}">
                <a16:creationId xmlns:a16="http://schemas.microsoft.com/office/drawing/2014/main" id="{EF2C52D0-4699-A253-C531-EFC9A1D48B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8195012"/>
              </p:ext>
            </p:extLst>
          </p:nvPr>
        </p:nvGraphicFramePr>
        <p:xfrm>
          <a:off x="623468" y="3695732"/>
          <a:ext cx="7416748" cy="16570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C1530BF4-A745-F8E8-55E3-60B545EDFC24}"/>
              </a:ext>
            </a:extLst>
          </p:cNvPr>
          <p:cNvSpPr txBox="1"/>
          <p:nvPr/>
        </p:nvSpPr>
        <p:spPr>
          <a:xfrm>
            <a:off x="1236047" y="4927029"/>
            <a:ext cx="35458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  <a:ea typeface="+mn-ea"/>
              </a:rPr>
              <a:t>합계</a:t>
            </a:r>
            <a:endParaRPr kumimoji="1" lang="ko-KR" altLang="en-US" sz="700" dirty="0">
              <a:latin typeface="+mn-ea"/>
              <a:ea typeface="+mn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67FD90F-4C92-EC2F-27EC-210C0101DED3}"/>
              </a:ext>
            </a:extLst>
          </p:cNvPr>
          <p:cNvSpPr txBox="1"/>
          <p:nvPr/>
        </p:nvSpPr>
        <p:spPr>
          <a:xfrm>
            <a:off x="1688780" y="4927029"/>
            <a:ext cx="52450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  <a:ea typeface="+mn-ea"/>
              </a:rPr>
              <a:t>객실금액</a:t>
            </a:r>
            <a:endParaRPr kumimoji="1" lang="ko-KR" altLang="en-US" sz="700" dirty="0">
              <a:latin typeface="+mn-ea"/>
              <a:ea typeface="+mn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B25CCB3-82C3-6567-AA61-FCADBB65CD9F}"/>
              </a:ext>
            </a:extLst>
          </p:cNvPr>
          <p:cNvSpPr txBox="1"/>
          <p:nvPr/>
        </p:nvSpPr>
        <p:spPr>
          <a:xfrm>
            <a:off x="2200715" y="4927029"/>
            <a:ext cx="52450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  <a:ea typeface="+mn-ea"/>
              </a:rPr>
              <a:t>옵션금액</a:t>
            </a:r>
            <a:endParaRPr kumimoji="1" lang="ko-KR" altLang="en-US" sz="700" dirty="0">
              <a:latin typeface="+mn-ea"/>
              <a:ea typeface="+mn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22A49FA-4896-A4B8-1C19-12460B9CC628}"/>
              </a:ext>
            </a:extLst>
          </p:cNvPr>
          <p:cNvSpPr txBox="1"/>
          <p:nvPr/>
        </p:nvSpPr>
        <p:spPr>
          <a:xfrm>
            <a:off x="3618638" y="4927029"/>
            <a:ext cx="35458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  <a:ea typeface="+mn-ea"/>
              </a:rPr>
              <a:t>합계</a:t>
            </a:r>
            <a:endParaRPr kumimoji="1" lang="ko-KR" altLang="en-US" sz="700" dirty="0">
              <a:latin typeface="+mn-ea"/>
              <a:ea typeface="+mn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67C73A6-377F-9116-C6FF-93E70BA5A9FE}"/>
              </a:ext>
            </a:extLst>
          </p:cNvPr>
          <p:cNvSpPr txBox="1"/>
          <p:nvPr/>
        </p:nvSpPr>
        <p:spPr>
          <a:xfrm>
            <a:off x="4071371" y="4927029"/>
            <a:ext cx="52450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  <a:ea typeface="+mn-ea"/>
              </a:rPr>
              <a:t>객실금액</a:t>
            </a:r>
            <a:endParaRPr kumimoji="1" lang="ko-KR" altLang="en-US" sz="700" dirty="0">
              <a:latin typeface="+mn-ea"/>
              <a:ea typeface="+mn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9DB3F12-B0B1-DD4C-2823-9E0151905C71}"/>
              </a:ext>
            </a:extLst>
          </p:cNvPr>
          <p:cNvSpPr txBox="1"/>
          <p:nvPr/>
        </p:nvSpPr>
        <p:spPr>
          <a:xfrm>
            <a:off x="4583306" y="4927029"/>
            <a:ext cx="52450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  <a:ea typeface="+mn-ea"/>
              </a:rPr>
              <a:t>옵션금액</a:t>
            </a:r>
            <a:endParaRPr kumimoji="1" lang="ko-KR" altLang="en-US" sz="700" dirty="0">
              <a:latin typeface="+mn-ea"/>
              <a:ea typeface="+mn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46F920A-1D6A-F980-DFBB-E33DB6405E3A}"/>
              </a:ext>
            </a:extLst>
          </p:cNvPr>
          <p:cNvSpPr txBox="1"/>
          <p:nvPr/>
        </p:nvSpPr>
        <p:spPr>
          <a:xfrm>
            <a:off x="6020548" y="4927029"/>
            <a:ext cx="35458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  <a:ea typeface="+mn-ea"/>
              </a:rPr>
              <a:t>합계</a:t>
            </a:r>
            <a:endParaRPr kumimoji="1" lang="ko-KR" altLang="en-US" sz="700" dirty="0">
              <a:latin typeface="+mn-ea"/>
              <a:ea typeface="+mn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6AE68E9-A8DC-4B79-56BA-D38346E98E6B}"/>
              </a:ext>
            </a:extLst>
          </p:cNvPr>
          <p:cNvSpPr txBox="1"/>
          <p:nvPr/>
        </p:nvSpPr>
        <p:spPr>
          <a:xfrm>
            <a:off x="6473281" y="4927029"/>
            <a:ext cx="52450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  <a:ea typeface="+mn-ea"/>
              </a:rPr>
              <a:t>객실금액</a:t>
            </a:r>
            <a:endParaRPr kumimoji="1" lang="ko-KR" altLang="en-US" sz="700" dirty="0">
              <a:latin typeface="+mn-ea"/>
              <a:ea typeface="+mn-ea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61D9EC9-CC42-8FE2-6ADB-8676B990450C}"/>
              </a:ext>
            </a:extLst>
          </p:cNvPr>
          <p:cNvSpPr txBox="1"/>
          <p:nvPr/>
        </p:nvSpPr>
        <p:spPr>
          <a:xfrm>
            <a:off x="6985216" y="4927029"/>
            <a:ext cx="52450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  <a:ea typeface="+mn-ea"/>
              </a:rPr>
              <a:t>옵션금액</a:t>
            </a:r>
            <a:endParaRPr kumimoji="1" lang="ko-KR" altLang="en-US" sz="700" dirty="0">
              <a:latin typeface="+mn-ea"/>
              <a:ea typeface="+mn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DB196F2-94C4-BFCF-89C5-835031E6670D}"/>
              </a:ext>
            </a:extLst>
          </p:cNvPr>
          <p:cNvSpPr txBox="1"/>
          <p:nvPr/>
        </p:nvSpPr>
        <p:spPr>
          <a:xfrm>
            <a:off x="1130248" y="4289720"/>
            <a:ext cx="56618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  <a:ea typeface="+mn-ea"/>
              </a:rPr>
              <a:t>10,00,00</a:t>
            </a:r>
            <a:endParaRPr kumimoji="1" lang="ko-KR" altLang="en-US" sz="700" dirty="0">
              <a:latin typeface="+mn-ea"/>
              <a:ea typeface="+mn-ea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B8CF008-3E28-6DAF-CBB4-8C62C48BC190}"/>
              </a:ext>
            </a:extLst>
          </p:cNvPr>
          <p:cNvSpPr txBox="1"/>
          <p:nvPr/>
        </p:nvSpPr>
        <p:spPr>
          <a:xfrm>
            <a:off x="3458337" y="3852468"/>
            <a:ext cx="67518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  <a:ea typeface="+mn-ea"/>
              </a:rPr>
              <a:t>20,000,000</a:t>
            </a:r>
            <a:endParaRPr kumimoji="1" lang="ko-KR" altLang="en-US" sz="700" dirty="0">
              <a:latin typeface="+mn-ea"/>
              <a:ea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B582821-3CC8-C0FB-6844-D63A3D078B80}"/>
              </a:ext>
            </a:extLst>
          </p:cNvPr>
          <p:cNvSpPr txBox="1"/>
          <p:nvPr/>
        </p:nvSpPr>
        <p:spPr>
          <a:xfrm>
            <a:off x="3996030" y="4289720"/>
            <a:ext cx="67518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  <a:ea typeface="+mn-ea"/>
              </a:rPr>
              <a:t>10,000,000</a:t>
            </a:r>
            <a:endParaRPr kumimoji="1" lang="ko-KR" altLang="en-US" sz="700" dirty="0">
              <a:latin typeface="+mn-ea"/>
              <a:ea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611B6DB-767A-36C0-1674-099EEB8BED7C}"/>
              </a:ext>
            </a:extLst>
          </p:cNvPr>
          <p:cNvSpPr txBox="1"/>
          <p:nvPr/>
        </p:nvSpPr>
        <p:spPr>
          <a:xfrm>
            <a:off x="4507965" y="4289720"/>
            <a:ext cx="67518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  <a:ea typeface="+mn-ea"/>
              </a:rPr>
              <a:t>10,000,000</a:t>
            </a:r>
            <a:endParaRPr kumimoji="1" lang="ko-KR" altLang="en-US" sz="700" dirty="0">
              <a:latin typeface="+mn-ea"/>
              <a:ea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EF205F6-0A5B-9EAE-9420-78E7A8435174}"/>
              </a:ext>
            </a:extLst>
          </p:cNvPr>
          <p:cNvSpPr txBox="1"/>
          <p:nvPr/>
        </p:nvSpPr>
        <p:spPr>
          <a:xfrm>
            <a:off x="5846480" y="4089665"/>
            <a:ext cx="67518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  <a:ea typeface="+mn-ea"/>
              </a:rPr>
              <a:t>15,000,000</a:t>
            </a:r>
            <a:endParaRPr kumimoji="1" lang="ko-KR" altLang="en-US" sz="700" dirty="0">
              <a:latin typeface="+mn-ea"/>
              <a:ea typeface="+mn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2F267C7-F0FE-29E3-5BFB-AFA45A6AD396}"/>
              </a:ext>
            </a:extLst>
          </p:cNvPr>
          <p:cNvSpPr txBox="1"/>
          <p:nvPr/>
        </p:nvSpPr>
        <p:spPr>
          <a:xfrm>
            <a:off x="6348381" y="4302555"/>
            <a:ext cx="67518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  <a:ea typeface="+mn-ea"/>
              </a:rPr>
              <a:t>10,000,000</a:t>
            </a:r>
            <a:endParaRPr kumimoji="1" lang="ko-KR" altLang="en-US" sz="700" dirty="0">
              <a:latin typeface="+mn-ea"/>
              <a:ea typeface="+mn-ea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D065205-75C5-EF56-5AA3-0A5BB05D07A3}"/>
              </a:ext>
            </a:extLst>
          </p:cNvPr>
          <p:cNvSpPr txBox="1"/>
          <p:nvPr/>
        </p:nvSpPr>
        <p:spPr>
          <a:xfrm>
            <a:off x="6937127" y="4536737"/>
            <a:ext cx="62068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  <a:ea typeface="+mn-ea"/>
              </a:rPr>
              <a:t>5,000,000</a:t>
            </a:r>
            <a:endParaRPr kumimoji="1" lang="ko-KR" altLang="en-US" sz="700" dirty="0">
              <a:latin typeface="+mn-ea"/>
              <a:ea typeface="+mn-ea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1D4A8E4-4152-630D-5791-6B45B1C36563}"/>
              </a:ext>
            </a:extLst>
          </p:cNvPr>
          <p:cNvSpPr txBox="1"/>
          <p:nvPr/>
        </p:nvSpPr>
        <p:spPr>
          <a:xfrm>
            <a:off x="1640691" y="4402583"/>
            <a:ext cx="62068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  <a:ea typeface="+mn-ea"/>
              </a:rPr>
              <a:t>8,000,000</a:t>
            </a:r>
            <a:endParaRPr kumimoji="1" lang="ko-KR" altLang="en-US" sz="700" dirty="0">
              <a:latin typeface="+mn-ea"/>
              <a:ea typeface="+mn-ea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7FCCC47-4E79-4E9A-6768-410C2E2E15C0}"/>
              </a:ext>
            </a:extLst>
          </p:cNvPr>
          <p:cNvSpPr txBox="1"/>
          <p:nvPr/>
        </p:nvSpPr>
        <p:spPr>
          <a:xfrm>
            <a:off x="2152627" y="4664806"/>
            <a:ext cx="62068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  <a:ea typeface="+mn-ea"/>
              </a:rPr>
              <a:t>2,000,000</a:t>
            </a:r>
            <a:endParaRPr kumimoji="1" lang="ko-KR" altLang="en-US" sz="700" dirty="0">
              <a:latin typeface="+mn-ea"/>
              <a:ea typeface="+mn-ea"/>
            </a:endParaRPr>
          </a:p>
        </p:txBody>
      </p:sp>
      <p:sp>
        <p:nvSpPr>
          <p:cNvPr id="48" name="Teardrop 1">
            <a:extLst>
              <a:ext uri="{FF2B5EF4-FFF2-40B4-BE49-F238E27FC236}">
                <a16:creationId xmlns:a16="http://schemas.microsoft.com/office/drawing/2014/main" id="{55A8425A-280C-A6D8-1B52-9DCE0BF4331D}"/>
              </a:ext>
            </a:extLst>
          </p:cNvPr>
          <p:cNvSpPr/>
          <p:nvPr/>
        </p:nvSpPr>
        <p:spPr>
          <a:xfrm rot="16200000" flipH="1" flipV="1">
            <a:off x="832912" y="1267738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9" name="Teardrop 1">
            <a:extLst>
              <a:ext uri="{FF2B5EF4-FFF2-40B4-BE49-F238E27FC236}">
                <a16:creationId xmlns:a16="http://schemas.microsoft.com/office/drawing/2014/main" id="{B4EB3367-6D62-3B57-027E-9FCF9234A918}"/>
              </a:ext>
            </a:extLst>
          </p:cNvPr>
          <p:cNvSpPr/>
          <p:nvPr/>
        </p:nvSpPr>
        <p:spPr>
          <a:xfrm rot="16200000" flipH="1" flipV="1">
            <a:off x="4490512" y="1267738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0" name="Teardrop 1">
            <a:extLst>
              <a:ext uri="{FF2B5EF4-FFF2-40B4-BE49-F238E27FC236}">
                <a16:creationId xmlns:a16="http://schemas.microsoft.com/office/drawing/2014/main" id="{8E4BE65E-C5E2-F2D9-4FB1-25FF7D81D0A0}"/>
              </a:ext>
            </a:extLst>
          </p:cNvPr>
          <p:cNvSpPr/>
          <p:nvPr/>
        </p:nvSpPr>
        <p:spPr>
          <a:xfrm rot="16200000" flipH="1" flipV="1">
            <a:off x="557317" y="3317909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C41DC99-6CF1-7FEE-196A-3E09977A2519}"/>
              </a:ext>
            </a:extLst>
          </p:cNvPr>
          <p:cNvSpPr/>
          <p:nvPr/>
        </p:nvSpPr>
        <p:spPr>
          <a:xfrm>
            <a:off x="561904" y="764703"/>
            <a:ext cx="8786963" cy="5664991"/>
          </a:xfrm>
          <a:prstGeom prst="rect">
            <a:avLst/>
          </a:prstGeom>
          <a:solidFill>
            <a:schemeClr val="accent4">
              <a:lumMod val="20000"/>
              <a:lumOff val="80000"/>
              <a:alpha val="41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추후 고도화 예정</a:t>
            </a:r>
          </a:p>
        </p:txBody>
      </p:sp>
    </p:spTree>
    <p:extLst>
      <p:ext uri="{BB962C8B-B14F-4D97-AF65-F5344CB8AC3E}">
        <p14:creationId xmlns:p14="http://schemas.microsoft.com/office/powerpoint/2010/main" val="12775327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39D7F-FD29-9C61-9861-93CF7E11C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CEC7E08-14E6-A544-FA14-504F84127C02}"/>
              </a:ext>
            </a:extLst>
          </p:cNvPr>
          <p:cNvSpPr txBox="1"/>
          <p:nvPr/>
        </p:nvSpPr>
        <p:spPr>
          <a:xfrm>
            <a:off x="69106" y="77935"/>
            <a:ext cx="34346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PC </a:t>
            </a:r>
            <a:r>
              <a:rPr lang="ko-KR" altLang="en-US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반응형 사이즈 </a:t>
            </a:r>
            <a:r>
              <a:rPr lang="en" altLang="ko-KR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Breakpoint</a:t>
            </a:r>
            <a:r>
              <a:rPr lang="ko-KR" altLang="en-US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정의</a:t>
            </a: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07919E2F-308C-1A99-1DD8-58BCF2D7034A}"/>
              </a:ext>
            </a:extLst>
          </p:cNvPr>
          <p:cNvSpPr/>
          <p:nvPr/>
        </p:nvSpPr>
        <p:spPr>
          <a:xfrm>
            <a:off x="772914" y="2276872"/>
            <a:ext cx="2434416" cy="172819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23575A2D-6366-2611-42A4-503229332560}"/>
              </a:ext>
            </a:extLst>
          </p:cNvPr>
          <p:cNvSpPr/>
          <p:nvPr/>
        </p:nvSpPr>
        <p:spPr>
          <a:xfrm>
            <a:off x="3944229" y="2276872"/>
            <a:ext cx="3318570" cy="172819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D0DFCDEC-1BC4-4829-AE03-8B682D218787}"/>
              </a:ext>
            </a:extLst>
          </p:cNvPr>
          <p:cNvSpPr/>
          <p:nvPr/>
        </p:nvSpPr>
        <p:spPr>
          <a:xfrm>
            <a:off x="7760565" y="2276872"/>
            <a:ext cx="3899744" cy="172819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4AB00984-FCBB-A49B-8FAC-774789702EB1}"/>
              </a:ext>
            </a:extLst>
          </p:cNvPr>
          <p:cNvCxnSpPr/>
          <p:nvPr/>
        </p:nvCxnSpPr>
        <p:spPr>
          <a:xfrm flipV="1">
            <a:off x="843780" y="2420888"/>
            <a:ext cx="2232248" cy="144016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19FFAEC-3019-F837-9711-7507AC7D2113}"/>
              </a:ext>
            </a:extLst>
          </p:cNvPr>
          <p:cNvSpPr txBox="1"/>
          <p:nvPr/>
        </p:nvSpPr>
        <p:spPr>
          <a:xfrm>
            <a:off x="860141" y="3021437"/>
            <a:ext cx="236635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0" i="0" dirty="0">
                <a:effectLst/>
                <a:latin typeface="+mn-ea"/>
                <a:ea typeface="+mn-ea"/>
              </a:rPr>
              <a:t>1</a:t>
            </a:r>
            <a:r>
              <a:rPr lang="ko-KR" altLang="en-US" sz="1100" b="0" i="0" dirty="0">
                <a:effectLst/>
                <a:latin typeface="+mn-ea"/>
                <a:ea typeface="+mn-ea"/>
              </a:rPr>
              <a:t>순위 </a:t>
            </a:r>
            <a:r>
              <a:rPr lang="en-US" altLang="ko-KR" sz="1100" b="0" i="0" dirty="0">
                <a:effectLst/>
                <a:latin typeface="+mn-ea"/>
                <a:ea typeface="+mn-ea"/>
              </a:rPr>
              <a:t>:</a:t>
            </a:r>
            <a:r>
              <a:rPr lang="ko-KR" altLang="en-US" sz="1100" b="0" i="0" dirty="0">
                <a:effectLst/>
                <a:latin typeface="+mn-ea"/>
                <a:ea typeface="+mn-ea"/>
              </a:rPr>
              <a:t> </a:t>
            </a:r>
            <a:r>
              <a:rPr lang="en-US" altLang="ko-KR" sz="1100" b="0" i="0" dirty="0" err="1">
                <a:effectLst/>
                <a:latin typeface="+mn-ea"/>
                <a:ea typeface="+mn-ea"/>
              </a:rPr>
              <a:t>1280×1024px</a:t>
            </a:r>
            <a:r>
              <a:rPr lang="en-US" altLang="ko-KR" sz="1100" b="0" i="0" dirty="0">
                <a:effectLst/>
                <a:latin typeface="+mn-ea"/>
                <a:ea typeface="+mn-ea"/>
              </a:rPr>
              <a:t>(5:4 </a:t>
            </a:r>
            <a:r>
              <a:rPr lang="ko-KR" altLang="en-US" sz="1100" b="0" i="0" dirty="0">
                <a:effectLst/>
                <a:latin typeface="+mn-ea"/>
                <a:ea typeface="+mn-ea"/>
              </a:rPr>
              <a:t>비율</a:t>
            </a:r>
            <a:r>
              <a:rPr lang="en-US" altLang="ko-KR" sz="1100" b="0" i="0" dirty="0">
                <a:effectLst/>
                <a:latin typeface="+mn-ea"/>
                <a:ea typeface="+mn-ea"/>
              </a:rPr>
              <a:t>)</a:t>
            </a:r>
          </a:p>
          <a:p>
            <a:r>
              <a:rPr lang="en-US" altLang="ko-KR" sz="1100" b="0" i="0" dirty="0">
                <a:effectLst/>
                <a:latin typeface="+mn-ea"/>
                <a:ea typeface="+mn-ea"/>
              </a:rPr>
              <a:t>2</a:t>
            </a:r>
            <a:r>
              <a:rPr lang="ko-KR" altLang="en-US" sz="1100" b="0" i="0" dirty="0">
                <a:effectLst/>
                <a:latin typeface="+mn-ea"/>
                <a:ea typeface="+mn-ea"/>
              </a:rPr>
              <a:t>순위 </a:t>
            </a:r>
            <a:r>
              <a:rPr lang="en-US" altLang="ko-KR" sz="1100" b="0" i="0" dirty="0">
                <a:effectLst/>
                <a:latin typeface="+mn-ea"/>
                <a:ea typeface="+mn-ea"/>
              </a:rPr>
              <a:t>:</a:t>
            </a:r>
            <a:r>
              <a:rPr lang="ko-KR" altLang="en-US" sz="1100" b="0" i="0" dirty="0">
                <a:effectLst/>
                <a:latin typeface="+mn-ea"/>
                <a:ea typeface="+mn-ea"/>
              </a:rPr>
              <a:t> </a:t>
            </a:r>
            <a:r>
              <a:rPr lang="en-US" altLang="ko-KR" sz="1100" b="0" i="0" dirty="0" err="1">
                <a:effectLst/>
                <a:latin typeface="+mn-ea"/>
                <a:ea typeface="+mn-ea"/>
              </a:rPr>
              <a:t>1440×900px</a:t>
            </a:r>
            <a:r>
              <a:rPr lang="en-US" altLang="ko-KR" sz="1100" b="0" i="0" dirty="0">
                <a:effectLst/>
                <a:latin typeface="+mn-ea"/>
                <a:ea typeface="+mn-ea"/>
              </a:rPr>
              <a:t>(16:10 </a:t>
            </a:r>
            <a:r>
              <a:rPr lang="ko-KR" altLang="en-US" sz="1100" b="0" i="0" dirty="0">
                <a:effectLst/>
                <a:latin typeface="+mn-ea"/>
                <a:ea typeface="+mn-ea"/>
              </a:rPr>
              <a:t>비율</a:t>
            </a:r>
            <a:r>
              <a:rPr lang="en-US" altLang="ko-KR" sz="1100" b="0" i="0" dirty="0">
                <a:effectLst/>
                <a:latin typeface="+mn-ea"/>
                <a:ea typeface="+mn-ea"/>
              </a:rPr>
              <a:t>)  </a:t>
            </a: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7EEF53BF-1B44-68E9-53AC-CB8915339187}"/>
              </a:ext>
            </a:extLst>
          </p:cNvPr>
          <p:cNvCxnSpPr>
            <a:cxnSpLocks/>
          </p:cNvCxnSpPr>
          <p:nvPr/>
        </p:nvCxnSpPr>
        <p:spPr>
          <a:xfrm flipV="1">
            <a:off x="4162156" y="2420888"/>
            <a:ext cx="2950425" cy="144016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3A5FE25-98D4-8B2B-235E-4AC79F5E49CA}"/>
              </a:ext>
            </a:extLst>
          </p:cNvPr>
          <p:cNvSpPr txBox="1"/>
          <p:nvPr/>
        </p:nvSpPr>
        <p:spPr>
          <a:xfrm>
            <a:off x="4769181" y="3021437"/>
            <a:ext cx="17363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0" i="0" dirty="0">
                <a:effectLst/>
                <a:latin typeface="+mn-ea"/>
                <a:ea typeface="+mn-ea"/>
              </a:rPr>
              <a:t>1</a:t>
            </a:r>
            <a:r>
              <a:rPr lang="ko-KR" altLang="en-US" sz="1200" b="0" i="0" dirty="0">
                <a:effectLst/>
                <a:latin typeface="+mn-ea"/>
                <a:ea typeface="+mn-ea"/>
              </a:rPr>
              <a:t>순위</a:t>
            </a:r>
            <a:r>
              <a:rPr lang="en-US" altLang="ko-KR" sz="1200" b="0" i="0" dirty="0">
                <a:effectLst/>
                <a:latin typeface="+mn-ea"/>
                <a:ea typeface="+mn-ea"/>
              </a:rPr>
              <a:t> :</a:t>
            </a:r>
            <a:r>
              <a:rPr lang="ko-KR" altLang="en-US" sz="1200" b="0" i="0" dirty="0">
                <a:effectLst/>
                <a:latin typeface="+mn-ea"/>
                <a:ea typeface="+mn-ea"/>
              </a:rPr>
              <a:t> </a:t>
            </a:r>
            <a:r>
              <a:rPr lang="en-US" altLang="ko-KR" sz="1200" b="0" i="0" dirty="0" err="1">
                <a:effectLst/>
                <a:latin typeface="+mn-ea"/>
                <a:ea typeface="+mn-ea"/>
              </a:rPr>
              <a:t>1280x1439px</a:t>
            </a:r>
            <a:endParaRPr lang="en-US" altLang="ko-KR" sz="1200" b="0" i="0" dirty="0">
              <a:effectLst/>
              <a:latin typeface="+mn-ea"/>
              <a:ea typeface="+mn-ea"/>
            </a:endParaRPr>
          </a:p>
          <a:p>
            <a:pPr algn="ctr"/>
            <a:r>
              <a:rPr lang="en-US" altLang="ko-KR" sz="1200" dirty="0">
                <a:latin typeface="+mn-ea"/>
                <a:ea typeface="+mn-ea"/>
              </a:rPr>
              <a:t>2</a:t>
            </a:r>
            <a:r>
              <a:rPr lang="ko-KR" altLang="en-US" sz="1200" dirty="0">
                <a:latin typeface="+mn-ea"/>
                <a:ea typeface="+mn-ea"/>
              </a:rPr>
              <a:t>순위</a:t>
            </a:r>
            <a:r>
              <a:rPr lang="en-US" altLang="ko-KR" sz="1200" dirty="0">
                <a:latin typeface="+mn-ea"/>
                <a:ea typeface="+mn-ea"/>
              </a:rPr>
              <a:t> : </a:t>
            </a:r>
            <a:r>
              <a:rPr lang="en-US" altLang="ko-KR" sz="1200" dirty="0" err="1">
                <a:latin typeface="+mn-ea"/>
                <a:ea typeface="+mn-ea"/>
              </a:rPr>
              <a:t>1920x1080px</a:t>
            </a:r>
            <a:r>
              <a:rPr lang="en-US" altLang="ko-KR" sz="1200" b="0" i="0" dirty="0">
                <a:effectLst/>
                <a:latin typeface="+mn-ea"/>
                <a:ea typeface="+mn-ea"/>
              </a:rPr>
              <a:t> </a:t>
            </a:r>
            <a:endParaRPr lang="ko-KR" altLang="en-US" sz="1200" b="0" i="0" dirty="0">
              <a:effectLst/>
              <a:latin typeface="+mn-ea"/>
              <a:ea typeface="+mn-ea"/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7A6DF15E-9AFA-58C8-95E0-0C00A7EE3025}"/>
              </a:ext>
            </a:extLst>
          </p:cNvPr>
          <p:cNvCxnSpPr>
            <a:cxnSpLocks/>
          </p:cNvCxnSpPr>
          <p:nvPr/>
        </p:nvCxnSpPr>
        <p:spPr>
          <a:xfrm flipV="1">
            <a:off x="7976589" y="2420888"/>
            <a:ext cx="3528392" cy="1471914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9B24B6B-AC2D-7B14-07AE-252282C49C92}"/>
              </a:ext>
            </a:extLst>
          </p:cNvPr>
          <p:cNvSpPr txBox="1"/>
          <p:nvPr/>
        </p:nvSpPr>
        <p:spPr>
          <a:xfrm>
            <a:off x="8896368" y="2926012"/>
            <a:ext cx="16129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0" i="0" dirty="0">
                <a:effectLst/>
                <a:latin typeface="+mn-ea"/>
                <a:ea typeface="+mn-ea"/>
              </a:rPr>
              <a:t>1</a:t>
            </a:r>
            <a:r>
              <a:rPr lang="ko-KR" altLang="en-US" sz="1200" b="0" i="0" dirty="0">
                <a:effectLst/>
                <a:latin typeface="+mn-ea"/>
                <a:ea typeface="+mn-ea"/>
              </a:rPr>
              <a:t>순위 </a:t>
            </a:r>
            <a:r>
              <a:rPr lang="en-US" altLang="ko-KR" sz="1200" b="0" i="0" dirty="0">
                <a:effectLst/>
                <a:latin typeface="+mn-ea"/>
                <a:ea typeface="+mn-ea"/>
              </a:rPr>
              <a:t>:</a:t>
            </a:r>
            <a:r>
              <a:rPr lang="ko-KR" altLang="en-US" sz="1200" b="0" i="0" dirty="0">
                <a:effectLst/>
                <a:latin typeface="+mn-ea"/>
                <a:ea typeface="+mn-ea"/>
              </a:rPr>
              <a:t> </a:t>
            </a:r>
            <a:r>
              <a:rPr lang="en-US" altLang="ko-KR" sz="1200" b="0" i="0" dirty="0" err="1">
                <a:effectLst/>
                <a:latin typeface="+mn-ea"/>
                <a:ea typeface="+mn-ea"/>
              </a:rPr>
              <a:t>1440×900px</a:t>
            </a:r>
            <a:endParaRPr lang="en-US" altLang="ko-KR" sz="1200" b="0" i="0" dirty="0">
              <a:effectLst/>
              <a:latin typeface="+mn-ea"/>
              <a:ea typeface="+mn-ea"/>
            </a:endParaRPr>
          </a:p>
          <a:p>
            <a:pPr algn="ctr"/>
            <a:r>
              <a:rPr lang="en-US" altLang="ko-KR" sz="1200" b="0" i="0" dirty="0">
                <a:effectLst/>
                <a:latin typeface="+mn-ea"/>
                <a:ea typeface="+mn-ea"/>
              </a:rPr>
              <a:t>2</a:t>
            </a:r>
            <a:r>
              <a:rPr lang="ko-KR" altLang="en-US" sz="1200" dirty="0">
                <a:latin typeface="+mn-ea"/>
                <a:ea typeface="+mn-ea"/>
              </a:rPr>
              <a:t>순위 </a:t>
            </a:r>
            <a:r>
              <a:rPr lang="en-US" altLang="ko-KR" sz="1200" dirty="0">
                <a:latin typeface="+mn-ea"/>
                <a:ea typeface="+mn-ea"/>
              </a:rPr>
              <a:t>:</a:t>
            </a:r>
            <a:r>
              <a:rPr lang="ko-KR" altLang="en-US" sz="1200" dirty="0">
                <a:latin typeface="+mn-ea"/>
                <a:ea typeface="+mn-ea"/>
              </a:rPr>
              <a:t> </a:t>
            </a:r>
            <a:r>
              <a:rPr lang="en-US" altLang="ko-KR" sz="1200" b="0" i="0" dirty="0" err="1">
                <a:effectLst/>
                <a:latin typeface="+mn-ea"/>
                <a:ea typeface="+mn-ea"/>
              </a:rPr>
              <a:t>1600×900</a:t>
            </a:r>
            <a:r>
              <a:rPr lang="en-US" altLang="ko-KR" sz="1200" dirty="0" err="1">
                <a:latin typeface="+mn-ea"/>
                <a:ea typeface="+mn-ea"/>
              </a:rPr>
              <a:t>px</a:t>
            </a:r>
            <a:endParaRPr lang="ko-KR" altLang="en-US" sz="1200" b="0" i="0" dirty="0">
              <a:effectLst/>
              <a:latin typeface="+mn-ea"/>
              <a:ea typeface="+mn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31CFE89-9369-2453-051B-CCD8FD7A841E}"/>
              </a:ext>
            </a:extLst>
          </p:cNvPr>
          <p:cNvSpPr txBox="1"/>
          <p:nvPr/>
        </p:nvSpPr>
        <p:spPr>
          <a:xfrm>
            <a:off x="5260313" y="1957439"/>
            <a:ext cx="6864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0" i="0" dirty="0">
                <a:effectLst/>
                <a:latin typeface="+mn-ea"/>
                <a:ea typeface="+mn-ea"/>
              </a:rPr>
              <a:t>normal</a:t>
            </a:r>
            <a:endParaRPr lang="ko-KR" altLang="en-US" sz="1200" b="0" i="0" dirty="0">
              <a:effectLst/>
              <a:latin typeface="+mn-ea"/>
              <a:ea typeface="+mn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B074B7C-4F48-1488-67C2-B8EB570FC498}"/>
              </a:ext>
            </a:extLst>
          </p:cNvPr>
          <p:cNvSpPr txBox="1"/>
          <p:nvPr/>
        </p:nvSpPr>
        <p:spPr>
          <a:xfrm>
            <a:off x="1686328" y="1957439"/>
            <a:ext cx="5645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0" i="0" dirty="0">
                <a:effectLst/>
                <a:latin typeface="+mn-ea"/>
                <a:ea typeface="+mn-ea"/>
              </a:rPr>
              <a:t>Small</a:t>
            </a:r>
            <a:endParaRPr lang="ko-KR" altLang="en-US" sz="1200" b="0" i="0" dirty="0">
              <a:effectLst/>
              <a:latin typeface="+mn-ea"/>
              <a:ea typeface="+mn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48588D0-EDB4-77E3-2E5E-A35862EB57FF}"/>
              </a:ext>
            </a:extLst>
          </p:cNvPr>
          <p:cNvSpPr txBox="1"/>
          <p:nvPr/>
        </p:nvSpPr>
        <p:spPr>
          <a:xfrm>
            <a:off x="9501906" y="1957439"/>
            <a:ext cx="5565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0" i="0" dirty="0">
                <a:effectLst/>
                <a:latin typeface="+mn-ea"/>
                <a:ea typeface="+mn-ea"/>
              </a:rPr>
              <a:t>Wide</a:t>
            </a:r>
            <a:endParaRPr lang="ko-KR" altLang="en-US" sz="1200" b="0" i="0" dirty="0">
              <a:effectLst/>
              <a:latin typeface="+mn-ea"/>
              <a:ea typeface="+mn-ea"/>
            </a:endParaRPr>
          </a:p>
        </p:txBody>
      </p:sp>
      <p:sp>
        <p:nvSpPr>
          <p:cNvPr id="47" name="모서리가 둥근 직사각형 46">
            <a:extLst>
              <a:ext uri="{FF2B5EF4-FFF2-40B4-BE49-F238E27FC236}">
                <a16:creationId xmlns:a16="http://schemas.microsoft.com/office/drawing/2014/main" id="{ED09D8D9-4B01-3D98-8870-5D8C8B97D1E5}"/>
              </a:ext>
            </a:extLst>
          </p:cNvPr>
          <p:cNvSpPr/>
          <p:nvPr/>
        </p:nvSpPr>
        <p:spPr>
          <a:xfrm>
            <a:off x="950229" y="2425791"/>
            <a:ext cx="736099" cy="238043"/>
          </a:xfrm>
          <a:prstGeom prst="roundRect">
            <a:avLst>
              <a:gd name="adj" fmla="val 50000"/>
            </a:avLst>
          </a:prstGeom>
          <a:solidFill>
            <a:srgbClr val="1588EC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dirty="0">
                <a:solidFill>
                  <a:schemeClr val="bg1"/>
                </a:solidFill>
                <a:latin typeface="+mn-ea"/>
              </a:rPr>
              <a:t>19</a:t>
            </a:r>
            <a:r>
              <a:rPr kumimoji="1" lang="ko-KR" altLang="en-US" sz="800" dirty="0">
                <a:solidFill>
                  <a:schemeClr val="bg1"/>
                </a:solidFill>
                <a:latin typeface="+mn-ea"/>
              </a:rPr>
              <a:t>인치</a:t>
            </a:r>
          </a:p>
        </p:txBody>
      </p:sp>
      <p:sp>
        <p:nvSpPr>
          <p:cNvPr id="48" name="모서리가 둥근 직사각형 47">
            <a:extLst>
              <a:ext uri="{FF2B5EF4-FFF2-40B4-BE49-F238E27FC236}">
                <a16:creationId xmlns:a16="http://schemas.microsoft.com/office/drawing/2014/main" id="{CB8C5021-0A0C-B73D-25D3-A354E9159C49}"/>
              </a:ext>
            </a:extLst>
          </p:cNvPr>
          <p:cNvSpPr/>
          <p:nvPr/>
        </p:nvSpPr>
        <p:spPr>
          <a:xfrm>
            <a:off x="4210369" y="2425791"/>
            <a:ext cx="1049944" cy="238043"/>
          </a:xfrm>
          <a:prstGeom prst="roundRect">
            <a:avLst>
              <a:gd name="adj" fmla="val 50000"/>
            </a:avLst>
          </a:prstGeom>
          <a:solidFill>
            <a:srgbClr val="1588EC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dirty="0">
                <a:solidFill>
                  <a:schemeClr val="bg1"/>
                </a:solidFill>
                <a:latin typeface="+mn-ea"/>
              </a:rPr>
              <a:t>14~16.5</a:t>
            </a:r>
            <a:r>
              <a:rPr kumimoji="1" lang="ko-KR" altLang="en-US" sz="800" dirty="0">
                <a:solidFill>
                  <a:schemeClr val="bg1"/>
                </a:solidFill>
                <a:latin typeface="+mn-ea"/>
              </a:rPr>
              <a:t> 노트북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9FF4A38-BA15-5A5F-BC30-E1F0A72AB102}"/>
              </a:ext>
            </a:extLst>
          </p:cNvPr>
          <p:cNvSpPr txBox="1"/>
          <p:nvPr/>
        </p:nvSpPr>
        <p:spPr>
          <a:xfrm>
            <a:off x="487907" y="1072548"/>
            <a:ext cx="6912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b="1" dirty="0">
                <a:solidFill>
                  <a:srgbClr val="FF0000"/>
                </a:solidFill>
                <a:effectLst/>
                <a:latin typeface="+mn-ea"/>
                <a:ea typeface="+mn-ea"/>
              </a:rPr>
              <a:t> </a:t>
            </a:r>
            <a:r>
              <a:rPr lang="en" altLang="ko-KR" sz="1800" b="1" dirty="0">
                <a:solidFill>
                  <a:srgbClr val="FF0000"/>
                </a:solidFill>
                <a:latin typeface="+mn-ea"/>
                <a:ea typeface="+mn-ea"/>
              </a:rPr>
              <a:t> Breakpoint </a:t>
            </a:r>
            <a:r>
              <a:rPr lang="ko-KR" altLang="en-US" sz="1800" b="1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lang="en-US" altLang="ko-KR" sz="1800" b="1" dirty="0">
                <a:solidFill>
                  <a:srgbClr val="FF0000"/>
                </a:solidFill>
                <a:latin typeface="+mn-ea"/>
                <a:ea typeface="+mn-ea"/>
              </a:rPr>
              <a:t>:</a:t>
            </a:r>
            <a:r>
              <a:rPr lang="ko-KR" altLang="en-US" sz="1800" b="1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lang="ko-KR" altLang="en-US" b="1" dirty="0">
                <a:solidFill>
                  <a:srgbClr val="FF0000"/>
                </a:solidFill>
                <a:effectLst/>
                <a:latin typeface="+mn-ea"/>
                <a:ea typeface="+mn-ea"/>
              </a:rPr>
              <a:t> </a:t>
            </a:r>
            <a:r>
              <a:rPr lang="en-US" altLang="ko-KR" b="1" dirty="0">
                <a:solidFill>
                  <a:srgbClr val="FF0000"/>
                </a:solidFill>
                <a:effectLst/>
                <a:latin typeface="+mn-ea"/>
                <a:ea typeface="+mn-ea"/>
              </a:rPr>
              <a:t>1280×1024</a:t>
            </a:r>
          </a:p>
        </p:txBody>
      </p:sp>
      <p:sp>
        <p:nvSpPr>
          <p:cNvPr id="54" name="모서리가 둥근 직사각형 53">
            <a:extLst>
              <a:ext uri="{FF2B5EF4-FFF2-40B4-BE49-F238E27FC236}">
                <a16:creationId xmlns:a16="http://schemas.microsoft.com/office/drawing/2014/main" id="{E1853ECA-839C-BB47-3C36-9B8891443B54}"/>
              </a:ext>
            </a:extLst>
          </p:cNvPr>
          <p:cNvSpPr/>
          <p:nvPr/>
        </p:nvSpPr>
        <p:spPr>
          <a:xfrm>
            <a:off x="5331319" y="2425791"/>
            <a:ext cx="950769" cy="238043"/>
          </a:xfrm>
          <a:prstGeom prst="roundRect">
            <a:avLst>
              <a:gd name="adj" fmla="val 50000"/>
            </a:avLst>
          </a:prstGeom>
          <a:solidFill>
            <a:srgbClr val="1588EC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19 ~ 21.5</a:t>
            </a:r>
            <a:r>
              <a:rPr kumimoji="1" lang="ko-KR" altLang="en-US" sz="800" dirty="0">
                <a:solidFill>
                  <a:schemeClr val="bg1"/>
                </a:solidFill>
                <a:latin typeface="+mn-ea"/>
              </a:rPr>
              <a:t>인치</a:t>
            </a:r>
          </a:p>
        </p:txBody>
      </p:sp>
      <p:sp>
        <p:nvSpPr>
          <p:cNvPr id="55" name="모서리가 둥근 직사각형 54">
            <a:extLst>
              <a:ext uri="{FF2B5EF4-FFF2-40B4-BE49-F238E27FC236}">
                <a16:creationId xmlns:a16="http://schemas.microsoft.com/office/drawing/2014/main" id="{EDEBF663-6E80-269D-B40F-4070B199B564}"/>
              </a:ext>
            </a:extLst>
          </p:cNvPr>
          <p:cNvSpPr/>
          <p:nvPr/>
        </p:nvSpPr>
        <p:spPr>
          <a:xfrm>
            <a:off x="7930140" y="2425791"/>
            <a:ext cx="950769" cy="238043"/>
          </a:xfrm>
          <a:prstGeom prst="roundRect">
            <a:avLst>
              <a:gd name="adj" fmla="val 50000"/>
            </a:avLst>
          </a:prstGeom>
          <a:solidFill>
            <a:srgbClr val="1588EC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29~ 32</a:t>
            </a:r>
            <a:r>
              <a:rPr kumimoji="1" lang="ko-KR" altLang="en-US" sz="800" dirty="0">
                <a:solidFill>
                  <a:schemeClr val="bg1"/>
                </a:solidFill>
                <a:latin typeface="+mn-ea"/>
              </a:rPr>
              <a:t>인치</a:t>
            </a:r>
          </a:p>
        </p:txBody>
      </p:sp>
    </p:spTree>
    <p:extLst>
      <p:ext uri="{BB962C8B-B14F-4D97-AF65-F5344CB8AC3E}">
        <p14:creationId xmlns:p14="http://schemas.microsoft.com/office/powerpoint/2010/main" val="18975032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DEB4A-E729-29AC-63E1-C6267A5E5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D4FC2299-C981-40D0-BF84-9B4911764A60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63352" y="550005"/>
            <a:ext cx="8134044" cy="4175138"/>
            <a:chOff x="353401" y="1261242"/>
            <a:chExt cx="6910750" cy="2819514"/>
          </a:xfrm>
        </p:grpSpPr>
        <p:sp>
          <p:nvSpPr>
            <p:cNvPr id="5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3EF38EA7-A468-56AB-7D25-39D1899E75A7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353401" y="1496299"/>
              <a:ext cx="6910744" cy="258445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7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E0E5EF2F-14A8-88B8-0FD5-CBFC9CCB30C7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353401" y="1261242"/>
              <a:ext cx="6910750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Window popup</a:t>
              </a:r>
            </a:p>
          </p:txBody>
        </p:sp>
        <p:sp>
          <p:nvSpPr>
            <p:cNvPr id="8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1C2C5F7C-44C7-E7BE-CB51-09C54D32A389}"/>
                </a:ext>
              </a:extLst>
            </p:cNvPr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74EA48D-7D60-271B-11A2-F823EBC3E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프로퍼티 관리자 정보 수정</a:t>
            </a:r>
          </a:p>
        </p:txBody>
      </p:sp>
      <p:graphicFrame>
        <p:nvGraphicFramePr>
          <p:cNvPr id="15" name="Table 7">
            <a:extLst>
              <a:ext uri="{FF2B5EF4-FFF2-40B4-BE49-F238E27FC236}">
                <a16:creationId xmlns:a16="http://schemas.microsoft.com/office/drawing/2014/main" id="{407FD457-E543-CE45-E5A0-0B9D340E97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359374"/>
              </p:ext>
            </p:extLst>
          </p:nvPr>
        </p:nvGraphicFramePr>
        <p:xfrm>
          <a:off x="9406740" y="440717"/>
          <a:ext cx="2785260" cy="25156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본인 계정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06AC25E-851C-7943-5BE4-83262CC096BC}"/>
              </a:ext>
            </a:extLst>
          </p:cNvPr>
          <p:cNvSpPr txBox="1"/>
          <p:nvPr/>
        </p:nvSpPr>
        <p:spPr>
          <a:xfrm>
            <a:off x="69106" y="77935"/>
            <a:ext cx="10364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별도</a:t>
            </a:r>
            <a:r>
              <a:rPr lang="en-US" altLang="ko-KR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페이지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039BF63-5C87-C660-02FE-9D8822A95A61}"/>
              </a:ext>
            </a:extLst>
          </p:cNvPr>
          <p:cNvSpPr txBox="1">
            <a:spLocks/>
          </p:cNvSpPr>
          <p:nvPr/>
        </p:nvSpPr>
        <p:spPr>
          <a:xfrm>
            <a:off x="4524788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800" b="0" i="0" kern="120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124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248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373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497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en-US" altLang="ko-KR" dirty="0"/>
              <a:t>HOME &gt;</a:t>
            </a:r>
            <a:r>
              <a:rPr kumimoji="0" lang="ko-KR" altLang="en-US" dirty="0"/>
              <a:t> 관리자 회원 수정</a:t>
            </a:r>
          </a:p>
        </p:txBody>
      </p:sp>
      <p:sp>
        <p:nvSpPr>
          <p:cNvPr id="51" name="텍스트 개체 틀 20">
            <a:extLst>
              <a:ext uri="{FF2B5EF4-FFF2-40B4-BE49-F238E27FC236}">
                <a16:creationId xmlns:a16="http://schemas.microsoft.com/office/drawing/2014/main" id="{025F6792-B0F4-41CC-5186-A1609ABE1D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98495" y="1"/>
            <a:ext cx="3313393" cy="201375"/>
          </a:xfrm>
        </p:spPr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388E623-328F-A203-CE52-6CA0C325D663}"/>
              </a:ext>
            </a:extLst>
          </p:cNvPr>
          <p:cNvSpPr txBox="1"/>
          <p:nvPr/>
        </p:nvSpPr>
        <p:spPr>
          <a:xfrm>
            <a:off x="407368" y="987184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프로퍼티 관리자 수정</a:t>
            </a:r>
          </a:p>
        </p:txBody>
      </p:sp>
      <p:cxnSp>
        <p:nvCxnSpPr>
          <p:cNvPr id="60" name="직선 연결선 18">
            <a:extLst>
              <a:ext uri="{FF2B5EF4-FFF2-40B4-BE49-F238E27FC236}">
                <a16:creationId xmlns:a16="http://schemas.microsoft.com/office/drawing/2014/main" id="{FDD98D86-7726-911E-8ABD-3FC45854DF81}"/>
              </a:ext>
            </a:extLst>
          </p:cNvPr>
          <p:cNvCxnSpPr/>
          <p:nvPr/>
        </p:nvCxnSpPr>
        <p:spPr>
          <a:xfrm>
            <a:off x="414811" y="1013318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6A5FCCEF-2798-E256-7AE6-AA2478339E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0366234"/>
              </p:ext>
            </p:extLst>
          </p:nvPr>
        </p:nvGraphicFramePr>
        <p:xfrm>
          <a:off x="504996" y="1673432"/>
          <a:ext cx="7746198" cy="2403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5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080119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회원번호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U123458790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회원 유형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 관리자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가입일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2025-01-01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계정 상태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9681107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호텔명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프로퍼티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글래드호텔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글래드여의도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461674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아이디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userid12345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 확인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083599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휴대폰 번호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7494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이메일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연락처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67563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부서명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직급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54126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권한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글래드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여의도 프로퍼티 관리자 권한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225585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A07768E2-C35A-C141-F411-50EBCD2D1EA0}"/>
              </a:ext>
            </a:extLst>
          </p:cNvPr>
          <p:cNvSpPr txBox="1"/>
          <p:nvPr/>
        </p:nvSpPr>
        <p:spPr>
          <a:xfrm>
            <a:off x="419772" y="1360504"/>
            <a:ext cx="6912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1893E0C-CDF7-83DB-D925-0CB1CFC2BFC2}"/>
              </a:ext>
            </a:extLst>
          </p:cNvPr>
          <p:cNvSpPr txBox="1"/>
          <p:nvPr/>
        </p:nvSpPr>
        <p:spPr>
          <a:xfrm>
            <a:off x="6793854" y="1360504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DA32502-5616-EE16-3BBB-1184468F823D}"/>
              </a:ext>
            </a:extLst>
          </p:cNvPr>
          <p:cNvSpPr/>
          <p:nvPr/>
        </p:nvSpPr>
        <p:spPr>
          <a:xfrm>
            <a:off x="1626459" y="3222523"/>
            <a:ext cx="249945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useremail</a:t>
            </a:r>
            <a:r>
              <a:rPr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.@</a:t>
            </a:r>
            <a:r>
              <a:rPr lang="en-US" altLang="ko-KR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gladkorea.com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8FE8778-F509-FB04-0DED-B98DF9B70BDA}"/>
              </a:ext>
            </a:extLst>
          </p:cNvPr>
          <p:cNvSpPr/>
          <p:nvPr/>
        </p:nvSpPr>
        <p:spPr>
          <a:xfrm>
            <a:off x="1626459" y="3518359"/>
            <a:ext cx="249945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홍보팀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4F0459F-8114-8352-D684-90A1AACF5AF9}"/>
              </a:ext>
            </a:extLst>
          </p:cNvPr>
          <p:cNvSpPr/>
          <p:nvPr/>
        </p:nvSpPr>
        <p:spPr>
          <a:xfrm>
            <a:off x="5364741" y="3518359"/>
            <a:ext cx="281949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사원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15DA5F5-CEB9-8978-AD09-6D0A2B68F594}"/>
              </a:ext>
            </a:extLst>
          </p:cNvPr>
          <p:cNvSpPr/>
          <p:nvPr/>
        </p:nvSpPr>
        <p:spPr>
          <a:xfrm>
            <a:off x="1626459" y="2943144"/>
            <a:ext cx="249945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김레드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4A04E5C3-3DBF-A19E-7ABF-C10CA2881FE3}"/>
              </a:ext>
            </a:extLst>
          </p:cNvPr>
          <p:cNvGrpSpPr/>
          <p:nvPr/>
        </p:nvGrpSpPr>
        <p:grpSpPr>
          <a:xfrm>
            <a:off x="5364741" y="2914678"/>
            <a:ext cx="2819491" cy="217550"/>
            <a:chOff x="2634570" y="2005049"/>
            <a:chExt cx="2819491" cy="217550"/>
          </a:xfrm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A2042688-6142-C2EE-1DB9-F269ECFB8B4E}"/>
                </a:ext>
              </a:extLst>
            </p:cNvPr>
            <p:cNvSpPr/>
            <p:nvPr/>
          </p:nvSpPr>
          <p:spPr>
            <a:xfrm>
              <a:off x="2634570" y="2006575"/>
              <a:ext cx="869141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+82</a:t>
              </a:r>
              <a:r>
                <a:rPr kumimoji="1"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대한민국</a:t>
              </a: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686186DF-57C6-997C-0546-9379C7D981BE}"/>
                </a:ext>
              </a:extLst>
            </p:cNvPr>
            <p:cNvSpPr/>
            <p:nvPr/>
          </p:nvSpPr>
          <p:spPr>
            <a:xfrm>
              <a:off x="3574092" y="2005049"/>
              <a:ext cx="1879969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02-1234-1234</a:t>
              </a:r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7" name="Chevron Left">
              <a:extLst>
                <a:ext uri="{FF2B5EF4-FFF2-40B4-BE49-F238E27FC236}">
                  <a16:creationId xmlns:a16="http://schemas.microsoft.com/office/drawing/2014/main" id="{C93B2C27-C736-0B9A-722F-346AF58A66E3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39BAC5B7-BBFF-10EB-7D23-FA45539F92D1}"/>
              </a:ext>
            </a:extLst>
          </p:cNvPr>
          <p:cNvGrpSpPr/>
          <p:nvPr/>
        </p:nvGrpSpPr>
        <p:grpSpPr>
          <a:xfrm>
            <a:off x="5364741" y="3210819"/>
            <a:ext cx="2819491" cy="217550"/>
            <a:chOff x="2634570" y="2005049"/>
            <a:chExt cx="2819491" cy="217550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90A0B85D-07E9-1859-D4E0-2130FABCD29B}"/>
                </a:ext>
              </a:extLst>
            </p:cNvPr>
            <p:cNvSpPr/>
            <p:nvPr/>
          </p:nvSpPr>
          <p:spPr>
            <a:xfrm>
              <a:off x="2634570" y="2006575"/>
              <a:ext cx="869141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+82</a:t>
              </a:r>
              <a:r>
                <a:rPr kumimoji="1"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대한민국</a:t>
              </a: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0E19DA15-FF62-0A6D-6D06-61D8D1408E96}"/>
                </a:ext>
              </a:extLst>
            </p:cNvPr>
            <p:cNvSpPr/>
            <p:nvPr/>
          </p:nvSpPr>
          <p:spPr>
            <a:xfrm>
              <a:off x="3574092" y="2005049"/>
              <a:ext cx="1879969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02-1234-1234</a:t>
              </a:r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41" name="Chevron Left">
              <a:extLst>
                <a:ext uri="{FF2B5EF4-FFF2-40B4-BE49-F238E27FC236}">
                  <a16:creationId xmlns:a16="http://schemas.microsoft.com/office/drawing/2014/main" id="{CED310E7-E817-1540-6F6F-C2C211F4E2ED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9DE00BBA-2656-1AB3-FDFD-3E2765C112FF}"/>
              </a:ext>
            </a:extLst>
          </p:cNvPr>
          <p:cNvSpPr/>
          <p:nvPr/>
        </p:nvSpPr>
        <p:spPr>
          <a:xfrm>
            <a:off x="3640278" y="4366271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C657F34-CF0D-1768-DB64-647BB8BF51EF}"/>
              </a:ext>
            </a:extLst>
          </p:cNvPr>
          <p:cNvSpPr/>
          <p:nvPr/>
        </p:nvSpPr>
        <p:spPr>
          <a:xfrm>
            <a:off x="4251585" y="4366271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1B88A05B-9F2A-17CE-907E-7940583EEC90}"/>
              </a:ext>
            </a:extLst>
          </p:cNvPr>
          <p:cNvSpPr/>
          <p:nvPr/>
        </p:nvSpPr>
        <p:spPr>
          <a:xfrm>
            <a:off x="5364741" y="2312339"/>
            <a:ext cx="281949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************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0261492D-3C0D-64A2-FFCD-B741631A5405}"/>
              </a:ext>
            </a:extLst>
          </p:cNvPr>
          <p:cNvSpPr/>
          <p:nvPr/>
        </p:nvSpPr>
        <p:spPr>
          <a:xfrm>
            <a:off x="5364741" y="2613844"/>
            <a:ext cx="281949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************</a:t>
            </a:r>
          </a:p>
        </p:txBody>
      </p:sp>
    </p:spTree>
    <p:extLst>
      <p:ext uri="{BB962C8B-B14F-4D97-AF65-F5344CB8AC3E}">
        <p14:creationId xmlns:p14="http://schemas.microsoft.com/office/powerpoint/2010/main" val="28735608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1C3C6-3566-3E07-FCA9-8CF7F9B49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BA8AA5F0-9D76-DF09-BA59-DEBA651557C0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63352" y="550005"/>
            <a:ext cx="8134044" cy="4463170"/>
            <a:chOff x="353401" y="1261242"/>
            <a:chExt cx="6910750" cy="3014025"/>
          </a:xfrm>
        </p:grpSpPr>
        <p:sp>
          <p:nvSpPr>
            <p:cNvPr id="5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847448E1-BB4B-1B2E-4143-BC3C9E627913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353401" y="1496299"/>
              <a:ext cx="6910744" cy="277896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7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B4135B93-83B0-1800-0EEC-E8E7B743CF6E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353401" y="1261242"/>
              <a:ext cx="6910750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Window popup</a:t>
              </a:r>
            </a:p>
          </p:txBody>
        </p:sp>
        <p:sp>
          <p:nvSpPr>
            <p:cNvPr id="8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4B8AF975-195C-02C5-DA31-90C84023AEF4}"/>
                </a:ext>
              </a:extLst>
            </p:cNvPr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E06C9DB-FD3A-113F-5BB1-7CA052223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호텔 관리자 정보 수정</a:t>
            </a:r>
          </a:p>
        </p:txBody>
      </p:sp>
      <p:graphicFrame>
        <p:nvGraphicFramePr>
          <p:cNvPr id="15" name="Table 7">
            <a:extLst>
              <a:ext uri="{FF2B5EF4-FFF2-40B4-BE49-F238E27FC236}">
                <a16:creationId xmlns:a16="http://schemas.microsoft.com/office/drawing/2014/main" id="{FE754848-4DEB-EB93-41C2-B353AF066C1C}"/>
              </a:ext>
            </a:extLst>
          </p:cNvPr>
          <p:cNvGraphicFramePr>
            <a:graphicFrameLocks noGrp="1"/>
          </p:cNvGraphicFramePr>
          <p:nvPr/>
        </p:nvGraphicFramePr>
        <p:xfrm>
          <a:off x="9406740" y="440717"/>
          <a:ext cx="2785260" cy="25156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본인 계정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E0EB69B-F735-0ED4-0562-281EE3E9484F}"/>
              </a:ext>
            </a:extLst>
          </p:cNvPr>
          <p:cNvSpPr txBox="1"/>
          <p:nvPr/>
        </p:nvSpPr>
        <p:spPr>
          <a:xfrm>
            <a:off x="69106" y="77935"/>
            <a:ext cx="10364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별도</a:t>
            </a:r>
            <a:r>
              <a:rPr lang="en-US" altLang="ko-KR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페이지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7517730-A3CC-363A-633A-8E054299FDB7}"/>
              </a:ext>
            </a:extLst>
          </p:cNvPr>
          <p:cNvSpPr txBox="1">
            <a:spLocks/>
          </p:cNvSpPr>
          <p:nvPr/>
        </p:nvSpPr>
        <p:spPr>
          <a:xfrm>
            <a:off x="4524788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800" b="0" i="0" kern="120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124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248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373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497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en-US" altLang="ko-KR" dirty="0"/>
              <a:t>HOME &gt;</a:t>
            </a:r>
            <a:r>
              <a:rPr kumimoji="0" lang="ko-KR" altLang="en-US" dirty="0"/>
              <a:t> 관리자 회원 수정</a:t>
            </a:r>
          </a:p>
        </p:txBody>
      </p:sp>
      <p:sp>
        <p:nvSpPr>
          <p:cNvPr id="51" name="텍스트 개체 틀 20">
            <a:extLst>
              <a:ext uri="{FF2B5EF4-FFF2-40B4-BE49-F238E27FC236}">
                <a16:creationId xmlns:a16="http://schemas.microsoft.com/office/drawing/2014/main" id="{D8752391-C338-6799-C064-7D6483CDC0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98495" y="1"/>
            <a:ext cx="3313393" cy="201375"/>
          </a:xfrm>
        </p:spPr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2F62234-8002-BB0E-D9E6-C7E00FA53B60}"/>
              </a:ext>
            </a:extLst>
          </p:cNvPr>
          <p:cNvSpPr txBox="1"/>
          <p:nvPr/>
        </p:nvSpPr>
        <p:spPr>
          <a:xfrm>
            <a:off x="407368" y="987184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호텔 관리자 수정</a:t>
            </a:r>
          </a:p>
        </p:txBody>
      </p:sp>
      <p:cxnSp>
        <p:nvCxnSpPr>
          <p:cNvPr id="60" name="직선 연결선 18">
            <a:extLst>
              <a:ext uri="{FF2B5EF4-FFF2-40B4-BE49-F238E27FC236}">
                <a16:creationId xmlns:a16="http://schemas.microsoft.com/office/drawing/2014/main" id="{BA422F14-C516-86A4-E58E-69DC4072CC43}"/>
              </a:ext>
            </a:extLst>
          </p:cNvPr>
          <p:cNvCxnSpPr/>
          <p:nvPr/>
        </p:nvCxnSpPr>
        <p:spPr>
          <a:xfrm>
            <a:off x="414811" y="1013318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985BA5B3-5B22-F936-622B-62B3CDF380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096206"/>
              </p:ext>
            </p:extLst>
          </p:nvPr>
        </p:nvGraphicFramePr>
        <p:xfrm>
          <a:off x="504996" y="1673432"/>
          <a:ext cx="7746198" cy="2875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5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080119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454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회원번호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U123458790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회원 유형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 관리자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454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가입일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2025-01-01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계정 상태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9681107"/>
                  </a:ext>
                </a:extLst>
              </a:tr>
              <a:tr h="3454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호텔명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프로퍼티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글래드호텔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글래드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여의도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      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글래드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마포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      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메종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글래드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제주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4616743"/>
                  </a:ext>
                </a:extLst>
              </a:tr>
              <a:tr h="3454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아이디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userid12345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 확인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083599"/>
                  </a:ext>
                </a:extLst>
              </a:tr>
              <a:tr h="3454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휴대폰 번호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74941"/>
                  </a:ext>
                </a:extLst>
              </a:tr>
              <a:tr h="3454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이메일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연락처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675631"/>
                  </a:ext>
                </a:extLst>
              </a:tr>
              <a:tr h="3454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부서명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직급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541261"/>
                  </a:ext>
                </a:extLst>
              </a:tr>
              <a:tr h="3454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권한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글래드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호텔 관리자 권한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225585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50C7EE18-70A2-F16B-485D-B7CCFBE7A8E6}"/>
              </a:ext>
            </a:extLst>
          </p:cNvPr>
          <p:cNvSpPr txBox="1"/>
          <p:nvPr/>
        </p:nvSpPr>
        <p:spPr>
          <a:xfrm>
            <a:off x="419772" y="1360504"/>
            <a:ext cx="6912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8A4D0F3-13D6-1F1E-440F-25A13F5522FA}"/>
              </a:ext>
            </a:extLst>
          </p:cNvPr>
          <p:cNvSpPr txBox="1"/>
          <p:nvPr/>
        </p:nvSpPr>
        <p:spPr>
          <a:xfrm>
            <a:off x="6793854" y="1360504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8BC56B8-B8DA-F22A-C4DE-BC9436EAEB82}"/>
              </a:ext>
            </a:extLst>
          </p:cNvPr>
          <p:cNvSpPr/>
          <p:nvPr/>
        </p:nvSpPr>
        <p:spPr>
          <a:xfrm>
            <a:off x="1626459" y="3577795"/>
            <a:ext cx="249945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useremail</a:t>
            </a:r>
            <a:r>
              <a:rPr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.@</a:t>
            </a:r>
            <a:r>
              <a:rPr lang="en-US" altLang="ko-KR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gladkorea.com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1C32A26-34ED-8694-92F3-CB523BADE24A}"/>
              </a:ext>
            </a:extLst>
          </p:cNvPr>
          <p:cNvSpPr/>
          <p:nvPr/>
        </p:nvSpPr>
        <p:spPr>
          <a:xfrm>
            <a:off x="1626459" y="3917968"/>
            <a:ext cx="249945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홍보팀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CD30949-56C7-C184-B0F7-6BE2A5EC3E7F}"/>
              </a:ext>
            </a:extLst>
          </p:cNvPr>
          <p:cNvSpPr/>
          <p:nvPr/>
        </p:nvSpPr>
        <p:spPr>
          <a:xfrm>
            <a:off x="5364741" y="3917968"/>
            <a:ext cx="281949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사원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D0F1102-1A5C-D7EB-A462-F56E309D7C44}"/>
              </a:ext>
            </a:extLst>
          </p:cNvPr>
          <p:cNvSpPr/>
          <p:nvPr/>
        </p:nvSpPr>
        <p:spPr>
          <a:xfrm>
            <a:off x="1626459" y="3234381"/>
            <a:ext cx="249945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김레드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A17B3FD2-3C52-FC41-EFFC-D31FF7388C34}"/>
              </a:ext>
            </a:extLst>
          </p:cNvPr>
          <p:cNvGrpSpPr/>
          <p:nvPr/>
        </p:nvGrpSpPr>
        <p:grpSpPr>
          <a:xfrm>
            <a:off x="5364741" y="3239327"/>
            <a:ext cx="2819491" cy="217550"/>
            <a:chOff x="2634570" y="2005049"/>
            <a:chExt cx="2819491" cy="217550"/>
          </a:xfrm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CE94985C-ED9D-7694-C155-00405EC64572}"/>
                </a:ext>
              </a:extLst>
            </p:cNvPr>
            <p:cNvSpPr/>
            <p:nvPr/>
          </p:nvSpPr>
          <p:spPr>
            <a:xfrm>
              <a:off x="2634570" y="2006575"/>
              <a:ext cx="869141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+82</a:t>
              </a:r>
              <a:r>
                <a:rPr kumimoji="1"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대한민국</a:t>
              </a: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B2F2BF80-D3FB-6389-D46A-7B79C95ABA67}"/>
                </a:ext>
              </a:extLst>
            </p:cNvPr>
            <p:cNvSpPr/>
            <p:nvPr/>
          </p:nvSpPr>
          <p:spPr>
            <a:xfrm>
              <a:off x="3574092" y="2005049"/>
              <a:ext cx="1879969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02-1234-1234</a:t>
              </a:r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7" name="Chevron Left">
              <a:extLst>
                <a:ext uri="{FF2B5EF4-FFF2-40B4-BE49-F238E27FC236}">
                  <a16:creationId xmlns:a16="http://schemas.microsoft.com/office/drawing/2014/main" id="{95680AC4-EFE6-66B1-2821-7FF122A41299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91DB80FC-8DDA-7AB0-2A99-ABB461D61823}"/>
              </a:ext>
            </a:extLst>
          </p:cNvPr>
          <p:cNvGrpSpPr/>
          <p:nvPr/>
        </p:nvGrpSpPr>
        <p:grpSpPr>
          <a:xfrm>
            <a:off x="5364741" y="3576269"/>
            <a:ext cx="2819491" cy="217550"/>
            <a:chOff x="2634570" y="2005049"/>
            <a:chExt cx="2819491" cy="217550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FE3CCA06-F4AE-81F5-FDC6-7700D4A4F130}"/>
                </a:ext>
              </a:extLst>
            </p:cNvPr>
            <p:cNvSpPr/>
            <p:nvPr/>
          </p:nvSpPr>
          <p:spPr>
            <a:xfrm>
              <a:off x="2634570" y="2006575"/>
              <a:ext cx="869141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+82</a:t>
              </a:r>
              <a:r>
                <a:rPr kumimoji="1"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대한민국</a:t>
              </a: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E4579361-82A6-21C4-17AD-3ECBCE9C2805}"/>
                </a:ext>
              </a:extLst>
            </p:cNvPr>
            <p:cNvSpPr/>
            <p:nvPr/>
          </p:nvSpPr>
          <p:spPr>
            <a:xfrm>
              <a:off x="3574092" y="2005049"/>
              <a:ext cx="1879969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02-1234-1234</a:t>
              </a:r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41" name="Chevron Left">
              <a:extLst>
                <a:ext uri="{FF2B5EF4-FFF2-40B4-BE49-F238E27FC236}">
                  <a16:creationId xmlns:a16="http://schemas.microsoft.com/office/drawing/2014/main" id="{8DA54077-5277-D42F-6644-F7595AC3D667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77DA499A-580A-FE98-2B61-5B2B698161AF}"/>
              </a:ext>
            </a:extLst>
          </p:cNvPr>
          <p:cNvSpPr/>
          <p:nvPr/>
        </p:nvSpPr>
        <p:spPr>
          <a:xfrm>
            <a:off x="3640278" y="4756586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EE9AF320-CA4C-62B6-D67E-109930EAD45C}"/>
              </a:ext>
            </a:extLst>
          </p:cNvPr>
          <p:cNvSpPr/>
          <p:nvPr/>
        </p:nvSpPr>
        <p:spPr>
          <a:xfrm>
            <a:off x="4251585" y="4756586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4EF2B8C7-183D-036D-5B8F-6ADD7E6CBCC7}"/>
              </a:ext>
            </a:extLst>
          </p:cNvPr>
          <p:cNvSpPr/>
          <p:nvPr/>
        </p:nvSpPr>
        <p:spPr>
          <a:xfrm>
            <a:off x="5364741" y="2489380"/>
            <a:ext cx="281949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************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65662F9-B0A4-182B-239D-3BDE82B15764}"/>
              </a:ext>
            </a:extLst>
          </p:cNvPr>
          <p:cNvSpPr/>
          <p:nvPr/>
        </p:nvSpPr>
        <p:spPr>
          <a:xfrm>
            <a:off x="5364741" y="2876387"/>
            <a:ext cx="281949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************</a:t>
            </a:r>
          </a:p>
        </p:txBody>
      </p:sp>
    </p:spTree>
    <p:extLst>
      <p:ext uri="{BB962C8B-B14F-4D97-AF65-F5344CB8AC3E}">
        <p14:creationId xmlns:p14="http://schemas.microsoft.com/office/powerpoint/2010/main" val="40679463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02BBD-7B6B-D901-0FE3-0F090E660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224B2495-B05F-697D-C2D9-65852C8F98F5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554244" y="910046"/>
            <a:ext cx="8134044" cy="4175138"/>
            <a:chOff x="353401" y="1261242"/>
            <a:chExt cx="6910750" cy="2819514"/>
          </a:xfrm>
        </p:grpSpPr>
        <p:sp>
          <p:nvSpPr>
            <p:cNvPr id="12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03DCBF21-B8BF-3D18-B205-9D0319A57690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353401" y="1496299"/>
              <a:ext cx="6910744" cy="258445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3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6D5578EB-E790-1522-CDE4-488C570E32B3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353401" y="1261242"/>
              <a:ext cx="6910750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Window popup</a:t>
              </a:r>
            </a:p>
          </p:txBody>
        </p:sp>
        <p:sp>
          <p:nvSpPr>
            <p:cNvPr id="14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FDE99735-FB7F-60E2-EDE1-D567494A6730}"/>
                </a:ext>
              </a:extLst>
            </p:cNvPr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4A0FD46-E24E-B650-862C-1BFE8EF4A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시스템 관리자 정보 수정</a:t>
            </a:r>
          </a:p>
        </p:txBody>
      </p:sp>
      <p:graphicFrame>
        <p:nvGraphicFramePr>
          <p:cNvPr id="15" name="Table 7">
            <a:extLst>
              <a:ext uri="{FF2B5EF4-FFF2-40B4-BE49-F238E27FC236}">
                <a16:creationId xmlns:a16="http://schemas.microsoft.com/office/drawing/2014/main" id="{02F6D707-11E6-3DCF-D2B8-DE49C4A1F4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1242510"/>
              </p:ext>
            </p:extLst>
          </p:nvPr>
        </p:nvGraphicFramePr>
        <p:xfrm>
          <a:off x="9406740" y="440717"/>
          <a:ext cx="2785260" cy="25156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블루웨이브 본인 계정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7C17CE8-F9E2-4D6C-EC38-F9AF845C8FBE}"/>
              </a:ext>
            </a:extLst>
          </p:cNvPr>
          <p:cNvSpPr txBox="1"/>
          <p:nvPr/>
        </p:nvSpPr>
        <p:spPr>
          <a:xfrm>
            <a:off x="69106" y="77935"/>
            <a:ext cx="10364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별도</a:t>
            </a:r>
            <a:r>
              <a:rPr lang="en-US" altLang="ko-KR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페이지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05DD1A7-0E14-6736-F70A-8701247DF012}"/>
              </a:ext>
            </a:extLst>
          </p:cNvPr>
          <p:cNvSpPr txBox="1">
            <a:spLocks/>
          </p:cNvSpPr>
          <p:nvPr/>
        </p:nvSpPr>
        <p:spPr>
          <a:xfrm>
            <a:off x="4524788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800" b="0" i="0" kern="120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124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248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373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497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en-US" altLang="ko-KR" dirty="0"/>
              <a:t>HOME &gt;</a:t>
            </a:r>
            <a:r>
              <a:rPr kumimoji="0" lang="ko-KR" altLang="en-US" dirty="0"/>
              <a:t> 관리자 회원 수정</a:t>
            </a:r>
          </a:p>
        </p:txBody>
      </p:sp>
      <p:sp>
        <p:nvSpPr>
          <p:cNvPr id="51" name="텍스트 개체 틀 20">
            <a:extLst>
              <a:ext uri="{FF2B5EF4-FFF2-40B4-BE49-F238E27FC236}">
                <a16:creationId xmlns:a16="http://schemas.microsoft.com/office/drawing/2014/main" id="{12A654F4-8AB0-3737-0346-123B9F2EC4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98495" y="1"/>
            <a:ext cx="3313393" cy="201375"/>
          </a:xfrm>
        </p:spPr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7500D39-9752-336F-F133-2782CF9AA223}"/>
              </a:ext>
            </a:extLst>
          </p:cNvPr>
          <p:cNvSpPr txBox="1"/>
          <p:nvPr/>
        </p:nvSpPr>
        <p:spPr>
          <a:xfrm>
            <a:off x="695400" y="1347225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시스템 관리자 회원정보 수정</a:t>
            </a:r>
          </a:p>
        </p:txBody>
      </p:sp>
      <p:cxnSp>
        <p:nvCxnSpPr>
          <p:cNvPr id="60" name="직선 연결선 18">
            <a:extLst>
              <a:ext uri="{FF2B5EF4-FFF2-40B4-BE49-F238E27FC236}">
                <a16:creationId xmlns:a16="http://schemas.microsoft.com/office/drawing/2014/main" id="{8AA7BCB3-0EA0-9A01-786D-CABAF0168790}"/>
              </a:ext>
            </a:extLst>
          </p:cNvPr>
          <p:cNvCxnSpPr/>
          <p:nvPr/>
        </p:nvCxnSpPr>
        <p:spPr>
          <a:xfrm>
            <a:off x="702843" y="1373359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C354BE6E-C36F-6145-40EA-40EBCEB1CD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7251924"/>
              </p:ext>
            </p:extLst>
          </p:nvPr>
        </p:nvGraphicFramePr>
        <p:xfrm>
          <a:off x="793028" y="2033473"/>
          <a:ext cx="7746198" cy="2403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5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080119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회원번호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A123458790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회원 유형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블루웨이브 관리자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가입일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2025-01-01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계정 상태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9681107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 확인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461674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아이디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userid12345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083599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휴대폰 번호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7494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이메일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연락처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67563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부서명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직급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54126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권한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블루웨이브 관리자 권한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2571682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9F944915-C54B-7C16-820E-A55498A03434}"/>
              </a:ext>
            </a:extLst>
          </p:cNvPr>
          <p:cNvSpPr txBox="1"/>
          <p:nvPr/>
        </p:nvSpPr>
        <p:spPr>
          <a:xfrm>
            <a:off x="707804" y="1720545"/>
            <a:ext cx="6912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D615E50-B763-A328-7DAF-7FEAA27AB0D6}"/>
              </a:ext>
            </a:extLst>
          </p:cNvPr>
          <p:cNvSpPr txBox="1"/>
          <p:nvPr/>
        </p:nvSpPr>
        <p:spPr>
          <a:xfrm>
            <a:off x="7081886" y="1720545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67851F3-F4BE-3D20-E1CA-4F892029D7FD}"/>
              </a:ext>
            </a:extLst>
          </p:cNvPr>
          <p:cNvSpPr/>
          <p:nvPr/>
        </p:nvSpPr>
        <p:spPr>
          <a:xfrm>
            <a:off x="1914491" y="3582564"/>
            <a:ext cx="249945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useremail</a:t>
            </a:r>
            <a:r>
              <a:rPr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.@</a:t>
            </a:r>
            <a:r>
              <a:rPr lang="en-US" altLang="ko-KR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gladkorea.com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37ECE77-7E3A-C4D9-BC0D-AE6D023173C7}"/>
              </a:ext>
            </a:extLst>
          </p:cNvPr>
          <p:cNvSpPr/>
          <p:nvPr/>
        </p:nvSpPr>
        <p:spPr>
          <a:xfrm>
            <a:off x="1914491" y="3878400"/>
            <a:ext cx="249945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홍보팀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EA86592-3E39-14DD-E059-6EEE6EC12DC3}"/>
              </a:ext>
            </a:extLst>
          </p:cNvPr>
          <p:cNvSpPr/>
          <p:nvPr/>
        </p:nvSpPr>
        <p:spPr>
          <a:xfrm>
            <a:off x="5652773" y="3878400"/>
            <a:ext cx="281949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사원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611C211-A23A-8131-C506-892862BBAD46}"/>
              </a:ext>
            </a:extLst>
          </p:cNvPr>
          <p:cNvSpPr/>
          <p:nvPr/>
        </p:nvSpPr>
        <p:spPr>
          <a:xfrm>
            <a:off x="1914491" y="3303185"/>
            <a:ext cx="249945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박블루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3CB9D4D8-B427-C924-B341-0D699A60D04F}"/>
              </a:ext>
            </a:extLst>
          </p:cNvPr>
          <p:cNvGrpSpPr/>
          <p:nvPr/>
        </p:nvGrpSpPr>
        <p:grpSpPr>
          <a:xfrm>
            <a:off x="5652773" y="3274719"/>
            <a:ext cx="2819491" cy="217550"/>
            <a:chOff x="2634570" y="2005049"/>
            <a:chExt cx="2819491" cy="217550"/>
          </a:xfrm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B34374F4-B282-C805-6939-C39459675A71}"/>
                </a:ext>
              </a:extLst>
            </p:cNvPr>
            <p:cNvSpPr/>
            <p:nvPr/>
          </p:nvSpPr>
          <p:spPr>
            <a:xfrm>
              <a:off x="2634570" y="2006575"/>
              <a:ext cx="869141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+82</a:t>
              </a:r>
              <a:r>
                <a:rPr kumimoji="1"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대한민국</a:t>
              </a: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A073642C-914E-DD4C-0F08-AD45B10236E4}"/>
                </a:ext>
              </a:extLst>
            </p:cNvPr>
            <p:cNvSpPr/>
            <p:nvPr/>
          </p:nvSpPr>
          <p:spPr>
            <a:xfrm>
              <a:off x="3574092" y="2005049"/>
              <a:ext cx="1879969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02-1234-1234</a:t>
              </a:r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7" name="Chevron Left">
              <a:extLst>
                <a:ext uri="{FF2B5EF4-FFF2-40B4-BE49-F238E27FC236}">
                  <a16:creationId xmlns:a16="http://schemas.microsoft.com/office/drawing/2014/main" id="{5D4EE352-D85B-138B-E04E-76D4FBBF4E2C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E9B1649B-FE46-4347-A8B7-822769BD2A7E}"/>
              </a:ext>
            </a:extLst>
          </p:cNvPr>
          <p:cNvGrpSpPr/>
          <p:nvPr/>
        </p:nvGrpSpPr>
        <p:grpSpPr>
          <a:xfrm>
            <a:off x="5652773" y="3570860"/>
            <a:ext cx="2819491" cy="217550"/>
            <a:chOff x="2634570" y="2005049"/>
            <a:chExt cx="2819491" cy="217550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2CB5B7B9-3D18-BC8A-B76F-AEB5026B7337}"/>
                </a:ext>
              </a:extLst>
            </p:cNvPr>
            <p:cNvSpPr/>
            <p:nvPr/>
          </p:nvSpPr>
          <p:spPr>
            <a:xfrm>
              <a:off x="2634570" y="2006575"/>
              <a:ext cx="869141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+82</a:t>
              </a:r>
              <a:r>
                <a:rPr kumimoji="1"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대한민국</a:t>
              </a: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B1330F65-887C-2740-E5E3-D50165B143D0}"/>
                </a:ext>
              </a:extLst>
            </p:cNvPr>
            <p:cNvSpPr/>
            <p:nvPr/>
          </p:nvSpPr>
          <p:spPr>
            <a:xfrm>
              <a:off x="3574092" y="2005049"/>
              <a:ext cx="1879969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02-1234-1234</a:t>
              </a:r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41" name="Chevron Left">
              <a:extLst>
                <a:ext uri="{FF2B5EF4-FFF2-40B4-BE49-F238E27FC236}">
                  <a16:creationId xmlns:a16="http://schemas.microsoft.com/office/drawing/2014/main" id="{81759FED-7E4C-070F-804E-BE9FB43A7F37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C65B4A4-B554-B9B3-B09B-9D5B55D04B08}"/>
              </a:ext>
            </a:extLst>
          </p:cNvPr>
          <p:cNvSpPr/>
          <p:nvPr/>
        </p:nvSpPr>
        <p:spPr>
          <a:xfrm>
            <a:off x="3869202" y="4628966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7F18301-74A8-E1CB-ECD0-53B3E4E20E45}"/>
              </a:ext>
            </a:extLst>
          </p:cNvPr>
          <p:cNvSpPr/>
          <p:nvPr/>
        </p:nvSpPr>
        <p:spPr>
          <a:xfrm>
            <a:off x="4480509" y="4628966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651930F-8FBD-45E5-ABFD-73A25F3BB2AE}"/>
              </a:ext>
            </a:extLst>
          </p:cNvPr>
          <p:cNvSpPr/>
          <p:nvPr/>
        </p:nvSpPr>
        <p:spPr>
          <a:xfrm>
            <a:off x="5652773" y="2672380"/>
            <a:ext cx="281949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************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1411B71-3437-FEA0-1FA5-7C51FD95DC32}"/>
              </a:ext>
            </a:extLst>
          </p:cNvPr>
          <p:cNvSpPr/>
          <p:nvPr/>
        </p:nvSpPr>
        <p:spPr>
          <a:xfrm>
            <a:off x="1908773" y="2672380"/>
            <a:ext cx="249945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************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520348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A841D-68A8-4203-D1FB-50F8520E0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4D057E8-5A54-DDF6-B911-5CC8C7E333C5}"/>
              </a:ext>
            </a:extLst>
          </p:cNvPr>
          <p:cNvSpPr txBox="1"/>
          <p:nvPr/>
        </p:nvSpPr>
        <p:spPr>
          <a:xfrm>
            <a:off x="69106" y="77935"/>
            <a:ext cx="31465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Validation check case </a:t>
            </a:r>
            <a:endParaRPr lang="ko-KR" altLang="en-US" sz="1000" b="1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1EB9077-3333-A920-034E-49A2A39B724F}"/>
              </a:ext>
            </a:extLst>
          </p:cNvPr>
          <p:cNvSpPr txBox="1">
            <a:spLocks/>
          </p:cNvSpPr>
          <p:nvPr/>
        </p:nvSpPr>
        <p:spPr>
          <a:xfrm>
            <a:off x="4524788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800" b="0" i="0" kern="120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124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248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373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497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ko-KR" altLang="en-US" dirty="0"/>
              <a:t>사용자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모바일 회원 리스트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회원정보 상세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B8BCD61-42EE-9803-8022-0B24D9057F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5397544"/>
              </p:ext>
            </p:extLst>
          </p:nvPr>
        </p:nvGraphicFramePr>
        <p:xfrm>
          <a:off x="119336" y="548680"/>
          <a:ext cx="11876248" cy="39755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178">
                  <a:extLst>
                    <a:ext uri="{9D8B030D-6E8A-4147-A177-3AD203B41FA5}">
                      <a16:colId xmlns:a16="http://schemas.microsoft.com/office/drawing/2014/main" val="2033187375"/>
                    </a:ext>
                  </a:extLst>
                </a:gridCol>
                <a:gridCol w="2060110">
                  <a:extLst>
                    <a:ext uri="{9D8B030D-6E8A-4147-A177-3AD203B41FA5}">
                      <a16:colId xmlns:a16="http://schemas.microsoft.com/office/drawing/2014/main" val="1130626129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4216543346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3811281932"/>
                    </a:ext>
                  </a:extLst>
                </a:gridCol>
                <a:gridCol w="3312368">
                  <a:extLst>
                    <a:ext uri="{9D8B030D-6E8A-4147-A177-3AD203B41FA5}">
                      <a16:colId xmlns:a16="http://schemas.microsoft.com/office/drawing/2014/main" val="2561323354"/>
                    </a:ext>
                  </a:extLst>
                </a:gridCol>
                <a:gridCol w="2947256">
                  <a:extLst>
                    <a:ext uri="{9D8B030D-6E8A-4147-A177-3AD203B41FA5}">
                      <a16:colId xmlns:a16="http://schemas.microsoft.com/office/drawing/2014/main" val="2481029093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액션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타입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메시지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국문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메시지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영문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866115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이메일 입력양식이 틀린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이메일 형식을 확인해주세요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Please check the email format.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211779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국가번호를 미 </a:t>
                      </a:r>
                      <a:r>
                        <a:rPr lang="ko-KR" altLang="en-US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셀렉트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한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국가번호를 선택해주세요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Please select a country code.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377627"/>
                  </a:ext>
                </a:extLst>
              </a:tr>
              <a:tr h="2879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 내용에 문제가 없는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정말 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저장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하시겠습니까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? /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저장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 완료 되었습니다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Are you sure you want to register? /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Your registration has been completed.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00892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중복체크 안 한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중복 체크는 필수 입니다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Duplicate checks are mandatory.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393941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필수 입력 항목이 누락된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 입력 항목을 확인해주세요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Please check the required entry.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04059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협력사 담당자 등록 저장 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등록이 완료 되었습니다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초기 비밀번호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holapms1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!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로 로그인 후 비밀번호를 수정하세요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Your registration is complete. Please login with initial password: </a:t>
                      </a: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holapms1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! and modify your password.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0780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13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52332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236074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10312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430512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0063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237635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rURmXEkznL8vM+dIgmFWecIsYkRz2E8ifMc9jRVOog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rURmXEkznL8vM+dIgmFWecIsYkRz2E8ifMc9jRVOog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rURmXEkznL8vM+dIgmFWecIsYkRz2E8ifMc9jRVOog=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ll 나눔고딕">
      <a:majorFont>
        <a:latin typeface="나눔고딕"/>
        <a:ea typeface="나눔고딕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">
          <a:solidFill>
            <a:schemeClr val="tx1">
              <a:lumMod val="50000"/>
              <a:lumOff val="50000"/>
            </a:schemeClr>
          </a:solidFill>
        </a:ln>
      </a:spPr>
      <a:bodyPr rtlCol="0" anchor="ctr"/>
      <a:lstStyle>
        <a:defPPr algn="ctr">
          <a:defRPr sz="1200" b="1" dirty="0" smtClean="0">
            <a:solidFill>
              <a:schemeClr val="tx1">
                <a:lumMod val="65000"/>
                <a:lumOff val="35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sz="800">
            <a:latin typeface="+mn-ea"/>
            <a:ea typeface="+mn-e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78890</TotalTime>
  <Words>1732</Words>
  <Application>Microsoft Macintosh PowerPoint</Application>
  <PresentationFormat>와이드스크린</PresentationFormat>
  <Paragraphs>574</Paragraphs>
  <Slides>16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5" baseType="lpstr">
      <vt:lpstr>굴림</vt:lpstr>
      <vt:lpstr>나눔고딕</vt:lpstr>
      <vt:lpstr>나눔고딕</vt:lpstr>
      <vt:lpstr>나눔고딕OTF</vt:lpstr>
      <vt:lpstr>Malgun Gothic</vt:lpstr>
      <vt:lpstr>Malgun Gothic</vt:lpstr>
      <vt:lpstr>Arial</vt:lpstr>
      <vt:lpstr>Segoe UI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프로퍼티 관리자 정보 수정</vt:lpstr>
      <vt:lpstr>호텔 관리자 정보 수정</vt:lpstr>
      <vt:lpstr>시스템 관리자 정보 수정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화면설계서</dc:title>
  <dc:creator>김 무현</dc:creator>
  <cp:lastModifiedBy>성광 박</cp:lastModifiedBy>
  <cp:revision>11363</cp:revision>
  <cp:lastPrinted>2021-10-07T06:19:02Z</cp:lastPrinted>
  <dcterms:created xsi:type="dcterms:W3CDTF">2008-07-01T10:06:20Z</dcterms:created>
  <dcterms:modified xsi:type="dcterms:W3CDTF">2025-02-17T14:01:14Z</dcterms:modified>
</cp:coreProperties>
</file>