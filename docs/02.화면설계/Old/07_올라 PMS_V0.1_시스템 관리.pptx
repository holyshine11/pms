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24"/>
  </p:notesMasterIdLst>
  <p:handoutMasterIdLst>
    <p:handoutMasterId r:id="rId25"/>
  </p:handoutMasterIdLst>
  <p:sldIdLst>
    <p:sldId id="593" r:id="rId2"/>
    <p:sldId id="594" r:id="rId3"/>
    <p:sldId id="1279" r:id="rId4"/>
    <p:sldId id="1243" r:id="rId5"/>
    <p:sldId id="1276" r:id="rId6"/>
    <p:sldId id="1305" r:id="rId7"/>
    <p:sldId id="1286" r:id="rId8"/>
    <p:sldId id="1287" r:id="rId9"/>
    <p:sldId id="1288" r:id="rId10"/>
    <p:sldId id="1306" r:id="rId11"/>
    <p:sldId id="1280" r:id="rId12"/>
    <p:sldId id="1277" r:id="rId13"/>
    <p:sldId id="1278" r:id="rId14"/>
    <p:sldId id="1307" r:id="rId15"/>
    <p:sldId id="1281" r:id="rId16"/>
    <p:sldId id="1282" r:id="rId17"/>
    <p:sldId id="1291" r:id="rId18"/>
    <p:sldId id="1308" r:id="rId19"/>
    <p:sldId id="1292" r:id="rId20"/>
    <p:sldId id="1293" r:id="rId21"/>
    <p:sldId id="1294" r:id="rId22"/>
    <p:sldId id="1309" r:id="rId23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그룹코드 관리" id="{E001F80A-F6AA-C54F-9CE7-2F41E3FCFC87}">
          <p14:sldIdLst>
            <p14:sldId id="1279"/>
            <p14:sldId id="1243"/>
            <p14:sldId id="1276"/>
            <p14:sldId id="1305"/>
          </p14:sldIdLst>
        </p14:section>
        <p14:section name="공통코드 관리" id="{85D0CB58-6D2A-F74A-A136-4434C0CCC65E}">
          <p14:sldIdLst>
            <p14:sldId id="1286"/>
            <p14:sldId id="1287"/>
            <p14:sldId id="1288"/>
            <p14:sldId id="1306"/>
          </p14:sldIdLst>
        </p14:section>
        <p14:section name="마켓 코드 관리" id="{6E4BC1F4-AEEA-FE48-9399-A9B8C52939AE}">
          <p14:sldIdLst>
            <p14:sldId id="1280"/>
            <p14:sldId id="1277"/>
            <p14:sldId id="1278"/>
            <p14:sldId id="1307"/>
          </p14:sldIdLst>
        </p14:section>
        <p14:section name="층 코드 관리" id="{0B8E761F-E452-964A-B731-C973B17362BB}">
          <p14:sldIdLst>
            <p14:sldId id="1281"/>
            <p14:sldId id="1282"/>
            <p14:sldId id="1291"/>
            <p14:sldId id="1308"/>
          </p14:sldIdLst>
        </p14:section>
        <p14:section name="호수 코드 관리" id="{8B048325-E2DD-CF49-9444-1AF6CDFA8B13}">
          <p14:sldIdLst>
            <p14:sldId id="1292"/>
            <p14:sldId id="1293"/>
            <p14:sldId id="1294"/>
            <p14:sldId id="13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0E0E0"/>
    <a:srgbClr val="E4E4E4"/>
    <a:srgbClr val="0E273B"/>
    <a:srgbClr val="FFFFFF"/>
    <a:srgbClr val="0971CE"/>
    <a:srgbClr val="BEDDFA"/>
    <a:srgbClr val="21AB7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6966" autoAdjust="0"/>
  </p:normalViewPr>
  <p:slideViewPr>
    <p:cSldViewPr>
      <p:cViewPr>
        <p:scale>
          <a:sx n="235" d="100"/>
          <a:sy n="235" d="100"/>
        </p:scale>
        <p:origin x="248" y="-38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2025. 1. 23.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248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4E22-E0FB-C513-379F-DD84B7E0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3487C0-E888-8A06-E86A-9FA6D1A0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6E952-1442-AFE4-8CA7-9CD79B4CE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AB2ADB-3229-4F9C-A267-7BBAD576D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05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4CAF-E997-6A08-766B-F219AB4C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0B87AA-B029-B074-C2A9-064FEF754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930C5B-592A-D526-D8E1-A6B56AAE3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F05CE-8A04-5857-11DF-A08E19B99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4797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CA95-2F09-D976-318F-3948303E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3DB0-68B5-FEA8-0A80-CBA185307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ACEC7A-1B90-6EA2-3548-8AB97B2EF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7018B-D874-7AD6-C4C9-32B2DAF7C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403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6D43-1E14-F23A-445F-FD33A2CB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EC53BB-26DF-780E-FE4F-B770E71C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0B7972-9492-AFC8-B2F1-755465091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EB16A-804D-A555-A4F1-E5E3900C8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998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17C5-F347-5537-60A7-7FBA186A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99C1A0-BD4F-75D3-3359-681B2E7B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B9C39-4C06-DF3F-C501-3855E6B93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DAD6E-18B8-55F9-78A8-6DA92B917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61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099D-01E6-6438-78F4-F5FA5C8D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04E6F-D5A6-E263-1A2C-94CFC2315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4E6D39-8026-5BC1-0BE0-2A49234AE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B9EEB-F226-DC66-AA15-9A4346A66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63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9C23-FDAF-BEC3-8563-E4F68F3A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4CC0F-A602-F780-B73A-F08D8B38E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839790-C7FC-2CF6-993B-C87086C9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0F2CD-5AD6-0466-F41D-D84562850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092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E356-34CE-A69F-A4A9-EE4A5CFF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E0AF3E-2B75-FBC7-6012-DD6EE5CE2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0F797-986B-B6FF-3CC7-AB02CE398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19EEC-C5CB-5EFA-49A0-33397D9DA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035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477D-642E-4D7E-2AF3-D7B81B5C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7068D-4715-49E6-1DFA-C57F9EC6F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9BADF-6A66-F814-CD7E-8D2B4157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31C23-8CFE-3BEC-5DE6-1873C4D0C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055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540A-0CDF-6E85-F2D6-C1DB478A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BF33D4-3B56-CEEA-E4F8-1D08E861C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6D0A7B-C29D-AFB6-379A-79BF8E4ED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44B28-3BCB-B08B-4B22-F7CF3EC0E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945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6717-AE13-212D-4F41-02E46644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9ACC76-1084-4603-AFA3-43B4A5DF9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2EF58-1A54-C442-E3BB-FCAE17136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AC8AD-FCB7-8418-D532-55826DBDC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797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FD79-80CB-E6C4-8AA1-470C8397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8027F6-F1A8-5595-408E-8F0FEDE85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337A4-BB16-5014-B972-B6887ABC5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EC78E-AA86-35BC-0E32-1A7F28804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610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D01A-85DB-9CA1-04A4-672BF167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756788-EBA2-BBBE-113B-0A76CFBD4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5D7AE0-52DF-E45E-C4F2-385DD080C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0EB6D3-9AD2-E250-F46A-53EAF7E5D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80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시스템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79644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FFDBE39-250E-98EB-F500-016920480DBE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그룹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8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그룹코드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407895D-2D2A-C3E4-C18C-629F79FCE43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A6A14EE-3E9A-1EA2-373D-B30F79BC725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F04C3AE-4201-0BDD-C089-13E1DBC8A4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C634A4-673D-C4EB-E18A-7E4E821F5D3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F1E7BA9A-90E9-5F2C-48E6-57F9A27FDB7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15A131AD-9162-4C6A-8031-55AD3B2E1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26028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A4175CA-2C82-7FA8-988D-D0E45071F4B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30348A7-764D-C89B-1AA5-90FE9DE7B662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7EA5914-F0DB-101A-46AC-5137F9F4FABF}"/>
              </a:ext>
            </a:extLst>
          </p:cNvPr>
          <p:cNvSpPr/>
          <p:nvPr/>
        </p:nvSpPr>
        <p:spPr>
          <a:xfrm>
            <a:off x="8616279" y="1217507"/>
            <a:ext cx="656507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그룹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2DB8FA0B-F4C7-90CC-B1D4-CF6EBCB2C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042142"/>
              </p:ext>
            </p:extLst>
          </p:nvPr>
        </p:nvGraphicFramePr>
        <p:xfrm>
          <a:off x="1447438" y="1456510"/>
          <a:ext cx="781608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1536036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1991528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TEL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로컬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팩스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휴대폰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905774A8-6F0C-13CF-3A8C-8CF7645DE99D}"/>
              </a:ext>
            </a:extLst>
          </p:cNvPr>
          <p:cNvSpPr txBox="1"/>
          <p:nvPr/>
        </p:nvSpPr>
        <p:spPr>
          <a:xfrm>
            <a:off x="4737445" y="288364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E9DB376-F5B0-6E98-925A-C6935DC1F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2636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그룹코드 등록 상세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3F8DAB4F-4546-689D-AF4D-6508933A4BE9}"/>
              </a:ext>
            </a:extLst>
          </p:cNvPr>
          <p:cNvGrpSpPr/>
          <p:nvPr/>
        </p:nvGrpSpPr>
        <p:grpSpPr>
          <a:xfrm>
            <a:off x="1444055" y="1190681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BC81D3-A484-C6D3-F066-0F7B887BC5CC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1775638-237B-397E-8995-C167003A9A03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7DF7775A-26F5-447B-B4E7-81185E0CE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27F87F2F-5048-C94B-2F08-189018B2A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A0F81B3A-3BC0-89A9-834B-8F3CE380FAF1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5007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C6577A9-2096-E144-CD0A-7E3B2C54EE5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41216" y="925344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1EEE10CD-8A7A-E665-2AF4-7F5D7422C4AC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871431A3-9BB1-1D1E-8C51-3BA13AE96865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97F2B4DC-83C3-9911-388B-523B51FA3202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397AECC-8B41-3162-8F26-3C8C02E3990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132272" y="925344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BB4A1514-5912-9EA0-9A05-94A0CDFBDF88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7E933A55-92AE-0DF4-C951-5367220E720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A3BD6E14-49CB-9A50-FA14-BC663A198453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7A3B314-D267-4DC6-E676-CCF43836194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55226" y="925344"/>
            <a:ext cx="338257" cy="181588"/>
            <a:chOff x="593892" y="1580313"/>
            <a:chExt cx="413657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6B3AE6C3-0F4E-8AF4-3415-878C4B9ACEDA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176FAB25-67EB-7678-43D0-9C9A49EF64D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64583323-C5B4-6730-0B5F-1F903A75DE71}"/>
                </a:ext>
              </a:extLst>
            </p:cNvPr>
            <p:cNvSpPr txBox="1"/>
            <p:nvPr/>
          </p:nvSpPr>
          <p:spPr>
            <a:xfrm>
              <a:off x="715147" y="1580313"/>
              <a:ext cx="292402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17015EB6-9C3D-4230-474F-41FA11011D6A}"/>
              </a:ext>
            </a:extLst>
          </p:cNvPr>
          <p:cNvSpPr/>
          <p:nvPr/>
        </p:nvSpPr>
        <p:spPr>
          <a:xfrm rot="16200000" flipH="1" flipV="1">
            <a:off x="2552950" y="16208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2B591409-AC5A-EB94-DC62-1B20AC290119}"/>
              </a:ext>
            </a:extLst>
          </p:cNvPr>
          <p:cNvSpPr/>
          <p:nvPr/>
        </p:nvSpPr>
        <p:spPr>
          <a:xfrm rot="16200000" flipH="1" flipV="1">
            <a:off x="8526514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968B0D-038C-6218-3F4B-CCED2EF571AE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110990-CB53-9D87-F67B-1ED4761A55C3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C4BE-267C-4F03-7991-88E722E4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262EAE-ABB5-1DD6-2A00-80210C17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그룹 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43E79AA-D734-D28C-E368-E855D57A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그룹코드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E6F818D-1684-98D1-FD9F-285F52430F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CACFE6A-6F72-6E8D-148F-9B6E31C4E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C517CF53-28FA-FE9E-B670-2318BD1C550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EE84E5F-C650-F73C-5083-BE70C2C1965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7AF3F2AC-9EB7-C7A0-1B24-B5733594EBA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83CF19F-1157-2F4F-05E0-1FDCEB5EEBF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2C796B54-37D2-C723-500D-7A7DF1B2791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30E94919-90D6-D062-B43B-70C69A5FE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12659"/>
              </p:ext>
            </p:extLst>
          </p:nvPr>
        </p:nvGraphicFramePr>
        <p:xfrm>
          <a:off x="9406740" y="440717"/>
          <a:ext cx="2785260" cy="309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 하위에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맵핑된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공통코드가 있는 경우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5D94BE0E-7520-CEEA-36F8-EE61906F7BB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999656" y="895844"/>
            <a:ext cx="4320480" cy="2597188"/>
            <a:chOff x="3593436" y="1261242"/>
            <a:chExt cx="3670715" cy="1753908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43ACC98-D166-25AD-B7A8-FE2A026A524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188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F0C603E-9330-72E2-345C-B040073ADB6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그룹코드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FFF2FC7-5AD7-F4A0-A92F-FEE2E3516C78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9FD05AD-730D-B776-3F65-E65CA0E94DA3}"/>
              </a:ext>
            </a:extLst>
          </p:cNvPr>
          <p:cNvSpPr txBox="1"/>
          <p:nvPr/>
        </p:nvSpPr>
        <p:spPr>
          <a:xfrm>
            <a:off x="3035659" y="1339376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그룹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4251495-32D9-9E91-99BF-7BD062DA2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06864"/>
              </p:ext>
            </p:extLst>
          </p:nvPr>
        </p:nvGraphicFramePr>
        <p:xfrm>
          <a:off x="3108776" y="1649231"/>
          <a:ext cx="4071669" cy="147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F6653A-7B95-B811-2E58-67E6188FA7DB}"/>
              </a:ext>
            </a:extLst>
          </p:cNvPr>
          <p:cNvSpPr/>
          <p:nvPr/>
        </p:nvSpPr>
        <p:spPr>
          <a:xfrm>
            <a:off x="4727848" y="32571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E51C536-5323-1B01-FE03-B84A9AE1FA83}"/>
              </a:ext>
            </a:extLst>
          </p:cNvPr>
          <p:cNvSpPr/>
          <p:nvPr/>
        </p:nvSpPr>
        <p:spPr>
          <a:xfrm>
            <a:off x="5230858" y="32571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72D4C909-2401-361E-ECAC-6F34E6E9DAF7}"/>
              </a:ext>
            </a:extLst>
          </p:cNvPr>
          <p:cNvSpPr>
            <a:spLocks/>
          </p:cNvSpPr>
          <p:nvPr/>
        </p:nvSpPr>
        <p:spPr bwMode="auto">
          <a:xfrm>
            <a:off x="4337507" y="1710533"/>
            <a:ext cx="216850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E999E66-6BB6-0196-56C8-B5A7AB8817D9}"/>
              </a:ext>
            </a:extLst>
          </p:cNvPr>
          <p:cNvSpPr/>
          <p:nvPr/>
        </p:nvSpPr>
        <p:spPr>
          <a:xfrm>
            <a:off x="6561856" y="1707699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D0AB404-1F23-A3E3-9588-3849F60A8B6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37507" y="2592531"/>
            <a:ext cx="294043" cy="181588"/>
            <a:chOff x="593892" y="1580313"/>
            <a:chExt cx="359589" cy="22206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386B0C37-A724-FA67-533D-0D419852CB4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3A50A293-9FBC-D056-18C0-D6FFFB1846EA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2F6441FF-406E-AF7F-AA24-ABB18E0A4F33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50E8909-F936-9A0F-71F3-25857421383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638199" y="2592531"/>
            <a:ext cx="314212" cy="181588"/>
            <a:chOff x="593892" y="1580313"/>
            <a:chExt cx="384253" cy="222066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569DE91D-963A-96A7-158A-954CB020340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AC639D38-3460-42B0-8C25-75F22C1FF6E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65964005-9FA4-E158-A6A1-967127B7ADCF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7CBE506-BB59-CC11-CD28-487D346C131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999656" y="3646521"/>
            <a:ext cx="4320480" cy="2662799"/>
            <a:chOff x="3593436" y="1261242"/>
            <a:chExt cx="3670715" cy="1798216"/>
          </a:xfrm>
        </p:grpSpPr>
        <p:sp>
          <p:nvSpPr>
            <p:cNvPr id="1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C4AC69D-4476-D6D6-B47C-4C9ADB5EC00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31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B67D069-2BC9-B58A-7C86-D625E38F749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그룹코드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26E5A59-316B-62A4-7A5A-825BEAEA45EA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419EA94-6510-D491-FB81-64A7415B5E27}"/>
              </a:ext>
            </a:extLst>
          </p:cNvPr>
          <p:cNvSpPr txBox="1"/>
          <p:nvPr/>
        </p:nvSpPr>
        <p:spPr>
          <a:xfrm>
            <a:off x="3035659" y="4090053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그룹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930DD042-F353-EA86-1647-6AE5134A39F1}"/>
              </a:ext>
            </a:extLst>
          </p:cNvPr>
          <p:cNvSpPr/>
          <p:nvPr/>
        </p:nvSpPr>
        <p:spPr>
          <a:xfrm>
            <a:off x="4540101" y="602626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73FF90B-095D-823B-CA15-08D04E430480}"/>
              </a:ext>
            </a:extLst>
          </p:cNvPr>
          <p:cNvSpPr/>
          <p:nvPr/>
        </p:nvSpPr>
        <p:spPr>
          <a:xfrm>
            <a:off x="5022306" y="602626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C8B888C-73A8-C349-CC27-91EE28D0DD17}"/>
              </a:ext>
            </a:extLst>
          </p:cNvPr>
          <p:cNvSpPr txBox="1"/>
          <p:nvPr/>
        </p:nvSpPr>
        <p:spPr>
          <a:xfrm>
            <a:off x="4738112" y="971360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C627E04-6A7B-EDF7-09B3-3DE6F5907D10}"/>
              </a:ext>
            </a:extLst>
          </p:cNvPr>
          <p:cNvSpPr txBox="1"/>
          <p:nvPr/>
        </p:nvSpPr>
        <p:spPr>
          <a:xfrm>
            <a:off x="4622143" y="3722037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A785F93F-04E1-FD1E-B871-0AFD60C37F1E}"/>
              </a:ext>
            </a:extLst>
          </p:cNvPr>
          <p:cNvSpPr/>
          <p:nvPr/>
        </p:nvSpPr>
        <p:spPr>
          <a:xfrm>
            <a:off x="5488838" y="6026269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DC0385EC-2D41-3BA3-4DB4-617AFD2ACC04}"/>
              </a:ext>
            </a:extLst>
          </p:cNvPr>
          <p:cNvSpPr/>
          <p:nvPr/>
        </p:nvSpPr>
        <p:spPr>
          <a:xfrm rot="16200000" flipH="1" flipV="1">
            <a:off x="3215002" y="249298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673A96C7-462B-31CC-A0CE-2DC63AAB6CBA}"/>
              </a:ext>
            </a:extLst>
          </p:cNvPr>
          <p:cNvSpPr/>
          <p:nvPr/>
        </p:nvSpPr>
        <p:spPr>
          <a:xfrm rot="16200000" flipH="1" flipV="1">
            <a:off x="5397905" y="58972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C04620-725C-A981-762F-E996C75544D3}"/>
              </a:ext>
            </a:extLst>
          </p:cNvPr>
          <p:cNvSpPr txBox="1"/>
          <p:nvPr/>
        </p:nvSpPr>
        <p:spPr>
          <a:xfrm>
            <a:off x="5920418" y="1344787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396F8D-6165-3446-CB12-686BC6679AE8}"/>
              </a:ext>
            </a:extLst>
          </p:cNvPr>
          <p:cNvSpPr txBox="1"/>
          <p:nvPr/>
        </p:nvSpPr>
        <p:spPr>
          <a:xfrm>
            <a:off x="5990055" y="4095464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3" name="Teardrop 1">
            <a:extLst>
              <a:ext uri="{FF2B5EF4-FFF2-40B4-BE49-F238E27FC236}">
                <a16:creationId xmlns:a16="http://schemas.microsoft.com/office/drawing/2014/main" id="{59B14AC7-C96F-9664-5925-ECE7E4833C1A}"/>
              </a:ext>
            </a:extLst>
          </p:cNvPr>
          <p:cNvSpPr/>
          <p:nvPr/>
        </p:nvSpPr>
        <p:spPr>
          <a:xfrm rot="16200000" flipH="1" flipV="1">
            <a:off x="4225888" y="157923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9" name="Teardrop 1">
            <a:extLst>
              <a:ext uri="{FF2B5EF4-FFF2-40B4-BE49-F238E27FC236}">
                <a16:creationId xmlns:a16="http://schemas.microsoft.com/office/drawing/2014/main" id="{F55D0090-DDA4-3B9A-7D9D-ED6FA9865CAF}"/>
              </a:ext>
            </a:extLst>
          </p:cNvPr>
          <p:cNvSpPr/>
          <p:nvPr/>
        </p:nvSpPr>
        <p:spPr>
          <a:xfrm rot="16200000" flipH="1" flipV="1">
            <a:off x="5126130" y="31330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0" name="Teardrop 1">
            <a:extLst>
              <a:ext uri="{FF2B5EF4-FFF2-40B4-BE49-F238E27FC236}">
                <a16:creationId xmlns:a16="http://schemas.microsoft.com/office/drawing/2014/main" id="{063DA0CE-A690-3043-FEEB-E3DF6B6A189D}"/>
              </a:ext>
            </a:extLst>
          </p:cNvPr>
          <p:cNvSpPr/>
          <p:nvPr/>
        </p:nvSpPr>
        <p:spPr>
          <a:xfrm rot="16200000" flipH="1" flipV="1">
            <a:off x="4916893" y="58972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 Box">
            <a:extLst>
              <a:ext uri="{FF2B5EF4-FFF2-40B4-BE49-F238E27FC236}">
                <a16:creationId xmlns:a16="http://schemas.microsoft.com/office/drawing/2014/main" id="{50A47DBC-7B51-AFF5-4E78-4612A4095FA5}"/>
              </a:ext>
            </a:extLst>
          </p:cNvPr>
          <p:cNvSpPr>
            <a:spLocks/>
          </p:cNvSpPr>
          <p:nvPr/>
        </p:nvSpPr>
        <p:spPr bwMode="auto">
          <a:xfrm>
            <a:off x="4337506" y="2037783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2BE5D941-B01B-1D7A-3F4C-1EE5AD6214CA}"/>
              </a:ext>
            </a:extLst>
          </p:cNvPr>
          <p:cNvSpPr>
            <a:spLocks/>
          </p:cNvSpPr>
          <p:nvPr/>
        </p:nvSpPr>
        <p:spPr bwMode="auto">
          <a:xfrm>
            <a:off x="4337506" y="2282002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8F126AF-FAC3-EF53-77D8-170CD75EB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68995"/>
              </p:ext>
            </p:extLst>
          </p:nvPr>
        </p:nvGraphicFramePr>
        <p:xfrm>
          <a:off x="3108776" y="4391361"/>
          <a:ext cx="4071669" cy="147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9" name="Text Box">
            <a:extLst>
              <a:ext uri="{FF2B5EF4-FFF2-40B4-BE49-F238E27FC236}">
                <a16:creationId xmlns:a16="http://schemas.microsoft.com/office/drawing/2014/main" id="{74168E65-1163-1EA7-9E30-BF4B76C5890C}"/>
              </a:ext>
            </a:extLst>
          </p:cNvPr>
          <p:cNvSpPr>
            <a:spLocks/>
          </p:cNvSpPr>
          <p:nvPr/>
        </p:nvSpPr>
        <p:spPr bwMode="auto">
          <a:xfrm>
            <a:off x="4287531" y="4756908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온라인 여행사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C74AE709-C55A-F5EE-CA5D-047DA50DD638}"/>
              </a:ext>
            </a:extLst>
          </p:cNvPr>
          <p:cNvSpPr>
            <a:spLocks/>
          </p:cNvSpPr>
          <p:nvPr/>
        </p:nvSpPr>
        <p:spPr bwMode="auto">
          <a:xfrm>
            <a:off x="4287531" y="5001127"/>
            <a:ext cx="27445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Online Travel Agency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A9E4065-6133-53C2-E68A-1DFD4B9A36F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95800" y="5336902"/>
            <a:ext cx="294043" cy="181588"/>
            <a:chOff x="593892" y="1580313"/>
            <a:chExt cx="359589" cy="222066"/>
          </a:xfrm>
        </p:grpSpPr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3D21993A-F875-A2B4-486A-BD773C84D16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Check">
              <a:extLst>
                <a:ext uri="{FF2B5EF4-FFF2-40B4-BE49-F238E27FC236}">
                  <a16:creationId xmlns:a16="http://schemas.microsoft.com/office/drawing/2014/main" id="{0944FD38-2F59-7C4D-F88E-3D0D5CFDE5F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DD52339F-7587-9F97-6C03-4F49A597271E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F684138-0F10-01FE-9BAB-57FC60F8047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596492" y="5336902"/>
            <a:ext cx="314212" cy="181588"/>
            <a:chOff x="593892" y="1580313"/>
            <a:chExt cx="384253" cy="222066"/>
          </a:xfrm>
        </p:grpSpPr>
        <p:sp>
          <p:nvSpPr>
            <p:cNvPr id="16" name="Circle">
              <a:extLst>
                <a:ext uri="{FF2B5EF4-FFF2-40B4-BE49-F238E27FC236}">
                  <a16:creationId xmlns:a16="http://schemas.microsoft.com/office/drawing/2014/main" id="{35BEA350-6260-27E0-7073-D19DC293B85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Check" hidden="1">
              <a:extLst>
                <a:ext uri="{FF2B5EF4-FFF2-40B4-BE49-F238E27FC236}">
                  <a16:creationId xmlns:a16="http://schemas.microsoft.com/office/drawing/2014/main" id="{9655E9A0-2165-B702-1375-68E76040A09F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5ED40D74-0382-45CC-E221-FA6982E63BE6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6DB89A-71E6-2EA9-88EB-77D208F46D0A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967317-0388-4BA5-B61C-A989A6085B07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18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06447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하위 공통 코드 맵핑 되어 있는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맵핑 되어 있는 그룹코드는 삭제가 불가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mapped group code cannot be deleted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0EA2-8DA1-CFA3-B5E0-2FCF19FB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BF3FF23-5E4A-6777-4D18-A76043834F95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공통코드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63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9B83-5C5F-1DED-DF8B-E7A774DB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335F668-5FDF-21AF-562B-B1894FB5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B6C151A-8B78-C7F1-ACB0-10B80978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공통코드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58020AA-839C-97DC-9726-72D210674D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1407885-4D35-A3DD-5D08-078BD2670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2C2A56B-3331-722B-E47D-CE20F14ECCA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F7ED6DC-CBF9-91B7-4F4D-AFD058738EF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07DD52E-6312-C3BA-2844-9A8CF7166C5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2467AABB-999D-C8D6-46A5-E424A0F34DE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39F5C48F-3897-64DE-F684-FFC6E2D92B4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7641002-EF68-DE4E-4C6F-4B61D9EDC4F3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01C8072-4561-0385-3746-7A68FCC39EAC}"/>
              </a:ext>
            </a:extLst>
          </p:cNvPr>
          <p:cNvSpPr/>
          <p:nvPr/>
        </p:nvSpPr>
        <p:spPr>
          <a:xfrm>
            <a:off x="8699193" y="1289515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258C90D6-2146-A79C-368D-EF7CED261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427824"/>
              </p:ext>
            </p:extLst>
          </p:nvPr>
        </p:nvGraphicFramePr>
        <p:xfrm>
          <a:off x="1447441" y="1528518"/>
          <a:ext cx="7816085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34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116843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099703">
                  <a:extLst>
                    <a:ext uri="{9D8B030D-6E8A-4147-A177-3AD203B41FA5}">
                      <a16:colId xmlns:a16="http://schemas.microsoft.com/office/drawing/2014/main" val="101904382"/>
                    </a:ext>
                  </a:extLst>
                </a:gridCol>
                <a:gridCol w="893509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1729494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AGODA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아고다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BOOKING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부킹닷컴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온라인여행사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HOTELS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호텔스닷컴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0AC114EF-9154-04CE-F8CF-C0F391E688E8}"/>
              </a:ext>
            </a:extLst>
          </p:cNvPr>
          <p:cNvSpPr txBox="1"/>
          <p:nvPr/>
        </p:nvSpPr>
        <p:spPr>
          <a:xfrm>
            <a:off x="4518267" y="251627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CC869E17-D93C-1BD0-43C1-933FC936F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695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클릭 시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코드 등록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96019C53-7AFE-66BC-F805-E830C9C0982C}"/>
              </a:ext>
            </a:extLst>
          </p:cNvPr>
          <p:cNvGrpSpPr/>
          <p:nvPr/>
        </p:nvGrpSpPr>
        <p:grpSpPr>
          <a:xfrm>
            <a:off x="1444055" y="1262689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5EDCE9-C6C0-6489-7F27-C39FB1627CBD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4083F4F-B792-E35A-B048-914FD2E4AC9E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15676359-7916-8F55-C590-A851578B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75215461-5228-9444-FF92-72233D9166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BBFF760E-FA9B-BB94-AB29-D27FE733F16E}"/>
              </a:ext>
            </a:extLst>
          </p:cNvPr>
          <p:cNvSpPr/>
          <p:nvPr/>
        </p:nvSpPr>
        <p:spPr>
          <a:xfrm rot="16200000" flipH="1" flipV="1">
            <a:off x="4526187" y="169288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F37678D7-86DB-322F-DA2D-52FF3FAA47F7}"/>
              </a:ext>
            </a:extLst>
          </p:cNvPr>
          <p:cNvSpPr/>
          <p:nvPr/>
        </p:nvSpPr>
        <p:spPr>
          <a:xfrm rot="16200000" flipH="1" flipV="1">
            <a:off x="8584803" y="1188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3D42CB-F55A-C204-CFA7-26AAF4555CD2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0815582-2B07-16F0-023E-277FF425A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91565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">
            <a:extLst>
              <a:ext uri="{FF2B5EF4-FFF2-40B4-BE49-F238E27FC236}">
                <a16:creationId xmlns:a16="http://schemas.microsoft.com/office/drawing/2014/main" id="{6F66A2D5-6BF8-FC92-1658-EAE8DA560BD5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0838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24AD8B9-DC74-D798-9320-6AC483199BA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672064" y="925344"/>
            <a:ext cx="414268" cy="181588"/>
            <a:chOff x="593892" y="1580313"/>
            <a:chExt cx="506614" cy="222066"/>
          </a:xfrm>
        </p:grpSpPr>
        <p:sp>
          <p:nvSpPr>
            <p:cNvPr id="29" name="Circle">
              <a:extLst>
                <a:ext uri="{FF2B5EF4-FFF2-40B4-BE49-F238E27FC236}">
                  <a16:creationId xmlns:a16="http://schemas.microsoft.com/office/drawing/2014/main" id="{3512E3D5-3813-E5E5-70C8-AADA9591C68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Check">
              <a:extLst>
                <a:ext uri="{FF2B5EF4-FFF2-40B4-BE49-F238E27FC236}">
                  <a16:creationId xmlns:a16="http://schemas.microsoft.com/office/drawing/2014/main" id="{C42217D1-8A52-152D-9461-962F1E17F3E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Label">
              <a:extLst>
                <a:ext uri="{FF2B5EF4-FFF2-40B4-BE49-F238E27FC236}">
                  <a16:creationId xmlns:a16="http://schemas.microsoft.com/office/drawing/2014/main" id="{753A218D-C19F-2DA3-75D2-7AFEF1BDDCA0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EA24228-EF65-5F04-45D3-4242FC29378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63120" y="925344"/>
            <a:ext cx="296579" cy="181588"/>
            <a:chOff x="593892" y="1580313"/>
            <a:chExt cx="362689" cy="222066"/>
          </a:xfrm>
        </p:grpSpPr>
        <p:sp>
          <p:nvSpPr>
            <p:cNvPr id="36" name="Circle">
              <a:extLst>
                <a:ext uri="{FF2B5EF4-FFF2-40B4-BE49-F238E27FC236}">
                  <a16:creationId xmlns:a16="http://schemas.microsoft.com/office/drawing/2014/main" id="{83BB27E4-3C5F-83BC-CAF7-655F5E0B683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Check" hidden="1">
              <a:extLst>
                <a:ext uri="{FF2B5EF4-FFF2-40B4-BE49-F238E27FC236}">
                  <a16:creationId xmlns:a16="http://schemas.microsoft.com/office/drawing/2014/main" id="{18BD97CA-ADE4-D579-6D26-1325C5657DD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Label">
              <a:extLst>
                <a:ext uri="{FF2B5EF4-FFF2-40B4-BE49-F238E27FC236}">
                  <a16:creationId xmlns:a16="http://schemas.microsoft.com/office/drawing/2014/main" id="{5CDEDDDB-9FF4-769D-DB14-3FE2E79BC9C7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514BE98-5CB5-92F1-D1E0-D1C9CE3C84C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386074" y="925344"/>
            <a:ext cx="338257" cy="181588"/>
            <a:chOff x="593892" y="1580313"/>
            <a:chExt cx="413657" cy="222066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8DB51097-0BCB-BBE3-FA52-0A9BFCB1773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 hidden="1">
              <a:extLst>
                <a:ext uri="{FF2B5EF4-FFF2-40B4-BE49-F238E27FC236}">
                  <a16:creationId xmlns:a16="http://schemas.microsoft.com/office/drawing/2014/main" id="{7AEE1DDC-C72B-E2F3-3681-F9C57CBB01B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C2B31A6D-7F12-9A26-5BD1-8B17D8D438C9}"/>
                </a:ext>
              </a:extLst>
            </p:cNvPr>
            <p:cNvSpPr txBox="1"/>
            <p:nvPr/>
          </p:nvSpPr>
          <p:spPr>
            <a:xfrm>
              <a:off x="715147" y="1580313"/>
              <a:ext cx="292402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7020D8-D38F-5E03-14E6-E28C51624EC5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26302C-2F55-1A27-D228-894D1812D94A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66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BABC-9F1A-CBA6-EF38-93A33C17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DAD7411-3BDB-2172-0DED-8A222B0D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공통 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A734BB2-7331-1D5A-5428-93C4E73F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공통코드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2C61FB6-07BC-3804-7DA8-12406AE70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01C785-E9E2-F306-072C-265CD6FD7F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893451A-CBAB-48A0-42CE-CFC8CC72441E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8CF7EE8-6E82-B1CC-04BC-1A14C7CE6FD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F46FDAD-3EAA-8658-AD24-2F823FE0041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241FB97-F99F-21D3-0C32-2101F9DA6A6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DACACD55-7DB9-6A84-650F-E8EBA9BBB80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48A6A1D-38CA-F903-5FA3-78A7E16D2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54854"/>
              </p:ext>
            </p:extLst>
          </p:nvPr>
        </p:nvGraphicFramePr>
        <p:xfrm>
          <a:off x="9406740" y="440717"/>
          <a:ext cx="2785260" cy="286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 등록된 그룹코드 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ABC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영문코드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국문설명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sort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영문 오름차 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공통 코드 중복 확인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길이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 까지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"N"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경우에만 삭제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영문코드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|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국문 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C9DA516-0BFF-014D-13AF-431E8D51D25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67608" y="817082"/>
            <a:ext cx="4320480" cy="2877364"/>
            <a:chOff x="3593436" y="1261242"/>
            <a:chExt cx="3670715" cy="1943114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CFC466C-0157-AD9A-3E44-69BB4795E66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7080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ABB4DC1-74FD-AACA-C2D0-711C60BD0EE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공통코드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3107EF1-5CB2-8B0A-D7F0-40E16FC6CD14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BB9D834-D82F-7F03-0A96-6893F206FD3B}"/>
              </a:ext>
            </a:extLst>
          </p:cNvPr>
          <p:cNvSpPr txBox="1"/>
          <p:nvPr/>
        </p:nvSpPr>
        <p:spPr>
          <a:xfrm>
            <a:off x="2603611" y="1260614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공통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A641DBF-13FF-7799-0F81-AF0A447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62412"/>
              </p:ext>
            </p:extLst>
          </p:nvPr>
        </p:nvGraphicFramePr>
        <p:xfrm>
          <a:off x="2676728" y="1570469"/>
          <a:ext cx="4071669" cy="177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명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60BDD1-9F2E-1BB7-7B39-DD49ABDEB55D}"/>
              </a:ext>
            </a:extLst>
          </p:cNvPr>
          <p:cNvSpPr/>
          <p:nvPr/>
        </p:nvSpPr>
        <p:spPr>
          <a:xfrm>
            <a:off x="4270081" y="345927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DB2D91-65F6-73B0-1142-003F678DC063}"/>
              </a:ext>
            </a:extLst>
          </p:cNvPr>
          <p:cNvSpPr/>
          <p:nvPr/>
        </p:nvSpPr>
        <p:spPr>
          <a:xfrm>
            <a:off x="4773091" y="345927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B4EBB4D-A29E-A731-8042-5907D8294C86}"/>
              </a:ext>
            </a:extLst>
          </p:cNvPr>
          <p:cNvGrpSpPr/>
          <p:nvPr/>
        </p:nvGrpSpPr>
        <p:grpSpPr>
          <a:xfrm>
            <a:off x="3856903" y="1633119"/>
            <a:ext cx="1159326" cy="174800"/>
            <a:chOff x="976235" y="2887118"/>
            <a:chExt cx="1159326" cy="174800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F50B79C3-86C9-9963-2A86-D588DBF02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235" y="2887118"/>
              <a:ext cx="1159326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그룹코드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5CFD0F93-32D2-42E0-85EE-8C570B27D2D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 Box">
            <a:extLst>
              <a:ext uri="{FF2B5EF4-FFF2-40B4-BE49-F238E27FC236}">
                <a16:creationId xmlns:a16="http://schemas.microsoft.com/office/drawing/2014/main" id="{8518C2C8-8D47-2D86-87A6-541BFD5999AD}"/>
              </a:ext>
            </a:extLst>
          </p:cNvPr>
          <p:cNvSpPr>
            <a:spLocks/>
          </p:cNvSpPr>
          <p:nvPr/>
        </p:nvSpPr>
        <p:spPr bwMode="auto">
          <a:xfrm>
            <a:off x="3856902" y="1931066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253A015-C23C-7D77-AFD5-A76C6C15738B}"/>
              </a:ext>
            </a:extLst>
          </p:cNvPr>
          <p:cNvSpPr/>
          <p:nvPr/>
        </p:nvSpPr>
        <p:spPr>
          <a:xfrm>
            <a:off x="5814683" y="1928232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2A81EC9-1F94-1338-8425-BB6ED7F4AC9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877973" y="2801201"/>
            <a:ext cx="294043" cy="181588"/>
            <a:chOff x="593892" y="1580313"/>
            <a:chExt cx="359589" cy="22206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AE69829-E23E-2BBA-FA00-1C474A44E8F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AEBE6355-4D7B-E3D4-4EED-14DB5CE7F7C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BF71F2E7-442D-1166-4D70-0DD457247FB2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419ECAD-8066-9986-91BB-F5E0D3DF854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84752" y="2801201"/>
            <a:ext cx="314212" cy="181588"/>
            <a:chOff x="593892" y="1580313"/>
            <a:chExt cx="384253" cy="222066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E77BBCBA-D242-2D4E-AB9F-8DE2C971457A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50CFA249-A343-B29D-0C20-695B259F0D22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497D15FB-4CCD-D407-9AC0-C51BC58A2A2F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8F0346FC-15DC-3090-7207-440030B372B3}"/>
              </a:ext>
            </a:extLst>
          </p:cNvPr>
          <p:cNvSpPr txBox="1"/>
          <p:nvPr/>
        </p:nvSpPr>
        <p:spPr>
          <a:xfrm>
            <a:off x="4306064" y="892598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1C061F-C85E-B9D9-9FFB-E4E738499930}"/>
              </a:ext>
            </a:extLst>
          </p:cNvPr>
          <p:cNvSpPr txBox="1"/>
          <p:nvPr/>
        </p:nvSpPr>
        <p:spPr>
          <a:xfrm>
            <a:off x="5488370" y="1266025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grpSp>
        <p:nvGrpSpPr>
          <p:cNvPr id="134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77B6A55-38F0-BBDA-EEDC-280F7340BF0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579214" y="3789040"/>
            <a:ext cx="4320480" cy="2952328"/>
            <a:chOff x="3593436" y="1261242"/>
            <a:chExt cx="3670715" cy="1993738"/>
          </a:xfrm>
        </p:grpSpPr>
        <p:sp>
          <p:nvSpPr>
            <p:cNvPr id="13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01C7130-BAF3-AC80-6F1E-F95A0167413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75868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0DBBE90-D4EE-CC0C-3909-AC1131459D1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공통코드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45C801-2FCA-8040-99D2-106E9E3FD22E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6E204BE0-D96B-3CBE-D008-E64707EF4DA8}"/>
              </a:ext>
            </a:extLst>
          </p:cNvPr>
          <p:cNvSpPr txBox="1"/>
          <p:nvPr/>
        </p:nvSpPr>
        <p:spPr>
          <a:xfrm>
            <a:off x="2615217" y="4232572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공통 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C4893855-2532-D254-09C1-072D802DB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82875"/>
              </p:ext>
            </p:extLst>
          </p:nvPr>
        </p:nvGraphicFramePr>
        <p:xfrm>
          <a:off x="2688334" y="4542427"/>
          <a:ext cx="4071669" cy="177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56653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|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온라인여행사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AGODA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grpSp>
        <p:nvGrpSpPr>
          <p:cNvPr id="20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7F9DF01-1F53-BB2C-7EE5-405EA196059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889579" y="5791511"/>
            <a:ext cx="294043" cy="181588"/>
            <a:chOff x="593892" y="1580313"/>
            <a:chExt cx="359589" cy="222066"/>
          </a:xfrm>
        </p:grpSpPr>
        <p:sp>
          <p:nvSpPr>
            <p:cNvPr id="201" name="Circle">
              <a:extLst>
                <a:ext uri="{FF2B5EF4-FFF2-40B4-BE49-F238E27FC236}">
                  <a16:creationId xmlns:a16="http://schemas.microsoft.com/office/drawing/2014/main" id="{F3A69D35-A52C-AC20-91EF-2CD31F2DBDF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2" name="Check">
              <a:extLst>
                <a:ext uri="{FF2B5EF4-FFF2-40B4-BE49-F238E27FC236}">
                  <a16:creationId xmlns:a16="http://schemas.microsoft.com/office/drawing/2014/main" id="{2C43A5CD-92BB-F018-D8FD-9FC7FD5CB48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3" name="Label">
              <a:extLst>
                <a:ext uri="{FF2B5EF4-FFF2-40B4-BE49-F238E27FC236}">
                  <a16:creationId xmlns:a16="http://schemas.microsoft.com/office/drawing/2014/main" id="{94A21EFE-E1EB-4998-6646-DD12440DE127}"/>
                </a:ext>
              </a:extLst>
            </p:cNvPr>
            <p:cNvSpPr txBox="1"/>
            <p:nvPr/>
          </p:nvSpPr>
          <p:spPr>
            <a:xfrm>
              <a:off x="712046" y="1580313"/>
              <a:ext cx="241435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2068DDC-FA19-7AB7-ADC5-26115AE40B8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196358" y="5791511"/>
            <a:ext cx="314212" cy="181588"/>
            <a:chOff x="593892" y="1580313"/>
            <a:chExt cx="384253" cy="222066"/>
          </a:xfrm>
        </p:grpSpPr>
        <p:sp>
          <p:nvSpPr>
            <p:cNvPr id="205" name="Circle">
              <a:extLst>
                <a:ext uri="{FF2B5EF4-FFF2-40B4-BE49-F238E27FC236}">
                  <a16:creationId xmlns:a16="http://schemas.microsoft.com/office/drawing/2014/main" id="{6A1CC3AE-78F9-48C1-3B77-FA736EAF9E3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" name="Check" hidden="1">
              <a:extLst>
                <a:ext uri="{FF2B5EF4-FFF2-40B4-BE49-F238E27FC236}">
                  <a16:creationId xmlns:a16="http://schemas.microsoft.com/office/drawing/2014/main" id="{7B3C220E-77E4-3204-EE31-17DB913FD85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7" name="Label">
              <a:extLst>
                <a:ext uri="{FF2B5EF4-FFF2-40B4-BE49-F238E27FC236}">
                  <a16:creationId xmlns:a16="http://schemas.microsoft.com/office/drawing/2014/main" id="{D12D0E69-B8FC-BD03-4DCB-B06B2394A936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8" name="TextBox 207">
            <a:extLst>
              <a:ext uri="{FF2B5EF4-FFF2-40B4-BE49-F238E27FC236}">
                <a16:creationId xmlns:a16="http://schemas.microsoft.com/office/drawing/2014/main" id="{DE2C0621-0FFD-FC73-EBEE-C5735AD20525}"/>
              </a:ext>
            </a:extLst>
          </p:cNvPr>
          <p:cNvSpPr txBox="1"/>
          <p:nvPr/>
        </p:nvSpPr>
        <p:spPr>
          <a:xfrm>
            <a:off x="4317670" y="3864556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C503FDD-745F-B7D9-3C6D-15D697659B9F}"/>
              </a:ext>
            </a:extLst>
          </p:cNvPr>
          <p:cNvSpPr txBox="1"/>
          <p:nvPr/>
        </p:nvSpPr>
        <p:spPr>
          <a:xfrm>
            <a:off x="5499976" y="423798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E610FC5-4654-D724-4F0E-307D5C2CDBE6}"/>
              </a:ext>
            </a:extLst>
          </p:cNvPr>
          <p:cNvSpPr/>
          <p:nvPr/>
        </p:nvSpPr>
        <p:spPr>
          <a:xfrm>
            <a:off x="4116306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39B4346-7493-E027-3F35-DE4C1DA27C00}"/>
              </a:ext>
            </a:extLst>
          </p:cNvPr>
          <p:cNvSpPr/>
          <p:nvPr/>
        </p:nvSpPr>
        <p:spPr>
          <a:xfrm>
            <a:off x="4598511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9D563753-AD6C-72B1-B5FC-9D054FEFEDEA}"/>
              </a:ext>
            </a:extLst>
          </p:cNvPr>
          <p:cNvSpPr/>
          <p:nvPr/>
        </p:nvSpPr>
        <p:spPr>
          <a:xfrm>
            <a:off x="5065043" y="6453352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AE09795A-16D6-FEE8-2286-4105C49FCC56}"/>
              </a:ext>
            </a:extLst>
          </p:cNvPr>
          <p:cNvSpPr/>
          <p:nvPr/>
        </p:nvSpPr>
        <p:spPr>
          <a:xfrm rot="16200000" flipH="1" flipV="1">
            <a:off x="4976580" y="63376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ardrop 1">
            <a:extLst>
              <a:ext uri="{FF2B5EF4-FFF2-40B4-BE49-F238E27FC236}">
                <a16:creationId xmlns:a16="http://schemas.microsoft.com/office/drawing/2014/main" id="{3F2CD38F-39AE-543D-484F-4463D1935905}"/>
              </a:ext>
            </a:extLst>
          </p:cNvPr>
          <p:cNvSpPr/>
          <p:nvPr/>
        </p:nvSpPr>
        <p:spPr>
          <a:xfrm rot="16200000" flipH="1" flipV="1">
            <a:off x="3730757" y="15349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1C9E183D-B04D-05ED-1ADB-1DF560688797}"/>
              </a:ext>
            </a:extLst>
          </p:cNvPr>
          <p:cNvGrpSpPr/>
          <p:nvPr/>
        </p:nvGrpSpPr>
        <p:grpSpPr>
          <a:xfrm>
            <a:off x="7120363" y="1492176"/>
            <a:ext cx="1159326" cy="446422"/>
            <a:chOff x="976235" y="2887117"/>
            <a:chExt cx="1159326" cy="446422"/>
          </a:xfrm>
        </p:grpSpPr>
        <p:sp>
          <p:nvSpPr>
            <p:cNvPr id="216" name="Text Box">
              <a:extLst>
                <a:ext uri="{FF2B5EF4-FFF2-40B4-BE49-F238E27FC236}">
                  <a16:creationId xmlns:a16="http://schemas.microsoft.com/office/drawing/2014/main" id="{F3BE304B-6EB1-14A8-7A1D-8B996B2A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235" y="2887117"/>
              <a:ext cx="1159326" cy="44642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그룹코드 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-------------------------------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OTA/</a:t>
              </a: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온라인여행사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7" name="Chevron Left">
              <a:extLst>
                <a:ext uri="{FF2B5EF4-FFF2-40B4-BE49-F238E27FC236}">
                  <a16:creationId xmlns:a16="http://schemas.microsoft.com/office/drawing/2014/main" id="{79548499-BCCB-79BB-0F70-E0EAD1A03C3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66EFFF6E-C018-8280-35A3-AEA7E549AEFE}"/>
              </a:ext>
            </a:extLst>
          </p:cNvPr>
          <p:cNvSpPr/>
          <p:nvPr/>
        </p:nvSpPr>
        <p:spPr bwMode="auto">
          <a:xfrm>
            <a:off x="-106106" y="1146576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4050C542-75F4-B1F5-BD37-7D5DC323868C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6D144A0A-6EAE-CEE1-F5D2-3CD931F7A338}"/>
              </a:ext>
            </a:extLst>
          </p:cNvPr>
          <p:cNvCxnSpPr>
            <a:cxnSpLocks/>
            <a:stCxn id="57" idx="3"/>
            <a:endCxn id="216" idx="1"/>
          </p:cNvCxnSpPr>
          <p:nvPr/>
        </p:nvCxnSpPr>
        <p:spPr>
          <a:xfrm flipV="1">
            <a:off x="5016229" y="1715387"/>
            <a:ext cx="2104134" cy="51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ardrop 1">
            <a:extLst>
              <a:ext uri="{FF2B5EF4-FFF2-40B4-BE49-F238E27FC236}">
                <a16:creationId xmlns:a16="http://schemas.microsoft.com/office/drawing/2014/main" id="{A40BFCD4-E229-1E0D-8C8C-BFD096EA2363}"/>
              </a:ext>
            </a:extLst>
          </p:cNvPr>
          <p:cNvSpPr/>
          <p:nvPr/>
        </p:nvSpPr>
        <p:spPr>
          <a:xfrm rot="16200000" flipH="1" flipV="1">
            <a:off x="5701660" y="182530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44FF24A-FF27-2CA5-8406-C2418C292D4C}"/>
              </a:ext>
            </a:extLst>
          </p:cNvPr>
          <p:cNvSpPr txBox="1"/>
          <p:nvPr/>
        </p:nvSpPr>
        <p:spPr>
          <a:xfrm>
            <a:off x="4455809" y="2785734"/>
            <a:ext cx="7857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"Y"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630D743-F1D3-D390-0875-CE62BC2EE33C}"/>
              </a:ext>
            </a:extLst>
          </p:cNvPr>
          <p:cNvSpPr txBox="1"/>
          <p:nvPr/>
        </p:nvSpPr>
        <p:spPr>
          <a:xfrm>
            <a:off x="4455809" y="30761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등록 이후 생성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29" name="Teardrop 1">
            <a:extLst>
              <a:ext uri="{FF2B5EF4-FFF2-40B4-BE49-F238E27FC236}">
                <a16:creationId xmlns:a16="http://schemas.microsoft.com/office/drawing/2014/main" id="{037EEBBF-EBD7-558B-79AC-D14A2D80D713}"/>
              </a:ext>
            </a:extLst>
          </p:cNvPr>
          <p:cNvSpPr/>
          <p:nvPr/>
        </p:nvSpPr>
        <p:spPr>
          <a:xfrm rot="16200000" flipH="1" flipV="1">
            <a:off x="4513202" y="63376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0" name="Teardrop 1">
            <a:extLst>
              <a:ext uri="{FF2B5EF4-FFF2-40B4-BE49-F238E27FC236}">
                <a16:creationId xmlns:a16="http://schemas.microsoft.com/office/drawing/2014/main" id="{2F201E8C-4A5E-D2F6-A568-C8923AAEF90C}"/>
              </a:ext>
            </a:extLst>
          </p:cNvPr>
          <p:cNvSpPr/>
          <p:nvPr/>
        </p:nvSpPr>
        <p:spPr>
          <a:xfrm rot="16200000" flipH="1" flipV="1">
            <a:off x="4657533" y="33613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1" name="Text Box">
            <a:extLst>
              <a:ext uri="{FF2B5EF4-FFF2-40B4-BE49-F238E27FC236}">
                <a16:creationId xmlns:a16="http://schemas.microsoft.com/office/drawing/2014/main" id="{D6D18227-4B3C-4993-DC40-AB8FE694E512}"/>
              </a:ext>
            </a:extLst>
          </p:cNvPr>
          <p:cNvSpPr>
            <a:spLocks/>
          </p:cNvSpPr>
          <p:nvPr/>
        </p:nvSpPr>
        <p:spPr bwMode="auto">
          <a:xfrm>
            <a:off x="3859392" y="2246417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2" name="Text Box">
            <a:extLst>
              <a:ext uri="{FF2B5EF4-FFF2-40B4-BE49-F238E27FC236}">
                <a16:creationId xmlns:a16="http://schemas.microsoft.com/office/drawing/2014/main" id="{CD974BEB-E706-25E4-3F05-33C7063643CD}"/>
              </a:ext>
            </a:extLst>
          </p:cNvPr>
          <p:cNvSpPr>
            <a:spLocks/>
          </p:cNvSpPr>
          <p:nvPr/>
        </p:nvSpPr>
        <p:spPr bwMode="auto">
          <a:xfrm>
            <a:off x="3859392" y="2490636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3" name="Text Box">
            <a:extLst>
              <a:ext uri="{FF2B5EF4-FFF2-40B4-BE49-F238E27FC236}">
                <a16:creationId xmlns:a16="http://schemas.microsoft.com/office/drawing/2014/main" id="{6616D6FA-6138-59A0-AE44-00F5BED337EF}"/>
              </a:ext>
            </a:extLst>
          </p:cNvPr>
          <p:cNvSpPr>
            <a:spLocks/>
          </p:cNvSpPr>
          <p:nvPr/>
        </p:nvSpPr>
        <p:spPr bwMode="auto">
          <a:xfrm>
            <a:off x="3859392" y="5216499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아고다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4" name="Text Box">
            <a:extLst>
              <a:ext uri="{FF2B5EF4-FFF2-40B4-BE49-F238E27FC236}">
                <a16:creationId xmlns:a16="http://schemas.microsoft.com/office/drawing/2014/main" id="{394652AB-B95B-E818-2A3A-82C7A24EA1E7}"/>
              </a:ext>
            </a:extLst>
          </p:cNvPr>
          <p:cNvSpPr>
            <a:spLocks/>
          </p:cNvSpPr>
          <p:nvPr/>
        </p:nvSpPr>
        <p:spPr bwMode="auto">
          <a:xfrm>
            <a:off x="3859392" y="5460718"/>
            <a:ext cx="247551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AGODA.COM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ardrop 1">
            <a:extLst>
              <a:ext uri="{FF2B5EF4-FFF2-40B4-BE49-F238E27FC236}">
                <a16:creationId xmlns:a16="http://schemas.microsoft.com/office/drawing/2014/main" id="{0AF1F7B3-7769-9EBB-5D1E-D4D21A774504}"/>
              </a:ext>
            </a:extLst>
          </p:cNvPr>
          <p:cNvSpPr/>
          <p:nvPr/>
        </p:nvSpPr>
        <p:spPr>
          <a:xfrm rot="16200000" flipH="1" flipV="1">
            <a:off x="3655648" y="449648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34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8998-4CAE-EB7C-CB0C-A2D20381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2593CD-DBD6-2EA4-79DC-FC9EC4F6C740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4C94FA-4404-E6AB-E8EA-36B5E9785EE8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6DBB2B9-6E4C-9342-50D5-958628924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55874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4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A7E8-C590-2559-7738-EEDBFED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9C679C-C0DA-E1B4-69DE-913CDBDB945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마켓코드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610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593B-011C-B206-99CA-CA0CADDC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5ED199C-2A8C-B9E5-8497-39B40284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09D6C97-6C90-AF43-9799-BB11C811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마켓코드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F849D86-1634-11F8-915D-69705D5BCD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DA5F2C3-7130-C0F0-C2EF-4AD158536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AE2C91C-4E83-0139-4F3B-AB999B624A1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173D216-99CC-28D6-5308-E1CB54D63D6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F5A40B7-F94E-31E1-A2ED-43FE0FE5811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318A31B-EDD0-6C71-8B93-1447A8EE6DD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9C33C90C-199D-C65D-4049-82E13A2CFFB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B375DC49-2794-CD9A-C75D-714AE4E3F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157593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유형 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8934359-5F53-DCC7-2EB5-1CF322EDC69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D6F96FE-3366-206B-A748-F16AAA154B0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24C40E-5813-F427-6647-5AD8A5E17435}"/>
              </a:ext>
            </a:extLst>
          </p:cNvPr>
          <p:cNvSpPr/>
          <p:nvPr/>
        </p:nvSpPr>
        <p:spPr>
          <a:xfrm>
            <a:off x="8699193" y="1241961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1B8952EF-0CA6-0890-7FA3-5D98201CD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561758"/>
              </p:ext>
            </p:extLst>
          </p:nvPr>
        </p:nvGraphicFramePr>
        <p:xfrm>
          <a:off x="1447439" y="1480964"/>
          <a:ext cx="781608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154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64492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680630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42169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1A54DE2B-8FBC-827B-BCBE-4FD27851A50A}"/>
              </a:ext>
            </a:extLst>
          </p:cNvPr>
          <p:cNvSpPr txBox="1"/>
          <p:nvPr/>
        </p:nvSpPr>
        <p:spPr>
          <a:xfrm>
            <a:off x="4737445" y="290810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F07BC2D-BBF3-D801-06EB-10F431A48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08335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7D15C431-57BA-39EF-43E1-E232DFA90CBB}"/>
              </a:ext>
            </a:extLst>
          </p:cNvPr>
          <p:cNvGrpSpPr/>
          <p:nvPr/>
        </p:nvGrpSpPr>
        <p:grpSpPr>
          <a:xfrm>
            <a:off x="1444055" y="1215135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0063B9-91CC-7DB3-1AF8-D87497B0350E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6FA02D2-280D-0CC7-67EB-8A74C0BA0609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A2FAC93-37FB-E6E1-BDC0-361B1D22F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323AF4C-461F-6F80-D4A8-80FC170A60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28DA826F-8C15-941F-83B6-D0AE4510B651}"/>
              </a:ext>
            </a:extLst>
          </p:cNvPr>
          <p:cNvSpPr>
            <a:spLocks/>
          </p:cNvSpPr>
          <p:nvPr/>
        </p:nvSpPr>
        <p:spPr bwMode="auto">
          <a:xfrm>
            <a:off x="2723226" y="929191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DC809E5-6F36-7610-A1C9-B7546E8413B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671207" y="932774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EC7ABDBB-865A-FC37-F52B-DD9584FA37DE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3612F77A-A0D7-9733-48BC-7E467F9B159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E8379516-AA80-3DC3-0A86-BA64C65BA932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BC0DDE2-9EBD-1DDA-6840-E39609DF882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102588" y="937953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E393892A-3F7C-B9AB-E2D2-509D26904BE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ABBBD4A2-80FE-0219-D6F9-B48DC9621E3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6A7A7E93-67AA-E7FF-4E90-31FA47BBEAD9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E0AB272-7885-D346-C4B0-65DDA3C5184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57094" y="937952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021A3EF3-3092-E729-6DA0-988EAAABA574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663B7D33-D9B1-1D16-13CB-DCEA3597E43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6D43C8D8-BABF-331B-A146-7FAD4E5CF95D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</a:p>
          </p:txBody>
        </p: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41B6431B-7151-4CA2-4CDB-3975CE0D0A12}"/>
              </a:ext>
            </a:extLst>
          </p:cNvPr>
          <p:cNvSpPr/>
          <p:nvPr/>
        </p:nvSpPr>
        <p:spPr>
          <a:xfrm rot="16200000" flipH="1" flipV="1">
            <a:off x="2510550" y="1627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12E15125-8714-7991-1285-782ED80824A7}"/>
              </a:ext>
            </a:extLst>
          </p:cNvPr>
          <p:cNvSpPr/>
          <p:nvPr/>
        </p:nvSpPr>
        <p:spPr>
          <a:xfrm rot="16200000" flipH="1" flipV="1">
            <a:off x="8584803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E1278B-8DC6-F403-C133-224150483FB6}"/>
              </a:ext>
            </a:extLst>
          </p:cNvPr>
          <p:cNvSpPr/>
          <p:nvPr/>
        </p:nvSpPr>
        <p:spPr bwMode="auto">
          <a:xfrm>
            <a:off x="-106106" y="139149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624A4A0-6348-6ABA-E675-9FA7018068C2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83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C1B7-F644-6026-11AD-207632BD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39FB7F7-D9F8-389F-B0F0-1C6283CA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5A8902-E74C-C622-DA47-15F127683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 </a:t>
            </a:r>
            <a:r>
              <a:rPr lang="ko-KR" altLang="en-US" dirty="0"/>
              <a:t>마켓코드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F5A2336-DDC7-3D2F-F167-7FF62EA5CA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63ADDD5-86A1-0A40-BC1B-3D9C5105F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7F7A92A-EA85-9173-9631-A798E83B2D0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C6F6170-CDD1-FD00-80AA-06DED0EFF24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17691813-0B40-C036-8B8D-2479039B6EE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9491FAC-AFE3-544F-5935-E3510E6E444B}"/>
              </a:ext>
            </a:extLst>
          </p:cNvPr>
          <p:cNvSpPr/>
          <p:nvPr/>
        </p:nvSpPr>
        <p:spPr>
          <a:xfrm>
            <a:off x="-14" y="808615"/>
            <a:ext cx="1318349" cy="301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2FEB14-C0CE-1A2C-D839-99E032EE48E0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D014B936-9599-08FE-1C42-06BA6D42BF1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914BC88A-AE5B-68B4-38F4-8103EB7A8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70978"/>
              </p:ext>
            </p:extLst>
          </p:nvPr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832874-4571-9CF3-8BAF-1335D35F881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320480" cy="2664297"/>
            <a:chOff x="3593436" y="1261242"/>
            <a:chExt cx="3670715" cy="1799228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B716685-9820-9ECE-C898-CA66C76A0A5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641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A351498-23D8-3E8F-037F-49A1F3B6BDA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2C94B47-70EB-1B76-6F2E-3BCC64246B10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EA4F9CA-FDA6-EE0C-64B5-A6AFD3498BD6}"/>
              </a:ext>
            </a:extLst>
          </p:cNvPr>
          <p:cNvSpPr txBox="1"/>
          <p:nvPr/>
        </p:nvSpPr>
        <p:spPr>
          <a:xfrm>
            <a:off x="2099555" y="1352252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마켓코드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4D7DC9F-4E02-AF8D-EB2E-F9493692C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77192"/>
              </p:ext>
            </p:extLst>
          </p:nvPr>
        </p:nvGraphicFramePr>
        <p:xfrm>
          <a:off x="2172672" y="1662107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299691-E2B9-420A-9CD1-34DC2E539028}"/>
              </a:ext>
            </a:extLst>
          </p:cNvPr>
          <p:cNvSpPr/>
          <p:nvPr/>
        </p:nvSpPr>
        <p:spPr>
          <a:xfrm>
            <a:off x="384426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0F0E4-DB1E-54B2-D862-1D1336E42040}"/>
              </a:ext>
            </a:extLst>
          </p:cNvPr>
          <p:cNvSpPr/>
          <p:nvPr/>
        </p:nvSpPr>
        <p:spPr>
          <a:xfrm>
            <a:off x="434727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60FF77A1-F40C-739B-1C95-3B2180DFB887}"/>
              </a:ext>
            </a:extLst>
          </p:cNvPr>
          <p:cNvSpPr>
            <a:spLocks/>
          </p:cNvSpPr>
          <p:nvPr/>
        </p:nvSpPr>
        <p:spPr bwMode="auto">
          <a:xfrm>
            <a:off x="3072882" y="1716302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BC38A50-031B-D1DC-CC0B-89E9FB177DC2}"/>
              </a:ext>
            </a:extLst>
          </p:cNvPr>
          <p:cNvSpPr/>
          <p:nvPr/>
        </p:nvSpPr>
        <p:spPr>
          <a:xfrm>
            <a:off x="5030663" y="1713468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819F76E-B60C-6531-ECA5-E180192D57D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600" y="2633378"/>
            <a:ext cx="287630" cy="166199"/>
            <a:chOff x="593892" y="1589722"/>
            <a:chExt cx="351747" cy="203247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6713528-089C-ED82-4A78-399377338D6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28279802-AE91-4971-AC41-CD41A41048F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2132199B-A4CF-4022-CF9A-16840824E6C2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BF366A7-AF57-6C81-9E34-B76C49265AC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68154" y="2633378"/>
            <a:ext cx="304594" cy="166199"/>
            <a:chOff x="593892" y="1589722"/>
            <a:chExt cx="372491" cy="203247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64389C57-5CE6-BC8C-643B-87EE4DB14CB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5C0D4538-7E8F-7B22-4C93-FEC6F9204D4C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0529DDE5-5124-52B1-2C7C-49265E96ECD8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Teardrop 1">
            <a:extLst>
              <a:ext uri="{FF2B5EF4-FFF2-40B4-BE49-F238E27FC236}">
                <a16:creationId xmlns:a16="http://schemas.microsoft.com/office/drawing/2014/main" id="{7CC9E41A-8A54-CB4A-5DC0-6D523049E385}"/>
              </a:ext>
            </a:extLst>
          </p:cNvPr>
          <p:cNvSpPr/>
          <p:nvPr/>
        </p:nvSpPr>
        <p:spPr>
          <a:xfrm rot="16200000" flipH="1" flipV="1">
            <a:off x="2933789" y="16147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ADE498-FD75-A336-2D75-4D186F8E036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063545" y="3755229"/>
            <a:ext cx="4320480" cy="2664296"/>
            <a:chOff x="3593436" y="1261242"/>
            <a:chExt cx="3670715" cy="1799227"/>
          </a:xfrm>
        </p:grpSpPr>
        <p:sp>
          <p:nvSpPr>
            <p:cNvPr id="1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940670F-4D46-4757-7243-53C09F9F44D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41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BD282B6-F3CF-0A76-1A9A-7B1FFD077F5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3C22C81-8F68-7893-E033-AA70D7B825F5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5B7E985-973E-7934-7242-3E324A5DC24B}"/>
              </a:ext>
            </a:extLst>
          </p:cNvPr>
          <p:cNvSpPr txBox="1"/>
          <p:nvPr/>
        </p:nvSpPr>
        <p:spPr>
          <a:xfrm>
            <a:off x="2099548" y="4198761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마켓코드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0BD4915-60CC-1488-714A-45985F17D757}"/>
              </a:ext>
            </a:extLst>
          </p:cNvPr>
          <p:cNvSpPr txBox="1"/>
          <p:nvPr/>
        </p:nvSpPr>
        <p:spPr>
          <a:xfrm>
            <a:off x="3802008" y="98423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240D7FF-CAB6-9B29-2CC1-93B4243515E5}"/>
              </a:ext>
            </a:extLst>
          </p:cNvPr>
          <p:cNvSpPr txBox="1"/>
          <p:nvPr/>
        </p:nvSpPr>
        <p:spPr>
          <a:xfrm>
            <a:off x="3686032" y="3830745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DBBC37-E2BF-E4D4-D381-D6B49B9D642E}"/>
              </a:ext>
            </a:extLst>
          </p:cNvPr>
          <p:cNvSpPr txBox="1"/>
          <p:nvPr/>
        </p:nvSpPr>
        <p:spPr>
          <a:xfrm>
            <a:off x="4984314" y="135766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C1924-E377-86A4-DA22-B5B5D71CEDBA}"/>
              </a:ext>
            </a:extLst>
          </p:cNvPr>
          <p:cNvSpPr txBox="1"/>
          <p:nvPr/>
        </p:nvSpPr>
        <p:spPr>
          <a:xfrm>
            <a:off x="5053944" y="420417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49" name="Text Box">
            <a:extLst>
              <a:ext uri="{FF2B5EF4-FFF2-40B4-BE49-F238E27FC236}">
                <a16:creationId xmlns:a16="http://schemas.microsoft.com/office/drawing/2014/main" id="{E109E501-17CF-1D4E-D4F2-318B7588E796}"/>
              </a:ext>
            </a:extLst>
          </p:cNvPr>
          <p:cNvSpPr>
            <a:spLocks/>
          </p:cNvSpPr>
          <p:nvPr/>
        </p:nvSpPr>
        <p:spPr bwMode="auto">
          <a:xfrm>
            <a:off x="3072882" y="2043841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 Box">
            <a:extLst>
              <a:ext uri="{FF2B5EF4-FFF2-40B4-BE49-F238E27FC236}">
                <a16:creationId xmlns:a16="http://schemas.microsoft.com/office/drawing/2014/main" id="{6D50FE19-6BD1-E30E-AE7F-DB57EB01EB33}"/>
              </a:ext>
            </a:extLst>
          </p:cNvPr>
          <p:cNvSpPr>
            <a:spLocks/>
          </p:cNvSpPr>
          <p:nvPr/>
        </p:nvSpPr>
        <p:spPr bwMode="auto">
          <a:xfrm>
            <a:off x="3072882" y="228806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1B26B3D-C99F-B204-D3C5-44745900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227580"/>
              </p:ext>
            </p:extLst>
          </p:nvPr>
        </p:nvGraphicFramePr>
        <p:xfrm>
          <a:off x="2209977" y="4508616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JOSUN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199" name="Text Box">
            <a:extLst>
              <a:ext uri="{FF2B5EF4-FFF2-40B4-BE49-F238E27FC236}">
                <a16:creationId xmlns:a16="http://schemas.microsoft.com/office/drawing/2014/main" id="{52E7BAEA-5FAC-A571-C625-9644D339D378}"/>
              </a:ext>
            </a:extLst>
          </p:cNvPr>
          <p:cNvSpPr>
            <a:spLocks/>
          </p:cNvSpPr>
          <p:nvPr/>
        </p:nvSpPr>
        <p:spPr bwMode="auto">
          <a:xfrm>
            <a:off x="3110187" y="489035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설명이 출력되는 영역입니다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938B750D-5CD9-C5B2-DA07-F39B0B33AC6D}"/>
              </a:ext>
            </a:extLst>
          </p:cNvPr>
          <p:cNvSpPr>
            <a:spLocks/>
          </p:cNvSpPr>
          <p:nvPr/>
        </p:nvSpPr>
        <p:spPr bwMode="auto">
          <a:xfrm>
            <a:off x="3110187" y="5134569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영문 설명이 출력되는 영역입니다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D5351158-5B3D-408B-6E09-A31DD6ACE2CF}"/>
              </a:ext>
            </a:extLst>
          </p:cNvPr>
          <p:cNvSpPr/>
          <p:nvPr/>
        </p:nvSpPr>
        <p:spPr bwMode="auto">
          <a:xfrm>
            <a:off x="-106106" y="139149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785AC159-18D8-ABF2-879E-5506C58F8B83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0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4202716-473E-25BC-C852-F4323BA0D6C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15627" y="5488219"/>
            <a:ext cx="287630" cy="166199"/>
            <a:chOff x="593892" y="1589722"/>
            <a:chExt cx="351747" cy="203247"/>
          </a:xfrm>
        </p:grpSpPr>
        <p:sp>
          <p:nvSpPr>
            <p:cNvPr id="204" name="Circle">
              <a:extLst>
                <a:ext uri="{FF2B5EF4-FFF2-40B4-BE49-F238E27FC236}">
                  <a16:creationId xmlns:a16="http://schemas.microsoft.com/office/drawing/2014/main" id="{E58ECFCA-FABB-92E8-D557-455241930A7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5" name="Check">
              <a:extLst>
                <a:ext uri="{FF2B5EF4-FFF2-40B4-BE49-F238E27FC236}">
                  <a16:creationId xmlns:a16="http://schemas.microsoft.com/office/drawing/2014/main" id="{8420895E-C4A8-FBF0-3D1B-E5D0A5AE9A3E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" name="Label">
              <a:extLst>
                <a:ext uri="{FF2B5EF4-FFF2-40B4-BE49-F238E27FC236}">
                  <a16:creationId xmlns:a16="http://schemas.microsoft.com/office/drawing/2014/main" id="{4B26FE66-6C85-5FAA-E0D0-5B0C9B6CAD33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0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EA918FA-070C-6DD6-ACE9-9C236691E48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12181" y="5488219"/>
            <a:ext cx="304594" cy="166199"/>
            <a:chOff x="593892" y="1589722"/>
            <a:chExt cx="372491" cy="203247"/>
          </a:xfrm>
        </p:grpSpPr>
        <p:sp>
          <p:nvSpPr>
            <p:cNvPr id="208" name="Circle">
              <a:extLst>
                <a:ext uri="{FF2B5EF4-FFF2-40B4-BE49-F238E27FC236}">
                  <a16:creationId xmlns:a16="http://schemas.microsoft.com/office/drawing/2014/main" id="{266F592D-33C7-DDEE-8286-2F7E363B3C7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9" name="Check" hidden="1">
              <a:extLst>
                <a:ext uri="{FF2B5EF4-FFF2-40B4-BE49-F238E27FC236}">
                  <a16:creationId xmlns:a16="http://schemas.microsoft.com/office/drawing/2014/main" id="{38D32E43-30CC-6E98-7EFB-57736C80943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0" name="Label">
              <a:extLst>
                <a:ext uri="{FF2B5EF4-FFF2-40B4-BE49-F238E27FC236}">
                  <a16:creationId xmlns:a16="http://schemas.microsoft.com/office/drawing/2014/main" id="{84EC2A67-31D5-9F9F-BBB8-41FE87DF432C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F669A90-7D09-7C04-8840-644290A984D9}"/>
              </a:ext>
            </a:extLst>
          </p:cNvPr>
          <p:cNvSpPr/>
          <p:nvPr/>
        </p:nvSpPr>
        <p:spPr>
          <a:xfrm>
            <a:off x="3539981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C3B18372-C819-8471-40D9-D50B06BFD19F}"/>
              </a:ext>
            </a:extLst>
          </p:cNvPr>
          <p:cNvSpPr/>
          <p:nvPr/>
        </p:nvSpPr>
        <p:spPr>
          <a:xfrm>
            <a:off x="4022186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BE9DB95-7ED4-9E13-BAC3-49FEE192B570}"/>
              </a:ext>
            </a:extLst>
          </p:cNvPr>
          <p:cNvSpPr/>
          <p:nvPr/>
        </p:nvSpPr>
        <p:spPr>
          <a:xfrm>
            <a:off x="4488718" y="611330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BEBFA6AE-D491-B473-4D46-274E0C6F2807}"/>
              </a:ext>
            </a:extLst>
          </p:cNvPr>
          <p:cNvSpPr/>
          <p:nvPr/>
        </p:nvSpPr>
        <p:spPr>
          <a:xfrm rot="16200000" flipH="1" flipV="1">
            <a:off x="4395879" y="60048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1" name="Teardrop 1">
            <a:extLst>
              <a:ext uri="{FF2B5EF4-FFF2-40B4-BE49-F238E27FC236}">
                <a16:creationId xmlns:a16="http://schemas.microsoft.com/office/drawing/2014/main" id="{626E727A-A8E8-D21B-4E57-873133AE256E}"/>
              </a:ext>
            </a:extLst>
          </p:cNvPr>
          <p:cNvSpPr/>
          <p:nvPr/>
        </p:nvSpPr>
        <p:spPr>
          <a:xfrm rot="16200000" flipH="1" flipV="1">
            <a:off x="2812346" y="2507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2" name="Teardrop 1">
            <a:extLst>
              <a:ext uri="{FF2B5EF4-FFF2-40B4-BE49-F238E27FC236}">
                <a16:creationId xmlns:a16="http://schemas.microsoft.com/office/drawing/2014/main" id="{7C8168B1-8D59-2337-103A-A4C4C20FFF59}"/>
              </a:ext>
            </a:extLst>
          </p:cNvPr>
          <p:cNvSpPr/>
          <p:nvPr/>
        </p:nvSpPr>
        <p:spPr>
          <a:xfrm rot="16200000" flipH="1" flipV="1">
            <a:off x="2133689" y="56581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3" name="Teardrop 1">
            <a:extLst>
              <a:ext uri="{FF2B5EF4-FFF2-40B4-BE49-F238E27FC236}">
                <a16:creationId xmlns:a16="http://schemas.microsoft.com/office/drawing/2014/main" id="{9A9EC4BD-1452-A89E-3ED7-7424165FBE35}"/>
              </a:ext>
            </a:extLst>
          </p:cNvPr>
          <p:cNvSpPr/>
          <p:nvPr/>
        </p:nvSpPr>
        <p:spPr>
          <a:xfrm rot="16200000" flipH="1" flipV="1">
            <a:off x="4255383" y="324352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ardrop 1">
            <a:extLst>
              <a:ext uri="{FF2B5EF4-FFF2-40B4-BE49-F238E27FC236}">
                <a16:creationId xmlns:a16="http://schemas.microsoft.com/office/drawing/2014/main" id="{155D175D-9B41-02DC-3287-4BED2CF073E9}"/>
              </a:ext>
            </a:extLst>
          </p:cNvPr>
          <p:cNvSpPr/>
          <p:nvPr/>
        </p:nvSpPr>
        <p:spPr>
          <a:xfrm rot="16200000" flipH="1" flipV="1">
            <a:off x="3948201" y="60224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06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28F6-C479-5400-854A-DDCE35C5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EC5FA-7C71-85A9-D61C-559ECFB1762B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0BA5F-576E-0205-BB7F-0CFA35EBD1E1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CC88CC1-5B36-FD32-81F4-90BCDBC85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79834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755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AD78-336B-9C18-FB0B-ED2D97DF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F053EA-EADB-BC77-2478-16561F31C94B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층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77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B8B3-7860-0004-0EE1-5F70A536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EE71277-D754-B41B-65BA-4DB223EE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7118A70-52D0-FCCB-A3BF-A0A71650D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층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17E58BE-EADD-423E-F9FE-B4CFFEA8F3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76312C8-68B9-4D08-E3D7-196E60E28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EBA2192-5222-2BAC-632C-77B6DEFD396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4FC5D72-F686-A0CC-8B90-53739572677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E93F9C2-2402-A5B4-4C5D-DB6D7873C6F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1467365-2C54-55FD-9E73-ECBEB1E7A2C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A4B62E2B-A66D-38C0-1911-1B59B25B346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D7B7B462-E48C-D9B1-E5D7-A666D4153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41395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5BC3AF4-AB5A-D3F4-ED7D-151ECA7D015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C5C09E4-2D2F-4D26-69DB-6BB8652026E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81F6AB5-F92C-5E39-912B-7590F1071C63}"/>
              </a:ext>
            </a:extLst>
          </p:cNvPr>
          <p:cNvSpPr/>
          <p:nvPr/>
        </p:nvSpPr>
        <p:spPr>
          <a:xfrm>
            <a:off x="8699193" y="1220790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층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F49B9028-7880-8F5B-368E-231702E76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82090"/>
              </p:ext>
            </p:extLst>
          </p:nvPr>
        </p:nvGraphicFramePr>
        <p:xfrm>
          <a:off x="1447439" y="1455041"/>
          <a:ext cx="78160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980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01239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94276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층 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MF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미들층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로비층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ROOF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옥상층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0F3D97C2-9A8E-2630-1A4F-B00630A5CE8B}"/>
              </a:ext>
            </a:extLst>
          </p:cNvPr>
          <p:cNvSpPr txBox="1"/>
          <p:nvPr/>
        </p:nvSpPr>
        <p:spPr>
          <a:xfrm>
            <a:off x="4737445" y="3127944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413C0F91-C375-DE88-B198-2668CA228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2386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 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B4DFD0E2-B7E3-1E23-E236-3FCCEB002076}"/>
              </a:ext>
            </a:extLst>
          </p:cNvPr>
          <p:cNvGrpSpPr/>
          <p:nvPr/>
        </p:nvGrpSpPr>
        <p:grpSpPr>
          <a:xfrm>
            <a:off x="1444055" y="1193964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59DE25-FAA5-0308-9C13-4067AD69C9F3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6A7361A-3555-F7A8-4EFB-961C1F66D1CA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405AE90-5CC6-9F27-275B-44409865F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BF3A7376-D6C2-0506-C48A-68A76D2ED1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FA58D11B-1C74-3BA3-A788-9E3150A6E3C7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372B858-5AD7-AA3F-DE56-3EF3A8EC052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07666" y="929191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6FBAABF4-D6DC-16C9-8AF3-16EF315698E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A2C1255E-7598-27E1-A28E-9E57987FE0E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E727624A-27D3-8891-AF78-FC86385A733A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E93A74D-8B9B-9935-588E-AEE56328D91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98722" y="929191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CB621248-2A67-8339-5AD3-AF92E84AFA7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33CC555C-B525-D6EF-2757-F3D71331065F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ADCB86D8-871D-4F93-8EE9-777A1D52539F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106E1C7-EA7F-3F66-C166-3E6E787280A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22920" y="929191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1243B3C6-DACC-B095-93D3-A5663386115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820078BB-C039-A3D0-68B4-66DD2911130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DCB791BA-FC8B-B1BE-7A6D-4A7CBC2E088E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E7BBB7CD-2A05-C8D1-5011-E38CD84FB3F4}"/>
              </a:ext>
            </a:extLst>
          </p:cNvPr>
          <p:cNvSpPr/>
          <p:nvPr/>
        </p:nvSpPr>
        <p:spPr>
          <a:xfrm rot="16200000" flipH="1" flipV="1">
            <a:off x="8584803" y="112010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C05A5DA5-C032-A472-6DFB-810497A69EEF}"/>
              </a:ext>
            </a:extLst>
          </p:cNvPr>
          <p:cNvSpPr/>
          <p:nvPr/>
        </p:nvSpPr>
        <p:spPr>
          <a:xfrm rot="16200000" flipH="1" flipV="1">
            <a:off x="2594249" y="162684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75EB9D-465F-A727-EFEB-C09C073A71AD}"/>
              </a:ext>
            </a:extLst>
          </p:cNvPr>
          <p:cNvSpPr/>
          <p:nvPr/>
        </p:nvSpPr>
        <p:spPr bwMode="auto">
          <a:xfrm>
            <a:off x="-106106" y="163503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C8C6036-111E-E043-F817-D1B7E01EFCFF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280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1CD5-7EB1-8A92-5FD3-FFBB676F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04708C1-AF17-3A94-6F03-6790F8C8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8487989-87EB-E468-CC35-C360BCA61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층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9472AE5-25E9-F6A8-BD50-6A8A02B0C2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174135D-0D0A-A591-D453-106435C63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9DBEEEE-BA81-F771-15C3-B1240278DEBE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74F2BB2-B371-E54E-A585-32C747666CD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ABD4607-D24D-2A40-26DF-23BD967212A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A9736F-08BD-1526-4369-08D20F25374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00D542E9-3BEA-E076-FE17-2A1B32A5D56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CC7A745-8D4D-1AA5-5540-166EED9FC5CD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DA9683A-066F-E49E-00DB-14A1C5B1C1F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EDAD4F58-DC83-FB2C-7735-086DE713B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02484"/>
              </p:ext>
            </p:extLst>
          </p:nvPr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4CD1C0-F59A-67B1-8E25-A28C999A6DAD}"/>
              </a:ext>
            </a:extLst>
          </p:cNvPr>
          <p:cNvSpPr/>
          <p:nvPr/>
        </p:nvSpPr>
        <p:spPr bwMode="auto">
          <a:xfrm>
            <a:off x="-106106" y="163503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2EF22E-D700-C13B-3324-FCA541604B92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3CFE4DFE-50C6-4FEA-4930-3CE71213D6B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320480" cy="2664297"/>
            <a:chOff x="3593436" y="1261242"/>
            <a:chExt cx="3670715" cy="1799228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C80F824-35CA-B3C7-130A-742BC7FF322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641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CF7C3B5-8DE6-3753-A146-F8F15F3E472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4DF0D36-E49A-5ED4-1C60-2B7176CFDC1C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8E0A326-A82D-D060-7AA7-ACC616A08282}"/>
              </a:ext>
            </a:extLst>
          </p:cNvPr>
          <p:cNvSpPr txBox="1"/>
          <p:nvPr/>
        </p:nvSpPr>
        <p:spPr>
          <a:xfrm>
            <a:off x="2099555" y="1352252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층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D845A04-15F5-4F87-3455-F8AA1A449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83385"/>
              </p:ext>
            </p:extLst>
          </p:nvPr>
        </p:nvGraphicFramePr>
        <p:xfrm>
          <a:off x="2172672" y="1662107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43395E98-2C36-D416-22A7-770891AF644B}"/>
              </a:ext>
            </a:extLst>
          </p:cNvPr>
          <p:cNvSpPr/>
          <p:nvPr/>
        </p:nvSpPr>
        <p:spPr>
          <a:xfrm>
            <a:off x="384426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FA035A-AF47-F4EF-3051-9F4EB9D8C2B3}"/>
              </a:ext>
            </a:extLst>
          </p:cNvPr>
          <p:cNvSpPr/>
          <p:nvPr/>
        </p:nvSpPr>
        <p:spPr>
          <a:xfrm>
            <a:off x="434727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EF5CE1F5-C0C7-45EF-C59E-7987A51ADAD7}"/>
              </a:ext>
            </a:extLst>
          </p:cNvPr>
          <p:cNvSpPr>
            <a:spLocks/>
          </p:cNvSpPr>
          <p:nvPr/>
        </p:nvSpPr>
        <p:spPr bwMode="auto">
          <a:xfrm>
            <a:off x="3072882" y="1716302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408D7B2-6992-BE1D-4A1A-77CE9CB061CF}"/>
              </a:ext>
            </a:extLst>
          </p:cNvPr>
          <p:cNvSpPr/>
          <p:nvPr/>
        </p:nvSpPr>
        <p:spPr>
          <a:xfrm>
            <a:off x="5030663" y="1713468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599C20C-331F-EA6A-6251-614422204D0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600" y="2633378"/>
            <a:ext cx="287630" cy="166199"/>
            <a:chOff x="593892" y="1589722"/>
            <a:chExt cx="351747" cy="203247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1997F8D5-AD6B-ECB3-54C4-93F53C936E8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id="{F55372CD-5018-1C2A-98DE-AE7DFF2DF925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63DB17F9-C6F2-586F-8B5A-AA1CA70AF1F5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E32CFD7-9C77-B8E6-1CBC-C3C254BCB80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68154" y="2633378"/>
            <a:ext cx="304594" cy="166199"/>
            <a:chOff x="593892" y="1589722"/>
            <a:chExt cx="372491" cy="203247"/>
          </a:xfrm>
        </p:grpSpPr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53E00C25-C786-F788-0CE6-D1D884EAF088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heck" hidden="1">
              <a:extLst>
                <a:ext uri="{FF2B5EF4-FFF2-40B4-BE49-F238E27FC236}">
                  <a16:creationId xmlns:a16="http://schemas.microsoft.com/office/drawing/2014/main" id="{56773825-B006-5B09-33FA-9ADD207EFD3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Label">
              <a:extLst>
                <a:ext uri="{FF2B5EF4-FFF2-40B4-BE49-F238E27FC236}">
                  <a16:creationId xmlns:a16="http://schemas.microsoft.com/office/drawing/2014/main" id="{07B7D0EC-C487-B060-4066-04094FA705A5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3968A8EE-9E0F-BB13-0496-55321089450B}"/>
              </a:ext>
            </a:extLst>
          </p:cNvPr>
          <p:cNvSpPr/>
          <p:nvPr/>
        </p:nvSpPr>
        <p:spPr>
          <a:xfrm rot="16200000" flipH="1" flipV="1">
            <a:off x="2933789" y="16147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EB1EDA7-E3DF-255B-7476-90F5004D83F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063545" y="3755229"/>
            <a:ext cx="4320480" cy="2664296"/>
            <a:chOff x="3593436" y="1261242"/>
            <a:chExt cx="3670715" cy="1799227"/>
          </a:xfrm>
        </p:grpSpPr>
        <p:sp>
          <p:nvSpPr>
            <p:cNvPr id="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E2B6AEE-F38B-B00B-9FCD-5F1ADD729B3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41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C16D7D8-B518-A5B6-4479-00E308AF4A0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5ED022-FC58-DCFC-716C-F950902B3A1E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5912E23-8F25-9BAC-6899-B51313646050}"/>
              </a:ext>
            </a:extLst>
          </p:cNvPr>
          <p:cNvSpPr txBox="1"/>
          <p:nvPr/>
        </p:nvSpPr>
        <p:spPr>
          <a:xfrm>
            <a:off x="2099548" y="4198761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층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B98693-856E-5F8F-2EE1-876865D0E392}"/>
              </a:ext>
            </a:extLst>
          </p:cNvPr>
          <p:cNvSpPr txBox="1"/>
          <p:nvPr/>
        </p:nvSpPr>
        <p:spPr>
          <a:xfrm>
            <a:off x="3802008" y="98423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A79328-5FEB-C6D8-A993-A5B82FF9633E}"/>
              </a:ext>
            </a:extLst>
          </p:cNvPr>
          <p:cNvSpPr txBox="1"/>
          <p:nvPr/>
        </p:nvSpPr>
        <p:spPr>
          <a:xfrm>
            <a:off x="3686032" y="3830745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A695CE-B91A-C211-8914-12AAC8F85211}"/>
              </a:ext>
            </a:extLst>
          </p:cNvPr>
          <p:cNvSpPr txBox="1"/>
          <p:nvPr/>
        </p:nvSpPr>
        <p:spPr>
          <a:xfrm>
            <a:off x="4984314" y="135766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A64547-441D-EF97-6687-4236BAB6DDD4}"/>
              </a:ext>
            </a:extLst>
          </p:cNvPr>
          <p:cNvSpPr txBox="1"/>
          <p:nvPr/>
        </p:nvSpPr>
        <p:spPr>
          <a:xfrm>
            <a:off x="5053944" y="420417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7" name="Text Box">
            <a:extLst>
              <a:ext uri="{FF2B5EF4-FFF2-40B4-BE49-F238E27FC236}">
                <a16:creationId xmlns:a16="http://schemas.microsoft.com/office/drawing/2014/main" id="{DF7CF83F-3008-97BA-2A63-DA43EB8C3124}"/>
              </a:ext>
            </a:extLst>
          </p:cNvPr>
          <p:cNvSpPr>
            <a:spLocks/>
          </p:cNvSpPr>
          <p:nvPr/>
        </p:nvSpPr>
        <p:spPr bwMode="auto">
          <a:xfrm>
            <a:off x="3072882" y="2043841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D8D1381E-B13D-0F52-A9EE-37772E680D0F}"/>
              </a:ext>
            </a:extLst>
          </p:cNvPr>
          <p:cNvSpPr>
            <a:spLocks/>
          </p:cNvSpPr>
          <p:nvPr/>
        </p:nvSpPr>
        <p:spPr bwMode="auto">
          <a:xfrm>
            <a:off x="3072882" y="228806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AA7B8F24-79A1-A819-48B3-DF73E7B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152659"/>
              </p:ext>
            </p:extLst>
          </p:nvPr>
        </p:nvGraphicFramePr>
        <p:xfrm>
          <a:off x="2209977" y="4508616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2395FA33-9C1A-DAD2-894C-7CFD7CF5BC8C}"/>
              </a:ext>
            </a:extLst>
          </p:cNvPr>
          <p:cNvSpPr>
            <a:spLocks/>
          </p:cNvSpPr>
          <p:nvPr/>
        </p:nvSpPr>
        <p:spPr bwMode="auto">
          <a:xfrm>
            <a:off x="3110187" y="489035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로비층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CA4FE5FC-57AC-9F32-8B14-AC301642952C}"/>
              </a:ext>
            </a:extLst>
          </p:cNvPr>
          <p:cNvSpPr>
            <a:spLocks/>
          </p:cNvSpPr>
          <p:nvPr/>
        </p:nvSpPr>
        <p:spPr bwMode="auto">
          <a:xfrm>
            <a:off x="3110187" y="5134569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Lobby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Floor</a:t>
            </a:r>
          </a:p>
        </p:txBody>
      </p:sp>
      <p:grpSp>
        <p:nvGrpSpPr>
          <p:cNvPr id="6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4C94B85-B38F-61EF-FC39-56DEC339E20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15627" y="5488219"/>
            <a:ext cx="287630" cy="166199"/>
            <a:chOff x="593892" y="1589722"/>
            <a:chExt cx="351747" cy="203247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531EBBF4-07A3-3001-1A48-C541737BA62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heck">
              <a:extLst>
                <a:ext uri="{FF2B5EF4-FFF2-40B4-BE49-F238E27FC236}">
                  <a16:creationId xmlns:a16="http://schemas.microsoft.com/office/drawing/2014/main" id="{D8ABB578-91EA-AFC2-4DA0-519825F9438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Label">
              <a:extLst>
                <a:ext uri="{FF2B5EF4-FFF2-40B4-BE49-F238E27FC236}">
                  <a16:creationId xmlns:a16="http://schemas.microsoft.com/office/drawing/2014/main" id="{0633B636-AF93-5CA7-21AC-7BCA16C083F3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8CBEF68-8165-3122-9734-0BE67BFB255C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12181" y="5488219"/>
            <a:ext cx="304594" cy="166199"/>
            <a:chOff x="593892" y="1589722"/>
            <a:chExt cx="372491" cy="203247"/>
          </a:xfrm>
        </p:grpSpPr>
        <p:sp>
          <p:nvSpPr>
            <p:cNvPr id="134" name="Circle">
              <a:extLst>
                <a:ext uri="{FF2B5EF4-FFF2-40B4-BE49-F238E27FC236}">
                  <a16:creationId xmlns:a16="http://schemas.microsoft.com/office/drawing/2014/main" id="{D1FDC957-FCD1-AA57-5F2B-266BDA0F39A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Check" hidden="1">
              <a:extLst>
                <a:ext uri="{FF2B5EF4-FFF2-40B4-BE49-F238E27FC236}">
                  <a16:creationId xmlns:a16="http://schemas.microsoft.com/office/drawing/2014/main" id="{890F71A6-7CFF-DC44-F29A-B2522C0911D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Label">
              <a:extLst>
                <a:ext uri="{FF2B5EF4-FFF2-40B4-BE49-F238E27FC236}">
                  <a16:creationId xmlns:a16="http://schemas.microsoft.com/office/drawing/2014/main" id="{F7F4D42D-2557-C69B-5DF7-7485D4AE1B7F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8338308-F47C-9886-962D-64EBEF9E4C6B}"/>
              </a:ext>
            </a:extLst>
          </p:cNvPr>
          <p:cNvSpPr/>
          <p:nvPr/>
        </p:nvSpPr>
        <p:spPr>
          <a:xfrm>
            <a:off x="3539981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79A50B6-71C6-5F93-9B14-88E1AAC335C9}"/>
              </a:ext>
            </a:extLst>
          </p:cNvPr>
          <p:cNvSpPr/>
          <p:nvPr/>
        </p:nvSpPr>
        <p:spPr>
          <a:xfrm>
            <a:off x="4022186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F214CF3-E3D2-F7A5-9E9C-51D52F426D8C}"/>
              </a:ext>
            </a:extLst>
          </p:cNvPr>
          <p:cNvSpPr/>
          <p:nvPr/>
        </p:nvSpPr>
        <p:spPr>
          <a:xfrm>
            <a:off x="4488718" y="611330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46" name="Teardrop 1">
            <a:extLst>
              <a:ext uri="{FF2B5EF4-FFF2-40B4-BE49-F238E27FC236}">
                <a16:creationId xmlns:a16="http://schemas.microsoft.com/office/drawing/2014/main" id="{91380056-BAED-3024-6B06-3A5D95521798}"/>
              </a:ext>
            </a:extLst>
          </p:cNvPr>
          <p:cNvSpPr/>
          <p:nvPr/>
        </p:nvSpPr>
        <p:spPr>
          <a:xfrm rot="16200000" flipH="1" flipV="1">
            <a:off x="4395879" y="60048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ardrop 1">
            <a:extLst>
              <a:ext uri="{FF2B5EF4-FFF2-40B4-BE49-F238E27FC236}">
                <a16:creationId xmlns:a16="http://schemas.microsoft.com/office/drawing/2014/main" id="{DA8DDE7B-0AD8-7372-A93F-F4819A52E174}"/>
              </a:ext>
            </a:extLst>
          </p:cNvPr>
          <p:cNvSpPr/>
          <p:nvPr/>
        </p:nvSpPr>
        <p:spPr>
          <a:xfrm rot="16200000" flipH="1" flipV="1">
            <a:off x="2812346" y="2507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ardrop 1">
            <a:extLst>
              <a:ext uri="{FF2B5EF4-FFF2-40B4-BE49-F238E27FC236}">
                <a16:creationId xmlns:a16="http://schemas.microsoft.com/office/drawing/2014/main" id="{ED833F35-E7BE-57B7-46AE-D5E34DDFE32B}"/>
              </a:ext>
            </a:extLst>
          </p:cNvPr>
          <p:cNvSpPr/>
          <p:nvPr/>
        </p:nvSpPr>
        <p:spPr>
          <a:xfrm rot="16200000" flipH="1" flipV="1">
            <a:off x="2133689" y="56581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ardrop 1">
            <a:extLst>
              <a:ext uri="{FF2B5EF4-FFF2-40B4-BE49-F238E27FC236}">
                <a16:creationId xmlns:a16="http://schemas.microsoft.com/office/drawing/2014/main" id="{CA324F16-1E51-6E37-FF75-362C5B0796C6}"/>
              </a:ext>
            </a:extLst>
          </p:cNvPr>
          <p:cNvSpPr/>
          <p:nvPr/>
        </p:nvSpPr>
        <p:spPr>
          <a:xfrm rot="16200000" flipH="1" flipV="1">
            <a:off x="4255383" y="324352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ardrop 1">
            <a:extLst>
              <a:ext uri="{FF2B5EF4-FFF2-40B4-BE49-F238E27FC236}">
                <a16:creationId xmlns:a16="http://schemas.microsoft.com/office/drawing/2014/main" id="{1B004734-74F1-9FAD-78AA-B72DBF5AACFF}"/>
              </a:ext>
            </a:extLst>
          </p:cNvPr>
          <p:cNvSpPr/>
          <p:nvPr/>
        </p:nvSpPr>
        <p:spPr>
          <a:xfrm rot="16200000" flipH="1" flipV="1">
            <a:off x="3948201" y="60224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368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0209-E28F-75F2-B107-A0E55BEB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FFF26F-E8BB-0839-CD8D-563F26DB190F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A47DB3-A7BA-D8DC-19C6-68211BEF4D75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1DBEA4F-3669-0765-3CC6-8EB4B693F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11381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296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CAB41-84AC-F696-9F26-74F155D9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67415F-C60D-6FBB-D7E4-C1B45F5E932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호수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6517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9CCE-29F7-4D20-A568-FE7C5CDD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1AC4152-BFBE-EF03-28A5-6C5E691A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0E84222-84AB-D9A4-86F3-86B542F3F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</a:t>
            </a:r>
            <a:r>
              <a:rPr lang="ko-KR" altLang="en-US" dirty="0"/>
              <a:t> 호수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5C333F2-8D8C-E9F0-3C4A-DB3B61649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C6AE951-10C9-DCBA-DF7B-D35B396AE5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22BF33B-02A6-5DFA-E2B2-E2358F563D5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DBC7E30-8507-CF5D-07D5-A56B6F9FA09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BF02FF0-D07D-4146-052C-E3F3BB92D0F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9EBAB7-0E0B-3873-C8D6-84874FD08BD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30CA9155-3A2A-1C97-A335-D77FDAB64C3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8265C85A-A111-A4B7-CC81-53FC17039788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EC958F3-55C7-CBF5-470C-C0459BE6C39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EDFF7BF-68BD-E145-DDE9-7BD2DA3963C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8FFF5F8-8299-EC1E-205D-67DF1D679824}"/>
              </a:ext>
            </a:extLst>
          </p:cNvPr>
          <p:cNvSpPr/>
          <p:nvPr/>
        </p:nvSpPr>
        <p:spPr>
          <a:xfrm>
            <a:off x="8616281" y="1220790"/>
            <a:ext cx="65650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호수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030BFA8A-FB61-1CC9-B692-F5947554B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580369"/>
              </p:ext>
            </p:extLst>
          </p:nvPr>
        </p:nvGraphicFramePr>
        <p:xfrm>
          <a:off x="1447439" y="1455041"/>
          <a:ext cx="78160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980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01239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94276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001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002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003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003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004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004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005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005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95C7A683-6DBA-7AA6-B8D1-7AE0C719C891}"/>
              </a:ext>
            </a:extLst>
          </p:cNvPr>
          <p:cNvSpPr txBox="1"/>
          <p:nvPr/>
        </p:nvSpPr>
        <p:spPr>
          <a:xfrm>
            <a:off x="4737445" y="3127944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4B386316-CB34-D560-42A4-DF864E38F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84531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호수 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호수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5E857015-3E77-3C53-75B5-DA4243F23775}"/>
              </a:ext>
            </a:extLst>
          </p:cNvPr>
          <p:cNvGrpSpPr/>
          <p:nvPr/>
        </p:nvGrpSpPr>
        <p:grpSpPr>
          <a:xfrm>
            <a:off x="1444055" y="1193964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F22682-8039-14FB-0156-4C24445B5FC1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F4799FF-44B0-E833-FE2F-E16DD657B454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0D5E62EE-CC84-11E9-5370-AC030ECC4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519FF5D5-50B2-84F3-698D-AE50EF6E15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C9FDD660-3B82-29EB-3A9F-E5B1768B1F8F}"/>
              </a:ext>
            </a:extLst>
          </p:cNvPr>
          <p:cNvSpPr>
            <a:spLocks/>
          </p:cNvSpPr>
          <p:nvPr/>
        </p:nvSpPr>
        <p:spPr bwMode="auto">
          <a:xfrm>
            <a:off x="2707452" y="929191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3E6D29D-862F-F5CA-08E0-8A6EBD30BFF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07666" y="929191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2E932B89-BC69-4F08-33A4-3D4B06AA8AB5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4C2D3424-C616-F790-E669-4662F2401799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409E8319-BF84-7E83-5AEB-07630BCCD51E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6373B6C-6231-4337-BC32-15B2A11EFEC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98722" y="929191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65F414A7-08E7-DAD2-3CFB-51D5F4A24C2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D3E20587-4266-EF4E-80C1-1190E0D271C0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8CFA059E-BFE6-0828-1F28-0118B6F8D8E4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A5CAB77-2BAF-A0EA-4E9B-443A435B204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22920" y="929191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B2F8BB1C-3ECF-BB9B-816A-F01C89D8B0FC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7C7E52F5-8DAF-FBFE-9B35-82EA2D8846E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C971E03A-B2EE-CE30-B249-9F06F698E849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401F0046-8D9B-7A40-854D-44F174B2FDFF}"/>
              </a:ext>
            </a:extLst>
          </p:cNvPr>
          <p:cNvSpPr/>
          <p:nvPr/>
        </p:nvSpPr>
        <p:spPr>
          <a:xfrm rot="16200000" flipH="1" flipV="1">
            <a:off x="8463772" y="110684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4C07B6A8-C1FA-E485-5994-079FDEB6A0D8}"/>
              </a:ext>
            </a:extLst>
          </p:cNvPr>
          <p:cNvSpPr/>
          <p:nvPr/>
        </p:nvSpPr>
        <p:spPr>
          <a:xfrm rot="16200000" flipH="1" flipV="1">
            <a:off x="2570039" y="162684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C1031B-8012-3A14-B589-8E2FFE365457}"/>
              </a:ext>
            </a:extLst>
          </p:cNvPr>
          <p:cNvSpPr/>
          <p:nvPr/>
        </p:nvSpPr>
        <p:spPr bwMode="auto">
          <a:xfrm>
            <a:off x="-106106" y="188289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48901A-AF47-9494-351E-D085108FC668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9483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AB0A-09F9-8D5A-9FB5-FACDE67A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922BDC8-D361-3706-B7CB-D0C9C00E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4AB3B32-1764-CF06-7D37-83D20BB6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시스템 관리 </a:t>
            </a:r>
            <a:r>
              <a:rPr lang="en-US" altLang="ko-KR" dirty="0"/>
              <a:t>&gt; </a:t>
            </a:r>
            <a:r>
              <a:rPr lang="ko-KR" altLang="en-US" dirty="0"/>
              <a:t>호수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0886AB1-94CF-BC79-453A-E0E1245A2A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B9BF275-79B7-5235-6015-ECEFFFF59B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시스템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45E5B83-4731-0BB6-4838-E7B6EBFC8D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790EB9B-5552-B88D-FA2E-0650837D3EC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992EF29C-D6DF-D27E-675D-C5E6808A433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6A87B59-B89E-3C05-F820-204DFA3D402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1E842C62-3A7D-22DF-FFBA-E34FD9925C6D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51FE20C-C25A-75E0-3570-2A237A8C7703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52368D1-207A-65C5-CAF0-9FCDF91146E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6EDC2CCC-B515-BDED-2821-902A3D2223DA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A5D6AD-1B12-2A05-D82F-AECBAAF815B4}"/>
              </a:ext>
            </a:extLst>
          </p:cNvPr>
          <p:cNvSpPr/>
          <p:nvPr/>
        </p:nvSpPr>
        <p:spPr bwMode="auto">
          <a:xfrm>
            <a:off x="-106106" y="188289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5FF552-2769-854B-72E8-1404F69C1352}"/>
              </a:ext>
            </a:extLst>
          </p:cNvPr>
          <p:cNvSpPr/>
          <p:nvPr/>
        </p:nvSpPr>
        <p:spPr>
          <a:xfrm>
            <a:off x="-14" y="808615"/>
            <a:ext cx="1318349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그룹코드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마켓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468C0F-D30C-AB9F-5C33-A22A92F8999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320480" cy="2664297"/>
            <a:chOff x="3593436" y="1261242"/>
            <a:chExt cx="3670715" cy="1799228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376D019-05B7-47F2-B4CE-FD760C9DAF9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641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693B18-F5A4-3850-02C7-5C7DBD99EAC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C75453D-4E7C-6032-F9E7-BF1CDA3CE5EF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F7DFEB-F54E-63A3-07F2-DE8FBB18E316}"/>
              </a:ext>
            </a:extLst>
          </p:cNvPr>
          <p:cNvSpPr txBox="1"/>
          <p:nvPr/>
        </p:nvSpPr>
        <p:spPr>
          <a:xfrm>
            <a:off x="2099555" y="1352252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호수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EC1EFDCF-95BF-AEE3-D832-493261C14050}"/>
              </a:ext>
            </a:extLst>
          </p:cNvPr>
          <p:cNvGraphicFramePr>
            <a:graphicFrameLocks noGrp="1"/>
          </p:cNvGraphicFramePr>
          <p:nvPr/>
        </p:nvGraphicFramePr>
        <p:xfrm>
          <a:off x="2172672" y="1662107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C25B3B-9243-E3C3-2203-14971B485072}"/>
              </a:ext>
            </a:extLst>
          </p:cNvPr>
          <p:cNvSpPr/>
          <p:nvPr/>
        </p:nvSpPr>
        <p:spPr>
          <a:xfrm>
            <a:off x="384426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6AE4D8-62E2-FC3A-CCA4-99892FBF80E3}"/>
              </a:ext>
            </a:extLst>
          </p:cNvPr>
          <p:cNvSpPr/>
          <p:nvPr/>
        </p:nvSpPr>
        <p:spPr>
          <a:xfrm>
            <a:off x="434727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4F09D634-0325-C5C2-B314-DA5AB4824DCE}"/>
              </a:ext>
            </a:extLst>
          </p:cNvPr>
          <p:cNvSpPr>
            <a:spLocks/>
          </p:cNvSpPr>
          <p:nvPr/>
        </p:nvSpPr>
        <p:spPr bwMode="auto">
          <a:xfrm>
            <a:off x="3072882" y="1716302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E2B945-97B6-6C6E-0898-133ADCE52E64}"/>
              </a:ext>
            </a:extLst>
          </p:cNvPr>
          <p:cNvSpPr/>
          <p:nvPr/>
        </p:nvSpPr>
        <p:spPr>
          <a:xfrm>
            <a:off x="5030663" y="1713468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98BB5CE-7BC8-C97C-ED30-C9EE600AA8E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600" y="2633378"/>
            <a:ext cx="287630" cy="166199"/>
            <a:chOff x="593892" y="1589722"/>
            <a:chExt cx="351747" cy="203247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59E60601-5356-1401-57FD-FD8B5CAFAB3E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id="{8195EEBE-CFEA-C94B-6A2D-52661FF9D12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2603C4E7-F14C-989A-339A-202F4B8E48DE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7633558-BCCE-52F2-0F4E-775387AA26B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68154" y="2633378"/>
            <a:ext cx="304594" cy="166199"/>
            <a:chOff x="593892" y="1589722"/>
            <a:chExt cx="372491" cy="203247"/>
          </a:xfrm>
        </p:grpSpPr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2DA06536-6A7F-2A94-D93B-F2314BAA03B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heck" hidden="1">
              <a:extLst>
                <a:ext uri="{FF2B5EF4-FFF2-40B4-BE49-F238E27FC236}">
                  <a16:creationId xmlns:a16="http://schemas.microsoft.com/office/drawing/2014/main" id="{23339AC1-C2D4-C7CF-5A37-F7F9F6EA17AD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Label">
              <a:extLst>
                <a:ext uri="{FF2B5EF4-FFF2-40B4-BE49-F238E27FC236}">
                  <a16:creationId xmlns:a16="http://schemas.microsoft.com/office/drawing/2014/main" id="{F29D9A53-7CC7-9697-A16F-CA875EF8F3F7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1A0067CB-82B6-F2D9-BE6B-DF719D1034DB}"/>
              </a:ext>
            </a:extLst>
          </p:cNvPr>
          <p:cNvSpPr/>
          <p:nvPr/>
        </p:nvSpPr>
        <p:spPr>
          <a:xfrm rot="16200000" flipH="1" flipV="1">
            <a:off x="2933789" y="16147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8796434-A80A-0E13-5A2F-ED8A6E3C816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063545" y="3755229"/>
            <a:ext cx="4320480" cy="2664296"/>
            <a:chOff x="3593436" y="1261242"/>
            <a:chExt cx="3670715" cy="1799227"/>
          </a:xfrm>
        </p:grpSpPr>
        <p:sp>
          <p:nvSpPr>
            <p:cNvPr id="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4A8A9E8-270F-2136-5F4D-AEEDFAB225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41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47E354-C894-CB09-7E06-9C892B746DB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057F82-E046-A916-A638-5CFB22F50552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982F0FF-FA4F-894B-C10F-A40F8F8E33B0}"/>
              </a:ext>
            </a:extLst>
          </p:cNvPr>
          <p:cNvSpPr txBox="1"/>
          <p:nvPr/>
        </p:nvSpPr>
        <p:spPr>
          <a:xfrm>
            <a:off x="2099548" y="4198761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호수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5B8FFA-47D0-1378-9BCC-66C43D8592B1}"/>
              </a:ext>
            </a:extLst>
          </p:cNvPr>
          <p:cNvSpPr txBox="1"/>
          <p:nvPr/>
        </p:nvSpPr>
        <p:spPr>
          <a:xfrm>
            <a:off x="3802008" y="98423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FE8D94-90F8-432A-5243-89BB02BE1596}"/>
              </a:ext>
            </a:extLst>
          </p:cNvPr>
          <p:cNvSpPr txBox="1"/>
          <p:nvPr/>
        </p:nvSpPr>
        <p:spPr>
          <a:xfrm>
            <a:off x="3686032" y="3830745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0CD509-59B3-C46D-A7EF-2F2FD4DFC28F}"/>
              </a:ext>
            </a:extLst>
          </p:cNvPr>
          <p:cNvSpPr txBox="1"/>
          <p:nvPr/>
        </p:nvSpPr>
        <p:spPr>
          <a:xfrm>
            <a:off x="4984314" y="135766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1C8CB3-8027-0941-5431-B46D6CB0C8D9}"/>
              </a:ext>
            </a:extLst>
          </p:cNvPr>
          <p:cNvSpPr txBox="1"/>
          <p:nvPr/>
        </p:nvSpPr>
        <p:spPr>
          <a:xfrm>
            <a:off x="5053944" y="420417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7" name="Text Box">
            <a:extLst>
              <a:ext uri="{FF2B5EF4-FFF2-40B4-BE49-F238E27FC236}">
                <a16:creationId xmlns:a16="http://schemas.microsoft.com/office/drawing/2014/main" id="{26F01559-E016-9DC4-27AE-F51AD94A9B1D}"/>
              </a:ext>
            </a:extLst>
          </p:cNvPr>
          <p:cNvSpPr>
            <a:spLocks/>
          </p:cNvSpPr>
          <p:nvPr/>
        </p:nvSpPr>
        <p:spPr bwMode="auto">
          <a:xfrm>
            <a:off x="3072882" y="2043841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BC6D0C75-FF3A-9D55-7515-379FAD61404C}"/>
              </a:ext>
            </a:extLst>
          </p:cNvPr>
          <p:cNvSpPr>
            <a:spLocks/>
          </p:cNvSpPr>
          <p:nvPr/>
        </p:nvSpPr>
        <p:spPr bwMode="auto">
          <a:xfrm>
            <a:off x="3072882" y="228806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C4FF2055-AED8-89A8-4AB8-63C197301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382649"/>
              </p:ext>
            </p:extLst>
          </p:nvPr>
        </p:nvGraphicFramePr>
        <p:xfrm>
          <a:off x="2209977" y="4508616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4B983D40-F533-0146-592A-19C85300CE76}"/>
              </a:ext>
            </a:extLst>
          </p:cNvPr>
          <p:cNvSpPr>
            <a:spLocks/>
          </p:cNvSpPr>
          <p:nvPr/>
        </p:nvSpPr>
        <p:spPr bwMode="auto">
          <a:xfrm>
            <a:off x="3110187" y="489035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001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91FDB2E1-899A-3BDE-64BF-ACBD544918C5}"/>
              </a:ext>
            </a:extLst>
          </p:cNvPr>
          <p:cNvSpPr>
            <a:spLocks/>
          </p:cNvSpPr>
          <p:nvPr/>
        </p:nvSpPr>
        <p:spPr bwMode="auto">
          <a:xfrm>
            <a:off x="3110187" y="5134569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001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room</a:t>
            </a:r>
          </a:p>
        </p:txBody>
      </p:sp>
      <p:grpSp>
        <p:nvGrpSpPr>
          <p:cNvPr id="6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B09C8A9-4804-EBC3-8D8E-588FB8501AF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15627" y="5488219"/>
            <a:ext cx="287630" cy="166199"/>
            <a:chOff x="593892" y="1589722"/>
            <a:chExt cx="351747" cy="203247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1548D41F-DD13-101F-FFF8-5B52AC20448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heck">
              <a:extLst>
                <a:ext uri="{FF2B5EF4-FFF2-40B4-BE49-F238E27FC236}">
                  <a16:creationId xmlns:a16="http://schemas.microsoft.com/office/drawing/2014/main" id="{AD4250E3-AF57-DBA9-DE08-B4539C1EC310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Label">
              <a:extLst>
                <a:ext uri="{FF2B5EF4-FFF2-40B4-BE49-F238E27FC236}">
                  <a16:creationId xmlns:a16="http://schemas.microsoft.com/office/drawing/2014/main" id="{430B3E2C-D4BD-6754-F2E0-5B8F69DA93B9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271D892-C3E7-C23C-0126-EC25AA9A87E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12181" y="5488219"/>
            <a:ext cx="304594" cy="166199"/>
            <a:chOff x="593892" y="1589722"/>
            <a:chExt cx="372491" cy="203247"/>
          </a:xfrm>
        </p:grpSpPr>
        <p:sp>
          <p:nvSpPr>
            <p:cNvPr id="134" name="Circle">
              <a:extLst>
                <a:ext uri="{FF2B5EF4-FFF2-40B4-BE49-F238E27FC236}">
                  <a16:creationId xmlns:a16="http://schemas.microsoft.com/office/drawing/2014/main" id="{71A86711-A7B8-FEF1-AC68-FAE10217522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Check" hidden="1">
              <a:extLst>
                <a:ext uri="{FF2B5EF4-FFF2-40B4-BE49-F238E27FC236}">
                  <a16:creationId xmlns:a16="http://schemas.microsoft.com/office/drawing/2014/main" id="{D762618E-3A88-34EC-DC5C-8AB8F5E71D8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Label">
              <a:extLst>
                <a:ext uri="{FF2B5EF4-FFF2-40B4-BE49-F238E27FC236}">
                  <a16:creationId xmlns:a16="http://schemas.microsoft.com/office/drawing/2014/main" id="{6045D1BF-6A7B-3E92-37B4-C94BB714C25F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4BC9D96-0DC5-02DF-7C9C-29813C49B5C2}"/>
              </a:ext>
            </a:extLst>
          </p:cNvPr>
          <p:cNvSpPr/>
          <p:nvPr/>
        </p:nvSpPr>
        <p:spPr>
          <a:xfrm>
            <a:off x="3539981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52F2909-F468-E423-6783-5D3196B25583}"/>
              </a:ext>
            </a:extLst>
          </p:cNvPr>
          <p:cNvSpPr/>
          <p:nvPr/>
        </p:nvSpPr>
        <p:spPr>
          <a:xfrm>
            <a:off x="4022186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9C521163-31DA-92F6-26C7-BF8614F80945}"/>
              </a:ext>
            </a:extLst>
          </p:cNvPr>
          <p:cNvSpPr/>
          <p:nvPr/>
        </p:nvSpPr>
        <p:spPr>
          <a:xfrm>
            <a:off x="4488718" y="611330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46" name="Teardrop 1">
            <a:extLst>
              <a:ext uri="{FF2B5EF4-FFF2-40B4-BE49-F238E27FC236}">
                <a16:creationId xmlns:a16="http://schemas.microsoft.com/office/drawing/2014/main" id="{36350EE3-BFE7-B2A3-42D1-1F5084FB78A5}"/>
              </a:ext>
            </a:extLst>
          </p:cNvPr>
          <p:cNvSpPr/>
          <p:nvPr/>
        </p:nvSpPr>
        <p:spPr>
          <a:xfrm rot="16200000" flipH="1" flipV="1">
            <a:off x="4395879" y="60048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ardrop 1">
            <a:extLst>
              <a:ext uri="{FF2B5EF4-FFF2-40B4-BE49-F238E27FC236}">
                <a16:creationId xmlns:a16="http://schemas.microsoft.com/office/drawing/2014/main" id="{0AAE8CE9-D3E7-8664-E7F4-975C9A68D8EE}"/>
              </a:ext>
            </a:extLst>
          </p:cNvPr>
          <p:cNvSpPr/>
          <p:nvPr/>
        </p:nvSpPr>
        <p:spPr>
          <a:xfrm rot="16200000" flipH="1" flipV="1">
            <a:off x="2812346" y="2507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ardrop 1">
            <a:extLst>
              <a:ext uri="{FF2B5EF4-FFF2-40B4-BE49-F238E27FC236}">
                <a16:creationId xmlns:a16="http://schemas.microsoft.com/office/drawing/2014/main" id="{E0901A0C-210F-1BAE-FAA0-746DC11BEAC1}"/>
              </a:ext>
            </a:extLst>
          </p:cNvPr>
          <p:cNvSpPr/>
          <p:nvPr/>
        </p:nvSpPr>
        <p:spPr>
          <a:xfrm rot="16200000" flipH="1" flipV="1">
            <a:off x="2133689" y="56581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ardrop 1">
            <a:extLst>
              <a:ext uri="{FF2B5EF4-FFF2-40B4-BE49-F238E27FC236}">
                <a16:creationId xmlns:a16="http://schemas.microsoft.com/office/drawing/2014/main" id="{D86F50E3-D74D-5529-9ABD-1DDFAD8024BE}"/>
              </a:ext>
            </a:extLst>
          </p:cNvPr>
          <p:cNvSpPr/>
          <p:nvPr/>
        </p:nvSpPr>
        <p:spPr>
          <a:xfrm rot="16200000" flipH="1" flipV="1">
            <a:off x="4255383" y="324352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ardrop 1">
            <a:extLst>
              <a:ext uri="{FF2B5EF4-FFF2-40B4-BE49-F238E27FC236}">
                <a16:creationId xmlns:a16="http://schemas.microsoft.com/office/drawing/2014/main" id="{5425FD5B-CFDF-199C-59C0-05F965549C86}"/>
              </a:ext>
            </a:extLst>
          </p:cNvPr>
          <p:cNvSpPr/>
          <p:nvPr/>
        </p:nvSpPr>
        <p:spPr>
          <a:xfrm rot="16200000" flipH="1" flipV="1">
            <a:off x="3948201" y="60224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261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7C94-C0B7-552F-8F82-459E63EAD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215884-79E4-A790-1516-D44EE0B4D9C4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82D8AF-ADFA-8CEB-5DC4-1DD423E4615A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970BD2-481F-B74F-8C80-77DB77216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069058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8771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79894</TotalTime>
  <Words>2803</Words>
  <Application>Microsoft Macintosh PowerPoint</Application>
  <PresentationFormat>와이드스크린</PresentationFormat>
  <Paragraphs>994</Paragraphs>
  <Slides>22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그룹 코드 관리 리스트</vt:lpstr>
      <vt:lpstr>그룹 코드 관리 (팝업)</vt:lpstr>
      <vt:lpstr>PowerPoint 프레젠테이션</vt:lpstr>
      <vt:lpstr>PowerPoint 프레젠테이션</vt:lpstr>
      <vt:lpstr>공통 코드 관리 리스트</vt:lpstr>
      <vt:lpstr>공통 코드 관리 (팝업)</vt:lpstr>
      <vt:lpstr>PowerPoint 프레젠테이션</vt:lpstr>
      <vt:lpstr>PowerPoint 프레젠테이션</vt:lpstr>
      <vt:lpstr>마켓코드 관리 리스트</vt:lpstr>
      <vt:lpstr>마켓코드 관리 (팝업)</vt:lpstr>
      <vt:lpstr>PowerPoint 프레젠테이션</vt:lpstr>
      <vt:lpstr>PowerPoint 프레젠테이션</vt:lpstr>
      <vt:lpstr>층 관리 리스트</vt:lpstr>
      <vt:lpstr>층 코드 관리 리스트</vt:lpstr>
      <vt:lpstr>PowerPoint 프레젠테이션</vt:lpstr>
      <vt:lpstr>PowerPoint 프레젠테이션</vt:lpstr>
      <vt:lpstr>호수 코드 관리 리스트</vt:lpstr>
      <vt:lpstr>호수 코드 관리 리스트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11769</cp:revision>
  <cp:lastPrinted>2021-10-07T06:19:02Z</cp:lastPrinted>
  <dcterms:created xsi:type="dcterms:W3CDTF">2008-07-01T10:06:20Z</dcterms:created>
  <dcterms:modified xsi:type="dcterms:W3CDTF">2025-01-23T00:37:00Z</dcterms:modified>
</cp:coreProperties>
</file>