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14"/>
  </p:notesMasterIdLst>
  <p:handoutMasterIdLst>
    <p:handoutMasterId r:id="rId15"/>
  </p:handoutMasterIdLst>
  <p:sldIdLst>
    <p:sldId id="593" r:id="rId2"/>
    <p:sldId id="594" r:id="rId3"/>
    <p:sldId id="1243" r:id="rId4"/>
    <p:sldId id="1305" r:id="rId5"/>
    <p:sldId id="913" r:id="rId6"/>
    <p:sldId id="1307" r:id="rId7"/>
    <p:sldId id="1308" r:id="rId8"/>
    <p:sldId id="1245" r:id="rId9"/>
    <p:sldId id="934" r:id="rId10"/>
    <p:sldId id="1246" r:id="rId11"/>
    <p:sldId id="1247" r:id="rId12"/>
    <p:sldId id="1306" r:id="rId13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A784C42-8C41-4043-A02B-952E4EB2EEF3}">
          <p14:sldIdLst>
            <p14:sldId id="593"/>
            <p14:sldId id="594"/>
          </p14:sldIdLst>
        </p14:section>
        <p14:section name="login" id="{BD80B950-3C16-664C-8B4D-676ABF50186F}">
          <p14:sldIdLst>
            <p14:sldId id="1243"/>
            <p14:sldId id="1305"/>
          </p14:sldIdLst>
        </p14:section>
        <p14:section name="layout" id="{9EE1B44C-9F31-0345-874D-155F2D9D2028}">
          <p14:sldIdLst>
            <p14:sldId id="913"/>
            <p14:sldId id="1307"/>
            <p14:sldId id="1308"/>
          </p14:sldIdLst>
        </p14:section>
        <p14:section name="별도 페이지" id="{72923328-6CAE-DE47-8A5A-F99C4245314C}">
          <p14:sldIdLst>
            <p14:sldId id="1245"/>
            <p14:sldId id="934"/>
            <p14:sldId id="1246"/>
            <p14:sldId id="1247"/>
            <p14:sldId id="13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88EC"/>
    <a:srgbClr val="0432FF"/>
    <a:srgbClr val="E4E4E4"/>
    <a:srgbClr val="0971CE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94" autoAdjust="0"/>
    <p:restoredTop sz="95393" autoAdjust="0"/>
  </p:normalViewPr>
  <p:slideViewPr>
    <p:cSldViewPr>
      <p:cViewPr>
        <p:scale>
          <a:sx n="140" d="100"/>
          <a:sy n="140" d="100"/>
        </p:scale>
        <p:origin x="4480" y="392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4-A84A-8065-56756C52E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9754367"/>
        <c:axId val="1249843023"/>
      </c:barChart>
      <c:catAx>
        <c:axId val="1249754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9843023"/>
        <c:crosses val="autoZero"/>
        <c:auto val="1"/>
        <c:lblAlgn val="ctr"/>
        <c:lblOffset val="100"/>
        <c:noMultiLvlLbl val="0"/>
      </c:catAx>
      <c:valAx>
        <c:axId val="124984302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4975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4-A84A-8065-56756C52E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9754367"/>
        <c:axId val="1249843023"/>
      </c:barChart>
      <c:catAx>
        <c:axId val="1249754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9843023"/>
        <c:crosses val="autoZero"/>
        <c:auto val="1"/>
        <c:lblAlgn val="ctr"/>
        <c:lblOffset val="100"/>
        <c:noMultiLvlLbl val="0"/>
      </c:catAx>
      <c:valAx>
        <c:axId val="124984302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4975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합계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200</c:v>
                </c:pt>
                <c:pt idx="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4-A84A-8065-56756C52E8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객실금액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47-1B44-B10B-06AEB87BA7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옵션금액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</c:v>
                </c:pt>
                <c:pt idx="1">
                  <c:v>100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47-1B44-B10B-06AEB87BA7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9754367"/>
        <c:axId val="1249843023"/>
      </c:barChart>
      <c:catAx>
        <c:axId val="1249754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49843023"/>
        <c:crosses val="autoZero"/>
        <c:auto val="1"/>
        <c:lblAlgn val="ctr"/>
        <c:lblOffset val="100"/>
        <c:noMultiLvlLbl val="0"/>
      </c:catAx>
      <c:valAx>
        <c:axId val="124984302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249754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2025. 1. 24.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2025. 1. 24.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8547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35D49-AD81-2C65-1CB7-BAF05B12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53C201-03B5-3542-B792-CC37767AF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F2BE53-2495-ABA2-430E-327CF21EE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C96E6-646F-0BF6-7F0D-6EAD494C6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8552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590E8-8EEB-B026-3647-D1CCF18F8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D162ED-9618-71D4-E519-09281EBCD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E0EA27-7584-3F72-BD67-FF8EE8685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94EBF2-DDF5-1B75-C24D-B8DC8310B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7867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8AA9-0478-83BA-84FB-C72DE17E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0517-1C6C-883F-6DAA-787ABD9C5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AE46F5-8E7B-9C9D-0A47-A6A479031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571807-84AC-5CBD-CAFD-4BDA6A9DC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00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8790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8B3E-AA55-9B06-84A3-012214A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281B0-C4F9-53DA-A885-0807401C6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5A6E86-C7A5-100B-5C76-E8A44DE62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E26F7-C503-277D-96EE-61C729F05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206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25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공통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2025.01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702952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2025-01-13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38EB67-C95B-BE50-8BB8-0FA0ACF154B2}"/>
              </a:ext>
            </a:extLst>
          </p:cNvPr>
          <p:cNvSpPr txBox="1"/>
          <p:nvPr/>
        </p:nvSpPr>
        <p:spPr>
          <a:xfrm>
            <a:off x="6888088" y="4790559"/>
            <a:ext cx="2667718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※ 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로그인 버튼 클릭 시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validation check 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case (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참고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ko-KR" altLang="en-US" sz="800" b="1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03C368B-8DB5-41C0-9CC8-6C1F89BB4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925015"/>
              </p:ext>
            </p:extLst>
          </p:nvPr>
        </p:nvGraphicFramePr>
        <p:xfrm>
          <a:off x="6888088" y="5079171"/>
          <a:ext cx="516032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6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미만으로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이상으로 입력하세요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숫자 외 텍스트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아이디는 영문과 숫자만 입력 가능합니다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미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입력하세요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아이디가 없는 경우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계정이 없습니다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미만으로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>
                          <a:latin typeface="+mn-ea"/>
                        </a:rPr>
                        <a:t>비밀번호는 </a:t>
                      </a:r>
                      <a:r>
                        <a:rPr lang="en-US" altLang="ko-KR" sz="700" dirty="0">
                          <a:latin typeface="+mn-ea"/>
                        </a:rPr>
                        <a:t>10~20</a:t>
                      </a:r>
                      <a:r>
                        <a:rPr lang="ko-KR" altLang="en-US" sz="700" dirty="0">
                          <a:latin typeface="+mn-ea"/>
                        </a:rPr>
                        <a:t>자 이내 영문</a:t>
                      </a:r>
                      <a:r>
                        <a:rPr lang="en-US" altLang="ko-KR" sz="700" dirty="0">
                          <a:latin typeface="+mn-ea"/>
                        </a:rPr>
                        <a:t>, </a:t>
                      </a:r>
                      <a:r>
                        <a:rPr lang="ko-KR" altLang="en-US" sz="700" dirty="0">
                          <a:latin typeface="+mn-ea"/>
                        </a:rPr>
                        <a:t>숫자</a:t>
                      </a:r>
                      <a:r>
                        <a:rPr lang="en-US" altLang="ko-KR" sz="700" dirty="0">
                          <a:latin typeface="+mn-ea"/>
                        </a:rPr>
                        <a:t>, </a:t>
                      </a:r>
                      <a:r>
                        <a:rPr lang="ko-KR" altLang="en-US" sz="700" dirty="0">
                          <a:latin typeface="+mn-ea"/>
                        </a:rPr>
                        <a:t>특수문자로 입력 입력하세요</a:t>
                      </a:r>
                      <a:r>
                        <a:rPr lang="en-US" altLang="ko-KR" sz="700" dirty="0">
                          <a:latin typeface="+mn-ea"/>
                        </a:rPr>
                        <a:t>.</a:t>
                      </a:r>
                      <a:endParaRPr lang="ko-KR" altLang="en-US" sz="700" dirty="0">
                        <a:latin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미 입력한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입력하세요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 불일치 하는 경우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 또는 </a:t>
                      </a:r>
                      <a:r>
                        <a:rPr lang="ko-KR" altLang="en-US" sz="7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일치 하지 않습니다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입력하세요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">
            <a:extLst>
              <a:ext uri="{FF2B5EF4-FFF2-40B4-BE49-F238E27FC236}">
                <a16:creationId xmlns:a16="http://schemas.microsoft.com/office/drawing/2014/main" id="{7A2D4E6B-0467-BAE7-38ED-C8CE6B86DDC4}"/>
              </a:ext>
            </a:extLst>
          </p:cNvPr>
          <p:cNvSpPr>
            <a:spLocks/>
          </p:cNvSpPr>
          <p:nvPr/>
        </p:nvSpPr>
        <p:spPr bwMode="auto">
          <a:xfrm>
            <a:off x="1271464" y="2930421"/>
            <a:ext cx="3168352" cy="34063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아이디를 입력하세요</a:t>
            </a:r>
            <a:r>
              <a:rPr kumimoji="0" lang="en-US" altLang="ko-KR" sz="1000" b="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E9E5EE4E-1F0F-C8A6-E0C7-5D3AD718BB5F}"/>
              </a:ext>
            </a:extLst>
          </p:cNvPr>
          <p:cNvSpPr/>
          <p:nvPr/>
        </p:nvSpPr>
        <p:spPr>
          <a:xfrm>
            <a:off x="839416" y="980728"/>
            <a:ext cx="4032448" cy="5112568"/>
          </a:xfrm>
          <a:prstGeom prst="roundRect">
            <a:avLst>
              <a:gd name="adj" fmla="val 8229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 Box">
            <a:extLst>
              <a:ext uri="{FF2B5EF4-FFF2-40B4-BE49-F238E27FC236}">
                <a16:creationId xmlns:a16="http://schemas.microsoft.com/office/drawing/2014/main" id="{5E5C21C4-13A9-C965-9776-DC53A2C08037}"/>
              </a:ext>
            </a:extLst>
          </p:cNvPr>
          <p:cNvSpPr>
            <a:spLocks/>
          </p:cNvSpPr>
          <p:nvPr/>
        </p:nvSpPr>
        <p:spPr bwMode="auto">
          <a:xfrm>
            <a:off x="1271464" y="3686505"/>
            <a:ext cx="3168352" cy="34063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비밀번호를 입력하세요</a:t>
            </a:r>
            <a:r>
              <a:rPr kumimoji="0" lang="en-US" altLang="ko-KR" sz="1000" b="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400CB5-4816-973C-F5B2-07A8B796ED11}"/>
              </a:ext>
            </a:extLst>
          </p:cNvPr>
          <p:cNvSpPr/>
          <p:nvPr/>
        </p:nvSpPr>
        <p:spPr>
          <a:xfrm>
            <a:off x="1290646" y="4442134"/>
            <a:ext cx="3149170" cy="25510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kern="0" spc="-90" dirty="0">
                <a:solidFill>
                  <a:schemeClr val="tx1"/>
                </a:solidFill>
                <a:latin typeface="+mn-ea"/>
              </a:rPr>
              <a:t>로그인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DE521F-BB70-630E-59CA-FAEF940BC440}"/>
              </a:ext>
            </a:extLst>
          </p:cNvPr>
          <p:cNvSpPr txBox="1"/>
          <p:nvPr/>
        </p:nvSpPr>
        <p:spPr>
          <a:xfrm>
            <a:off x="1199456" y="2634647"/>
            <a:ext cx="473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800" dirty="0">
                <a:latin typeface="+mn-ea"/>
                <a:ea typeface="+mn-ea"/>
              </a:rPr>
              <a:t>아이디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2E80A0-3FFB-C29D-83B3-1B4D8CFF4889}"/>
              </a:ext>
            </a:extLst>
          </p:cNvPr>
          <p:cNvSpPr txBox="1"/>
          <p:nvPr/>
        </p:nvSpPr>
        <p:spPr>
          <a:xfrm>
            <a:off x="1199456" y="3443199"/>
            <a:ext cx="864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sz="800" dirty="0">
                <a:latin typeface="+mn-ea"/>
                <a:ea typeface="+mn-ea"/>
              </a:rPr>
              <a:t>비밀번호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19426E-DBF0-25C9-DC8F-5E2AD3D8CF56}"/>
              </a:ext>
            </a:extLst>
          </p:cNvPr>
          <p:cNvSpPr/>
          <p:nvPr/>
        </p:nvSpPr>
        <p:spPr>
          <a:xfrm>
            <a:off x="2270123" y="1691758"/>
            <a:ext cx="1190215" cy="44264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Hola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Logo</a:t>
            </a:r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pic>
        <p:nvPicPr>
          <p:cNvPr id="14" name="그래픽 13" descr="눈 단색으로 채워진">
            <a:extLst>
              <a:ext uri="{FF2B5EF4-FFF2-40B4-BE49-F238E27FC236}">
                <a16:creationId xmlns:a16="http://schemas.microsoft.com/office/drawing/2014/main" id="{EFE26464-E55A-45FA-5EB1-80CB529D0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9776" y="3725877"/>
            <a:ext cx="291356" cy="2913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1646D95-FC75-2D59-7B13-EF1ED6287A76}"/>
              </a:ext>
            </a:extLst>
          </p:cNvPr>
          <p:cNvSpPr txBox="1"/>
          <p:nvPr/>
        </p:nvSpPr>
        <p:spPr>
          <a:xfrm>
            <a:off x="1127448" y="5250686"/>
            <a:ext cx="3456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 dirty="0">
                <a:latin typeface="+mn-ea"/>
                <a:ea typeface="+mn-ea"/>
              </a:rPr>
              <a:t>관리자 계정이 필요하신 경우나 아이디</a:t>
            </a:r>
            <a:r>
              <a:rPr kumimoji="1" lang="en-US" altLang="ko-KR" sz="800" dirty="0">
                <a:latin typeface="+mn-ea"/>
                <a:ea typeface="+mn-ea"/>
              </a:rPr>
              <a:t>/</a:t>
            </a:r>
            <a:r>
              <a:rPr kumimoji="1" lang="ko-KR" altLang="en-US" sz="800" dirty="0">
                <a:latin typeface="+mn-ea"/>
                <a:ea typeface="+mn-ea"/>
              </a:rPr>
              <a:t>비밀번호를 모르실 경우</a:t>
            </a:r>
            <a:endParaRPr kumimoji="1"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올라</a:t>
            </a:r>
            <a:r>
              <a:rPr lang="en-US" altLang="ko-KR" sz="800" dirty="0">
                <a:latin typeface="+mn-ea"/>
                <a:ea typeface="+mn-ea"/>
              </a:rPr>
              <a:t>PMS</a:t>
            </a:r>
            <a:r>
              <a:rPr lang="ko-KR" altLang="en-US" sz="800" dirty="0">
                <a:latin typeface="+mn-ea"/>
                <a:ea typeface="+mn-ea"/>
              </a:rPr>
              <a:t> 고객센터 </a:t>
            </a:r>
            <a:r>
              <a:rPr lang="en-US" altLang="ko-KR" sz="800" dirty="0">
                <a:solidFill>
                  <a:srgbClr val="FF0000"/>
                </a:solidFill>
                <a:latin typeface="+mn-ea"/>
                <a:ea typeface="+mn-ea"/>
              </a:rPr>
              <a:t>070-1234-1234</a:t>
            </a:r>
            <a:r>
              <a:rPr lang="ko-KR" altLang="en-US" sz="800" dirty="0">
                <a:latin typeface="+mn-ea"/>
                <a:ea typeface="+mn-ea"/>
              </a:rPr>
              <a:t>로 연락 주세요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D67853-D4BA-741A-9681-23D2020273CB}"/>
              </a:ext>
            </a:extLst>
          </p:cNvPr>
          <p:cNvSpPr txBox="1"/>
          <p:nvPr/>
        </p:nvSpPr>
        <p:spPr>
          <a:xfrm>
            <a:off x="4981513" y="3698463"/>
            <a:ext cx="1963999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※ 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비밀번호 초기화 초도 로그인 비밀번호</a:t>
            </a:r>
            <a:endParaRPr lang="en-US" altLang="ko-KR" sz="800" b="1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 -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800" b="1" i="1" dirty="0" err="1">
                <a:solidFill>
                  <a:srgbClr val="C00000"/>
                </a:solidFill>
                <a:latin typeface="+mn-ea"/>
                <a:ea typeface="+mn-ea"/>
              </a:rPr>
              <a:t>holapms1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!</a:t>
            </a:r>
            <a:endParaRPr lang="ko-KR" altLang="en-US" sz="800" b="1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DF862E-704D-32AD-ED3B-270F3B701AF2}"/>
              </a:ext>
            </a:extLst>
          </p:cNvPr>
          <p:cNvSpPr txBox="1"/>
          <p:nvPr/>
        </p:nvSpPr>
        <p:spPr>
          <a:xfrm>
            <a:off x="47328" y="61179"/>
            <a:ext cx="1798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b="1" dirty="0">
                <a:solidFill>
                  <a:schemeClr val="bg1"/>
                </a:solidFill>
                <a:latin typeface="+mn-ea"/>
                <a:ea typeface="+mn-ea"/>
              </a:rPr>
              <a:t>관리자 로그인 페이지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E9191C7-19A9-7206-0EE8-E5C99EDFF05F}"/>
              </a:ext>
            </a:extLst>
          </p:cNvPr>
          <p:cNvGrpSpPr/>
          <p:nvPr/>
        </p:nvGrpSpPr>
        <p:grpSpPr>
          <a:xfrm>
            <a:off x="1282993" y="4131498"/>
            <a:ext cx="2206033" cy="215444"/>
            <a:chOff x="1282993" y="4131498"/>
            <a:chExt cx="2206033" cy="21544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7FA6AA8-D722-C521-FB7B-315332E06975}"/>
                </a:ext>
              </a:extLst>
            </p:cNvPr>
            <p:cNvSpPr/>
            <p:nvPr/>
          </p:nvSpPr>
          <p:spPr>
            <a:xfrm>
              <a:off x="1282993" y="4158105"/>
              <a:ext cx="153066" cy="153066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E9F423-A342-EEFD-E3C4-3EB04C0203CF}"/>
                </a:ext>
              </a:extLst>
            </p:cNvPr>
            <p:cNvSpPr txBox="1"/>
            <p:nvPr/>
          </p:nvSpPr>
          <p:spPr>
            <a:xfrm>
              <a:off x="1445164" y="4131498"/>
              <a:ext cx="20438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>
                  <a:latin typeface="+mn-ea"/>
                  <a:ea typeface="+mn-ea"/>
                </a:rPr>
                <a:t>로그인 유지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3180108-D7D3-5985-BF1C-41EDD45AE4AE}"/>
              </a:ext>
            </a:extLst>
          </p:cNvPr>
          <p:cNvSpPr txBox="1"/>
          <p:nvPr/>
        </p:nvSpPr>
        <p:spPr>
          <a:xfrm>
            <a:off x="2041807" y="4114027"/>
            <a:ext cx="1228221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← 세션 유지 시간 </a:t>
            </a:r>
            <a:r>
              <a:rPr lang="en-US" altLang="ko-KR" sz="800" b="1" i="1" dirty="0">
                <a:solidFill>
                  <a:srgbClr val="C00000"/>
                </a:solidFill>
                <a:latin typeface="+mn-ea"/>
                <a:ea typeface="+mn-ea"/>
              </a:rPr>
              <a:t>1</a:t>
            </a:r>
            <a:r>
              <a:rPr lang="ko-KR" altLang="en-US" sz="800" b="1" i="1" dirty="0">
                <a:solidFill>
                  <a:srgbClr val="C00000"/>
                </a:solidFill>
                <a:latin typeface="+mn-ea"/>
                <a:ea typeface="+mn-ea"/>
              </a:rPr>
              <a:t>시간</a:t>
            </a: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8BCD61-42EE-9803-8022-0B24D905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817614"/>
              </p:ext>
            </p:extLst>
          </p:nvPr>
        </p:nvGraphicFramePr>
        <p:xfrm>
          <a:off x="119336" y="548680"/>
          <a:ext cx="11876248" cy="394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미만으로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이상으로 입력하세요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enter your ID at least 8 characters.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 숫자 외 텍스트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아이디는 영문과 숫자만 입력 가능합니다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The ID can only be entered in English and numbers.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미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아이디를 입력하세요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enter your ID.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아이디가 없는 경우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등록된 계정이 없습니다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There are no registered accounts.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미만으로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비밀번호는 </a:t>
                      </a:r>
                      <a:r>
                        <a:rPr lang="en-US" altLang="ko-KR" sz="800" dirty="0">
                          <a:latin typeface="+mn-ea"/>
                        </a:rPr>
                        <a:t>10~20</a:t>
                      </a:r>
                      <a:r>
                        <a:rPr lang="ko-KR" altLang="en-US" sz="800" dirty="0">
                          <a:latin typeface="+mn-ea"/>
                        </a:rPr>
                        <a:t>자 이내 영문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숫자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특수문자로 입력 입력하세요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enter passwords in English, numbers, and special characters up to 10 to 20 characters.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미 입력한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비밀번호를 입력하세요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enter your passwords number.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로그인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 불일치 하는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 또는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일치 하지 않습니다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입력하세요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 or password does not match. Please re-enter.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페이지 진입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세션이 끈긴 경우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세션 유지 시간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: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시간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세션이 종료 되었습니다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다시 로그인 해주세요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Your session has ended. Please log in again.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21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C20CE90E-0E56-65C2-0EA1-C762A2FAEDC9}"/>
              </a:ext>
            </a:extLst>
          </p:cNvPr>
          <p:cNvSpPr/>
          <p:nvPr/>
        </p:nvSpPr>
        <p:spPr bwMode="auto">
          <a:xfrm>
            <a:off x="50444" y="2022060"/>
            <a:ext cx="770310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82429F7-DE51-B8B2-C70B-A01E8C309714}"/>
              </a:ext>
            </a:extLst>
          </p:cNvPr>
          <p:cNvSpPr/>
          <p:nvPr/>
        </p:nvSpPr>
        <p:spPr>
          <a:xfrm>
            <a:off x="-1" y="1124744"/>
            <a:ext cx="2239497" cy="4430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+mn-ea"/>
                <a:ea typeface="+mn-ea"/>
              </a:rPr>
              <a:t>사용자 관리 </a:t>
            </a:r>
            <a:r>
              <a:rPr lang="en-US" altLang="ko-KR" sz="900" b="1" dirty="0">
                <a:latin typeface="+mn-ea"/>
                <a:ea typeface="+mn-ea"/>
              </a:rPr>
              <a:t>^</a:t>
            </a:r>
          </a:p>
          <a:p>
            <a:pPr>
              <a:lnSpc>
                <a:spcPct val="150000"/>
              </a:lnSpc>
            </a:pPr>
            <a:r>
              <a:rPr lang="en-US" altLang="ko-KR" sz="900" b="0" dirty="0">
                <a:latin typeface="+mn-ea"/>
                <a:ea typeface="+mn-ea"/>
              </a:rPr>
              <a:t>-</a:t>
            </a:r>
            <a:r>
              <a:rPr lang="ko-KR" altLang="en-US" sz="900" b="0" dirty="0">
                <a:latin typeface="+mn-ea"/>
                <a:ea typeface="+mn-ea"/>
              </a:rPr>
              <a:t> </a:t>
            </a:r>
            <a:r>
              <a:rPr lang="ko-KR" altLang="en-US" sz="900" dirty="0">
                <a:latin typeface="+mn-ea"/>
                <a:ea typeface="+mn-ea"/>
              </a:rPr>
              <a:t>시스템 관리자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 협력사 관리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b="1" dirty="0">
                <a:latin typeface="+mn-ea"/>
                <a:ea typeface="+mn-ea"/>
              </a:rPr>
              <a:t>호텔 관리</a:t>
            </a:r>
            <a:r>
              <a:rPr lang="en-US" altLang="ko-KR" sz="900" b="1" dirty="0">
                <a:latin typeface="+mn-ea"/>
                <a:ea typeface="+mn-ea"/>
              </a:rPr>
              <a:t> ^</a:t>
            </a:r>
          </a:p>
          <a:p>
            <a:pPr>
              <a:lnSpc>
                <a:spcPct val="150000"/>
              </a:lnSpc>
            </a:pPr>
            <a:r>
              <a:rPr lang="en-US" altLang="ko-KR" sz="900" b="0" dirty="0">
                <a:solidFill>
                  <a:schemeClr val="bg1"/>
                </a:solidFill>
                <a:latin typeface="+mn-ea"/>
                <a:ea typeface="+mn-ea"/>
              </a:rPr>
              <a:t>-</a:t>
            </a:r>
            <a:r>
              <a:rPr lang="ko-KR" altLang="en-US" sz="900" b="0" dirty="0">
                <a:solidFill>
                  <a:schemeClr val="bg1"/>
                </a:solidFill>
                <a:latin typeface="+mn-ea"/>
                <a:ea typeface="+mn-ea"/>
              </a:rPr>
              <a:t> 호텔 관리</a:t>
            </a:r>
            <a:endParaRPr lang="en-US" altLang="ko-KR" sz="900" b="0" dirty="0">
              <a:solidFill>
                <a:schemeClr val="bg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 프로퍼티 관리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 호텔 콘텐츠 관리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b="1" dirty="0">
                <a:latin typeface="+mn-ea"/>
                <a:ea typeface="+mn-ea"/>
              </a:rPr>
              <a:t>시스템 권한 관리</a:t>
            </a:r>
            <a:r>
              <a:rPr lang="en-US" altLang="ko-KR" sz="900" b="1" dirty="0">
                <a:latin typeface="+mn-ea"/>
                <a:ea typeface="+mn-ea"/>
              </a:rPr>
              <a:t> ^</a:t>
            </a:r>
          </a:p>
          <a:p>
            <a:pPr>
              <a:lnSpc>
                <a:spcPct val="150000"/>
              </a:lnSpc>
            </a:pPr>
            <a:r>
              <a:rPr lang="en-US" altLang="ko-KR" sz="900" b="0" dirty="0">
                <a:latin typeface="+mn-ea"/>
                <a:ea typeface="+mn-ea"/>
              </a:rPr>
              <a:t>-</a:t>
            </a:r>
            <a:r>
              <a:rPr lang="ko-KR" altLang="en-US" sz="900" b="0" dirty="0">
                <a:latin typeface="+mn-ea"/>
                <a:ea typeface="+mn-ea"/>
              </a:rPr>
              <a:t> </a:t>
            </a:r>
            <a:r>
              <a:rPr lang="ko-KR" altLang="en-US" sz="900" dirty="0">
                <a:latin typeface="+mn-ea"/>
                <a:ea typeface="+mn-ea"/>
              </a:rPr>
              <a:t>시스템 권한관리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b="1" dirty="0">
                <a:latin typeface="+mn-ea"/>
                <a:ea typeface="+mn-ea"/>
              </a:rPr>
              <a:t>상품관리 관리</a:t>
            </a:r>
            <a:r>
              <a:rPr lang="en-US" altLang="ko-KR" sz="900" b="1" dirty="0">
                <a:latin typeface="+mn-ea"/>
                <a:ea typeface="+mn-ea"/>
              </a:rPr>
              <a:t> ^</a:t>
            </a:r>
          </a:p>
          <a:p>
            <a:pPr>
              <a:lnSpc>
                <a:spcPct val="150000"/>
              </a:lnSpc>
            </a:pPr>
            <a:r>
              <a:rPr lang="en-US" altLang="ko-KR" sz="900" b="0" dirty="0">
                <a:latin typeface="+mn-ea"/>
                <a:ea typeface="+mn-ea"/>
              </a:rPr>
              <a:t>-</a:t>
            </a:r>
            <a:r>
              <a:rPr lang="ko-KR" altLang="en-US" sz="900" b="0" dirty="0">
                <a:latin typeface="+mn-ea"/>
                <a:ea typeface="+mn-ea"/>
              </a:rPr>
              <a:t> </a:t>
            </a:r>
            <a:r>
              <a:rPr lang="ko-KR" altLang="en-US" sz="900" dirty="0">
                <a:latin typeface="+mn-ea"/>
                <a:ea typeface="+mn-ea"/>
              </a:rPr>
              <a:t>객실 관리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 옵션 관리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ko-KR" altLang="en-US" sz="900" dirty="0" err="1">
                <a:latin typeface="+mn-ea"/>
                <a:ea typeface="+mn-ea"/>
              </a:rPr>
              <a:t>레이트</a:t>
            </a:r>
            <a:r>
              <a:rPr lang="ko-KR" altLang="en-US" sz="900" dirty="0">
                <a:latin typeface="+mn-ea"/>
                <a:ea typeface="+mn-ea"/>
              </a:rPr>
              <a:t> 관리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 프로모션 관리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b="1" dirty="0">
                <a:latin typeface="+mn-ea"/>
                <a:ea typeface="+mn-ea"/>
              </a:rPr>
              <a:t>예약 관리</a:t>
            </a:r>
            <a:r>
              <a:rPr lang="en-US" altLang="ko-KR" sz="900" b="1" dirty="0">
                <a:latin typeface="+mn-ea"/>
                <a:ea typeface="+mn-ea"/>
              </a:rPr>
              <a:t> ^</a:t>
            </a:r>
          </a:p>
          <a:p>
            <a:pPr>
              <a:lnSpc>
                <a:spcPct val="150000"/>
              </a:lnSpc>
            </a:pPr>
            <a:r>
              <a:rPr lang="en-US" altLang="ko-KR" sz="900" b="0" dirty="0">
                <a:latin typeface="+mn-ea"/>
                <a:ea typeface="+mn-ea"/>
              </a:rPr>
              <a:t>-</a:t>
            </a:r>
            <a:r>
              <a:rPr lang="ko-KR" altLang="en-US" sz="900" b="0" dirty="0">
                <a:latin typeface="+mn-ea"/>
                <a:ea typeface="+mn-ea"/>
              </a:rPr>
              <a:t> </a:t>
            </a:r>
            <a:r>
              <a:rPr lang="ko-KR" altLang="en-US" sz="900" dirty="0">
                <a:latin typeface="+mn-ea"/>
                <a:ea typeface="+mn-ea"/>
              </a:rPr>
              <a:t>예약 내역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 취소 내역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b="1" dirty="0">
                <a:latin typeface="+mn-ea"/>
                <a:ea typeface="+mn-ea"/>
              </a:rPr>
              <a:t>시스템 관리</a:t>
            </a:r>
            <a:r>
              <a:rPr lang="en-US" altLang="ko-KR" sz="900" b="1" dirty="0">
                <a:latin typeface="+mn-ea"/>
                <a:ea typeface="+mn-ea"/>
              </a:rPr>
              <a:t> ^</a:t>
            </a:r>
          </a:p>
          <a:p>
            <a:pPr>
              <a:lnSpc>
                <a:spcPct val="150000"/>
              </a:lnSpc>
            </a:pPr>
            <a:r>
              <a:rPr lang="en-US" altLang="ko-KR" sz="900" b="0" dirty="0">
                <a:latin typeface="+mn-ea"/>
                <a:ea typeface="+mn-ea"/>
              </a:rPr>
              <a:t>-</a:t>
            </a:r>
            <a:r>
              <a:rPr lang="ko-KR" altLang="en-US" sz="900" b="0" dirty="0">
                <a:latin typeface="+mn-ea"/>
                <a:ea typeface="+mn-ea"/>
              </a:rPr>
              <a:t> </a:t>
            </a:r>
            <a:r>
              <a:rPr lang="ko-KR" altLang="en-US" sz="900" dirty="0">
                <a:latin typeface="+mn-ea"/>
                <a:ea typeface="+mn-ea"/>
              </a:rPr>
              <a:t>공통 코드 관리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 마켓 코드관리</a:t>
            </a:r>
            <a:endParaRPr lang="en-US" altLang="ko-KR" sz="9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  <a:ea typeface="+mn-ea"/>
              </a:rPr>
              <a:t>-</a:t>
            </a:r>
            <a:r>
              <a:rPr lang="ko-KR" altLang="en-US" sz="900" dirty="0">
                <a:latin typeface="+mn-ea"/>
                <a:ea typeface="+mn-ea"/>
              </a:rPr>
              <a:t> 층</a:t>
            </a:r>
            <a:r>
              <a:rPr lang="en-US" altLang="ko-KR" sz="900" dirty="0">
                <a:latin typeface="+mn-ea"/>
                <a:ea typeface="+mn-ea"/>
              </a:rPr>
              <a:t>/</a:t>
            </a:r>
            <a:r>
              <a:rPr lang="ko-KR" altLang="en-US" sz="900" dirty="0">
                <a:latin typeface="+mn-ea"/>
                <a:ea typeface="+mn-ea"/>
              </a:rPr>
              <a:t>호수 관리</a:t>
            </a:r>
            <a:endParaRPr lang="en-US" altLang="ko-KR" sz="900" dirty="0">
              <a:latin typeface="+mn-ea"/>
              <a:ea typeface="+mn-ea"/>
            </a:endParaRP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0835A7BD-B5BC-BA80-6810-3B98F0A34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96340"/>
              </p:ext>
            </p:extLst>
          </p:nvPr>
        </p:nvGraphicFramePr>
        <p:xfrm>
          <a:off x="1277540" y="3188141"/>
          <a:ext cx="10825039" cy="600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3369726163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74633356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4118305075"/>
                    </a:ext>
                  </a:extLst>
                </a:gridCol>
                <a:gridCol w="1614091">
                  <a:extLst>
                    <a:ext uri="{9D8B030D-6E8A-4147-A177-3AD203B41FA5}">
                      <a16:colId xmlns:a16="http://schemas.microsoft.com/office/drawing/2014/main" val="998102763"/>
                    </a:ext>
                  </a:extLst>
                </a:gridCol>
              </a:tblGrid>
              <a:tr h="240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000" spc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휴대폰 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 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059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검색된 데이터가 없습니다</a:t>
                      </a:r>
                      <a:r>
                        <a:rPr lang="en-US" altLang="ko-KR" sz="1000" spc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.  (</a:t>
                      </a:r>
                      <a:r>
                        <a:rPr lang="ko-KR" altLang="en-US" sz="1000" spc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페이지 진입 시</a:t>
                      </a:r>
                      <a:r>
                        <a:rPr lang="en-US" altLang="ko-KR" sz="1000" spc="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spc="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spc="-10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9" name="TextBox 88">
            <a:extLst>
              <a:ext uri="{FF2B5EF4-FFF2-40B4-BE49-F238E27FC236}">
                <a16:creationId xmlns:a16="http://schemas.microsoft.com/office/drawing/2014/main" id="{075ABEAF-34D7-E68B-5A27-802D6B79DF56}"/>
              </a:ext>
            </a:extLst>
          </p:cNvPr>
          <p:cNvSpPr txBox="1"/>
          <p:nvPr/>
        </p:nvSpPr>
        <p:spPr>
          <a:xfrm>
            <a:off x="8031128" y="3488590"/>
            <a:ext cx="3259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←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디폴트 조회 조건이 없거나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,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검색 결과가 없는 경우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90" name="Pagination">
            <a:extLst>
              <a:ext uri="{FF2B5EF4-FFF2-40B4-BE49-F238E27FC236}">
                <a16:creationId xmlns:a16="http://schemas.microsoft.com/office/drawing/2014/main" id="{456EB8E1-C054-D581-8677-3ACEA089C9BD}"/>
              </a:ext>
            </a:extLst>
          </p:cNvPr>
          <p:cNvSpPr txBox="1"/>
          <p:nvPr/>
        </p:nvSpPr>
        <p:spPr>
          <a:xfrm>
            <a:off x="5310431" y="4188396"/>
            <a:ext cx="1851725" cy="235449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0" u="sng" dirty="0">
                <a:latin typeface="+mn-ea"/>
                <a:cs typeface="Segoe UI" panose="020B0502040204020203" pitchFamily="34" charset="0"/>
              </a:rPr>
              <a:t>&lt;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1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2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3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4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…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9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10</a:t>
            </a:r>
            <a:r>
              <a:rPr lang="en-US" sz="1050" b="0" dirty="0">
                <a:latin typeface="+mn-ea"/>
                <a:cs typeface="Segoe UI" panose="020B0502040204020203" pitchFamily="34" charset="0"/>
              </a:rPr>
              <a:t>   </a:t>
            </a:r>
            <a:r>
              <a:rPr lang="en-US" sz="1050" b="0" u="sng" dirty="0">
                <a:latin typeface="+mn-ea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3B87D80-3F04-6EE5-D059-7281E57249B1}"/>
              </a:ext>
            </a:extLst>
          </p:cNvPr>
          <p:cNvSpPr txBox="1"/>
          <p:nvPr/>
        </p:nvSpPr>
        <p:spPr>
          <a:xfrm>
            <a:off x="2180431" y="2887118"/>
            <a:ext cx="90601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latin typeface="+mn-ea"/>
                <a:ea typeface="+mn-ea"/>
              </a:rPr>
              <a:t>검색 </a:t>
            </a:r>
            <a:r>
              <a:rPr kumimoji="1" lang="ko-KR" altLang="en-US" sz="700" dirty="0">
                <a:latin typeface="+mn-ea"/>
                <a:ea typeface="+mn-ea"/>
              </a:rPr>
              <a:t>결과 총 </a:t>
            </a:r>
            <a:r>
              <a:rPr lang="en-US" altLang="ko-KR" sz="700" dirty="0">
                <a:latin typeface="+mn-ea"/>
                <a:ea typeface="+mn-ea"/>
              </a:rPr>
              <a:t>2</a:t>
            </a:r>
            <a:r>
              <a:rPr kumimoji="1" lang="en-US" altLang="ko-KR" sz="700" dirty="0">
                <a:latin typeface="+mn-ea"/>
                <a:ea typeface="+mn-ea"/>
              </a:rPr>
              <a:t>0</a:t>
            </a:r>
            <a:r>
              <a:rPr kumimoji="1" lang="ko-KR" altLang="en-US" sz="700" dirty="0">
                <a:latin typeface="+mn-ea"/>
                <a:ea typeface="+mn-ea"/>
              </a:rPr>
              <a:t> 개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83CD35F-1DCB-92A9-3AE3-17A3B4D628FF}"/>
              </a:ext>
            </a:extLst>
          </p:cNvPr>
          <p:cNvSpPr txBox="1"/>
          <p:nvPr/>
        </p:nvSpPr>
        <p:spPr>
          <a:xfrm>
            <a:off x="3051722" y="2881059"/>
            <a:ext cx="18950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← 20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개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디폴트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 / 50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개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/ 100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개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5F0184E-DDF3-6C2B-65E3-9381E2DAA377}"/>
              </a:ext>
            </a:extLst>
          </p:cNvPr>
          <p:cNvSpPr txBox="1"/>
          <p:nvPr/>
        </p:nvSpPr>
        <p:spPr>
          <a:xfrm>
            <a:off x="5559532" y="2890112"/>
            <a:ext cx="23711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#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리스트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sort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공통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최신 순 상위 소트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159FF-1180-5A8B-0568-92443B6C038F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Layout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665747-2C7F-CDEC-01EE-CAAC437CCF3A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41D2B4-A238-EFE9-E506-D0E3FE2CC407}"/>
              </a:ext>
            </a:extLst>
          </p:cNvPr>
          <p:cNvSpPr/>
          <p:nvPr/>
        </p:nvSpPr>
        <p:spPr>
          <a:xfrm>
            <a:off x="36005" y="675874"/>
            <a:ext cx="1019435" cy="414757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LOGO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741CE2-A4CD-16C2-D950-3A6558CC25F3}"/>
              </a:ext>
            </a:extLst>
          </p:cNvPr>
          <p:cNvSpPr txBox="1"/>
          <p:nvPr/>
        </p:nvSpPr>
        <p:spPr>
          <a:xfrm>
            <a:off x="11122" y="429731"/>
            <a:ext cx="44112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↓ </a:t>
            </a:r>
            <a:r>
              <a:rPr lang="en-US" altLang="ko-KR" sz="1100" i="1" dirty="0">
                <a:solidFill>
                  <a:srgbClr val="C00000"/>
                </a:solidFill>
                <a:latin typeface="+mn-ea"/>
                <a:ea typeface="+mn-ea"/>
              </a:rPr>
              <a:t>HOME (</a:t>
            </a:r>
            <a:r>
              <a:rPr lang="ko-KR" altLang="en-US" sz="1100" i="1" dirty="0" err="1">
                <a:solidFill>
                  <a:srgbClr val="C00000"/>
                </a:solidFill>
                <a:latin typeface="+mn-ea"/>
                <a:ea typeface="+mn-ea"/>
              </a:rPr>
              <a:t>빈화면</a:t>
            </a:r>
            <a:r>
              <a:rPr lang="en-US" altLang="ko-KR" sz="1100" i="1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ko-KR" altLang="en-US" sz="11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15F595-B5AF-2C7E-04AE-2C41EDC9AF0F}"/>
              </a:ext>
            </a:extLst>
          </p:cNvPr>
          <p:cNvSpPr txBox="1"/>
          <p:nvPr/>
        </p:nvSpPr>
        <p:spPr>
          <a:xfrm>
            <a:off x="881730" y="1760450"/>
            <a:ext cx="22019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← </a:t>
            </a:r>
            <a:r>
              <a:rPr lang="en-US" altLang="ko-KR" sz="900" i="1" dirty="0" err="1">
                <a:solidFill>
                  <a:srgbClr val="C00000"/>
                </a:solidFill>
                <a:latin typeface="+mn-ea"/>
                <a:ea typeface="+mn-ea"/>
              </a:rPr>
              <a:t>LNB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메뉴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(1 depth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명 출력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ko-KR" altLang="en-US" sz="9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13503C-320F-D523-BDC8-D921DEEE7877}"/>
              </a:ext>
            </a:extLst>
          </p:cNvPr>
          <p:cNvSpPr txBox="1"/>
          <p:nvPr/>
        </p:nvSpPr>
        <p:spPr>
          <a:xfrm>
            <a:off x="881730" y="1990885"/>
            <a:ext cx="22019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← </a:t>
            </a:r>
            <a:r>
              <a:rPr lang="en-US" altLang="ko-KR" sz="900" i="1" dirty="0" err="1">
                <a:solidFill>
                  <a:srgbClr val="C00000"/>
                </a:solidFill>
                <a:latin typeface="+mn-ea"/>
                <a:ea typeface="+mn-ea"/>
              </a:rPr>
              <a:t>LNB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메뉴 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(2 depth </a:t>
            </a:r>
            <a:r>
              <a:rPr lang="ko-KR" altLang="en-US" sz="900" i="1" dirty="0">
                <a:solidFill>
                  <a:srgbClr val="C00000"/>
                </a:solidFill>
                <a:latin typeface="+mn-ea"/>
                <a:ea typeface="+mn-ea"/>
              </a:rPr>
              <a:t>명 출력</a:t>
            </a:r>
            <a:r>
              <a:rPr lang="en-US" altLang="ko-KR" sz="9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ko-KR" altLang="en-US" sz="90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CA0A997D-B160-4212-21B2-2580B7EFC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702" y="691341"/>
            <a:ext cx="304800" cy="292100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3C9C0B4E-3835-BACF-936D-7D2E5FD5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0616" y="647683"/>
            <a:ext cx="254000" cy="254000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A5C7C754-AE93-059D-563A-B740A040D0E0}"/>
              </a:ext>
            </a:extLst>
          </p:cNvPr>
          <p:cNvSpPr txBox="1"/>
          <p:nvPr/>
        </p:nvSpPr>
        <p:spPr>
          <a:xfrm>
            <a:off x="1381263" y="1262955"/>
            <a:ext cx="1370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>
                <a:latin typeface="+mn-ea"/>
                <a:ea typeface="+mn-ea"/>
              </a:rPr>
              <a:t>메뉴 타이틀 출력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C7AF40E-0CA9-5F29-52D6-760CE43F1CFB}"/>
              </a:ext>
            </a:extLst>
          </p:cNvPr>
          <p:cNvSpPr txBox="1"/>
          <p:nvPr/>
        </p:nvSpPr>
        <p:spPr>
          <a:xfrm>
            <a:off x="1503444" y="715496"/>
            <a:ext cx="2201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← </a:t>
            </a:r>
            <a:r>
              <a:rPr lang="en-US" altLang="ko-KR" sz="1100" i="1" dirty="0" err="1">
                <a:solidFill>
                  <a:srgbClr val="C00000"/>
                </a:solidFill>
                <a:latin typeface="+mn-ea"/>
                <a:ea typeface="+mn-ea"/>
              </a:rPr>
              <a:t>LNB</a:t>
            </a:r>
            <a:r>
              <a:rPr lang="en-US" altLang="ko-KR" sz="11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 접기</a:t>
            </a:r>
            <a:r>
              <a:rPr lang="en-US" altLang="ko-KR" sz="1100" i="1" dirty="0">
                <a:solidFill>
                  <a:srgbClr val="C00000"/>
                </a:solidFill>
                <a:latin typeface="+mn-ea"/>
                <a:ea typeface="+mn-ea"/>
              </a:rPr>
              <a:t>/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펴기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8512CA-42BB-95FF-9576-9B11F5619B7D}"/>
              </a:ext>
            </a:extLst>
          </p:cNvPr>
          <p:cNvSpPr txBox="1"/>
          <p:nvPr/>
        </p:nvSpPr>
        <p:spPr>
          <a:xfrm>
            <a:off x="9692708" y="901683"/>
            <a:ext cx="2201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로그아웃 버튼 ↑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D6A5CC5-19C2-29BE-06D6-E518BE1A938C}"/>
              </a:ext>
            </a:extLst>
          </p:cNvPr>
          <p:cNvSpPr txBox="1"/>
          <p:nvPr/>
        </p:nvSpPr>
        <p:spPr>
          <a:xfrm>
            <a:off x="7182043" y="4211056"/>
            <a:ext cx="10967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←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페이지 </a:t>
            </a:r>
            <a:r>
              <a:rPr lang="ko-KR" altLang="en-US" sz="1000" b="0" i="1" dirty="0" err="1">
                <a:solidFill>
                  <a:srgbClr val="C00000"/>
                </a:solidFill>
                <a:latin typeface="+mn-ea"/>
                <a:ea typeface="+mn-ea"/>
              </a:rPr>
              <a:t>네이션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70564D-5A26-C37B-79FF-C324F851E0F6}"/>
              </a:ext>
            </a:extLst>
          </p:cNvPr>
          <p:cNvSpPr txBox="1"/>
          <p:nvPr/>
        </p:nvSpPr>
        <p:spPr>
          <a:xfrm>
            <a:off x="10722009" y="686239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회원정보 수정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D4FBD-AC51-5616-8685-1944DBFF752B}"/>
              </a:ext>
            </a:extLst>
          </p:cNvPr>
          <p:cNvSpPr txBox="1"/>
          <p:nvPr/>
        </p:nvSpPr>
        <p:spPr>
          <a:xfrm>
            <a:off x="9266239" y="424253"/>
            <a:ext cx="2201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개인정보 수정 링크 ↓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36F38E0-3C05-A7CB-DFA7-174FEB58E6B0}"/>
              </a:ext>
            </a:extLst>
          </p:cNvPr>
          <p:cNvGrpSpPr/>
          <p:nvPr/>
        </p:nvGrpSpPr>
        <p:grpSpPr>
          <a:xfrm>
            <a:off x="1244327" y="2887118"/>
            <a:ext cx="891233" cy="174800"/>
            <a:chOff x="1244327" y="2887118"/>
            <a:chExt cx="891233" cy="174800"/>
          </a:xfrm>
        </p:grpSpPr>
        <p:sp>
          <p:nvSpPr>
            <p:cNvPr id="91" name="Text Box">
              <a:extLst>
                <a:ext uri="{FF2B5EF4-FFF2-40B4-BE49-F238E27FC236}">
                  <a16:creationId xmlns:a16="http://schemas.microsoft.com/office/drawing/2014/main" id="{95E5F6DB-9B75-E311-80B9-FDCF4BD31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327" y="2887118"/>
              <a:ext cx="891233" cy="1748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2400" rIns="72000" bIns="324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kern="0" dirty="0">
                  <a:solidFill>
                    <a:schemeClr val="tx1"/>
                  </a:solidFill>
                  <a:latin typeface="+mn-ea"/>
                </a:rPr>
                <a:t>20</a:t>
              </a:r>
              <a:r>
                <a:rPr kumimoji="0" lang="ko-KR" altLang="en-US" sz="700" kern="0" dirty="0">
                  <a:solidFill>
                    <a:schemeClr val="tx1"/>
                  </a:solidFill>
                  <a:latin typeface="+mn-ea"/>
                </a:rPr>
                <a:t> 개씩 보기   </a:t>
              </a:r>
              <a:endParaRPr kumimoji="0" lang="en-US" altLang="ko-KR" sz="700" b="0" kern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Chevron Left">
              <a:extLst>
                <a:ext uri="{FF2B5EF4-FFF2-40B4-BE49-F238E27FC236}">
                  <a16:creationId xmlns:a16="http://schemas.microsoft.com/office/drawing/2014/main" id="{2A5760CF-C767-68B6-7732-8D8E2F5DFE2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1990266" y="2933272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BCBFA9A-CEB1-167F-85DB-2EB951294FBA}"/>
              </a:ext>
            </a:extLst>
          </p:cNvPr>
          <p:cNvSpPr txBox="1"/>
          <p:nvPr/>
        </p:nvSpPr>
        <p:spPr>
          <a:xfrm>
            <a:off x="2359132" y="3988636"/>
            <a:ext cx="167065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#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리스트 </a:t>
            </a:r>
            <a:r>
              <a:rPr lang="ko-KR" altLang="en-US" sz="1000" b="0" i="1" dirty="0" err="1">
                <a:solidFill>
                  <a:srgbClr val="C00000"/>
                </a:solidFill>
                <a:latin typeface="+mn-ea"/>
                <a:ea typeface="+mn-ea"/>
              </a:rPr>
              <a:t>마스킹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정책 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1.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이름 뒤에서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2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번째 자리 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선우*아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홍*동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2.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이메일 아이디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@ 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앞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4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자리 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user****@</a:t>
            </a:r>
          </a:p>
          <a:p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3.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휴대폰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/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전화번호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b="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가운데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4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자리 </a:t>
            </a:r>
            <a:endParaRPr lang="en-US" altLang="ko-KR" sz="10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1000" b="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010-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****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-1234</a:t>
            </a:r>
          </a:p>
          <a:p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070-</a:t>
            </a:r>
            <a:r>
              <a:rPr lang="ko-KR" altLang="en-US" sz="1000" i="1" dirty="0">
                <a:solidFill>
                  <a:srgbClr val="C00000"/>
                </a:solidFill>
                <a:latin typeface="+mn-ea"/>
                <a:ea typeface="+mn-ea"/>
              </a:rPr>
              <a:t>****</a:t>
            </a:r>
            <a:r>
              <a:rPr lang="en-US" altLang="ko-KR" sz="1000" i="1" dirty="0">
                <a:solidFill>
                  <a:srgbClr val="C00000"/>
                </a:solidFill>
                <a:latin typeface="+mn-ea"/>
                <a:ea typeface="+mn-ea"/>
              </a:rPr>
              <a:t>-5678</a:t>
            </a:r>
            <a:endParaRPr lang="en-US" altLang="ko-KR" sz="10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A875E98-2D3A-B506-643B-0D61261BBA15}"/>
              </a:ext>
            </a:extLst>
          </p:cNvPr>
          <p:cNvGrpSpPr/>
          <p:nvPr/>
        </p:nvGrpSpPr>
        <p:grpSpPr>
          <a:xfrm>
            <a:off x="9224246" y="707150"/>
            <a:ext cx="806902" cy="162302"/>
            <a:chOff x="9264352" y="746418"/>
            <a:chExt cx="806902" cy="162302"/>
          </a:xfrm>
        </p:grpSpPr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DAA522FF-B1C4-D74D-7735-40B08CDCF3ED}"/>
                </a:ext>
              </a:extLst>
            </p:cNvPr>
            <p:cNvSpPr/>
            <p:nvPr/>
          </p:nvSpPr>
          <p:spPr>
            <a:xfrm>
              <a:off x="9264352" y="746418"/>
              <a:ext cx="806902" cy="162302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KO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B7F7A7AE-216A-8D31-71AC-BF4447D085F6}"/>
                </a:ext>
              </a:extLst>
            </p:cNvPr>
            <p:cNvSpPr/>
            <p:nvPr/>
          </p:nvSpPr>
          <p:spPr>
            <a:xfrm>
              <a:off x="9624392" y="746418"/>
              <a:ext cx="446862" cy="162302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EN</a:t>
              </a:r>
              <a:endParaRPr kumimoji="1"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333B3DF-AD21-BEED-D846-9ABDDB3FDE8E}"/>
              </a:ext>
            </a:extLst>
          </p:cNvPr>
          <p:cNvSpPr txBox="1"/>
          <p:nvPr/>
        </p:nvSpPr>
        <p:spPr>
          <a:xfrm>
            <a:off x="7667575" y="424253"/>
            <a:ext cx="2201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언어 설정 </a:t>
            </a:r>
            <a:r>
              <a:rPr lang="ko-KR" altLang="en-US" sz="1100" i="1" dirty="0" err="1">
                <a:solidFill>
                  <a:srgbClr val="C00000"/>
                </a:solidFill>
                <a:latin typeface="+mn-ea"/>
                <a:ea typeface="+mn-ea"/>
              </a:rPr>
              <a:t>토글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 ↓</a:t>
            </a: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1C0980C7-9CD8-D5D1-A1A8-ECAC4CDB1776}"/>
              </a:ext>
            </a:extLst>
          </p:cNvPr>
          <p:cNvCxnSpPr/>
          <p:nvPr/>
        </p:nvCxnSpPr>
        <p:spPr>
          <a:xfrm>
            <a:off x="1309255" y="1176284"/>
            <a:ext cx="106193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D1F26F9-59B4-F620-E188-186F60DC38F7}"/>
              </a:ext>
            </a:extLst>
          </p:cNvPr>
          <p:cNvSpPr txBox="1"/>
          <p:nvPr/>
        </p:nvSpPr>
        <p:spPr>
          <a:xfrm>
            <a:off x="4740025" y="738647"/>
            <a:ext cx="22019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i="1" dirty="0" err="1">
                <a:solidFill>
                  <a:srgbClr val="C00000"/>
                </a:solidFill>
                <a:latin typeface="+mn-ea"/>
                <a:ea typeface="+mn-ea"/>
              </a:rPr>
              <a:t>해더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 영역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B6DA9A-23C0-0666-A266-538C2FCC9286}"/>
              </a:ext>
            </a:extLst>
          </p:cNvPr>
          <p:cNvSpPr txBox="1"/>
          <p:nvPr/>
        </p:nvSpPr>
        <p:spPr>
          <a:xfrm>
            <a:off x="10069037" y="686239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800" u="sng" dirty="0">
                <a:solidFill>
                  <a:srgbClr val="0038FE"/>
                </a:solidFill>
                <a:latin typeface="+mn-ea"/>
                <a:ea typeface="+mn-ea"/>
              </a:rPr>
              <a:t>담당자 등록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D88B08-FBF3-45F5-1DCE-F61B4822AA95}"/>
              </a:ext>
            </a:extLst>
          </p:cNvPr>
          <p:cNvSpPr txBox="1"/>
          <p:nvPr/>
        </p:nvSpPr>
        <p:spPr>
          <a:xfrm>
            <a:off x="8161640" y="901683"/>
            <a:ext cx="24374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협력사</a:t>
            </a:r>
            <a:r>
              <a:rPr lang="en-US" altLang="ko-KR" sz="11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마스터</a:t>
            </a:r>
            <a:r>
              <a:rPr lang="en-US" altLang="ko-KR" sz="11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r>
              <a:rPr lang="ko-KR" altLang="en-US" sz="1100" i="1" dirty="0">
                <a:solidFill>
                  <a:srgbClr val="C00000"/>
                </a:solidFill>
                <a:latin typeface="+mn-ea"/>
                <a:ea typeface="+mn-ea"/>
              </a:rPr>
              <a:t> 계정일 경우 출력 ↑</a:t>
            </a:r>
          </a:p>
        </p:txBody>
      </p:sp>
    </p:spTree>
    <p:extLst>
      <p:ext uri="{BB962C8B-B14F-4D97-AF65-F5344CB8AC3E}">
        <p14:creationId xmlns:p14="http://schemas.microsoft.com/office/powerpoint/2010/main" val="954062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612DD-DD08-EA83-6B20-9D951AF3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61065E-5E26-77A7-AE6F-16A2757E5304}"/>
              </a:ext>
            </a:extLst>
          </p:cNvPr>
          <p:cNvSpPr txBox="1"/>
          <p:nvPr/>
        </p:nvSpPr>
        <p:spPr>
          <a:xfrm>
            <a:off x="69106" y="77935"/>
            <a:ext cx="24738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대시보드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(</a:t>
            </a:r>
            <a:r>
              <a:rPr lang="ko-KR" altLang="en-US" sz="1000" b="1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슈퍼어드민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시스템 관리자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CD9F29-10B4-BE14-B407-D9D6B5AA3030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77F4E86-5127-7DB0-FEDE-54A4B7A038FD}"/>
              </a:ext>
            </a:extLst>
          </p:cNvPr>
          <p:cNvSpPr/>
          <p:nvPr/>
        </p:nvSpPr>
        <p:spPr>
          <a:xfrm>
            <a:off x="0" y="426682"/>
            <a:ext cx="1271464" cy="60212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LNB</a:t>
            </a:r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90CF73-9F86-4DA1-82B2-DB086AA87B99}"/>
              </a:ext>
            </a:extLst>
          </p:cNvPr>
          <p:cNvSpPr/>
          <p:nvPr/>
        </p:nvSpPr>
        <p:spPr>
          <a:xfrm>
            <a:off x="1271464" y="428305"/>
            <a:ext cx="10920536" cy="3363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ko-KR" sz="12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D08030-1154-0695-3328-03E1151C5055}"/>
              </a:ext>
            </a:extLst>
          </p:cNvPr>
          <p:cNvSpPr txBox="1"/>
          <p:nvPr/>
        </p:nvSpPr>
        <p:spPr>
          <a:xfrm>
            <a:off x="1415480" y="980728"/>
            <a:ext cx="2762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&lt;p&gt; </a:t>
            </a:r>
            <a:r>
              <a:rPr lang="ko-KR" altLang="en-US" sz="1200" dirty="0">
                <a:latin typeface="+mn-ea"/>
                <a:ea typeface="+mn-ea"/>
              </a:rPr>
              <a:t>관리자님 방문을 환영 합니다</a:t>
            </a:r>
            <a:r>
              <a:rPr lang="en-US" altLang="ko-KR" sz="1200" dirty="0">
                <a:latin typeface="+mn-ea"/>
                <a:ea typeface="+mn-ea"/>
              </a:rPr>
              <a:t>. &lt;/p&gt;</a:t>
            </a:r>
            <a:endParaRPr kumimoji="1" lang="ko-Kore-KR" altLang="en-US" sz="1200" dirty="0">
              <a:latin typeface="+mn-ea"/>
              <a:ea typeface="+mn-ea"/>
            </a:endParaRPr>
          </a:p>
        </p:txBody>
      </p:sp>
      <p:graphicFrame>
        <p:nvGraphicFramePr>
          <p:cNvPr id="21" name="Table 7">
            <a:extLst>
              <a:ext uri="{FF2B5EF4-FFF2-40B4-BE49-F238E27FC236}">
                <a16:creationId xmlns:a16="http://schemas.microsoft.com/office/drawing/2014/main" id="{CBEF4450-8E9E-EF88-72FA-F50B6DC2C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672238"/>
              </p:ext>
            </p:extLst>
          </p:nvPr>
        </p:nvGraphicFramePr>
        <p:xfrm>
          <a:off x="9406740" y="764704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시스템 관리자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748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FF1C-226B-1276-828E-117B879CB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147ACB-BE12-B4E8-1B8F-BCE0E5522FA1}"/>
              </a:ext>
            </a:extLst>
          </p:cNvPr>
          <p:cNvSpPr txBox="1"/>
          <p:nvPr/>
        </p:nvSpPr>
        <p:spPr>
          <a:xfrm>
            <a:off x="69106" y="77935"/>
            <a:ext cx="27865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대시보드 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협력사 권한</a:t>
            </a:r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9980EC-C463-6D26-9918-F71DAD2FB7F9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C2C7318-EEF8-7755-BD5F-275227AE43A1}"/>
              </a:ext>
            </a:extLst>
          </p:cNvPr>
          <p:cNvSpPr/>
          <p:nvPr/>
        </p:nvSpPr>
        <p:spPr>
          <a:xfrm>
            <a:off x="0" y="428305"/>
            <a:ext cx="12192000" cy="3363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ko-KR" sz="12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6C5288-A98A-02E7-602D-300EDD34A949}"/>
              </a:ext>
            </a:extLst>
          </p:cNvPr>
          <p:cNvSpPr txBox="1"/>
          <p:nvPr/>
        </p:nvSpPr>
        <p:spPr>
          <a:xfrm>
            <a:off x="623392" y="980728"/>
            <a:ext cx="3776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  <a:ea typeface="+mn-ea"/>
              </a:rPr>
              <a:t>※</a:t>
            </a:r>
            <a:r>
              <a:rPr lang="ko-KR" altLang="en-US" sz="1100" b="1" dirty="0">
                <a:latin typeface="+mn-ea"/>
                <a:ea typeface="+mn-ea"/>
              </a:rPr>
              <a:t> 최근 </a:t>
            </a:r>
            <a:r>
              <a:rPr lang="en-US" altLang="ko-KR" sz="1100" b="1" dirty="0">
                <a:latin typeface="+mn-ea"/>
                <a:ea typeface="+mn-ea"/>
              </a:rPr>
              <a:t>3</a:t>
            </a:r>
            <a:r>
              <a:rPr lang="ko-KR" altLang="en-US" sz="1100" b="1" dirty="0">
                <a:latin typeface="+mn-ea"/>
                <a:ea typeface="+mn-ea"/>
              </a:rPr>
              <a:t>개월 예약 건수</a:t>
            </a:r>
            <a:r>
              <a:rPr lang="en" altLang="ko-KR" sz="1100" b="1" dirty="0">
                <a:latin typeface="+mn-ea"/>
                <a:ea typeface="+mn-ea"/>
              </a:rPr>
              <a:t>{</a:t>
            </a:r>
            <a:r>
              <a:rPr lang="en" altLang="ko-KR" sz="1100" b="1" dirty="0" err="1">
                <a:latin typeface="+mn-ea"/>
                <a:ea typeface="+mn-ea"/>
              </a:rPr>
              <a:t>YYYY</a:t>
            </a:r>
            <a:r>
              <a:rPr lang="en" altLang="ko-KR" sz="1100" b="1" dirty="0">
                <a:latin typeface="+mn-ea"/>
                <a:ea typeface="+mn-ea"/>
              </a:rPr>
              <a:t>-MM} </a:t>
            </a:r>
            <a:r>
              <a:rPr lang="ko-KR" altLang="en-US" sz="1100" b="1" dirty="0">
                <a:latin typeface="+mn-ea"/>
                <a:ea typeface="+mn-ea"/>
              </a:rPr>
              <a:t>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009803-E025-69D6-D18D-A606AE94801E}"/>
              </a:ext>
            </a:extLst>
          </p:cNvPr>
          <p:cNvSpPr txBox="1"/>
          <p:nvPr/>
        </p:nvSpPr>
        <p:spPr>
          <a:xfrm>
            <a:off x="4474783" y="980728"/>
            <a:ext cx="45932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  <a:ea typeface="+mn-ea"/>
              </a:rPr>
              <a:t>※</a:t>
            </a:r>
            <a:r>
              <a:rPr lang="ko-KR" altLang="en-US" sz="1100" b="1" dirty="0">
                <a:latin typeface="+mn-ea"/>
                <a:ea typeface="+mn-ea"/>
              </a:rPr>
              <a:t> 최근 </a:t>
            </a:r>
            <a:r>
              <a:rPr lang="en-US" altLang="ko-KR" sz="1100" b="1" dirty="0">
                <a:latin typeface="+mn-ea"/>
                <a:ea typeface="+mn-ea"/>
              </a:rPr>
              <a:t>3</a:t>
            </a:r>
            <a:r>
              <a:rPr lang="ko-KR" altLang="en-US" sz="1100" b="1" dirty="0">
                <a:latin typeface="+mn-ea"/>
                <a:ea typeface="+mn-ea"/>
              </a:rPr>
              <a:t>개월 취소 건수 </a:t>
            </a:r>
            <a:r>
              <a:rPr lang="en-US" altLang="ko-KR" sz="1100" b="1" dirty="0">
                <a:latin typeface="+mn-ea"/>
                <a:ea typeface="+mn-ea"/>
              </a:rPr>
              <a:t>(</a:t>
            </a:r>
            <a:r>
              <a:rPr lang="en-US" altLang="ko-KR" sz="1100" b="1" dirty="0" err="1">
                <a:latin typeface="+mn-ea"/>
                <a:ea typeface="+mn-ea"/>
              </a:rPr>
              <a:t>YYYY</a:t>
            </a:r>
            <a:r>
              <a:rPr lang="en-US" altLang="ko-KR" sz="1100" b="1" dirty="0">
                <a:latin typeface="+mn-ea"/>
                <a:ea typeface="+mn-ea"/>
              </a:rPr>
              <a:t>-MM </a:t>
            </a:r>
            <a:r>
              <a:rPr lang="ko-KR" altLang="en-US" sz="1100" b="1" dirty="0">
                <a:latin typeface="+mn-ea"/>
                <a:ea typeface="+mn-ea"/>
              </a:rPr>
              <a:t>기준</a:t>
            </a:r>
            <a:r>
              <a:rPr lang="en-US" altLang="ko-KR" sz="1100" b="1" dirty="0">
                <a:latin typeface="+mn-ea"/>
                <a:ea typeface="+mn-ea"/>
              </a:rPr>
              <a:t>)</a:t>
            </a:r>
            <a:endParaRPr kumimoji="1" lang="ko-KR" altLang="en-US" sz="1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32C3A-09BA-4F26-11F2-78086717D4D0}"/>
              </a:ext>
            </a:extLst>
          </p:cNvPr>
          <p:cNvSpPr txBox="1"/>
          <p:nvPr/>
        </p:nvSpPr>
        <p:spPr>
          <a:xfrm>
            <a:off x="623391" y="3383303"/>
            <a:ext cx="32742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latin typeface="+mn-ea"/>
                <a:ea typeface="+mn-ea"/>
              </a:rPr>
              <a:t>※</a:t>
            </a:r>
            <a:r>
              <a:rPr lang="ko-KR" altLang="en-US" sz="1100" b="1" dirty="0">
                <a:latin typeface="+mn-ea"/>
                <a:ea typeface="+mn-ea"/>
              </a:rPr>
              <a:t> 최근 </a:t>
            </a:r>
            <a:r>
              <a:rPr lang="en-US" altLang="ko-KR" sz="1100" b="1" dirty="0">
                <a:latin typeface="+mn-ea"/>
                <a:ea typeface="+mn-ea"/>
              </a:rPr>
              <a:t>3</a:t>
            </a:r>
            <a:r>
              <a:rPr lang="ko-KR" altLang="en-US" sz="1100" b="1" dirty="0">
                <a:latin typeface="+mn-ea"/>
                <a:ea typeface="+mn-ea"/>
              </a:rPr>
              <a:t>개월 총 매출금액</a:t>
            </a:r>
            <a:r>
              <a:rPr lang="en-US" altLang="ko-KR" sz="1100" b="1" dirty="0">
                <a:latin typeface="+mn-ea"/>
                <a:ea typeface="+mn-ea"/>
              </a:rPr>
              <a:t> {</a:t>
            </a:r>
            <a:r>
              <a:rPr lang="en-US" altLang="ko-KR" sz="1100" b="1" dirty="0" err="1">
                <a:latin typeface="+mn-ea"/>
                <a:ea typeface="+mn-ea"/>
              </a:rPr>
              <a:t>YYYY</a:t>
            </a:r>
            <a:r>
              <a:rPr lang="en-US" altLang="ko-KR" sz="1100" b="1" dirty="0">
                <a:latin typeface="+mn-ea"/>
                <a:ea typeface="+mn-ea"/>
              </a:rPr>
              <a:t>-MM}</a:t>
            </a:r>
            <a:r>
              <a:rPr lang="ko-KR" altLang="en-US" sz="1100" b="1" dirty="0">
                <a:latin typeface="+mn-ea"/>
                <a:ea typeface="+mn-ea"/>
              </a:rPr>
              <a:t> 기준</a:t>
            </a:r>
            <a:endParaRPr kumimoji="1" lang="ko-KR" altLang="en-US" sz="1100" b="1" dirty="0">
              <a:latin typeface="+mn-ea"/>
              <a:ea typeface="+mn-ea"/>
            </a:endParaRP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C7CB649C-F4B7-2866-4111-6BA3A94A59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2778877"/>
              </p:ext>
            </p:extLst>
          </p:nvPr>
        </p:nvGraphicFramePr>
        <p:xfrm>
          <a:off x="623468" y="1340768"/>
          <a:ext cx="3761639" cy="1657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DCBCD041-0794-DF0A-FA13-B9DAD2490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51806"/>
              </p:ext>
            </p:extLst>
          </p:nvPr>
        </p:nvGraphicFramePr>
        <p:xfrm>
          <a:off x="4410088" y="1340768"/>
          <a:ext cx="3761639" cy="1657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1BA5902-04D9-96DE-761B-F82D7909A8C1}"/>
              </a:ext>
            </a:extLst>
          </p:cNvPr>
          <p:cNvSpPr txBox="1"/>
          <p:nvPr/>
        </p:nvSpPr>
        <p:spPr>
          <a:xfrm>
            <a:off x="4943872" y="2070217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10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18751F-0553-BA45-A1B2-16817A2EC664}"/>
              </a:ext>
            </a:extLst>
          </p:cNvPr>
          <p:cNvSpPr txBox="1"/>
          <p:nvPr/>
        </p:nvSpPr>
        <p:spPr>
          <a:xfrm>
            <a:off x="6087967" y="1496059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40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879F4C-E473-10CF-D78B-4A3D5879EEF2}"/>
              </a:ext>
            </a:extLst>
          </p:cNvPr>
          <p:cNvSpPr txBox="1"/>
          <p:nvPr/>
        </p:nvSpPr>
        <p:spPr>
          <a:xfrm>
            <a:off x="7248128" y="1793771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34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13202D-8FDB-C59F-9415-DF4010061FF3}"/>
              </a:ext>
            </a:extLst>
          </p:cNvPr>
          <p:cNvSpPr/>
          <p:nvPr/>
        </p:nvSpPr>
        <p:spPr>
          <a:xfrm>
            <a:off x="0" y="426682"/>
            <a:ext cx="549488" cy="602125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LNB</a:t>
            </a:r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B91270-0D6A-7F46-DF8D-2F332F3082AC}"/>
              </a:ext>
            </a:extLst>
          </p:cNvPr>
          <p:cNvSpPr txBox="1"/>
          <p:nvPr/>
        </p:nvSpPr>
        <p:spPr>
          <a:xfrm>
            <a:off x="1115668" y="1449811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230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5D417D-5710-E930-99D5-8B73DD042E69}"/>
              </a:ext>
            </a:extLst>
          </p:cNvPr>
          <p:cNvSpPr txBox="1"/>
          <p:nvPr/>
        </p:nvSpPr>
        <p:spPr>
          <a:xfrm>
            <a:off x="2284569" y="1857029"/>
            <a:ext cx="4683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100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DF6230-5A3D-39F9-3E66-9E856ADEE561}"/>
              </a:ext>
            </a:extLst>
          </p:cNvPr>
          <p:cNvSpPr txBox="1"/>
          <p:nvPr/>
        </p:nvSpPr>
        <p:spPr>
          <a:xfrm>
            <a:off x="3429231" y="1629297"/>
            <a:ext cx="4683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</a:rPr>
              <a:t>180</a:t>
            </a:r>
            <a:r>
              <a:rPr lang="ko-KR" altLang="en-US" sz="800" dirty="0">
                <a:latin typeface="+mn-ea"/>
                <a:ea typeface="+mn-ea"/>
              </a:rPr>
              <a:t>건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graphicFrame>
        <p:nvGraphicFramePr>
          <p:cNvPr id="23" name="Table 7">
            <a:extLst>
              <a:ext uri="{FF2B5EF4-FFF2-40B4-BE49-F238E27FC236}">
                <a16:creationId xmlns:a16="http://schemas.microsoft.com/office/drawing/2014/main" id="{498CC9C1-5E58-4182-23EB-29E45926B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790590"/>
              </p:ext>
            </p:extLst>
          </p:nvPr>
        </p:nvGraphicFramePr>
        <p:xfrm>
          <a:off x="9406740" y="764704"/>
          <a:ext cx="2785260" cy="3260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협력업체 권한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오늘 기준 직전 월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-3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개월 합산 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취소 포함 전체 예약 건 수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취소 건수만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 예약상태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en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CHECKED-OUT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기준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객실금액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옵션 금액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합계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24" name="Teardrop 1">
            <a:extLst>
              <a:ext uri="{FF2B5EF4-FFF2-40B4-BE49-F238E27FC236}">
                <a16:creationId xmlns:a16="http://schemas.microsoft.com/office/drawing/2014/main" id="{4068E1E5-D9B7-B6D9-74E5-91E132F4ABA2}"/>
              </a:ext>
            </a:extLst>
          </p:cNvPr>
          <p:cNvSpPr/>
          <p:nvPr/>
        </p:nvSpPr>
        <p:spPr>
          <a:xfrm rot="16200000" flipH="1" flipV="1">
            <a:off x="2073427" y="86489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25" name="차트 24">
            <a:extLst>
              <a:ext uri="{FF2B5EF4-FFF2-40B4-BE49-F238E27FC236}">
                <a16:creationId xmlns:a16="http://schemas.microsoft.com/office/drawing/2014/main" id="{EF2C52D0-4699-A253-C531-EFC9A1D48B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195012"/>
              </p:ext>
            </p:extLst>
          </p:nvPr>
        </p:nvGraphicFramePr>
        <p:xfrm>
          <a:off x="623468" y="3695732"/>
          <a:ext cx="7416748" cy="1657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C1530BF4-A745-F8E8-55E3-60B545EDFC24}"/>
              </a:ext>
            </a:extLst>
          </p:cNvPr>
          <p:cNvSpPr txBox="1"/>
          <p:nvPr/>
        </p:nvSpPr>
        <p:spPr>
          <a:xfrm>
            <a:off x="1236047" y="4927029"/>
            <a:ext cx="3545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합계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7FD90F-4C92-EC2F-27EC-210C0101DED3}"/>
              </a:ext>
            </a:extLst>
          </p:cNvPr>
          <p:cNvSpPr txBox="1"/>
          <p:nvPr/>
        </p:nvSpPr>
        <p:spPr>
          <a:xfrm>
            <a:off x="1688780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객실금액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25CCB3-82C3-6567-AA61-FCADBB65CD9F}"/>
              </a:ext>
            </a:extLst>
          </p:cNvPr>
          <p:cNvSpPr txBox="1"/>
          <p:nvPr/>
        </p:nvSpPr>
        <p:spPr>
          <a:xfrm>
            <a:off x="2200715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옵션금액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2A49FA-4896-A4B8-1C19-12460B9CC628}"/>
              </a:ext>
            </a:extLst>
          </p:cNvPr>
          <p:cNvSpPr txBox="1"/>
          <p:nvPr/>
        </p:nvSpPr>
        <p:spPr>
          <a:xfrm>
            <a:off x="3618638" y="4927029"/>
            <a:ext cx="3545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합계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7C73A6-377F-9116-C6FF-93E70BA5A9FE}"/>
              </a:ext>
            </a:extLst>
          </p:cNvPr>
          <p:cNvSpPr txBox="1"/>
          <p:nvPr/>
        </p:nvSpPr>
        <p:spPr>
          <a:xfrm>
            <a:off x="4071371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객실금액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DB3F12-B0B1-DD4C-2823-9E0151905C71}"/>
              </a:ext>
            </a:extLst>
          </p:cNvPr>
          <p:cNvSpPr txBox="1"/>
          <p:nvPr/>
        </p:nvSpPr>
        <p:spPr>
          <a:xfrm>
            <a:off x="4583306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옵션금액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6F920A-1D6A-F980-DFBB-E33DB6405E3A}"/>
              </a:ext>
            </a:extLst>
          </p:cNvPr>
          <p:cNvSpPr txBox="1"/>
          <p:nvPr/>
        </p:nvSpPr>
        <p:spPr>
          <a:xfrm>
            <a:off x="6020548" y="4927029"/>
            <a:ext cx="3545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합계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AE68E9-A8DC-4B79-56BA-D38346E98E6B}"/>
              </a:ext>
            </a:extLst>
          </p:cNvPr>
          <p:cNvSpPr txBox="1"/>
          <p:nvPr/>
        </p:nvSpPr>
        <p:spPr>
          <a:xfrm>
            <a:off x="6473281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객실금액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1D9EC9-CC42-8FE2-6ADB-8676B990450C}"/>
              </a:ext>
            </a:extLst>
          </p:cNvPr>
          <p:cNvSpPr txBox="1"/>
          <p:nvPr/>
        </p:nvSpPr>
        <p:spPr>
          <a:xfrm>
            <a:off x="6985216" y="4927029"/>
            <a:ext cx="5245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  <a:ea typeface="+mn-ea"/>
              </a:rPr>
              <a:t>옵션금액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B196F2-94C4-BFCF-89C5-835031E6670D}"/>
              </a:ext>
            </a:extLst>
          </p:cNvPr>
          <p:cNvSpPr txBox="1"/>
          <p:nvPr/>
        </p:nvSpPr>
        <p:spPr>
          <a:xfrm>
            <a:off x="1130248" y="4289720"/>
            <a:ext cx="56618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10,00,00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8CF008-3E28-6DAF-CBB4-8C62C48BC190}"/>
              </a:ext>
            </a:extLst>
          </p:cNvPr>
          <p:cNvSpPr txBox="1"/>
          <p:nvPr/>
        </p:nvSpPr>
        <p:spPr>
          <a:xfrm>
            <a:off x="3458337" y="3852468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20,000,000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582821-3CC8-C0FB-6844-D63A3D078B80}"/>
              </a:ext>
            </a:extLst>
          </p:cNvPr>
          <p:cNvSpPr txBox="1"/>
          <p:nvPr/>
        </p:nvSpPr>
        <p:spPr>
          <a:xfrm>
            <a:off x="3996030" y="4289720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10,000,000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11B6DB-767A-36C0-1674-099EEB8BED7C}"/>
              </a:ext>
            </a:extLst>
          </p:cNvPr>
          <p:cNvSpPr txBox="1"/>
          <p:nvPr/>
        </p:nvSpPr>
        <p:spPr>
          <a:xfrm>
            <a:off x="4507965" y="4289720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10,000,000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F205F6-0A5B-9EAE-9420-78E7A8435174}"/>
              </a:ext>
            </a:extLst>
          </p:cNvPr>
          <p:cNvSpPr txBox="1"/>
          <p:nvPr/>
        </p:nvSpPr>
        <p:spPr>
          <a:xfrm>
            <a:off x="5846480" y="4089665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15,000,000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F267C7-F0FE-29E3-5BFB-AFA45A6AD396}"/>
              </a:ext>
            </a:extLst>
          </p:cNvPr>
          <p:cNvSpPr txBox="1"/>
          <p:nvPr/>
        </p:nvSpPr>
        <p:spPr>
          <a:xfrm>
            <a:off x="6348381" y="4302555"/>
            <a:ext cx="6751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10,000,000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065205-75C5-EF56-5AA3-0A5BB05D07A3}"/>
              </a:ext>
            </a:extLst>
          </p:cNvPr>
          <p:cNvSpPr txBox="1"/>
          <p:nvPr/>
        </p:nvSpPr>
        <p:spPr>
          <a:xfrm>
            <a:off x="6937127" y="4536737"/>
            <a:ext cx="6206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5,000,000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D4A8E4-4152-630D-5791-6B45B1C36563}"/>
              </a:ext>
            </a:extLst>
          </p:cNvPr>
          <p:cNvSpPr txBox="1"/>
          <p:nvPr/>
        </p:nvSpPr>
        <p:spPr>
          <a:xfrm>
            <a:off x="1640691" y="4402583"/>
            <a:ext cx="6206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8,000,000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FCCC47-4E79-4E9A-6768-410C2E2E15C0}"/>
              </a:ext>
            </a:extLst>
          </p:cNvPr>
          <p:cNvSpPr txBox="1"/>
          <p:nvPr/>
        </p:nvSpPr>
        <p:spPr>
          <a:xfrm>
            <a:off x="2152627" y="4664806"/>
            <a:ext cx="62068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  <a:ea typeface="+mn-ea"/>
              </a:rPr>
              <a:t>2,000,000</a:t>
            </a:r>
            <a:endParaRPr kumimoji="1" lang="ko-KR" altLang="en-US" sz="700" dirty="0">
              <a:latin typeface="+mn-ea"/>
              <a:ea typeface="+mn-ea"/>
            </a:endParaRPr>
          </a:p>
        </p:txBody>
      </p:sp>
      <p:sp>
        <p:nvSpPr>
          <p:cNvPr id="48" name="Teardrop 1">
            <a:extLst>
              <a:ext uri="{FF2B5EF4-FFF2-40B4-BE49-F238E27FC236}">
                <a16:creationId xmlns:a16="http://schemas.microsoft.com/office/drawing/2014/main" id="{55A8425A-280C-A6D8-1B52-9DCE0BF4331D}"/>
              </a:ext>
            </a:extLst>
          </p:cNvPr>
          <p:cNvSpPr/>
          <p:nvPr/>
        </p:nvSpPr>
        <p:spPr>
          <a:xfrm rot="16200000" flipH="1" flipV="1">
            <a:off x="832912" y="126773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9" name="Teardrop 1">
            <a:extLst>
              <a:ext uri="{FF2B5EF4-FFF2-40B4-BE49-F238E27FC236}">
                <a16:creationId xmlns:a16="http://schemas.microsoft.com/office/drawing/2014/main" id="{B4EB3367-6D62-3B57-027E-9FCF9234A918}"/>
              </a:ext>
            </a:extLst>
          </p:cNvPr>
          <p:cNvSpPr/>
          <p:nvPr/>
        </p:nvSpPr>
        <p:spPr>
          <a:xfrm rot="16200000" flipH="1" flipV="1">
            <a:off x="4490512" y="126773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Teardrop 1">
            <a:extLst>
              <a:ext uri="{FF2B5EF4-FFF2-40B4-BE49-F238E27FC236}">
                <a16:creationId xmlns:a16="http://schemas.microsoft.com/office/drawing/2014/main" id="{8E4BE65E-C5E2-F2D9-4FB1-25FF7D81D0A0}"/>
              </a:ext>
            </a:extLst>
          </p:cNvPr>
          <p:cNvSpPr/>
          <p:nvPr/>
        </p:nvSpPr>
        <p:spPr>
          <a:xfrm rot="16200000" flipH="1" flipV="1">
            <a:off x="557317" y="331790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753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39D7F-FD29-9C61-9861-93CF7E11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EC7E08-14E6-A544-FA14-504F84127C02}"/>
              </a:ext>
            </a:extLst>
          </p:cNvPr>
          <p:cNvSpPr txBox="1"/>
          <p:nvPr/>
        </p:nvSpPr>
        <p:spPr>
          <a:xfrm>
            <a:off x="69106" y="77935"/>
            <a:ext cx="34346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PC 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반응형 사이즈 </a:t>
            </a:r>
            <a:r>
              <a:rPr lang="en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Breakpoint</a:t>
            </a:r>
            <a:r>
              <a:rPr lang="ko-KR" alt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정의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7919E2F-308C-1A99-1DD8-58BCF2D7034A}"/>
              </a:ext>
            </a:extLst>
          </p:cNvPr>
          <p:cNvSpPr/>
          <p:nvPr/>
        </p:nvSpPr>
        <p:spPr>
          <a:xfrm>
            <a:off x="772914" y="2276872"/>
            <a:ext cx="2434416" cy="172819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23575A2D-6366-2611-42A4-503229332560}"/>
              </a:ext>
            </a:extLst>
          </p:cNvPr>
          <p:cNvSpPr/>
          <p:nvPr/>
        </p:nvSpPr>
        <p:spPr>
          <a:xfrm>
            <a:off x="3944229" y="2276872"/>
            <a:ext cx="3318570" cy="172819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0DFCDEC-1BC4-4829-AE03-8B682D218787}"/>
              </a:ext>
            </a:extLst>
          </p:cNvPr>
          <p:cNvSpPr/>
          <p:nvPr/>
        </p:nvSpPr>
        <p:spPr>
          <a:xfrm>
            <a:off x="7760565" y="2276872"/>
            <a:ext cx="3899744" cy="172819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AB00984-FCBB-A49B-8FAC-774789702EB1}"/>
              </a:ext>
            </a:extLst>
          </p:cNvPr>
          <p:cNvCxnSpPr/>
          <p:nvPr/>
        </p:nvCxnSpPr>
        <p:spPr>
          <a:xfrm flipV="1">
            <a:off x="843780" y="2420888"/>
            <a:ext cx="2232248" cy="144016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19FFAEC-3019-F837-9711-7507AC7D2113}"/>
              </a:ext>
            </a:extLst>
          </p:cNvPr>
          <p:cNvSpPr txBox="1"/>
          <p:nvPr/>
        </p:nvSpPr>
        <p:spPr>
          <a:xfrm>
            <a:off x="860141" y="3021437"/>
            <a:ext cx="23663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0" i="0" dirty="0">
                <a:effectLst/>
                <a:latin typeface="+mn-ea"/>
                <a:ea typeface="+mn-ea"/>
              </a:rPr>
              <a:t>1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순위 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sz="1100" b="0" i="0" dirty="0" err="1">
                <a:effectLst/>
                <a:latin typeface="+mn-ea"/>
                <a:ea typeface="+mn-ea"/>
              </a:rPr>
              <a:t>1280×1024px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(5:4 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비율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)</a:t>
            </a:r>
          </a:p>
          <a:p>
            <a:r>
              <a:rPr lang="en-US" altLang="ko-KR" sz="1100" b="0" i="0" dirty="0">
                <a:effectLst/>
                <a:latin typeface="+mn-ea"/>
                <a:ea typeface="+mn-ea"/>
              </a:rPr>
              <a:t>2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순위 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sz="1100" b="0" i="0" dirty="0" err="1">
                <a:effectLst/>
                <a:latin typeface="+mn-ea"/>
                <a:ea typeface="+mn-ea"/>
              </a:rPr>
              <a:t>1440×900px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(16:10 </a:t>
            </a:r>
            <a:r>
              <a:rPr lang="ko-KR" altLang="en-US" sz="1100" b="0" i="0" dirty="0">
                <a:effectLst/>
                <a:latin typeface="+mn-ea"/>
                <a:ea typeface="+mn-ea"/>
              </a:rPr>
              <a:t>비율</a:t>
            </a:r>
            <a:r>
              <a:rPr lang="en-US" altLang="ko-KR" sz="1100" b="0" i="0" dirty="0">
                <a:effectLst/>
                <a:latin typeface="+mn-ea"/>
                <a:ea typeface="+mn-ea"/>
              </a:rPr>
              <a:t>)  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EEF53BF-1B44-68E9-53AC-CB8915339187}"/>
              </a:ext>
            </a:extLst>
          </p:cNvPr>
          <p:cNvCxnSpPr>
            <a:cxnSpLocks/>
          </p:cNvCxnSpPr>
          <p:nvPr/>
        </p:nvCxnSpPr>
        <p:spPr>
          <a:xfrm flipV="1">
            <a:off x="4162156" y="2420888"/>
            <a:ext cx="2950425" cy="144016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3A5FE25-98D4-8B2B-235E-4AC79F5E49CA}"/>
              </a:ext>
            </a:extLst>
          </p:cNvPr>
          <p:cNvSpPr txBox="1"/>
          <p:nvPr/>
        </p:nvSpPr>
        <p:spPr>
          <a:xfrm>
            <a:off x="4769181" y="3021437"/>
            <a:ext cx="1736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1</a:t>
            </a:r>
            <a:r>
              <a:rPr lang="ko-KR" altLang="en-US" sz="1200" b="0" i="0" dirty="0">
                <a:effectLst/>
                <a:latin typeface="+mn-ea"/>
                <a:ea typeface="+mn-ea"/>
              </a:rPr>
              <a:t>순위</a:t>
            </a:r>
            <a:r>
              <a:rPr lang="en-US" altLang="ko-KR" sz="1200" b="0" i="0" dirty="0">
                <a:effectLst/>
                <a:latin typeface="+mn-ea"/>
                <a:ea typeface="+mn-ea"/>
              </a:rPr>
              <a:t> :</a:t>
            </a:r>
            <a:r>
              <a:rPr lang="ko-KR" altLang="en-US" sz="1200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sz="1200" b="0" i="0" dirty="0" err="1">
                <a:effectLst/>
                <a:latin typeface="+mn-ea"/>
                <a:ea typeface="+mn-ea"/>
              </a:rPr>
              <a:t>1280x1439px</a:t>
            </a:r>
            <a:endParaRPr lang="en-US" altLang="ko-KR" sz="1200" b="0" i="0" dirty="0">
              <a:effectLst/>
              <a:latin typeface="+mn-ea"/>
              <a:ea typeface="+mn-ea"/>
            </a:endParaRPr>
          </a:p>
          <a:p>
            <a:pPr algn="ctr"/>
            <a:r>
              <a:rPr lang="en-US" altLang="ko-KR" sz="1200" dirty="0">
                <a:latin typeface="+mn-ea"/>
                <a:ea typeface="+mn-ea"/>
              </a:rPr>
              <a:t>2</a:t>
            </a:r>
            <a:r>
              <a:rPr lang="ko-KR" altLang="en-US" sz="1200" dirty="0">
                <a:latin typeface="+mn-ea"/>
                <a:ea typeface="+mn-ea"/>
              </a:rPr>
              <a:t>순위</a:t>
            </a:r>
            <a:r>
              <a:rPr lang="en-US" altLang="ko-KR" sz="1200" dirty="0">
                <a:latin typeface="+mn-ea"/>
                <a:ea typeface="+mn-ea"/>
              </a:rPr>
              <a:t> : </a:t>
            </a:r>
            <a:r>
              <a:rPr lang="en-US" altLang="ko-KR" sz="1200" dirty="0" err="1">
                <a:latin typeface="+mn-ea"/>
                <a:ea typeface="+mn-ea"/>
              </a:rPr>
              <a:t>1920x1080px</a:t>
            </a:r>
            <a:r>
              <a:rPr lang="en-US" altLang="ko-KR" sz="1200" b="0" i="0" dirty="0">
                <a:effectLst/>
                <a:latin typeface="+mn-ea"/>
                <a:ea typeface="+mn-ea"/>
              </a:rPr>
              <a:t> 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A6DF15E-9AFA-58C8-95E0-0C00A7EE3025}"/>
              </a:ext>
            </a:extLst>
          </p:cNvPr>
          <p:cNvCxnSpPr>
            <a:cxnSpLocks/>
          </p:cNvCxnSpPr>
          <p:nvPr/>
        </p:nvCxnSpPr>
        <p:spPr>
          <a:xfrm flipV="1">
            <a:off x="7976589" y="2420888"/>
            <a:ext cx="3528392" cy="147191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9B24B6B-AC2D-7B14-07AE-252282C49C92}"/>
              </a:ext>
            </a:extLst>
          </p:cNvPr>
          <p:cNvSpPr txBox="1"/>
          <p:nvPr/>
        </p:nvSpPr>
        <p:spPr>
          <a:xfrm>
            <a:off x="8896368" y="2926012"/>
            <a:ext cx="1612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1</a:t>
            </a:r>
            <a:r>
              <a:rPr lang="ko-KR" altLang="en-US" sz="1200" b="0" i="0" dirty="0">
                <a:effectLst/>
                <a:latin typeface="+mn-ea"/>
                <a:ea typeface="+mn-ea"/>
              </a:rPr>
              <a:t>순위 </a:t>
            </a:r>
            <a:r>
              <a:rPr lang="en-US" altLang="ko-KR" sz="1200" b="0" i="0" dirty="0">
                <a:effectLst/>
                <a:latin typeface="+mn-ea"/>
                <a:ea typeface="+mn-ea"/>
              </a:rPr>
              <a:t>:</a:t>
            </a:r>
            <a:r>
              <a:rPr lang="ko-KR" altLang="en-US" sz="1200" b="0" i="0" dirty="0">
                <a:effectLst/>
                <a:latin typeface="+mn-ea"/>
                <a:ea typeface="+mn-ea"/>
              </a:rPr>
              <a:t> </a:t>
            </a:r>
            <a:r>
              <a:rPr lang="en-US" altLang="ko-KR" sz="1200" b="0" i="0" dirty="0" err="1">
                <a:effectLst/>
                <a:latin typeface="+mn-ea"/>
                <a:ea typeface="+mn-ea"/>
              </a:rPr>
              <a:t>1440×900px</a:t>
            </a:r>
            <a:endParaRPr lang="en-US" altLang="ko-KR" sz="1200" b="0" i="0" dirty="0">
              <a:effectLst/>
              <a:latin typeface="+mn-ea"/>
              <a:ea typeface="+mn-ea"/>
            </a:endParaRPr>
          </a:p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2</a:t>
            </a:r>
            <a:r>
              <a:rPr lang="ko-KR" altLang="en-US" sz="1200" dirty="0">
                <a:latin typeface="+mn-ea"/>
                <a:ea typeface="+mn-ea"/>
              </a:rPr>
              <a:t>순위 </a:t>
            </a:r>
            <a:r>
              <a:rPr lang="en-US" altLang="ko-KR" sz="1200" dirty="0">
                <a:latin typeface="+mn-ea"/>
                <a:ea typeface="+mn-ea"/>
              </a:rPr>
              <a:t>:</a:t>
            </a:r>
            <a:r>
              <a:rPr lang="ko-KR" altLang="en-US" sz="1200" dirty="0">
                <a:latin typeface="+mn-ea"/>
                <a:ea typeface="+mn-ea"/>
              </a:rPr>
              <a:t> </a:t>
            </a:r>
            <a:r>
              <a:rPr lang="en-US" altLang="ko-KR" sz="1200" b="0" i="0" dirty="0" err="1">
                <a:effectLst/>
                <a:latin typeface="+mn-ea"/>
                <a:ea typeface="+mn-ea"/>
              </a:rPr>
              <a:t>1600×900</a:t>
            </a:r>
            <a:r>
              <a:rPr lang="en-US" altLang="ko-KR" sz="1200" dirty="0" err="1">
                <a:latin typeface="+mn-ea"/>
                <a:ea typeface="+mn-ea"/>
              </a:rPr>
              <a:t>px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1CFE89-9369-2453-051B-CCD8FD7A841E}"/>
              </a:ext>
            </a:extLst>
          </p:cNvPr>
          <p:cNvSpPr txBox="1"/>
          <p:nvPr/>
        </p:nvSpPr>
        <p:spPr>
          <a:xfrm>
            <a:off x="5260313" y="1957439"/>
            <a:ext cx="686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normal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074B7C-4F48-1488-67C2-B8EB570FC498}"/>
              </a:ext>
            </a:extLst>
          </p:cNvPr>
          <p:cNvSpPr txBox="1"/>
          <p:nvPr/>
        </p:nvSpPr>
        <p:spPr>
          <a:xfrm>
            <a:off x="1686328" y="1957439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Small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8588D0-EDB4-77E3-2E5E-A35862EB57FF}"/>
              </a:ext>
            </a:extLst>
          </p:cNvPr>
          <p:cNvSpPr txBox="1"/>
          <p:nvPr/>
        </p:nvSpPr>
        <p:spPr>
          <a:xfrm>
            <a:off x="9501906" y="1957439"/>
            <a:ext cx="556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i="0" dirty="0">
                <a:effectLst/>
                <a:latin typeface="+mn-ea"/>
                <a:ea typeface="+mn-ea"/>
              </a:rPr>
              <a:t>Wide</a:t>
            </a:r>
            <a:endParaRPr lang="ko-KR" altLang="en-US" sz="1200" b="0" i="0" dirty="0">
              <a:effectLst/>
              <a:latin typeface="+mn-ea"/>
              <a:ea typeface="+mn-ea"/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ED09D8D9-4B01-3D98-8870-5D8C8B97D1E5}"/>
              </a:ext>
            </a:extLst>
          </p:cNvPr>
          <p:cNvSpPr/>
          <p:nvPr/>
        </p:nvSpPr>
        <p:spPr>
          <a:xfrm>
            <a:off x="950229" y="2425791"/>
            <a:ext cx="736099" cy="238043"/>
          </a:xfrm>
          <a:prstGeom prst="roundRect">
            <a:avLst>
              <a:gd name="adj" fmla="val 50000"/>
            </a:avLst>
          </a:prstGeom>
          <a:solidFill>
            <a:srgbClr val="1588E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bg1"/>
                </a:solidFill>
                <a:latin typeface="+mn-ea"/>
              </a:rPr>
              <a:t>19</a:t>
            </a:r>
            <a:r>
              <a:rPr kumimoji="1" lang="ko-KR" altLang="en-US" sz="800" dirty="0">
                <a:solidFill>
                  <a:schemeClr val="bg1"/>
                </a:solidFill>
                <a:latin typeface="+mn-ea"/>
              </a:rPr>
              <a:t>인치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CB8C5021-0A0C-B73D-25D3-A354E9159C49}"/>
              </a:ext>
            </a:extLst>
          </p:cNvPr>
          <p:cNvSpPr/>
          <p:nvPr/>
        </p:nvSpPr>
        <p:spPr>
          <a:xfrm>
            <a:off x="4210369" y="2425791"/>
            <a:ext cx="1049944" cy="238043"/>
          </a:xfrm>
          <a:prstGeom prst="roundRect">
            <a:avLst>
              <a:gd name="adj" fmla="val 50000"/>
            </a:avLst>
          </a:prstGeom>
          <a:solidFill>
            <a:srgbClr val="1588E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bg1"/>
                </a:solidFill>
                <a:latin typeface="+mn-ea"/>
              </a:rPr>
              <a:t>14~16.5</a:t>
            </a:r>
            <a:r>
              <a:rPr kumimoji="1" lang="ko-KR" altLang="en-US" sz="800" dirty="0">
                <a:solidFill>
                  <a:schemeClr val="bg1"/>
                </a:solidFill>
                <a:latin typeface="+mn-ea"/>
              </a:rPr>
              <a:t> 노트북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FF4A38-BA15-5A5F-BC30-E1F0A72AB102}"/>
              </a:ext>
            </a:extLst>
          </p:cNvPr>
          <p:cNvSpPr txBox="1"/>
          <p:nvPr/>
        </p:nvSpPr>
        <p:spPr>
          <a:xfrm>
            <a:off x="487907" y="1072548"/>
            <a:ext cx="691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 </a:t>
            </a:r>
            <a:r>
              <a:rPr lang="en" altLang="ko-KR" sz="1800" b="1" dirty="0">
                <a:solidFill>
                  <a:srgbClr val="FF0000"/>
                </a:solidFill>
                <a:latin typeface="+mn-ea"/>
                <a:ea typeface="+mn-ea"/>
              </a:rPr>
              <a:t> Breakpoint 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 </a:t>
            </a:r>
            <a:r>
              <a:rPr lang="en-US" altLang="ko-KR" b="1" dirty="0">
                <a:solidFill>
                  <a:srgbClr val="FF0000"/>
                </a:solidFill>
                <a:effectLst/>
                <a:latin typeface="+mn-ea"/>
                <a:ea typeface="+mn-ea"/>
              </a:rPr>
              <a:t>1280×1024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E1853ECA-839C-BB47-3C36-9B8891443B54}"/>
              </a:ext>
            </a:extLst>
          </p:cNvPr>
          <p:cNvSpPr/>
          <p:nvPr/>
        </p:nvSpPr>
        <p:spPr>
          <a:xfrm>
            <a:off x="5331319" y="2425791"/>
            <a:ext cx="950769" cy="238043"/>
          </a:xfrm>
          <a:prstGeom prst="roundRect">
            <a:avLst>
              <a:gd name="adj" fmla="val 50000"/>
            </a:avLst>
          </a:prstGeom>
          <a:solidFill>
            <a:srgbClr val="1588E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19 ~ 21.5</a:t>
            </a:r>
            <a:r>
              <a:rPr kumimoji="1" lang="ko-KR" altLang="en-US" sz="800" dirty="0">
                <a:solidFill>
                  <a:schemeClr val="bg1"/>
                </a:solidFill>
                <a:latin typeface="+mn-ea"/>
              </a:rPr>
              <a:t>인치</a:t>
            </a: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EDEBF663-6E80-269D-B40F-4070B199B564}"/>
              </a:ext>
            </a:extLst>
          </p:cNvPr>
          <p:cNvSpPr/>
          <p:nvPr/>
        </p:nvSpPr>
        <p:spPr>
          <a:xfrm>
            <a:off x="7930140" y="2425791"/>
            <a:ext cx="950769" cy="238043"/>
          </a:xfrm>
          <a:prstGeom prst="roundRect">
            <a:avLst>
              <a:gd name="adj" fmla="val 50000"/>
            </a:avLst>
          </a:prstGeom>
          <a:solidFill>
            <a:srgbClr val="1588E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29~ 32</a:t>
            </a:r>
            <a:r>
              <a:rPr kumimoji="1" lang="ko-KR" altLang="en-US" sz="800" dirty="0">
                <a:solidFill>
                  <a:schemeClr val="bg1"/>
                </a:solidFill>
                <a:latin typeface="+mn-ea"/>
              </a:rPr>
              <a:t>인치</a:t>
            </a:r>
          </a:p>
        </p:txBody>
      </p:sp>
    </p:spTree>
    <p:extLst>
      <p:ext uri="{BB962C8B-B14F-4D97-AF65-F5344CB8AC3E}">
        <p14:creationId xmlns:p14="http://schemas.microsoft.com/office/powerpoint/2010/main" val="1897503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DEB4A-E729-29AC-63E1-C6267A5E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D4FC2299-C981-40D0-BF84-9B4911764A6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3352" y="550005"/>
            <a:ext cx="8134044" cy="4175138"/>
            <a:chOff x="353401" y="1261242"/>
            <a:chExt cx="6910750" cy="2819514"/>
          </a:xfrm>
        </p:grpSpPr>
        <p:sp>
          <p:nvSpPr>
            <p:cNvPr id="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EF38EA7-A468-56AB-7D25-39D1899E75A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53401" y="1496299"/>
              <a:ext cx="6910744" cy="25844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7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0E5EF2F-14A8-88B8-0FD5-CBFC9CCB30C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53401" y="1261242"/>
              <a:ext cx="6910750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Window popup</a:t>
              </a:r>
            </a:p>
          </p:txBody>
        </p:sp>
        <p:sp>
          <p:nvSpPr>
            <p:cNvPr id="8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C2C5F7C-44C7-E7BE-CB51-09C54D32A389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4EA48D-7D60-271B-11A2-F823EBC3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협력업체 회원 정보 수정</a:t>
            </a:r>
          </a:p>
        </p:txBody>
      </p:sp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407FD457-E543-CE45-E5A0-0B9D340E9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645257"/>
              </p:ext>
            </p:extLst>
          </p:nvPr>
        </p:nvGraphicFramePr>
        <p:xfrm>
          <a:off x="9406740" y="440717"/>
          <a:ext cx="2785260" cy="2515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 계정 본인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06AC25E-851C-7943-5BE4-83262CC096BC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별도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페이지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39BF63-5C87-C660-02FE-9D8822A95A61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HOME &gt;</a:t>
            </a:r>
            <a:r>
              <a:rPr kumimoji="0" lang="ko-KR" altLang="en-US" dirty="0"/>
              <a:t> 관리자 회원 수정</a:t>
            </a:r>
          </a:p>
        </p:txBody>
      </p:sp>
      <p:sp>
        <p:nvSpPr>
          <p:cNvPr id="51" name="텍스트 개체 틀 20">
            <a:extLst>
              <a:ext uri="{FF2B5EF4-FFF2-40B4-BE49-F238E27FC236}">
                <a16:creationId xmlns:a16="http://schemas.microsoft.com/office/drawing/2014/main" id="{025F6792-B0F4-41CC-5186-A1609ABE1D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8495" y="1"/>
            <a:ext cx="3313393" cy="201375"/>
          </a:xfrm>
        </p:spPr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88E623-328F-A203-CE52-6CA0C325D663}"/>
              </a:ext>
            </a:extLst>
          </p:cNvPr>
          <p:cNvSpPr txBox="1"/>
          <p:nvPr/>
        </p:nvSpPr>
        <p:spPr>
          <a:xfrm>
            <a:off x="407368" y="987184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협력업체 회원정보 수정</a:t>
            </a:r>
          </a:p>
        </p:txBody>
      </p:sp>
      <p:cxnSp>
        <p:nvCxnSpPr>
          <p:cNvPr id="60" name="직선 연결선 18">
            <a:extLst>
              <a:ext uri="{FF2B5EF4-FFF2-40B4-BE49-F238E27FC236}">
                <a16:creationId xmlns:a16="http://schemas.microsoft.com/office/drawing/2014/main" id="{FDD98D86-7726-911E-8ABD-3FC45854DF81}"/>
              </a:ext>
            </a:extLst>
          </p:cNvPr>
          <p:cNvCxnSpPr/>
          <p:nvPr/>
        </p:nvCxnSpPr>
        <p:spPr>
          <a:xfrm>
            <a:off x="414811" y="1013318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6A5FCCEF-2798-E256-7AE6-AA2478339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249272"/>
              </p:ext>
            </p:extLst>
          </p:nvPr>
        </p:nvGraphicFramePr>
        <p:xfrm>
          <a:off x="504996" y="1673432"/>
          <a:ext cx="7746198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 선택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글래드호텔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글래드여의도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확인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글래드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여의도 협력사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마스터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2558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07768E2-C35A-C141-F411-50EBCD2D1EA0}"/>
              </a:ext>
            </a:extLst>
          </p:cNvPr>
          <p:cNvSpPr txBox="1"/>
          <p:nvPr/>
        </p:nvSpPr>
        <p:spPr>
          <a:xfrm>
            <a:off x="419772" y="1360504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893E0C-CDF7-83DB-D925-0CB1CFC2BFC2}"/>
              </a:ext>
            </a:extLst>
          </p:cNvPr>
          <p:cNvSpPr txBox="1"/>
          <p:nvPr/>
        </p:nvSpPr>
        <p:spPr>
          <a:xfrm>
            <a:off x="6793854" y="1360504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DA32502-5616-EE16-3BBB-1184468F823D}"/>
              </a:ext>
            </a:extLst>
          </p:cNvPr>
          <p:cNvSpPr/>
          <p:nvPr/>
        </p:nvSpPr>
        <p:spPr>
          <a:xfrm>
            <a:off x="1626459" y="3222523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FE8778-F509-FB04-0DED-B98DF9B70BDA}"/>
              </a:ext>
            </a:extLst>
          </p:cNvPr>
          <p:cNvSpPr/>
          <p:nvPr/>
        </p:nvSpPr>
        <p:spPr>
          <a:xfrm>
            <a:off x="1626459" y="3518359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4F0459F-8114-8352-D684-90A1AACF5AF9}"/>
              </a:ext>
            </a:extLst>
          </p:cNvPr>
          <p:cNvSpPr/>
          <p:nvPr/>
        </p:nvSpPr>
        <p:spPr>
          <a:xfrm>
            <a:off x="5364741" y="3518359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5DA5F5-CEB9-8978-AD09-6D0A2B68F594}"/>
              </a:ext>
            </a:extLst>
          </p:cNvPr>
          <p:cNvSpPr/>
          <p:nvPr/>
        </p:nvSpPr>
        <p:spPr>
          <a:xfrm>
            <a:off x="1626459" y="2943144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김레드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A04E5C3-3DBF-A19E-7ABF-C10CA2881FE3}"/>
              </a:ext>
            </a:extLst>
          </p:cNvPr>
          <p:cNvGrpSpPr/>
          <p:nvPr/>
        </p:nvGrpSpPr>
        <p:grpSpPr>
          <a:xfrm>
            <a:off x="5364741" y="2914678"/>
            <a:ext cx="2819491" cy="217550"/>
            <a:chOff x="2634570" y="2005049"/>
            <a:chExt cx="2819491" cy="217550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2042688-6142-C2EE-1DB9-F269ECFB8B4E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86186DF-57C6-997C-0546-9379C7D981BE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7" name="Chevron Left">
              <a:extLst>
                <a:ext uri="{FF2B5EF4-FFF2-40B4-BE49-F238E27FC236}">
                  <a16:creationId xmlns:a16="http://schemas.microsoft.com/office/drawing/2014/main" id="{C93B2C27-C736-0B9A-722F-346AF58A66E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9BAC5B7-BBFF-10EB-7D23-FA45539F92D1}"/>
              </a:ext>
            </a:extLst>
          </p:cNvPr>
          <p:cNvGrpSpPr/>
          <p:nvPr/>
        </p:nvGrpSpPr>
        <p:grpSpPr>
          <a:xfrm>
            <a:off x="5364741" y="3210819"/>
            <a:ext cx="2819491" cy="217550"/>
            <a:chOff x="2634570" y="2005049"/>
            <a:chExt cx="2819491" cy="21755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0A0B85D-07E9-1859-D4E0-2130FABCD29B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E19DA15-FF62-0A6D-6D06-61D8D1408E96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CED310E7-E817-1540-6F6F-C2C211F4E2E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DE00BBA-2656-1AB3-FDFD-3E2765C112FF}"/>
              </a:ext>
            </a:extLst>
          </p:cNvPr>
          <p:cNvSpPr/>
          <p:nvPr/>
        </p:nvSpPr>
        <p:spPr>
          <a:xfrm>
            <a:off x="3640278" y="436627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C657F34-CF0D-1768-DB64-647BB8BF51EF}"/>
              </a:ext>
            </a:extLst>
          </p:cNvPr>
          <p:cNvSpPr/>
          <p:nvPr/>
        </p:nvSpPr>
        <p:spPr>
          <a:xfrm>
            <a:off x="4251585" y="4366271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B88A05B-9F2A-17CE-907E-7940583EEC90}"/>
              </a:ext>
            </a:extLst>
          </p:cNvPr>
          <p:cNvSpPr/>
          <p:nvPr/>
        </p:nvSpPr>
        <p:spPr>
          <a:xfrm>
            <a:off x="5364741" y="2312339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261492D-3C0D-64A2-FFCD-B741631A5405}"/>
              </a:ext>
            </a:extLst>
          </p:cNvPr>
          <p:cNvSpPr/>
          <p:nvPr/>
        </p:nvSpPr>
        <p:spPr>
          <a:xfrm>
            <a:off x="5364741" y="2613844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D34B05-257C-2E3E-24F5-52C51DA3A7BB}"/>
              </a:ext>
            </a:extLst>
          </p:cNvPr>
          <p:cNvSpPr txBox="1"/>
          <p:nvPr/>
        </p:nvSpPr>
        <p:spPr>
          <a:xfrm>
            <a:off x="3071664" y="3805495"/>
            <a:ext cx="15135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← 권한은 프로퍼티와 </a:t>
            </a:r>
            <a:r>
              <a:rPr kumimoji="1"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1:1 </a:t>
            </a:r>
            <a:r>
              <a:rPr kumimoji="1"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구조</a:t>
            </a:r>
          </a:p>
        </p:txBody>
      </p:sp>
    </p:spTree>
    <p:extLst>
      <p:ext uri="{BB962C8B-B14F-4D97-AF65-F5344CB8AC3E}">
        <p14:creationId xmlns:p14="http://schemas.microsoft.com/office/powerpoint/2010/main" val="2873560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02BBD-7B6B-D901-0FE3-0F090E660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224B2495-B05F-697D-C2D9-65852C8F98F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54244" y="910046"/>
            <a:ext cx="8134044" cy="4175138"/>
            <a:chOff x="353401" y="1261242"/>
            <a:chExt cx="6910750" cy="2819514"/>
          </a:xfrm>
        </p:grpSpPr>
        <p:sp>
          <p:nvSpPr>
            <p:cNvPr id="12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3DCBF21-B8BF-3D18-B205-9D0319A5769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53401" y="1496299"/>
              <a:ext cx="6910744" cy="25844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3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D5578EB-E790-1522-CDE4-488C570E32B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53401" y="1261242"/>
              <a:ext cx="6910750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Window popup</a:t>
              </a:r>
            </a:p>
          </p:txBody>
        </p:sp>
        <p:sp>
          <p:nvSpPr>
            <p:cNvPr id="14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DE99735-FB7F-60E2-EDE1-D567494A6730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A0FD46-E24E-B650-862C-1BFE8EF4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시스템 관리자 정보 수정</a:t>
            </a:r>
          </a:p>
        </p:txBody>
      </p:sp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02F6D707-11E6-3DCF-D2B8-DE49C4A1F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222416"/>
              </p:ext>
            </p:extLst>
          </p:nvPr>
        </p:nvGraphicFramePr>
        <p:xfrm>
          <a:off x="9406740" y="440717"/>
          <a:ext cx="2785260" cy="2515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계정 본인</a:t>
                      </a:r>
                      <a:endParaRPr lang="en-US" altLang="ko-KR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C17CE8-F9E2-4D6C-EC38-F9AF845C8FBE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별도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페이지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5DD1A7-0E14-6736-F70A-8701247DF012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HOME &gt;</a:t>
            </a:r>
            <a:r>
              <a:rPr kumimoji="0" lang="ko-KR" altLang="en-US" dirty="0"/>
              <a:t> 관리자 회원 수정</a:t>
            </a:r>
          </a:p>
        </p:txBody>
      </p:sp>
      <p:sp>
        <p:nvSpPr>
          <p:cNvPr id="51" name="텍스트 개체 틀 20">
            <a:extLst>
              <a:ext uri="{FF2B5EF4-FFF2-40B4-BE49-F238E27FC236}">
                <a16:creationId xmlns:a16="http://schemas.microsoft.com/office/drawing/2014/main" id="{12A654F4-8AB0-3737-0346-123B9F2EC4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8495" y="1"/>
            <a:ext cx="3313393" cy="201375"/>
          </a:xfrm>
        </p:spPr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500D39-9752-336F-F133-2782CF9AA223}"/>
              </a:ext>
            </a:extLst>
          </p:cNvPr>
          <p:cNvSpPr txBox="1"/>
          <p:nvPr/>
        </p:nvSpPr>
        <p:spPr>
          <a:xfrm>
            <a:off x="695400" y="1347225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시스템 관리자 회원정보 수정</a:t>
            </a:r>
          </a:p>
        </p:txBody>
      </p:sp>
      <p:cxnSp>
        <p:nvCxnSpPr>
          <p:cNvPr id="60" name="직선 연결선 18">
            <a:extLst>
              <a:ext uri="{FF2B5EF4-FFF2-40B4-BE49-F238E27FC236}">
                <a16:creationId xmlns:a16="http://schemas.microsoft.com/office/drawing/2014/main" id="{8AA7BCB3-0EA0-9A01-786D-CABAF0168790}"/>
              </a:ext>
            </a:extLst>
          </p:cNvPr>
          <p:cNvCxnSpPr/>
          <p:nvPr/>
        </p:nvCxnSpPr>
        <p:spPr>
          <a:xfrm>
            <a:off x="702843" y="1373359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354BE6E-C36F-6145-40EA-40EBCEB1C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738213"/>
              </p:ext>
            </p:extLst>
          </p:nvPr>
        </p:nvGraphicFramePr>
        <p:xfrm>
          <a:off x="793028" y="2033473"/>
          <a:ext cx="7746198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A123458790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2025-01-01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확인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userid12345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블루웨이브 관리자 권한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57168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9F944915-C54B-7C16-820E-A55498A03434}"/>
              </a:ext>
            </a:extLst>
          </p:cNvPr>
          <p:cNvSpPr txBox="1"/>
          <p:nvPr/>
        </p:nvSpPr>
        <p:spPr>
          <a:xfrm>
            <a:off x="707804" y="1720545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615E50-B763-A328-7DAF-7FEAA27AB0D6}"/>
              </a:ext>
            </a:extLst>
          </p:cNvPr>
          <p:cNvSpPr txBox="1"/>
          <p:nvPr/>
        </p:nvSpPr>
        <p:spPr>
          <a:xfrm>
            <a:off x="7081886" y="1720545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67851F3-F4BE-3D20-E1CA-4F892029D7FD}"/>
              </a:ext>
            </a:extLst>
          </p:cNvPr>
          <p:cNvSpPr/>
          <p:nvPr/>
        </p:nvSpPr>
        <p:spPr>
          <a:xfrm>
            <a:off x="1914491" y="3582564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useremail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.@</a:t>
            </a:r>
            <a:r>
              <a:rPr lang="en-US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gladkorea.com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37ECE77-7E3A-C4D9-BC0D-AE6D023173C7}"/>
              </a:ext>
            </a:extLst>
          </p:cNvPr>
          <p:cNvSpPr/>
          <p:nvPr/>
        </p:nvSpPr>
        <p:spPr>
          <a:xfrm>
            <a:off x="1914491" y="3878400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홍보팀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EA86592-3E39-14DD-E059-6EEE6EC12DC3}"/>
              </a:ext>
            </a:extLst>
          </p:cNvPr>
          <p:cNvSpPr/>
          <p:nvPr/>
        </p:nvSpPr>
        <p:spPr>
          <a:xfrm>
            <a:off x="5652773" y="3878400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611C211-A23A-8131-C506-892862BBAD46}"/>
              </a:ext>
            </a:extLst>
          </p:cNvPr>
          <p:cNvSpPr/>
          <p:nvPr/>
        </p:nvSpPr>
        <p:spPr>
          <a:xfrm>
            <a:off x="1914491" y="3303185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박블루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CB9D4D8-B427-C924-B341-0D699A60D04F}"/>
              </a:ext>
            </a:extLst>
          </p:cNvPr>
          <p:cNvGrpSpPr/>
          <p:nvPr/>
        </p:nvGrpSpPr>
        <p:grpSpPr>
          <a:xfrm>
            <a:off x="5652773" y="3274719"/>
            <a:ext cx="2819491" cy="217550"/>
            <a:chOff x="2634570" y="2005049"/>
            <a:chExt cx="2819491" cy="217550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34374F4-B282-C805-6939-C39459675A71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073642C-914E-DD4C-0F08-AD45B10236E4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7" name="Chevron Left">
              <a:extLst>
                <a:ext uri="{FF2B5EF4-FFF2-40B4-BE49-F238E27FC236}">
                  <a16:creationId xmlns:a16="http://schemas.microsoft.com/office/drawing/2014/main" id="{5D4EE352-D85B-138B-E04E-76D4FBBF4E2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9B1649B-FE46-4347-A8B7-822769BD2A7E}"/>
              </a:ext>
            </a:extLst>
          </p:cNvPr>
          <p:cNvGrpSpPr/>
          <p:nvPr/>
        </p:nvGrpSpPr>
        <p:grpSpPr>
          <a:xfrm>
            <a:off x="5652773" y="3570860"/>
            <a:ext cx="2819491" cy="217550"/>
            <a:chOff x="2634570" y="2005049"/>
            <a:chExt cx="2819491" cy="217550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CB5B7B9-3D18-BC8A-B76F-AEB5026B7337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1330F65-887C-2740-E5E3-D50165B143D0}"/>
                </a:ext>
              </a:extLst>
            </p:cNvPr>
            <p:cNvSpPr/>
            <p:nvPr/>
          </p:nvSpPr>
          <p:spPr>
            <a:xfrm>
              <a:off x="3574092" y="2005049"/>
              <a:ext cx="187996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81759FED-7E4C-070F-804E-BE9FB43A7F3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C65B4A4-B554-B9B3-B09B-9D5B55D04B08}"/>
              </a:ext>
            </a:extLst>
          </p:cNvPr>
          <p:cNvSpPr/>
          <p:nvPr/>
        </p:nvSpPr>
        <p:spPr>
          <a:xfrm>
            <a:off x="3869202" y="462896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7F18301-74A8-E1CB-ECD0-53B3E4E20E45}"/>
              </a:ext>
            </a:extLst>
          </p:cNvPr>
          <p:cNvSpPr/>
          <p:nvPr/>
        </p:nvSpPr>
        <p:spPr>
          <a:xfrm>
            <a:off x="4480509" y="4628966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651930F-8FBD-45E5-ABFD-73A25F3BB2AE}"/>
              </a:ext>
            </a:extLst>
          </p:cNvPr>
          <p:cNvSpPr/>
          <p:nvPr/>
        </p:nvSpPr>
        <p:spPr>
          <a:xfrm>
            <a:off x="5652773" y="2672380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411B71-3437-FEA0-1FA5-7C51FD95DC32}"/>
              </a:ext>
            </a:extLst>
          </p:cNvPr>
          <p:cNvSpPr/>
          <p:nvPr/>
        </p:nvSpPr>
        <p:spPr>
          <a:xfrm>
            <a:off x="1908773" y="2672380"/>
            <a:ext cx="249945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************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2034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FDC84-AE38-136E-DAAC-285BF7CB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37422199-8409-E40C-53A5-794E54C5390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51384" y="718406"/>
            <a:ext cx="8134044" cy="4175138"/>
            <a:chOff x="353401" y="1261242"/>
            <a:chExt cx="6910750" cy="2819514"/>
          </a:xfrm>
        </p:grpSpPr>
        <p:sp>
          <p:nvSpPr>
            <p:cNvPr id="1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D7041BFB-9DCA-0D5A-1077-E881768FBD9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53401" y="1496299"/>
              <a:ext cx="6910744" cy="258445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6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E975C95-4772-F457-7B68-EBCD707359F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53401" y="1261242"/>
              <a:ext cx="6910750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Window popup</a:t>
              </a:r>
            </a:p>
          </p:txBody>
        </p:sp>
        <p:sp>
          <p:nvSpPr>
            <p:cNvPr id="17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35156853-5A32-939C-C5ED-9D5A52BDD184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3E499D-12A3-EE2B-BECE-6F16A792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협력사 담당자 등록</a:t>
            </a:r>
          </a:p>
        </p:txBody>
      </p:sp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EC45F1DF-6F11-BAF7-0917-587D9D74B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439580"/>
              </p:ext>
            </p:extLst>
          </p:nvPr>
        </p:nvGraphicFramePr>
        <p:xfrm>
          <a:off x="9406740" y="440717"/>
          <a:ext cx="2785260" cy="2515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마스터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5BD04BD-AAA2-CD37-7ACC-133BA1345F3B}"/>
              </a:ext>
            </a:extLst>
          </p:cNvPr>
          <p:cNvSpPr txBox="1"/>
          <p:nvPr/>
        </p:nvSpPr>
        <p:spPr>
          <a:xfrm>
            <a:off x="69106" y="77935"/>
            <a:ext cx="1036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별도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페이지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0E854B-3A56-A236-006D-29D667179A6A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HOME &gt;</a:t>
            </a:r>
            <a:r>
              <a:rPr kumimoji="0" lang="ko-KR" altLang="en-US" dirty="0"/>
              <a:t> 관리자 회원 수정</a:t>
            </a:r>
          </a:p>
        </p:txBody>
      </p:sp>
      <p:sp>
        <p:nvSpPr>
          <p:cNvPr id="51" name="텍스트 개체 틀 20">
            <a:extLst>
              <a:ext uri="{FF2B5EF4-FFF2-40B4-BE49-F238E27FC236}">
                <a16:creationId xmlns:a16="http://schemas.microsoft.com/office/drawing/2014/main" id="{FE0A4499-BA8F-5346-B809-E30A957C58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8495" y="1"/>
            <a:ext cx="3313393" cy="201375"/>
          </a:xfrm>
        </p:spPr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9CBD9B-2EDC-72AC-775B-AC8D23425A06}"/>
              </a:ext>
            </a:extLst>
          </p:cNvPr>
          <p:cNvSpPr txBox="1"/>
          <p:nvPr/>
        </p:nvSpPr>
        <p:spPr>
          <a:xfrm>
            <a:off x="695400" y="1123499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협력사 담당자 등록</a:t>
            </a:r>
          </a:p>
        </p:txBody>
      </p:sp>
      <p:cxnSp>
        <p:nvCxnSpPr>
          <p:cNvPr id="60" name="직선 연결선 18">
            <a:extLst>
              <a:ext uri="{FF2B5EF4-FFF2-40B4-BE49-F238E27FC236}">
                <a16:creationId xmlns:a16="http://schemas.microsoft.com/office/drawing/2014/main" id="{77BCBB03-6617-8F5B-FED6-D20C98C2FF4A}"/>
              </a:ext>
            </a:extLst>
          </p:cNvPr>
          <p:cNvCxnSpPr/>
          <p:nvPr/>
        </p:nvCxnSpPr>
        <p:spPr>
          <a:xfrm>
            <a:off x="702843" y="1149633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ABC9C0B-D633-98A0-4896-6E96088D884C}"/>
              </a:ext>
            </a:extLst>
          </p:cNvPr>
          <p:cNvSpPr/>
          <p:nvPr/>
        </p:nvSpPr>
        <p:spPr>
          <a:xfrm>
            <a:off x="3913481" y="4546539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7217570-C163-40E6-4893-B5C38D589A07}"/>
              </a:ext>
            </a:extLst>
          </p:cNvPr>
          <p:cNvSpPr/>
          <p:nvPr/>
        </p:nvSpPr>
        <p:spPr>
          <a:xfrm>
            <a:off x="4524788" y="4546539"/>
            <a:ext cx="520605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51B41D6E-E15F-640A-6A13-9AC97FCBA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529648"/>
              </p:ext>
            </p:extLst>
          </p:nvPr>
        </p:nvGraphicFramePr>
        <p:xfrm>
          <a:off x="705104" y="1624737"/>
          <a:ext cx="7746198" cy="240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 유형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협력사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가입일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상태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107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프로퍼티 선택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글래드호텔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글래드여의도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61674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8359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휴대폰 번호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담당자 이메일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연락처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부서명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직급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권한 설정 </a:t>
                      </a:r>
                      <a:r>
                        <a:rPr lang="ko-KR" altLang="en-US" sz="800" b="1" kern="0" spc="-30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86379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87F929CA-2ED4-0282-50E6-5DCAFB617530}"/>
              </a:ext>
            </a:extLst>
          </p:cNvPr>
          <p:cNvSpPr txBox="1"/>
          <p:nvPr/>
        </p:nvSpPr>
        <p:spPr>
          <a:xfrm>
            <a:off x="619880" y="1374557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kumimoji="1"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F9BA6E-AAEC-EB19-5A44-328E4C9A3959}"/>
              </a:ext>
            </a:extLst>
          </p:cNvPr>
          <p:cNvSpPr txBox="1"/>
          <p:nvPr/>
        </p:nvSpPr>
        <p:spPr>
          <a:xfrm>
            <a:off x="6993962" y="1374557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B4A45BA-393B-914A-1CF2-4C0E606D2153}"/>
              </a:ext>
            </a:extLst>
          </p:cNvPr>
          <p:cNvSpPr/>
          <p:nvPr/>
        </p:nvSpPr>
        <p:spPr>
          <a:xfrm>
            <a:off x="3572208" y="2575563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6341B67-45DE-2B35-F486-00C53F4615B8}"/>
              </a:ext>
            </a:extLst>
          </p:cNvPr>
          <p:cNvSpPr/>
          <p:nvPr/>
        </p:nvSpPr>
        <p:spPr>
          <a:xfrm>
            <a:off x="1795026" y="2869591"/>
            <a:ext cx="169788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F953A60-0E4B-C7F6-B608-37646C1958D1}"/>
              </a:ext>
            </a:extLst>
          </p:cNvPr>
          <p:cNvSpPr/>
          <p:nvPr/>
        </p:nvSpPr>
        <p:spPr>
          <a:xfrm>
            <a:off x="1795026" y="3169748"/>
            <a:ext cx="169788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담당자 이메일을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802DC1A-31B3-AB91-CAE6-878A85C102FD}"/>
              </a:ext>
            </a:extLst>
          </p:cNvPr>
          <p:cNvSpPr/>
          <p:nvPr/>
        </p:nvSpPr>
        <p:spPr>
          <a:xfrm>
            <a:off x="1795026" y="2563383"/>
            <a:ext cx="169788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아이디를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30B2DD7-EFC7-8BF0-50CF-1D8E26A04183}"/>
              </a:ext>
            </a:extLst>
          </p:cNvPr>
          <p:cNvSpPr/>
          <p:nvPr/>
        </p:nvSpPr>
        <p:spPr>
          <a:xfrm>
            <a:off x="1795026" y="3469905"/>
            <a:ext cx="169788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부서명을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5FE091D-F631-9D2C-5EB0-9F6C68CAFA6A}"/>
              </a:ext>
            </a:extLst>
          </p:cNvPr>
          <p:cNvSpPr/>
          <p:nvPr/>
        </p:nvSpPr>
        <p:spPr>
          <a:xfrm>
            <a:off x="5533308" y="3469330"/>
            <a:ext cx="281949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직급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직책을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3B7A8451-994C-C311-7D49-6F8F3DCD09FF}"/>
              </a:ext>
            </a:extLst>
          </p:cNvPr>
          <p:cNvGrpSpPr/>
          <p:nvPr/>
        </p:nvGrpSpPr>
        <p:grpSpPr>
          <a:xfrm>
            <a:off x="5537537" y="2868411"/>
            <a:ext cx="2815262" cy="217550"/>
            <a:chOff x="2634570" y="2005049"/>
            <a:chExt cx="2815262" cy="217550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2A37E768-83C1-F4C5-39D2-0E40CE64305D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BCD29297-C29A-8069-33E2-C3470C978EE8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3" name="Chevron Left">
              <a:extLst>
                <a:ext uri="{FF2B5EF4-FFF2-40B4-BE49-F238E27FC236}">
                  <a16:creationId xmlns:a16="http://schemas.microsoft.com/office/drawing/2014/main" id="{C30973EB-91A8-9699-2CDD-E3E5FD05BD24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12C1FFE4-859C-7CB5-3166-2E731401AD46}"/>
              </a:ext>
            </a:extLst>
          </p:cNvPr>
          <p:cNvGrpSpPr/>
          <p:nvPr/>
        </p:nvGrpSpPr>
        <p:grpSpPr>
          <a:xfrm>
            <a:off x="5537537" y="3169748"/>
            <a:ext cx="2815262" cy="217550"/>
            <a:chOff x="2634570" y="2005049"/>
            <a:chExt cx="2815262" cy="217550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F70499E5-2937-FC02-D0FB-E6765914711C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66DF8D7A-E3F7-C4D0-D1B5-C8C8664041D7}"/>
                </a:ext>
              </a:extLst>
            </p:cNvPr>
            <p:cNvSpPr/>
            <p:nvPr/>
          </p:nvSpPr>
          <p:spPr>
            <a:xfrm>
              <a:off x="3563880" y="2005049"/>
              <a:ext cx="188595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7" name="Chevron Left">
              <a:extLst>
                <a:ext uri="{FF2B5EF4-FFF2-40B4-BE49-F238E27FC236}">
                  <a16:creationId xmlns:a16="http://schemas.microsoft.com/office/drawing/2014/main" id="{409BDBCB-AE4D-DDBE-4E13-A97F41CC63A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0EC3172-6E1E-7A2F-807E-DA8D3BA1F4A4}"/>
              </a:ext>
            </a:extLst>
          </p:cNvPr>
          <p:cNvSpPr txBox="1"/>
          <p:nvPr/>
        </p:nvSpPr>
        <p:spPr>
          <a:xfrm>
            <a:off x="5840427" y="1653454"/>
            <a:ext cx="2201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←협력사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마스터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 계정은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1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개만 존재 함으로</a:t>
            </a:r>
            <a:endParaRPr lang="en-US" altLang="ko-KR" sz="800" i="1" dirty="0">
              <a:solidFill>
                <a:srgbClr val="C00000"/>
              </a:solidFill>
              <a:latin typeface="+mn-ea"/>
              <a:ea typeface="+mn-ea"/>
            </a:endParaRPr>
          </a:p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   등록 시 이하 모든 유형은 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"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협력사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"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로만 가능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2BCFB6-6EA1-6213-6709-D4A3637BEFFA}"/>
              </a:ext>
            </a:extLst>
          </p:cNvPr>
          <p:cNvSpPr txBox="1"/>
          <p:nvPr/>
        </p:nvSpPr>
        <p:spPr>
          <a:xfrm>
            <a:off x="2971102" y="2272612"/>
            <a:ext cx="29088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← 로그인 계정 협력사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마스터</a:t>
            </a:r>
            <a:r>
              <a:rPr lang="en-US" altLang="ko-KR" sz="8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r>
              <a:rPr lang="ko-KR" altLang="en-US" sz="800" i="1" dirty="0" err="1">
                <a:solidFill>
                  <a:srgbClr val="C00000"/>
                </a:solidFill>
                <a:latin typeface="+mn-ea"/>
                <a:ea typeface="+mn-ea"/>
              </a:rPr>
              <a:t>에</a:t>
            </a:r>
            <a:r>
              <a:rPr lang="ko-KR" altLang="en-US" sz="800" i="1" dirty="0">
                <a:solidFill>
                  <a:srgbClr val="C00000"/>
                </a:solidFill>
                <a:latin typeface="+mn-ea"/>
                <a:ea typeface="+mn-ea"/>
              </a:rPr>
              <a:t> 적용된 프로퍼티 적용</a:t>
            </a:r>
          </a:p>
        </p:txBody>
      </p:sp>
      <p:grpSp>
        <p:nvGrpSpPr>
          <p:cNvPr id="82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B167B9FB-6FC5-ABF6-73AF-D0B13D522BA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803423" y="5246748"/>
            <a:ext cx="2193637" cy="1154545"/>
            <a:chOff x="595686" y="1261242"/>
            <a:chExt cx="3222246" cy="1507358"/>
          </a:xfrm>
        </p:grpSpPr>
        <p:sp>
          <p:nvSpPr>
            <p:cNvPr id="83" name="Window Body">
              <a:extLst>
                <a:ext uri="{FF2B5EF4-FFF2-40B4-BE49-F238E27FC236}">
                  <a16:creationId xmlns:a16="http://schemas.microsoft.com/office/drawing/2014/main" id="{13094BC3-8FF2-C98A-F7EA-AB8979BF0BDD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4" name="Text">
              <a:extLst>
                <a:ext uri="{FF2B5EF4-FFF2-40B4-BE49-F238E27FC236}">
                  <a16:creationId xmlns:a16="http://schemas.microsoft.com/office/drawing/2014/main" id="{741F5F34-8496-DF42-6FFB-013F0839DD26}"/>
                </a:ext>
              </a:extLst>
            </p:cNvPr>
            <p:cNvSpPr txBox="1"/>
            <p:nvPr/>
          </p:nvSpPr>
          <p:spPr>
            <a:xfrm>
              <a:off x="665740" y="1608226"/>
              <a:ext cx="3082137" cy="893902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등록이 완료 되었습니다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pPr algn="ctr"/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초기 비밀번호 </a:t>
              </a:r>
              <a:r>
                <a:rPr lang="en-US" altLang="ko-KR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  <a:r>
                <a:rPr lang="ko-KR" altLang="en-US" sz="90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altLang="ko-KR" sz="900" b="0" kern="0" spc="-30" baseline="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holapms1</a:t>
              </a:r>
              <a:r>
                <a:rPr lang="en-US" altLang="ko-KR" sz="900" b="0" kern="0" spc="-30" baseline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!</a:t>
              </a:r>
            </a:p>
            <a:p>
              <a:pPr algn="ctr"/>
              <a:r>
                <a:rPr lang="ko-KR" altLang="en-US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로그인 후 비밀번호를 수정하세요</a:t>
              </a:r>
              <a:r>
                <a:rPr lang="en-US" altLang="ko-KR" sz="900" kern="0" spc="-30" noProof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5" name="Title Bar">
              <a:extLst>
                <a:ext uri="{FF2B5EF4-FFF2-40B4-BE49-F238E27FC236}">
                  <a16:creationId xmlns:a16="http://schemas.microsoft.com/office/drawing/2014/main" id="{3EB1B369-CAB2-8BFC-F263-7AAC8171DE69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86" name="Close Button">
              <a:extLst>
                <a:ext uri="{FF2B5EF4-FFF2-40B4-BE49-F238E27FC236}">
                  <a16:creationId xmlns:a16="http://schemas.microsoft.com/office/drawing/2014/main" id="{CE3ADD11-8557-AE94-CFBE-C8337BA8F0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87" name="Icons">
              <a:extLst>
                <a:ext uri="{FF2B5EF4-FFF2-40B4-BE49-F238E27FC236}">
                  <a16:creationId xmlns:a16="http://schemas.microsoft.com/office/drawing/2014/main" id="{DAD8BD7E-5FE5-D271-7BC9-918B91130E85}"/>
                </a:ext>
              </a:extLst>
            </p:cNvPr>
            <p:cNvGrpSpPr/>
            <p:nvPr/>
          </p:nvGrpSpPr>
          <p:grpSpPr>
            <a:xfrm>
              <a:off x="802903" y="1669713"/>
              <a:ext cx="398463" cy="396875"/>
              <a:chOff x="802903" y="1669713"/>
              <a:chExt cx="398463" cy="396875"/>
            </a:xfrm>
          </p:grpSpPr>
          <p:sp>
            <p:nvSpPr>
              <p:cNvPr id="92" name="Info Icon" hidden="1">
                <a:extLst>
                  <a:ext uri="{FF2B5EF4-FFF2-40B4-BE49-F238E27FC236}">
                    <a16:creationId xmlns:a16="http://schemas.microsoft.com/office/drawing/2014/main" id="{FA587629-8C12-A5C6-472F-4623E9A971C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3" name="Error Icon" hidden="1">
                <a:extLst>
                  <a:ext uri="{FF2B5EF4-FFF2-40B4-BE49-F238E27FC236}">
                    <a16:creationId xmlns:a16="http://schemas.microsoft.com/office/drawing/2014/main" id="{7171749D-CB6E-9789-E199-294B2C00C2F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4" name="Question Icon" hidden="1">
                <a:extLst>
                  <a:ext uri="{FF2B5EF4-FFF2-40B4-BE49-F238E27FC236}">
                    <a16:creationId xmlns:a16="http://schemas.microsoft.com/office/drawing/2014/main" id="{BF839697-D20E-93D6-2856-34AC10FE885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88" name="Buttons">
              <a:extLst>
                <a:ext uri="{FF2B5EF4-FFF2-40B4-BE49-F238E27FC236}">
                  <a16:creationId xmlns:a16="http://schemas.microsoft.com/office/drawing/2014/main" id="{44C49E7D-FC33-00A6-B8BB-0EC5450C16A4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89" name="Button 1">
                <a:extLst>
                  <a:ext uri="{FF2B5EF4-FFF2-40B4-BE49-F238E27FC236}">
                    <a16:creationId xmlns:a16="http://schemas.microsoft.com/office/drawing/2014/main" id="{A6E0739A-DFF4-5B56-D3A1-E4A6A9B1D8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0" name="Button 2" hidden="1">
                <a:extLst>
                  <a:ext uri="{FF2B5EF4-FFF2-40B4-BE49-F238E27FC236}">
                    <a16:creationId xmlns:a16="http://schemas.microsoft.com/office/drawing/2014/main" id="{780366CC-6659-516F-B6BB-1A7674A4AB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 err="1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8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1" name="Button 3" hidden="1">
                <a:extLst>
                  <a:ext uri="{FF2B5EF4-FFF2-40B4-BE49-F238E27FC236}">
                    <a16:creationId xmlns:a16="http://schemas.microsoft.com/office/drawing/2014/main" id="{717A991C-F50C-D152-328B-24F224642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96" name="꺾인 연결선[E] 95">
            <a:extLst>
              <a:ext uri="{FF2B5EF4-FFF2-40B4-BE49-F238E27FC236}">
                <a16:creationId xmlns:a16="http://schemas.microsoft.com/office/drawing/2014/main" id="{10B03F82-CA91-82D3-75E2-9F98D6588544}"/>
              </a:ext>
            </a:extLst>
          </p:cNvPr>
          <p:cNvCxnSpPr>
            <a:stCxn id="43" idx="3"/>
            <a:endCxn id="83" idx="1"/>
          </p:cNvCxnSpPr>
          <p:nvPr/>
        </p:nvCxnSpPr>
        <p:spPr>
          <a:xfrm>
            <a:off x="5045393" y="4642371"/>
            <a:ext cx="758030" cy="127269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2033E7A9-D214-F43B-5C12-CD9FD7ECB07E}"/>
              </a:ext>
            </a:extLst>
          </p:cNvPr>
          <p:cNvGrpSpPr/>
          <p:nvPr/>
        </p:nvGrpSpPr>
        <p:grpSpPr>
          <a:xfrm>
            <a:off x="1811723" y="3795441"/>
            <a:ext cx="2499451" cy="617706"/>
            <a:chOff x="2634571" y="3276338"/>
            <a:chExt cx="2499451" cy="61770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ADBFFBC-C22C-DA6F-B320-D6C86D770BFF}"/>
                </a:ext>
              </a:extLst>
            </p:cNvPr>
            <p:cNvSpPr/>
            <p:nvPr/>
          </p:nvSpPr>
          <p:spPr>
            <a:xfrm>
              <a:off x="2634571" y="3276338"/>
              <a:ext cx="2499451" cy="61770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권한을 선택하세요</a:t>
              </a:r>
              <a:r>
                <a:rPr kumimoji="1"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</a:p>
            <a:p>
              <a:r>
                <a:rPr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--------------------------------------------------------------</a:t>
              </a:r>
            </a:p>
            <a:p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조선호텔 통합 관리 권한</a:t>
              </a:r>
              <a:endPara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  <a:p>
              <a:r>
                <a:rPr kumimoji="1"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그래비티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조선 서울 판교 마스터 권한</a:t>
              </a:r>
            </a:p>
          </p:txBody>
        </p:sp>
        <p:sp>
          <p:nvSpPr>
            <p:cNvPr id="7" name="Chevron Left">
              <a:extLst>
                <a:ext uri="{FF2B5EF4-FFF2-40B4-BE49-F238E27FC236}">
                  <a16:creationId xmlns:a16="http://schemas.microsoft.com/office/drawing/2014/main" id="{3FCCC510-86E4-8949-653B-B6D91E97C5E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4976205" y="3335015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30E8B33-B73A-F767-ECCF-CD9E3E6C0C5A}"/>
              </a:ext>
            </a:extLst>
          </p:cNvPr>
          <p:cNvSpPr txBox="1"/>
          <p:nvPr/>
        </p:nvSpPr>
        <p:spPr>
          <a:xfrm>
            <a:off x="4300179" y="3774616"/>
            <a:ext cx="36263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←협력사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(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마스터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)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권한의 경우</a:t>
            </a:r>
            <a:r>
              <a:rPr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, 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협력사 권한 관리 프로퍼티에 </a:t>
            </a:r>
            <a:r>
              <a:rPr lang="ko-KR" altLang="en-US" sz="8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매핑된</a:t>
            </a:r>
            <a:r>
              <a:rPr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권한 만 출력</a:t>
            </a:r>
          </a:p>
        </p:txBody>
      </p:sp>
    </p:spTree>
    <p:extLst>
      <p:ext uri="{BB962C8B-B14F-4D97-AF65-F5344CB8AC3E}">
        <p14:creationId xmlns:p14="http://schemas.microsoft.com/office/powerpoint/2010/main" val="3993203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841D-68A8-4203-D1FB-50F8520E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D057E8-5A54-DDF6-B911-5CC8C7E333C5}"/>
              </a:ext>
            </a:extLst>
          </p:cNvPr>
          <p:cNvSpPr txBox="1"/>
          <p:nvPr/>
        </p:nvSpPr>
        <p:spPr>
          <a:xfrm>
            <a:off x="69106" y="77935"/>
            <a:ext cx="31465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Validation check case </a:t>
            </a:r>
            <a:endParaRPr lang="ko-KR" altLang="en-US" sz="1000" b="1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EB9077-3333-A920-034E-49A2A39B724F}"/>
              </a:ext>
            </a:extLst>
          </p:cNvPr>
          <p:cNvSpPr txBox="1">
            <a:spLocks/>
          </p:cNvSpPr>
          <p:nvPr/>
        </p:nvSpPr>
        <p:spPr>
          <a:xfrm>
            <a:off x="4524788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800" b="0" i="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사용자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모바일 회원 리스트 </a:t>
            </a:r>
            <a:r>
              <a:rPr kumimoji="0" lang="en-US" altLang="ko-KR" dirty="0"/>
              <a:t>&gt;</a:t>
            </a:r>
            <a:r>
              <a:rPr kumimoji="0" lang="ko-KR" altLang="en-US" dirty="0"/>
              <a:t> 회원정보 상세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8BCD61-42EE-9803-8022-0B24D905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397544"/>
              </p:ext>
            </p:extLst>
          </p:nvPr>
        </p:nvGraphicFramePr>
        <p:xfrm>
          <a:off x="119336" y="548680"/>
          <a:ext cx="11876248" cy="397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78">
                  <a:extLst>
                    <a:ext uri="{9D8B030D-6E8A-4147-A177-3AD203B41FA5}">
                      <a16:colId xmlns:a16="http://schemas.microsoft.com/office/drawing/2014/main" val="2033187375"/>
                    </a:ext>
                  </a:extLst>
                </a:gridCol>
                <a:gridCol w="2060110">
                  <a:extLst>
                    <a:ext uri="{9D8B030D-6E8A-4147-A177-3AD203B41FA5}">
                      <a16:colId xmlns:a16="http://schemas.microsoft.com/office/drawing/2014/main" val="113062612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1654334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11281932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61323354"/>
                    </a:ext>
                  </a:extLst>
                </a:gridCol>
                <a:gridCol w="2947256">
                  <a:extLst>
                    <a:ext uri="{9D8B030D-6E8A-4147-A177-3AD203B41FA5}">
                      <a16:colId xmlns:a16="http://schemas.microsoft.com/office/drawing/2014/main" val="2481029093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액션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메시지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영문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866115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이메일 입력양식이 틀린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이메일 형식을 확인해주세요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email format.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11779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국가번호를 미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국가번호를 선택해주세요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select a country code.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77627"/>
                  </a:ext>
                </a:extLst>
              </a:tr>
              <a:tr h="2879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내용에 문제가 없는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정말 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하시겠습니까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 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Are you sure you want to register? /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Your registration has been completed.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089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중복체크 안 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중복 체크는 필수 입니다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Duplicate checks are mandatory.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93941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필수 입력 항목이 누락된 경우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항목을 확인해주세요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Please check the required entry.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04059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저장 버튼 클릭 시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협력사 담당자 등록 저장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등록이 완료 되었습니다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초기 비밀번호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holapms1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!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로 로그인 후 비밀번호를 수정하세요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Your registration is complete. Please login with initial password: </a:t>
                      </a: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holapms1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! and modify your password.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780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13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523323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3607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10312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305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063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3763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78829</TotalTime>
  <Words>1545</Words>
  <Application>Microsoft Macintosh PowerPoint</Application>
  <PresentationFormat>와이드스크린</PresentationFormat>
  <Paragraphs>494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굴림</vt:lpstr>
      <vt:lpstr>NanumGothic</vt:lpstr>
      <vt:lpstr>NanumGothic</vt:lpstr>
      <vt:lpstr>나눔고딕OTF</vt:lpstr>
      <vt:lpstr>Malgun Gothic</vt:lpstr>
      <vt:lpstr>Malgun Gothic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협력업체 회원 정보 수정</vt:lpstr>
      <vt:lpstr>시스템 관리자 정보 수정</vt:lpstr>
      <vt:lpstr>협력사 담당자 등록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11235</cp:revision>
  <cp:lastPrinted>2021-10-07T06:19:02Z</cp:lastPrinted>
  <dcterms:created xsi:type="dcterms:W3CDTF">2008-07-01T10:06:20Z</dcterms:created>
  <dcterms:modified xsi:type="dcterms:W3CDTF">2025-01-24T05:27:05Z</dcterms:modified>
</cp:coreProperties>
</file>