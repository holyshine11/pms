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8.xml" ContentType="application/vnd.openxmlformats-officedocument.presentationml.notesSlide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9.xml" ContentType="application/vnd.openxmlformats-officedocument.presentationml.notesSlide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notesSlides/notesSlide10.xml" ContentType="application/vnd.openxmlformats-officedocument.presentationml.notesSlide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notesSlides/notesSlide11.xml" ContentType="application/vnd.openxmlformats-officedocument.presentationml.notesSlide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notesSlides/notesSlide12.xml" ContentType="application/vnd.openxmlformats-officedocument.presentationml.notesSlide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notesSlides/notesSlide23.xml" ContentType="application/vnd.openxmlformats-officedocument.presentationml.notesSlide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notesSlides/notesSlide24.xml" ContentType="application/vnd.openxmlformats-officedocument.presentationml.notesSlide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notesSlides/notesSlide27.xml" ContentType="application/vnd.openxmlformats-officedocument.presentationml.notesSlide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notesSlides/notesSlide30.xml" ContentType="application/vnd.openxmlformats-officedocument.presentationml.notesSlide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notesSlides/notesSlide31.xml" ContentType="application/vnd.openxmlformats-officedocument.presentationml.notesSlide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notesSlides/notesSlide32.xml" ContentType="application/vnd.openxmlformats-officedocument.presentationml.notesSlide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notesSlides/notesSlide33.xml" ContentType="application/vnd.openxmlformats-officedocument.presentationml.notesSlide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notesSlides/notesSlide34.xml" ContentType="application/vnd.openxmlformats-officedocument.presentationml.notesSlide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35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notesSlides/notesSlide38.xml" ContentType="application/vnd.openxmlformats-officedocument.presentationml.notesSlide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notesSlides/notesSlide43.xml" ContentType="application/vnd.openxmlformats-officedocument.presentationml.notesSlide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notesSlides/notesSlide44.xml" ContentType="application/vnd.openxmlformats-officedocument.presentationml.notesSlide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notesSlides/notesSlide45.xml" ContentType="application/vnd.openxmlformats-officedocument.presentationml.notesSlide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notesSlides/notesSlide46.xml" ContentType="application/vnd.openxmlformats-officedocument.presentationml.notesSlide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notesSlides/notesSlide47.xml" ContentType="application/vnd.openxmlformats-officedocument.presentationml.notesSlide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notesSlides/notesSlide48.xml" ContentType="application/vnd.openxmlformats-officedocument.presentationml.notesSlide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790" r:id="rId1"/>
  </p:sldMasterIdLst>
  <p:notesMasterIdLst>
    <p:notesMasterId r:id="rId61"/>
  </p:notesMasterIdLst>
  <p:handoutMasterIdLst>
    <p:handoutMasterId r:id="rId62"/>
  </p:handoutMasterIdLst>
  <p:sldIdLst>
    <p:sldId id="593" r:id="rId2"/>
    <p:sldId id="594" r:id="rId3"/>
    <p:sldId id="1281" r:id="rId4"/>
    <p:sldId id="1320" r:id="rId5"/>
    <p:sldId id="1307" r:id="rId6"/>
    <p:sldId id="1309" r:id="rId7"/>
    <p:sldId id="1361" r:id="rId8"/>
    <p:sldId id="1243" r:id="rId9"/>
    <p:sldId id="1321" r:id="rId10"/>
    <p:sldId id="1322" r:id="rId11"/>
    <p:sldId id="1308" r:id="rId12"/>
    <p:sldId id="1310" r:id="rId13"/>
    <p:sldId id="1312" r:id="rId14"/>
    <p:sldId id="1313" r:id="rId15"/>
    <p:sldId id="1314" r:id="rId16"/>
    <p:sldId id="1323" r:id="rId17"/>
    <p:sldId id="1295" r:id="rId18"/>
    <p:sldId id="1283" r:id="rId19"/>
    <p:sldId id="1284" r:id="rId20"/>
    <p:sldId id="1315" r:id="rId21"/>
    <p:sldId id="1316" r:id="rId22"/>
    <p:sldId id="1362" r:id="rId23"/>
    <p:sldId id="1325" r:id="rId24"/>
    <p:sldId id="1326" r:id="rId25"/>
    <p:sldId id="1327" r:id="rId26"/>
    <p:sldId id="1328" r:id="rId27"/>
    <p:sldId id="1363" r:id="rId28"/>
    <p:sldId id="1317" r:id="rId29"/>
    <p:sldId id="1337" r:id="rId30"/>
    <p:sldId id="1319" r:id="rId31"/>
    <p:sldId id="1332" r:id="rId32"/>
    <p:sldId id="1333" r:id="rId33"/>
    <p:sldId id="1334" r:id="rId34"/>
    <p:sldId id="1335" r:id="rId35"/>
    <p:sldId id="1336" r:id="rId36"/>
    <p:sldId id="1346" r:id="rId37"/>
    <p:sldId id="1347" r:id="rId38"/>
    <p:sldId id="1329" r:id="rId39"/>
    <p:sldId id="1330" r:id="rId40"/>
    <p:sldId id="1360" r:id="rId41"/>
    <p:sldId id="1339" r:id="rId42"/>
    <p:sldId id="1340" r:id="rId43"/>
    <p:sldId id="1341" r:id="rId44"/>
    <p:sldId id="1342" r:id="rId45"/>
    <p:sldId id="1343" r:id="rId46"/>
    <p:sldId id="1344" r:id="rId47"/>
    <p:sldId id="1345" r:id="rId48"/>
    <p:sldId id="1331" r:id="rId49"/>
    <p:sldId id="1364" r:id="rId50"/>
    <p:sldId id="1348" r:id="rId51"/>
    <p:sldId id="1349" r:id="rId52"/>
    <p:sldId id="1351" r:id="rId53"/>
    <p:sldId id="1353" r:id="rId54"/>
    <p:sldId id="1357" r:id="rId55"/>
    <p:sldId id="1354" r:id="rId56"/>
    <p:sldId id="1355" r:id="rId57"/>
    <p:sldId id="1356" r:id="rId58"/>
    <p:sldId id="1359" r:id="rId59"/>
    <p:sldId id="1365" r:id="rId60"/>
  </p:sldIdLst>
  <p:sldSz cx="12192000" cy="6858000"/>
  <p:notesSz cx="9928225" cy="6797675"/>
  <p:defaultTextStyle>
    <a:defPPr>
      <a:defRPr lang="ko-KR"/>
    </a:defPPr>
    <a:lvl1pPr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1pPr>
    <a:lvl2pPr marL="4572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2pPr>
    <a:lvl3pPr marL="9144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3pPr>
    <a:lvl4pPr marL="13716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4pPr>
    <a:lvl5pPr marL="18288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5pPr>
    <a:lvl6pPr marL="2286000" algn="l" defTabSz="914400" rtl="0" eaLnBrk="1" latinLnBrk="1" hangingPunct="1"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6pPr>
    <a:lvl7pPr marL="2743200" algn="l" defTabSz="914400" rtl="0" eaLnBrk="1" latinLnBrk="1" hangingPunct="1"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7pPr>
    <a:lvl8pPr marL="3200400" algn="l" defTabSz="914400" rtl="0" eaLnBrk="1" latinLnBrk="1" hangingPunct="1"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8pPr>
    <a:lvl9pPr marL="3657600" algn="l" defTabSz="914400" rtl="0" eaLnBrk="1" latinLnBrk="1" hangingPunct="1">
      <a:defRPr kumimoji="1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BC5E51F6-E9D1-434F-8C5A-59C1BF3F625F}">
          <p14:sldIdLst>
            <p14:sldId id="593"/>
            <p14:sldId id="594"/>
          </p14:sldIdLst>
        </p14:section>
        <p14:section name="객실관리" id="{6FEED677-355B-EA42-BB9B-49E68D9AD91E}">
          <p14:sldIdLst>
            <p14:sldId id="1281"/>
            <p14:sldId id="1320"/>
            <p14:sldId id="1307"/>
            <p14:sldId id="1309"/>
            <p14:sldId id="1361"/>
            <p14:sldId id="1243"/>
            <p14:sldId id="1321"/>
            <p14:sldId id="1322"/>
            <p14:sldId id="1308"/>
            <p14:sldId id="1310"/>
            <p14:sldId id="1312"/>
            <p14:sldId id="1313"/>
            <p14:sldId id="1314"/>
            <p14:sldId id="1323"/>
            <p14:sldId id="1295"/>
          </p14:sldIdLst>
        </p14:section>
        <p14:section name="서비스 옵션 관리" id="{AC39AD00-3602-984D-8A2D-C15E131B8DA9}">
          <p14:sldIdLst>
            <p14:sldId id="1283"/>
            <p14:sldId id="1284"/>
            <p14:sldId id="1315"/>
            <p14:sldId id="1316"/>
            <p14:sldId id="1362"/>
            <p14:sldId id="1325"/>
            <p14:sldId id="1326"/>
            <p14:sldId id="1327"/>
            <p14:sldId id="1328"/>
            <p14:sldId id="1363"/>
          </p14:sldIdLst>
        </p14:section>
        <p14:section name="레이트 관리" id="{5F755870-0684-BF4A-A9CF-30E6FAD42762}">
          <p14:sldIdLst>
            <p14:sldId id="1317"/>
            <p14:sldId id="1337"/>
            <p14:sldId id="1319"/>
            <p14:sldId id="1332"/>
            <p14:sldId id="1333"/>
            <p14:sldId id="1334"/>
            <p14:sldId id="1335"/>
            <p14:sldId id="1336"/>
            <p14:sldId id="1346"/>
            <p14:sldId id="1347"/>
            <p14:sldId id="1329"/>
            <p14:sldId id="1330"/>
            <p14:sldId id="1360"/>
            <p14:sldId id="1339"/>
            <p14:sldId id="1340"/>
            <p14:sldId id="1341"/>
            <p14:sldId id="1342"/>
            <p14:sldId id="1343"/>
            <p14:sldId id="1344"/>
            <p14:sldId id="1345"/>
            <p14:sldId id="1331"/>
            <p14:sldId id="1364"/>
          </p14:sldIdLst>
        </p14:section>
        <p14:section name="프로모션 관리" id="{A21749E7-8B78-6F4A-B1B7-DB00CD108824}">
          <p14:sldIdLst>
            <p14:sldId id="1348"/>
            <p14:sldId id="1349"/>
            <p14:sldId id="1351"/>
            <p14:sldId id="1353"/>
            <p14:sldId id="1357"/>
            <p14:sldId id="1354"/>
            <p14:sldId id="1355"/>
            <p14:sldId id="1356"/>
            <p14:sldId id="1359"/>
            <p14:sldId id="1365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>
        <p15:guide id="1" orient="horz" pos="2141" userDrawn="1">
          <p15:clr>
            <a:srgbClr val="A4A3A4"/>
          </p15:clr>
        </p15:guide>
        <p15:guide id="2" pos="3127" userDrawn="1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MVNB10081" initials="M" lastIdx="1" clrIdx="0">
    <p:extLst>
      <p:ext uri="{19B8F6BF-5375-455C-9EA6-DF929625EA0E}">
        <p15:presenceInfo xmlns:p15="http://schemas.microsoft.com/office/powerpoint/2012/main" userId="MVNB10081" providerId="None"/>
      </p:ext>
    </p:extLst>
  </p:cmAuthor>
  <p:cmAuthor id="2" name="MV-NB-10035" initials="M" lastIdx="1" clrIdx="1">
    <p:extLst>
      <p:ext uri="{19B8F6BF-5375-455C-9EA6-DF929625EA0E}">
        <p15:presenceInfo xmlns:p15="http://schemas.microsoft.com/office/powerpoint/2012/main" userId="MV-NB-10035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432FF"/>
    <a:srgbClr val="1588EC"/>
    <a:srgbClr val="E4E4E4"/>
    <a:srgbClr val="0971CE"/>
    <a:srgbClr val="BEDDFA"/>
    <a:srgbClr val="E0E0E0"/>
    <a:srgbClr val="21AB75"/>
    <a:srgbClr val="999999"/>
    <a:srgbClr val="F5F6F6"/>
    <a:srgbClr val="F3EC1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213" autoAdjust="0"/>
    <p:restoredTop sz="96966" autoAdjust="0"/>
  </p:normalViewPr>
  <p:slideViewPr>
    <p:cSldViewPr>
      <p:cViewPr varScale="1">
        <p:scale>
          <a:sx n="143" d="100"/>
          <a:sy n="143" d="100"/>
        </p:scale>
        <p:origin x="4256" y="504"/>
      </p:cViewPr>
      <p:guideLst/>
    </p:cSldViewPr>
  </p:slideViewPr>
  <p:outlineViewPr>
    <p:cViewPr>
      <p:scale>
        <a:sx n="33" d="100"/>
        <a:sy n="33" d="100"/>
      </p:scale>
      <p:origin x="0" y="-27832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159" d="100"/>
          <a:sy n="159" d="100"/>
        </p:scale>
        <p:origin x="5288" y="192"/>
      </p:cViewPr>
      <p:guideLst>
        <p:guide orient="horz" pos="2141"/>
        <p:guide pos="3127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commentAuthors" Target="commentAuthor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theme" Target="theme/theme1.xml"/><Relationship Id="rId5" Type="http://schemas.openxmlformats.org/officeDocument/2006/relationships/slide" Target="slides/slide4.xml"/><Relationship Id="rId61" Type="http://schemas.openxmlformats.org/officeDocument/2006/relationships/notesMaster" Target="notesMasters/notesMaster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>
            <a:extLst>
              <a:ext uri="{FF2B5EF4-FFF2-40B4-BE49-F238E27FC236}">
                <a16:creationId xmlns:a16="http://schemas.microsoft.com/office/drawing/2014/main" id="{93C4621B-3802-BC5C-C7E4-2E6BB46ADC6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4302125" cy="3413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03894800-2685-6DF9-667F-9C47B9CD442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5622925" y="0"/>
            <a:ext cx="4303713" cy="3413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E869EB4-CB51-6C4C-9306-F25758FE889F}" type="datetimeFigureOut">
              <a:rPr kumimoji="1" lang="ko-KR" altLang="en-US" smtClean="0"/>
              <a:t>2025. 1. 23.</a:t>
            </a:fld>
            <a:endParaRPr kumimoji="1"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1B0BC5F-69EC-00D0-A672-6847C187747D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6456363"/>
            <a:ext cx="4302125" cy="3413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184EAFA5-28B5-AABF-828A-82F42886093C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5622925" y="6456363"/>
            <a:ext cx="4303713" cy="3413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EEBA4E0-88B1-BD4F-986C-2E10F92CF5B3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98795910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2" y="1"/>
            <a:ext cx="4302231" cy="339884"/>
          </a:xfrm>
          <a:prstGeom prst="rect">
            <a:avLst/>
          </a:prstGeom>
        </p:spPr>
        <p:txBody>
          <a:bodyPr vert="horz" lIns="91321" tIns="45661" rIns="91321" bIns="45661" rtlCol="0"/>
          <a:lstStyle>
            <a:lvl1pPr algn="l" fontAlgn="auto">
              <a:spcBef>
                <a:spcPts val="0"/>
              </a:spcBef>
              <a:spcAft>
                <a:spcPts val="0"/>
              </a:spcAft>
              <a:defRPr kumimoji="0" sz="1200" b="0" i="0"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>
              <a:defRPr/>
            </a:pPr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5623698" y="1"/>
            <a:ext cx="4302231" cy="339884"/>
          </a:xfrm>
          <a:prstGeom prst="rect">
            <a:avLst/>
          </a:prstGeom>
        </p:spPr>
        <p:txBody>
          <a:bodyPr vert="horz" lIns="91321" tIns="45661" rIns="91321" bIns="45661" rtlCol="0"/>
          <a:lstStyle>
            <a:lvl1pPr algn="r" fontAlgn="auto">
              <a:spcBef>
                <a:spcPts val="0"/>
              </a:spcBef>
              <a:spcAft>
                <a:spcPts val="0"/>
              </a:spcAft>
              <a:defRPr kumimoji="0" sz="1200" b="0" i="0"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>
              <a:defRPr/>
            </a:pPr>
            <a:fld id="{E8AA0AC2-7CD3-45F0-8700-682885C075CF}" type="datetimeFigureOut">
              <a:rPr lang="ko-KR" altLang="en-US" smtClean="0"/>
              <a:pPr>
                <a:defRPr/>
              </a:pPr>
              <a:t>2025. 1. 23.</a:t>
            </a:fld>
            <a:endParaRPr lang="ko-KR" altLang="en-US" dirty="0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2697163" y="509588"/>
            <a:ext cx="4533900" cy="25495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321" tIns="45661" rIns="91321" bIns="45661" rtlCol="0" anchor="ctr"/>
          <a:lstStyle/>
          <a:p>
            <a:pPr lvl="0"/>
            <a:endParaRPr lang="ko-KR" altLang="en-US" noProof="0" dirty="0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992823" y="3228896"/>
            <a:ext cx="7942580" cy="3058954"/>
          </a:xfrm>
          <a:prstGeom prst="rect">
            <a:avLst/>
          </a:prstGeom>
        </p:spPr>
        <p:txBody>
          <a:bodyPr vert="horz" lIns="91321" tIns="45661" rIns="91321" bIns="45661" rtlCol="0">
            <a:normAutofit/>
          </a:bodyPr>
          <a:lstStyle/>
          <a:p>
            <a:pPr lvl="0"/>
            <a:r>
              <a:rPr lang="ko-KR" altLang="en-US" noProof="0" dirty="0"/>
              <a:t>마스터 텍스트 스타일을 편집합니다</a:t>
            </a:r>
          </a:p>
          <a:p>
            <a:pPr lvl="1"/>
            <a:r>
              <a:rPr lang="ko-KR" altLang="en-US" noProof="0" dirty="0"/>
              <a:t>둘째 수준</a:t>
            </a:r>
          </a:p>
          <a:p>
            <a:pPr lvl="2"/>
            <a:r>
              <a:rPr lang="ko-KR" altLang="en-US" noProof="0" dirty="0"/>
              <a:t>셋째 수준</a:t>
            </a:r>
          </a:p>
          <a:p>
            <a:pPr lvl="3"/>
            <a:r>
              <a:rPr lang="ko-KR" altLang="en-US" noProof="0" dirty="0"/>
              <a:t>넷째 수준</a:t>
            </a:r>
          </a:p>
          <a:p>
            <a:pPr lvl="4"/>
            <a:r>
              <a:rPr lang="ko-KR" altLang="en-US" noProof="0" dirty="0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2" y="6456613"/>
            <a:ext cx="4302231" cy="339884"/>
          </a:xfrm>
          <a:prstGeom prst="rect">
            <a:avLst/>
          </a:prstGeom>
        </p:spPr>
        <p:txBody>
          <a:bodyPr vert="horz" lIns="91321" tIns="45661" rIns="91321" bIns="45661" rtlCol="0" anchor="b"/>
          <a:lstStyle>
            <a:lvl1pPr algn="l" fontAlgn="auto">
              <a:spcBef>
                <a:spcPts val="0"/>
              </a:spcBef>
              <a:spcAft>
                <a:spcPts val="0"/>
              </a:spcAft>
              <a:defRPr kumimoji="0" sz="1200" b="0" i="0"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>
              <a:defRPr/>
            </a:pPr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5623698" y="6456613"/>
            <a:ext cx="4302231" cy="339884"/>
          </a:xfrm>
          <a:prstGeom prst="rect">
            <a:avLst/>
          </a:prstGeom>
        </p:spPr>
        <p:txBody>
          <a:bodyPr vert="horz" lIns="91321" tIns="45661" rIns="91321" bIns="45661" rtlCol="0" anchor="b"/>
          <a:lstStyle>
            <a:lvl1pPr algn="r" fontAlgn="auto">
              <a:spcBef>
                <a:spcPts val="0"/>
              </a:spcBef>
              <a:spcAft>
                <a:spcPts val="0"/>
              </a:spcAft>
              <a:defRPr kumimoji="0" sz="1200" b="0" i="0"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71407748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latinLnBrk="1" hangingPunct="0">
      <a:spcBef>
        <a:spcPct val="30000"/>
      </a:spcBef>
      <a:spcAft>
        <a:spcPct val="0"/>
      </a:spcAft>
      <a:defRPr sz="1200" b="0" i="0" kern="1200">
        <a:solidFill>
          <a:schemeClr val="tx1"/>
        </a:solidFill>
        <a:latin typeface="NanumGothic" panose="020D0604000000000000" pitchFamily="34" charset="-127"/>
        <a:ea typeface="NanumGothic" panose="020D0604000000000000" pitchFamily="34" charset="-127"/>
        <a:cs typeface="+mn-cs"/>
      </a:defRPr>
    </a:lvl1pPr>
    <a:lvl2pPr marL="457200" algn="l" rtl="0" eaLnBrk="0" fontAlgn="base" latinLnBrk="1" hangingPunct="0">
      <a:spcBef>
        <a:spcPct val="30000"/>
      </a:spcBef>
      <a:spcAft>
        <a:spcPct val="0"/>
      </a:spcAft>
      <a:defRPr sz="1200" b="0" i="0" kern="1200">
        <a:solidFill>
          <a:schemeClr val="tx1"/>
        </a:solidFill>
        <a:latin typeface="NanumGothic" panose="020D0604000000000000" pitchFamily="34" charset="-127"/>
        <a:ea typeface="NanumGothic" panose="020D0604000000000000" pitchFamily="34" charset="-127"/>
        <a:cs typeface="+mn-cs"/>
      </a:defRPr>
    </a:lvl2pPr>
    <a:lvl3pPr marL="914400" algn="l" rtl="0" eaLnBrk="0" fontAlgn="base" latinLnBrk="1" hangingPunct="0">
      <a:spcBef>
        <a:spcPct val="30000"/>
      </a:spcBef>
      <a:spcAft>
        <a:spcPct val="0"/>
      </a:spcAft>
      <a:defRPr sz="1200" b="0" i="0" kern="1200">
        <a:solidFill>
          <a:schemeClr val="tx1"/>
        </a:solidFill>
        <a:latin typeface="NanumGothic" panose="020D0604000000000000" pitchFamily="34" charset="-127"/>
        <a:ea typeface="NanumGothic" panose="020D0604000000000000" pitchFamily="34" charset="-127"/>
        <a:cs typeface="+mn-cs"/>
      </a:defRPr>
    </a:lvl3pPr>
    <a:lvl4pPr marL="1371600" algn="l" rtl="0" eaLnBrk="0" fontAlgn="base" latinLnBrk="1" hangingPunct="0">
      <a:spcBef>
        <a:spcPct val="30000"/>
      </a:spcBef>
      <a:spcAft>
        <a:spcPct val="0"/>
      </a:spcAft>
      <a:defRPr sz="1200" b="0" i="0" kern="1200">
        <a:solidFill>
          <a:schemeClr val="tx1"/>
        </a:solidFill>
        <a:latin typeface="NanumGothic" panose="020D0604000000000000" pitchFamily="34" charset="-127"/>
        <a:ea typeface="NanumGothic" panose="020D0604000000000000" pitchFamily="34" charset="-127"/>
        <a:cs typeface="+mn-cs"/>
      </a:defRPr>
    </a:lvl4pPr>
    <a:lvl5pPr marL="1828800" algn="l" rtl="0" eaLnBrk="0" fontAlgn="base" latinLnBrk="1" hangingPunct="0">
      <a:spcBef>
        <a:spcPct val="30000"/>
      </a:spcBef>
      <a:spcAft>
        <a:spcPct val="0"/>
      </a:spcAft>
      <a:defRPr sz="1200" b="0" i="0" kern="1200">
        <a:solidFill>
          <a:schemeClr val="tx1"/>
        </a:solidFill>
        <a:latin typeface="NanumGothic" panose="020D0604000000000000" pitchFamily="34" charset="-127"/>
        <a:ea typeface="NanumGothic" panose="020D0604000000000000" pitchFamily="34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4798781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0653BA-71E6-2D47-16EA-A00565233B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CFA2273-37E0-7F1C-B610-4DD01CF026F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116D20A-6E2B-A618-2AB9-AC17E87863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CDE0A8D-2823-B0A4-754D-BB1411D541E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4836960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0B4DE0-10C1-FA72-9F17-FEBF83B61F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1F5BBA2-9214-1A14-BBA9-11B239CD5C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DB7DA84-5BCD-851D-C37E-F75A5F6AC13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2865AC-3473-3C9D-75CD-9AA062E921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5278688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B79B58-F486-F017-E6BF-301F4B8AB4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A73EE22-5E94-38C9-477D-FAC3B2215F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5B7CFB0-304F-39CD-86DF-EFA080A5AC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FC7F87E-E946-B1EC-A5D9-DA75AAD999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5935317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2425602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C10D4D-CF91-DE86-D189-FDFDF17175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BBCBFF2-4D88-12CB-FAEC-61EBABDCC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74CB810-724E-1643-0BDD-79C64060C9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FED5F25-67A2-BDD8-0AA9-7835D8D76F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2627552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C3D498-07C4-9BDF-D27B-8AD1834350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5AF5679-2B1A-F95C-4145-3023DD3756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A95C1B3-B580-A02E-466D-AB16091BC3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27533FA-DFC0-D5AD-A841-87EB188EF69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10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5816113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DA8E6E-26BC-1D53-EE4C-90010F11C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51A7ABB-EE4A-0F92-9E82-98E4CD68CB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8A310DA-A59E-E65A-59A3-82D4025109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1F8C07D-67C4-4FCB-740D-8ED0128F9C6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11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7172382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A30ACF-94F6-093E-5B8F-0FC0B2F58F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96A49E6-88CB-74BA-2F30-2F7D341EB4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13C9232-C014-BE24-ED28-A30C3548D7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0253FBF-A8C8-0FDE-0093-C18712AB1F1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12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7227794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4C0FC7-DABE-82D3-FE54-CD1435988B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4845330-183D-E50F-E56B-27EF408950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DBCC2EA-B2F7-F801-D850-E8E9F53A422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F9F7169-00A0-A1C8-F680-5135AA5565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13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9066884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F9A14D-294C-F662-F385-1F60818F0B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B4B33AA-6B4C-6806-7354-D6DCDB0DB04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DFEBC7D-C36B-6A57-2EEA-210368903BF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C1B7C0-C714-4E3B-034D-479D4EDCD3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14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6818856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EC9C1D-AFB1-66AA-B375-EC33DD3D97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3E867BE-CB12-701B-C479-FF615E1F7D4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7C5580-6A18-D7F9-3876-B1B871811A7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9E01E50-4779-91FB-096A-D1F2756E20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15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7589657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DE13F1-377C-14CA-4F15-1D7B83F12B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E8E3957-2B52-F182-D0B1-86089CD7324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92726A1-2866-73C1-AA5C-7AEB29F015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9FF8181-0794-64C3-61DE-E2CA2DD395A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16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6381528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6853B5-334B-96C2-A08D-5BD663659D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39BAF6F-1F79-95EB-0E15-731337E7EE1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63A4443-A4B3-966D-CF7E-09526F8625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9313375-1340-B58A-BC88-CEB8F2D78B4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17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5174041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DFBC0F-B283-BC54-B102-4B7185A09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B5BFBFD-9BD2-027B-B87C-B33E741C3D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7F2C0F8-6F9D-33C8-D061-DC5FD4F03D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u="sng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5375E95-E300-221F-0994-BBFA30E415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19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8590393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AA1479-E2E8-DA77-60FF-802DE45FA8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447F93F-71B2-D6A2-C585-E4F825D6FF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217826F-E37B-6EF6-8B7E-9A107251BAC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763CE67-8675-2762-5930-EF77408223E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20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3822225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FB21DF-AD0A-5A00-97D0-B89D14C680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184E680-2437-C0AB-F286-3B90497144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6F27FDD-7459-B3A6-EF9E-30B908A9F0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21B8E6F-982F-F7AB-31FA-00AC81E1BD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21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7440936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F49D03-914A-125E-4678-754AEEA80A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B8D44EC-25E9-CD9C-649F-55A6605696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E2F5AC-2473-9BB2-0CF0-07A8E034A3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A05DB2E-43E5-1ABE-5D41-BEEA608512C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22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7709498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EC18A4-2B76-78A3-8D0B-A5B723B18C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FD159E4-4EAC-4DB1-819D-84E562F9A8B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A2CF027-E138-E2C4-A458-9EAE4AFBF4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u="sng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5293DFA-9132-A0AA-63A6-5509CB991A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24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4278917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8B3587-E6E5-9ED2-88EB-AEEF570E8D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96622CC-6225-5724-8485-4B5F92AFD1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9FC6C9E-6D42-0C98-75BC-6347A64D36F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75D5384-9749-CBF8-F314-E960A579DE3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25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9717951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2B7E58-CC6C-67F5-D0EC-317F141C1F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0EF98DB-DB67-BEA7-BA6E-163A0D85C2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6A2C2FA-11A3-8BEE-B5C3-F367C3BECE8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050D4CB-C82E-EFA8-2A44-B384E60DFE1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26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3893782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FA7F6A-1EB6-B540-9E3B-FB8DA1F8E5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DD6B99D-C304-AC5D-1F20-C670C9E776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FF9AC84-0DA3-F462-D58F-01747339AF3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51687DC-660E-5071-7172-1441C09339E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27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815536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589EDA-E6DA-DD26-5A94-B6407431D2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0339CE6-0055-458F-5868-ABD3552E42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C29DB09-86E4-8CDA-C784-E00A5CC167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u="sng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608D3DE-3AB6-81EE-CB6C-FD337ED1B32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29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2108749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6F3975-6B15-3912-DCD4-37313FAEFF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644C6E9-D495-D73D-889A-5D359BE9DC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9F0D17D-67AC-53DC-EE9F-D3C6B5D8AA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5AA9E84-7F8C-61B5-1132-09D209A1F1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30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6816732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6636F2-7FF1-4EBA-8503-8D73AD2FC2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DDC3C64-1440-56C6-B3EC-9E5A7C34131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85891FE-2F73-BBC1-CCA9-7A002A966F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F37083A-33E9-C2EB-9FF5-55EA685C2A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31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5571897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ECA8FE-F771-352E-C421-55C5F621C6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BBF8097-88F4-E40E-C227-C0ADE3AEE0B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6CAB6F5-355A-B840-5979-296C0732398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D9EC930-ACD8-F7A3-E0F4-B27FB33CA55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32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4440055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343816-53CC-94E2-FEF4-565E04D5E6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E810129-918E-6DF3-D900-1477581606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7235D13-B072-6071-FA98-8390F86F2D5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F3BE8C-8EEF-0ACB-B5A0-81C58AA721B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33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6489314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480D2-DB84-C836-0E9E-4805315D52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2716AD2-B52B-D05E-F8C9-5936530C70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31DFD4-24A3-2C7C-D933-AE8AC8899EF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C8921D-4628-9DA2-F6E3-517B6CCB0FC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34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2579750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6477DB-A528-A839-DD33-3B5C3DD275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7635665-266D-5FCE-C2F0-9C51529DD73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AFC4617-576B-EDB3-BCC6-E5D3529AFB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8A23296-B43A-99FF-03D7-E1C05CA7668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35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9075958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F72116-1D85-4DD0-170E-2B6ADCD2B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3516D60-2954-C476-7A94-3EB93EB7326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94C5C22-E1A9-B3D4-B2FC-EC788D0D358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8C0133B-ED41-1D09-C81C-49C73C87613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36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4403781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F3BB2A-E858-B408-105F-D1E89BD074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DD5FFDD-D446-D2D8-9D8D-1BCACC3181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C104912-D4FF-0959-AA67-A598C3AABA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4462DDC-0E79-7778-2AFC-E592C78D6E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37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6144177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716977-28BD-3285-518A-6AE355A795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3089E7A-E081-8A8A-EFFD-C4A7B79E241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CCB141E-9165-10CE-5B4B-25F3619498F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70123A1-24E5-E8E9-BA85-3E355C55BA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38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8086035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F1F9AD-5330-8A59-5CA5-8C56221048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BAB8258-5C14-BADA-FAF4-0A0B71C4A18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6F58F22-722F-DA5C-09F2-6B317E8BBA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C5FEB05-130B-831A-B310-622232725D1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39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6373534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76DD92-131F-6912-658B-836C3367DD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C8ACA5D-6102-D4BB-681A-DC235EB868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ED8ACFB-3AA3-406C-A8CB-51816A3F75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u="sng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E364E5F-4EB6-F7D8-1631-A47067F1F62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41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9218185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BAD2C4-FFB7-31D1-6A6E-ACF3D4CCDB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2E1330F-61A3-7DB8-9617-DFCD9B58B1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17EE6C0-A198-046B-E296-BBF3A1FFF1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C57998F-D110-2D66-F7D9-C2D5E820E3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42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026653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230ED1-AE60-0005-ACF4-7D90619C48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8744F00-4777-E61E-711F-8444E11FC64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810C873-DB6F-EB5C-1920-3799467D2D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21ED454-3F32-7B42-1586-EC8A7AF5B28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43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5201812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001FFB-41A3-82D5-1AC0-CD71A5D685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3F86249-78EB-64F2-31EC-486DD247336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036D988-9E70-5A66-FB58-9038A19A18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D2E8183-DCD8-3EFE-5811-CE93E24675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44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984593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303D70-E393-B732-9D1C-6E772A76B3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17D953A-FF4A-32B3-A51E-1233E38D51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C215ABA-329E-59AB-2C4B-B3FC148798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A02180B-2F92-B2E9-5140-B692771317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45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3179342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056191-9707-6606-0E74-6D03AC40EE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D9ED46A-EA47-5806-948A-17027C80FB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E2D33B4-8D5C-68CE-5BBB-1CDFE8A55E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적용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7FC71D3-EE67-DF8E-DBBD-0942F4F793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46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6810883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4FF3C7-6E6C-44AA-79EE-E0F2E45B2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E3DDB9-91D1-E64D-589A-71D4CF4415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0B9C571-AE66-70EB-B64B-8F34AA224E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ko-KR" altLang="en-US" dirty="0"/>
              <a:t>용 </a:t>
            </a: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9FAFA31-25A4-1E2D-CB3F-1F4DF7DB7C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47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18424765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237C3C-FB19-581A-F240-E8363EC8DD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03CA793-E494-EB0F-64FE-F08178FC61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19159BE-B0AD-35FC-D8FE-4D03553730A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9BF20DF-8ECA-F36E-567D-BEE0C7D01FB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48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0547191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161B03-F0EF-A385-46A9-1E617C7865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726F3A-E9A7-2BBB-A970-ED5343192A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A881916-B3CC-BC43-DEA0-448F09418F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6884E82-1836-2AA3-E33C-2C74972C667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49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4930262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A7748B-05C1-B054-0587-12B62BDEA2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BCE0E95-20EA-9E91-CADD-1B19DEBE969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4BCE0CE-AD5C-2043-72A4-7454807840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u="sng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1FEC266-6F3D-2BB9-A77A-E419C19CCA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51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1180025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CEC54F-C100-B44A-5D25-70A16A8051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B20248D-7618-7171-F3D2-499CA8CA9F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4058A84-83F0-50E0-14BB-4C26A2CBD0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u="sng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3477D27-523D-6C11-F265-701864A54E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52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01559659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C8C253-4B61-FA99-ECAD-0A44C123E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8AF99F1-8A4B-0164-B2C2-970CF3F67B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699D250-6191-C668-04EB-67C8605C91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u="sng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3256952-9262-9FFC-65D1-047473DAE63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53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69275920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EA289-27D9-0EA9-4084-E378BD62FE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D41849D-4EC0-1D3C-C821-58F972AE07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1440E8C-C15F-2122-D05F-A7345371DB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u="sng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3C745AE-A087-0AD9-8D80-59D61B0C6C6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55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6633914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6392DD-B424-EE3F-BE3B-37954DF058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3BB0FF9-8D3C-9B06-5F9E-ADC78CDDD7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181E1BF-8AED-6E3E-C9E9-64F5C51121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u="sng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CC63E97-34C7-0674-371D-5A3EBEBB9EF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56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9114189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2FE928-BE84-AD84-C355-24966BCC4F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CE8C4CF-F7EA-6BB0-9592-F0F378B960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460BB26-A04C-0D65-2C36-F16DC2B793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u="sng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861618A-486B-5805-6724-AF9748DE6EC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57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3570451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7A70D1-2327-90CE-F6E7-C084A6770E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8D90946-4EEA-BB45-B767-4BB66EB309C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FCC9EF4-40FE-C9DF-C150-C4C2320F0C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u="sng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E495F23-4C71-FAB5-427E-C22DE8645A4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58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7447571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6EC9C6-EE78-C268-6BFF-CACB833446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3C02F3C-938E-4C85-F018-DA60263409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F6A8DD8-0DC6-55C3-A4D4-FD5E14EEFFE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DB30B96-290A-7A73-4199-A1453B4EE23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3720B2A-7E0B-4E55-953F-7121EA7E7AF4}" type="slidenum">
              <a:rPr lang="ko-KR" altLang="en-US" smtClean="0"/>
              <a:pPr>
                <a:defRPr/>
              </a:pPr>
              <a:t>59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1812058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/>
          <p:cNvSpPr/>
          <p:nvPr userDrawn="1"/>
        </p:nvSpPr>
        <p:spPr>
          <a:xfrm>
            <a:off x="0" y="0"/>
            <a:ext cx="12191999" cy="421200"/>
          </a:xfrm>
          <a:prstGeom prst="rect">
            <a:avLst/>
          </a:prstGeom>
          <a:solidFill>
            <a:srgbClr val="0E273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b="0" i="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cxnSp>
        <p:nvCxnSpPr>
          <p:cNvPr id="11" name="직선 연결선 10"/>
          <p:cNvCxnSpPr/>
          <p:nvPr userDrawn="1"/>
        </p:nvCxnSpPr>
        <p:spPr>
          <a:xfrm>
            <a:off x="190640" y="6485868"/>
            <a:ext cx="11810724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/>
          <p:cNvSpPr txBox="1">
            <a:spLocks noChangeArrowheads="1"/>
          </p:cNvSpPr>
          <p:nvPr userDrawn="1"/>
        </p:nvSpPr>
        <p:spPr bwMode="auto">
          <a:xfrm>
            <a:off x="151607" y="6525345"/>
            <a:ext cx="439514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D6BB093D-3447-43C0-8660-B1E87EBBAB4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167132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" name="직선 연결선 10"/>
          <p:cNvCxnSpPr/>
          <p:nvPr userDrawn="1"/>
        </p:nvCxnSpPr>
        <p:spPr>
          <a:xfrm>
            <a:off x="190640" y="6485868"/>
            <a:ext cx="1181072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/>
          <p:cNvSpPr txBox="1">
            <a:spLocks noChangeArrowheads="1"/>
          </p:cNvSpPr>
          <p:nvPr userDrawn="1"/>
        </p:nvSpPr>
        <p:spPr bwMode="auto">
          <a:xfrm>
            <a:off x="120349" y="6525345"/>
            <a:ext cx="502031" cy="246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D6BB093D-3447-43C0-8660-B1E87EBBAB40}" type="slidenum">
              <a:rPr kumimoji="0" lang="ko-KR" altLang="en-US" sz="10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10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513093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521788681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BF489F5-9AAB-2742-B588-FA9976ECD49E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019F228D-6EB5-FA35-7212-5C6A861037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708515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26034761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BF489F5-9AAB-2742-B588-FA9976ECD49E}"/>
              </a:ext>
            </a:extLst>
          </p:cNvPr>
          <p:cNvSpPr/>
          <p:nvPr userDrawn="1"/>
        </p:nvSpPr>
        <p:spPr>
          <a:xfrm>
            <a:off x="263352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DE9E2F35-5318-8685-0C4C-8E540A7EF9A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304158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BF489F5-9AAB-2742-B588-FA9976ECD49E}"/>
              </a:ext>
            </a:extLst>
          </p:cNvPr>
          <p:cNvSpPr/>
          <p:nvPr userDrawn="1"/>
        </p:nvSpPr>
        <p:spPr>
          <a:xfrm>
            <a:off x="263352" y="764704"/>
            <a:ext cx="2736304" cy="17853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ore-KR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HEADER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ore-KR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FOOTER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90859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BF489F5-9AAB-2742-B588-FA9976ECD49E}"/>
              </a:ext>
            </a:extLst>
          </p:cNvPr>
          <p:cNvSpPr/>
          <p:nvPr userDrawn="1"/>
        </p:nvSpPr>
        <p:spPr>
          <a:xfrm>
            <a:off x="263352" y="764704"/>
            <a:ext cx="2736304" cy="17853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ore-KR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HEADER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45492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ore-KR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FOOTER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8720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963E39D1-CF13-BD42-A64C-CA8F06A21CCB}"/>
              </a:ext>
            </a:extLst>
          </p:cNvPr>
          <p:cNvSpPr/>
          <p:nvPr userDrawn="1"/>
        </p:nvSpPr>
        <p:spPr>
          <a:xfrm>
            <a:off x="3264969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54546A6-D322-964E-AA17-72D89B97C1E7}"/>
              </a:ext>
            </a:extLst>
          </p:cNvPr>
          <p:cNvSpPr/>
          <p:nvPr userDrawn="1"/>
        </p:nvSpPr>
        <p:spPr>
          <a:xfrm>
            <a:off x="3264969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B73519C4-8FA8-6644-ACAB-A0587B323DA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3192961" y="501619"/>
            <a:ext cx="2880320" cy="6239749"/>
          </a:xfrm>
          <a:prstGeom prst="rect">
            <a:avLst/>
          </a:prstGeom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E1DC5155-F261-A246-A4B1-0BBF454128C4}"/>
              </a:ext>
            </a:extLst>
          </p:cNvPr>
          <p:cNvSpPr/>
          <p:nvPr userDrawn="1"/>
        </p:nvSpPr>
        <p:spPr>
          <a:xfrm>
            <a:off x="6266586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26" name="그림 25">
            <a:extLst>
              <a:ext uri="{FF2B5EF4-FFF2-40B4-BE49-F238E27FC236}">
                <a16:creationId xmlns:a16="http://schemas.microsoft.com/office/drawing/2014/main" id="{CC2ECFC9-2559-7749-B55B-5BAF09C591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6194578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32839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963E39D1-CF13-BD42-A64C-CA8F06A21CCB}"/>
              </a:ext>
            </a:extLst>
          </p:cNvPr>
          <p:cNvSpPr/>
          <p:nvPr userDrawn="1"/>
        </p:nvSpPr>
        <p:spPr>
          <a:xfrm>
            <a:off x="3264969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54546A6-D322-964E-AA17-72D89B97C1E7}"/>
              </a:ext>
            </a:extLst>
          </p:cNvPr>
          <p:cNvSpPr/>
          <p:nvPr userDrawn="1"/>
        </p:nvSpPr>
        <p:spPr>
          <a:xfrm>
            <a:off x="3264969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B73519C4-8FA8-6644-ACAB-A0587B323DA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3192961" y="501619"/>
            <a:ext cx="2880320" cy="6239749"/>
          </a:xfrm>
          <a:prstGeom prst="rect">
            <a:avLst/>
          </a:prstGeom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E1DC5155-F261-A246-A4B1-0BBF454128C4}"/>
              </a:ext>
            </a:extLst>
          </p:cNvPr>
          <p:cNvSpPr/>
          <p:nvPr userDrawn="1"/>
        </p:nvSpPr>
        <p:spPr>
          <a:xfrm>
            <a:off x="6266586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95B7CBC-3AF4-4E4A-BAD6-988B99A57675}"/>
              </a:ext>
            </a:extLst>
          </p:cNvPr>
          <p:cNvSpPr/>
          <p:nvPr userDrawn="1"/>
        </p:nvSpPr>
        <p:spPr>
          <a:xfrm>
            <a:off x="6266586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26" name="그림 25">
            <a:extLst>
              <a:ext uri="{FF2B5EF4-FFF2-40B4-BE49-F238E27FC236}">
                <a16:creationId xmlns:a16="http://schemas.microsoft.com/office/drawing/2014/main" id="{CC2ECFC9-2559-7749-B55B-5BAF09C591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6194578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78043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BF489F5-9AAB-2742-B588-FA9976ECD49E}"/>
              </a:ext>
            </a:extLst>
          </p:cNvPr>
          <p:cNvSpPr/>
          <p:nvPr userDrawn="1"/>
        </p:nvSpPr>
        <p:spPr>
          <a:xfrm>
            <a:off x="263352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963E39D1-CF13-BD42-A64C-CA8F06A21CCB}"/>
              </a:ext>
            </a:extLst>
          </p:cNvPr>
          <p:cNvSpPr/>
          <p:nvPr userDrawn="1"/>
        </p:nvSpPr>
        <p:spPr>
          <a:xfrm>
            <a:off x="3264969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54546A6-D322-964E-AA17-72D89B97C1E7}"/>
              </a:ext>
            </a:extLst>
          </p:cNvPr>
          <p:cNvSpPr/>
          <p:nvPr userDrawn="1"/>
        </p:nvSpPr>
        <p:spPr>
          <a:xfrm>
            <a:off x="3264969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B73519C4-8FA8-6644-ACAB-A0587B323DA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3192961" y="501619"/>
            <a:ext cx="2880320" cy="6239749"/>
          </a:xfrm>
          <a:prstGeom prst="rect">
            <a:avLst/>
          </a:prstGeom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E1DC5155-F261-A246-A4B1-0BBF454128C4}"/>
              </a:ext>
            </a:extLst>
          </p:cNvPr>
          <p:cNvSpPr/>
          <p:nvPr userDrawn="1"/>
        </p:nvSpPr>
        <p:spPr>
          <a:xfrm>
            <a:off x="6266586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95B7CBC-3AF4-4E4A-BAD6-988B99A57675}"/>
              </a:ext>
            </a:extLst>
          </p:cNvPr>
          <p:cNvSpPr/>
          <p:nvPr userDrawn="1"/>
        </p:nvSpPr>
        <p:spPr>
          <a:xfrm>
            <a:off x="6266586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26" name="그림 25">
            <a:extLst>
              <a:ext uri="{FF2B5EF4-FFF2-40B4-BE49-F238E27FC236}">
                <a16:creationId xmlns:a16="http://schemas.microsoft.com/office/drawing/2014/main" id="{CC2ECFC9-2559-7749-B55B-5BAF09C591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6194578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22924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BF489F5-9AAB-2742-B588-FA9976ECD49E}"/>
              </a:ext>
            </a:extLst>
          </p:cNvPr>
          <p:cNvSpPr/>
          <p:nvPr userDrawn="1"/>
        </p:nvSpPr>
        <p:spPr>
          <a:xfrm>
            <a:off x="263352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963E39D1-CF13-BD42-A64C-CA8F06A21CCB}"/>
              </a:ext>
            </a:extLst>
          </p:cNvPr>
          <p:cNvSpPr/>
          <p:nvPr userDrawn="1"/>
        </p:nvSpPr>
        <p:spPr>
          <a:xfrm>
            <a:off x="3264969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54546A6-D322-964E-AA17-72D89B97C1E7}"/>
              </a:ext>
            </a:extLst>
          </p:cNvPr>
          <p:cNvSpPr/>
          <p:nvPr userDrawn="1"/>
        </p:nvSpPr>
        <p:spPr>
          <a:xfrm>
            <a:off x="3264969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B73519C4-8FA8-6644-ACAB-A0587B323DA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3192961" y="501619"/>
            <a:ext cx="2880320" cy="6239749"/>
          </a:xfrm>
          <a:prstGeom prst="rect">
            <a:avLst/>
          </a:prstGeom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E1DC5155-F261-A246-A4B1-0BBF454128C4}"/>
              </a:ext>
            </a:extLst>
          </p:cNvPr>
          <p:cNvSpPr/>
          <p:nvPr userDrawn="1"/>
        </p:nvSpPr>
        <p:spPr>
          <a:xfrm>
            <a:off x="6266586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26" name="그림 25">
            <a:extLst>
              <a:ext uri="{FF2B5EF4-FFF2-40B4-BE49-F238E27FC236}">
                <a16:creationId xmlns:a16="http://schemas.microsoft.com/office/drawing/2014/main" id="{CC2ECFC9-2559-7749-B55B-5BAF09C591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6194578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73853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BF489F5-9AAB-2742-B588-FA9976ECD49E}"/>
              </a:ext>
            </a:extLst>
          </p:cNvPr>
          <p:cNvSpPr/>
          <p:nvPr userDrawn="1"/>
        </p:nvSpPr>
        <p:spPr>
          <a:xfrm>
            <a:off x="263352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963E39D1-CF13-BD42-A64C-CA8F06A21CCB}"/>
              </a:ext>
            </a:extLst>
          </p:cNvPr>
          <p:cNvSpPr/>
          <p:nvPr userDrawn="1"/>
        </p:nvSpPr>
        <p:spPr>
          <a:xfrm>
            <a:off x="3264969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B73519C4-8FA8-6644-ACAB-A0587B323DA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3192961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35046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963E39D1-CF13-BD42-A64C-CA8F06A21CCB}"/>
              </a:ext>
            </a:extLst>
          </p:cNvPr>
          <p:cNvSpPr/>
          <p:nvPr userDrawn="1"/>
        </p:nvSpPr>
        <p:spPr>
          <a:xfrm>
            <a:off x="3264969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B73519C4-8FA8-6644-ACAB-A0587B323DA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3192961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13415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963E39D1-CF13-BD42-A64C-CA8F06A21CCB}"/>
              </a:ext>
            </a:extLst>
          </p:cNvPr>
          <p:cNvSpPr/>
          <p:nvPr userDrawn="1"/>
        </p:nvSpPr>
        <p:spPr>
          <a:xfrm>
            <a:off x="3264969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A3838BF-7557-FEF1-B2AA-498A086256BC}"/>
              </a:ext>
            </a:extLst>
          </p:cNvPr>
          <p:cNvSpPr/>
          <p:nvPr userDrawn="1"/>
        </p:nvSpPr>
        <p:spPr>
          <a:xfrm>
            <a:off x="3274494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B73519C4-8FA8-6644-ACAB-A0587B323DA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3192961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9470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BF489F5-9AAB-2742-B588-FA9976ECD49E}"/>
              </a:ext>
            </a:extLst>
          </p:cNvPr>
          <p:cNvSpPr/>
          <p:nvPr userDrawn="1"/>
        </p:nvSpPr>
        <p:spPr>
          <a:xfrm>
            <a:off x="263352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81873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BF489F5-9AAB-2742-B588-FA9976ECD49E}"/>
              </a:ext>
            </a:extLst>
          </p:cNvPr>
          <p:cNvSpPr/>
          <p:nvPr userDrawn="1"/>
        </p:nvSpPr>
        <p:spPr>
          <a:xfrm>
            <a:off x="263352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963E39D1-CF13-BD42-A64C-CA8F06A21CCB}"/>
              </a:ext>
            </a:extLst>
          </p:cNvPr>
          <p:cNvSpPr/>
          <p:nvPr userDrawn="1"/>
        </p:nvSpPr>
        <p:spPr>
          <a:xfrm>
            <a:off x="3264969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54546A6-D322-964E-AA17-72D89B97C1E7}"/>
              </a:ext>
            </a:extLst>
          </p:cNvPr>
          <p:cNvSpPr/>
          <p:nvPr userDrawn="1"/>
        </p:nvSpPr>
        <p:spPr>
          <a:xfrm>
            <a:off x="3264969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B73519C4-8FA8-6644-ACAB-A0587B323DA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3192961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127022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BF489F5-9AAB-2742-B588-FA9976ECD49E}"/>
              </a:ext>
            </a:extLst>
          </p:cNvPr>
          <p:cNvSpPr/>
          <p:nvPr userDrawn="1"/>
        </p:nvSpPr>
        <p:spPr>
          <a:xfrm>
            <a:off x="263352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136E73E-7A3F-0845-A91E-C70BFD680061}"/>
              </a:ext>
            </a:extLst>
          </p:cNvPr>
          <p:cNvSpPr/>
          <p:nvPr userDrawn="1"/>
        </p:nvSpPr>
        <p:spPr>
          <a:xfrm>
            <a:off x="263352" y="6311409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ore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</a:rPr>
              <a:t>다음페이지</a:t>
            </a:r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계속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963E39D1-CF13-BD42-A64C-CA8F06A21CCB}"/>
              </a:ext>
            </a:extLst>
          </p:cNvPr>
          <p:cNvSpPr/>
          <p:nvPr userDrawn="1"/>
        </p:nvSpPr>
        <p:spPr>
          <a:xfrm>
            <a:off x="3264969" y="764704"/>
            <a:ext cx="2736304" cy="178532"/>
          </a:xfrm>
          <a:prstGeom prst="rect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b="0" i="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이전 페이지 이어서</a:t>
            </a:r>
            <a:endParaRPr kumimoji="1" lang="ko-Kore-KR" altLang="en-US" sz="700" b="0" i="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B73519C4-8FA8-6644-ACAB-A0587B323DA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3192961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99360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0567288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DD6CEEA-DF1D-084B-A54E-077A7DFE80D5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EFDD619C-F544-5041-804F-794DD57F6A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0737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/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00CD95D-380A-9D4D-A027-13B7757C598F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EE524D94-2A44-674B-A570-1C9EA8569A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27A48A7D-7900-BE46-AB45-9FF85B368E0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3148415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336302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/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42FBCDB-7E6D-2444-82FC-E0DD0008E376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EA377AE5-DBBE-4F43-B071-F42D175B4D9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pic>
        <p:nvPicPr>
          <p:cNvPr id="10" name="그림 9">
            <a:extLst>
              <a:ext uri="{FF2B5EF4-FFF2-40B4-BE49-F238E27FC236}">
                <a16:creationId xmlns:a16="http://schemas.microsoft.com/office/drawing/2014/main" id="{D86FC96D-27C7-C448-A94A-B179B78458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3148415" y="501619"/>
            <a:ext cx="2880320" cy="6239749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45F324CF-8C6F-AF45-91D4-B94407D4CC2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6105486" y="495721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91087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/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00CD95D-380A-9D4D-A027-13B7757C598F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EE524D94-2A44-674B-A570-1C9EA8569A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191344" y="501619"/>
            <a:ext cx="2880320" cy="6239749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27A48A7D-7900-BE46-AB45-9FF85B368E0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70" t="2974" r="28177" b="3356"/>
          <a:stretch/>
        </p:blipFill>
        <p:spPr>
          <a:xfrm>
            <a:off x="4738255" y="501619"/>
            <a:ext cx="2880320" cy="6239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082086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/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149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39492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943118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general ru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Group 314">
            <a:extLst>
              <a:ext uri="{FF2B5EF4-FFF2-40B4-BE49-F238E27FC236}">
                <a16:creationId xmlns:a16="http://schemas.microsoft.com/office/drawing/2014/main" id="{0231579C-9966-4F5A-AC56-77F021B2116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37231016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DFCEC786-DC21-4243-A25E-4039A76FE1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DC2EED1E-E1C9-4DC5-8709-4539F0659E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22" name="내용 개체 틀 2">
            <a:extLst>
              <a:ext uri="{FF2B5EF4-FFF2-40B4-BE49-F238E27FC236}">
                <a16:creationId xmlns:a16="http://schemas.microsoft.com/office/drawing/2014/main" id="{0FF097D9-3BDC-47E5-B525-B252809B939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8B450383-5D8C-4B9B-AA84-C58365B90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583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F3807A-2DF1-42DC-9777-54E1BE6F3D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13690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화면설계_for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Group 314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95772695"/>
              </p:ext>
            </p:extLst>
          </p:nvPr>
        </p:nvGraphicFramePr>
        <p:xfrm>
          <a:off x="0" y="-1"/>
          <a:ext cx="12192000" cy="417376"/>
        </p:xfrm>
        <a:graphic>
          <a:graphicData uri="http://schemas.openxmlformats.org/drawingml/2006/table">
            <a:tbl>
              <a:tblPr/>
              <a:tblGrid>
                <a:gridCol w="1211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7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86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anchor="ctr" anchorCtr="1" horzOverflow="overflow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C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Location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Page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86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62559" marR="162559" marT="34355" marB="34355" horzOverflow="overflow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>
            <a:spLocks noChangeArrowheads="1"/>
          </p:cNvSpPr>
          <p:nvPr userDrawn="1"/>
        </p:nvSpPr>
        <p:spPr bwMode="auto">
          <a:xfrm>
            <a:off x="11413514" y="233399"/>
            <a:ext cx="797627" cy="215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>
              <a:defRPr/>
            </a:pPr>
            <a:fld id="{964DBA8C-7737-4831-8B7F-141A1E43E610}" type="slidenum">
              <a:rPr kumimoji="0" lang="ko-KR" altLang="en-US" sz="800" b="0" i="0" smtClean="0">
                <a:solidFill>
                  <a:prstClr val="black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pPr algn="ctr" eaLnBrk="1" hangingPunct="1">
                <a:defRPr/>
              </a:pPr>
              <a:t>‹#›</a:t>
            </a:fld>
            <a:endParaRPr kumimoji="0" lang="ko-KR" altLang="en-US" sz="800" b="0" i="0" dirty="0">
              <a:solidFill>
                <a:prstClr val="black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 hasCustomPrompt="1"/>
          </p:nvPr>
        </p:nvSpPr>
        <p:spPr>
          <a:xfrm>
            <a:off x="1198493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</a:lstStyle>
          <a:p>
            <a:r>
              <a:rPr lang="ko-KR" altLang="en-US" dirty="0"/>
              <a:t>세부 화면 명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 hasCustomPrompt="1"/>
          </p:nvPr>
        </p:nvSpPr>
        <p:spPr>
          <a:xfrm>
            <a:off x="4511888" y="206390"/>
            <a:ext cx="6746658" cy="216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buNone/>
              <a:defRPr sz="800" b="0" i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>
              <a:buNone/>
              <a:defRPr/>
            </a:lvl2pPr>
            <a:lvl3pPr>
              <a:buNone/>
              <a:defRPr/>
            </a:lvl3pPr>
            <a:lvl4pPr>
              <a:buNone/>
              <a:defRPr/>
            </a:lvl4pPr>
            <a:lvl5pPr>
              <a:buNone/>
              <a:defRPr/>
            </a:lvl5pPr>
          </a:lstStyle>
          <a:p>
            <a:pPr lvl="0"/>
            <a:r>
              <a:rPr lang="en-US" altLang="ko-KR" dirty="0"/>
              <a:t>Location </a:t>
            </a:r>
            <a:r>
              <a:rPr lang="ko-KR" altLang="en-US" dirty="0"/>
              <a:t>정보입력</a:t>
            </a:r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1" hasCustomPrompt="1"/>
          </p:nvPr>
        </p:nvSpPr>
        <p:spPr>
          <a:xfrm>
            <a:off x="1198495" y="1"/>
            <a:ext cx="3313393" cy="20137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800" b="0" i="0" baseline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defRPr>
            </a:lvl1pPr>
            <a:lvl2pPr marL="457200" indent="0">
              <a:buNone/>
              <a:defRPr sz="1000">
                <a:solidFill>
                  <a:schemeClr val="bg1"/>
                </a:solidFill>
              </a:defRPr>
            </a:lvl2pPr>
            <a:lvl3pPr marL="914400" indent="0">
              <a:buNone/>
              <a:defRPr sz="1000">
                <a:solidFill>
                  <a:schemeClr val="bg1"/>
                </a:solidFill>
              </a:defRPr>
            </a:lvl3pPr>
            <a:lvl4pPr marL="1371600" indent="0">
              <a:buNone/>
              <a:defRPr sz="1000">
                <a:solidFill>
                  <a:schemeClr val="bg1"/>
                </a:solidFill>
              </a:defRPr>
            </a:lvl4pPr>
            <a:lvl5pPr marL="1828800" indent="0">
              <a:buNone/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ko-KR" altLang="en-US" dirty="0"/>
              <a:t>대표화면명</a:t>
            </a:r>
            <a:endParaRPr lang="en-US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1139C0C-91F0-4795-9439-C314284C641F}"/>
              </a:ext>
            </a:extLst>
          </p:cNvPr>
          <p:cNvSpPr/>
          <p:nvPr userDrawn="1"/>
        </p:nvSpPr>
        <p:spPr>
          <a:xfrm>
            <a:off x="47328" y="487014"/>
            <a:ext cx="9288000" cy="629792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b="0" i="0" dirty="0">
              <a:solidFill>
                <a:schemeClr val="tx1">
                  <a:lumMod val="65000"/>
                  <a:lumOff val="35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7165E61F-BA38-49D5-8F96-A71EFAF80BE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5835"/>
            <a:ext cx="1198495" cy="421667"/>
          </a:xfrm>
          <a:prstGeom prst="rect">
            <a:avLst/>
          </a:prstGeom>
          <a:solidFill>
            <a:srgbClr val="0E273B"/>
          </a:solidFill>
        </p:spPr>
        <p:txBody>
          <a:bodyPr anchor="ctr"/>
          <a:lstStyle>
            <a:lvl1pPr marL="0" indent="0" algn="l">
              <a:buNone/>
              <a:defRPr sz="800">
                <a:solidFill>
                  <a:schemeClr val="bg1"/>
                </a:solidFill>
                <a:latin typeface="+mn-ea"/>
                <a:ea typeface="+mn-ea"/>
              </a:defRPr>
            </a:lvl1pPr>
            <a:lvl2pPr marL="4572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2pPr>
            <a:lvl3pPr marL="9144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3pPr>
            <a:lvl4pPr marL="13716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4pPr>
            <a:lvl5pPr marL="1828800" indent="0" algn="ctr">
              <a:buNone/>
              <a:defRPr sz="8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0412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080542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257243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4" r:id="rId1"/>
    <p:sldLayoutId id="2147483815" r:id="rId2"/>
    <p:sldLayoutId id="2147483858" r:id="rId3"/>
    <p:sldLayoutId id="2147483859" r:id="rId4"/>
    <p:sldLayoutId id="2147483861" r:id="rId5"/>
    <p:sldLayoutId id="2147483862" r:id="rId6"/>
    <p:sldLayoutId id="2147483863" r:id="rId7"/>
    <p:sldLayoutId id="2147483871" r:id="rId8"/>
    <p:sldLayoutId id="2147483867" r:id="rId9"/>
    <p:sldLayoutId id="2147483870" r:id="rId10"/>
    <p:sldLayoutId id="2147483865" r:id="rId11"/>
    <p:sldLayoutId id="2147483866" r:id="rId12"/>
    <p:sldLayoutId id="2147483864" r:id="rId13"/>
    <p:sldLayoutId id="2147483873" r:id="rId14"/>
    <p:sldLayoutId id="2147483860" r:id="rId15"/>
    <p:sldLayoutId id="2147483868" r:id="rId16"/>
    <p:sldLayoutId id="2147483872" r:id="rId17"/>
    <p:sldLayoutId id="2147483840" r:id="rId18"/>
    <p:sldLayoutId id="2147483846" r:id="rId19"/>
    <p:sldLayoutId id="2147483848" r:id="rId20"/>
    <p:sldLayoutId id="2147483869" r:id="rId21"/>
    <p:sldLayoutId id="2147483847" r:id="rId22"/>
    <p:sldLayoutId id="2147483843" r:id="rId23"/>
    <p:sldLayoutId id="2147483844" r:id="rId24"/>
    <p:sldLayoutId id="2147483825" r:id="rId25"/>
    <p:sldLayoutId id="2147483801" r:id="rId26"/>
  </p:sldLayoutIdLst>
  <p:hf hdr="0" ftr="0" dt="0"/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5pPr>
      <a:lvl6pPr marL="457124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6pPr>
      <a:lvl7pPr marL="914248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7pPr>
      <a:lvl8pPr marL="1371373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8pPr>
      <a:lvl9pPr marL="1828497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9pPr>
    </p:titleStyle>
    <p:bodyStyle>
      <a:lvl1pPr marL="341313" indent="-341313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363" indent="-284163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413" indent="-227013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8613" indent="-227013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5813" indent="-227013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183" indent="-228562" algn="l" defTabSz="914248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308" indent="-228562" algn="l" defTabSz="914248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432" indent="-228562" algn="l" defTabSz="914248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556" indent="-228562" algn="l" defTabSz="914248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24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24" algn="l" defTabSz="91424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48" algn="l" defTabSz="91424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73" algn="l" defTabSz="91424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97" algn="l" defTabSz="91424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21" algn="l" defTabSz="91424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45" algn="l" defTabSz="91424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870" algn="l" defTabSz="91424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994" algn="l" defTabSz="91424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6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tags" Target="../tags/tag3.xml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notesSlide" Target="../notesSlides/notesSlide8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tags" Target="../tags/tag7.xml"/><Relationship Id="rId2" Type="http://schemas.openxmlformats.org/officeDocument/2006/relationships/tags" Target="../tags/tag6.xml"/><Relationship Id="rId1" Type="http://schemas.openxmlformats.org/officeDocument/2006/relationships/tags" Target="../tags/tag5.xml"/><Relationship Id="rId6" Type="http://schemas.openxmlformats.org/officeDocument/2006/relationships/notesSlide" Target="../notesSlides/notesSlide9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8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tags" Target="../tags/tag11.xml"/><Relationship Id="rId2" Type="http://schemas.openxmlformats.org/officeDocument/2006/relationships/tags" Target="../tags/tag10.xml"/><Relationship Id="rId1" Type="http://schemas.openxmlformats.org/officeDocument/2006/relationships/tags" Target="../tags/tag9.xml"/><Relationship Id="rId6" Type="http://schemas.openxmlformats.org/officeDocument/2006/relationships/notesSlide" Target="../notesSlides/notesSlide10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1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20.xml"/><Relationship Id="rId3" Type="http://schemas.openxmlformats.org/officeDocument/2006/relationships/tags" Target="../tags/tag15.xml"/><Relationship Id="rId7" Type="http://schemas.openxmlformats.org/officeDocument/2006/relationships/tags" Target="../tags/tag19.xml"/><Relationship Id="rId2" Type="http://schemas.openxmlformats.org/officeDocument/2006/relationships/tags" Target="../tags/tag14.xml"/><Relationship Id="rId1" Type="http://schemas.openxmlformats.org/officeDocument/2006/relationships/tags" Target="../tags/tag13.xml"/><Relationship Id="rId6" Type="http://schemas.openxmlformats.org/officeDocument/2006/relationships/tags" Target="../tags/tag18.xml"/><Relationship Id="rId5" Type="http://schemas.openxmlformats.org/officeDocument/2006/relationships/tags" Target="../tags/tag17.xml"/><Relationship Id="rId10" Type="http://schemas.openxmlformats.org/officeDocument/2006/relationships/notesSlide" Target="../notesSlides/notesSlide11.xml"/><Relationship Id="rId4" Type="http://schemas.openxmlformats.org/officeDocument/2006/relationships/tags" Target="../tags/tag16.xml"/><Relationship Id="rId9" Type="http://schemas.openxmlformats.org/officeDocument/2006/relationships/slideLayout" Target="../slideLayouts/slideLayout2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tags" Target="../tags/tag23.xml"/><Relationship Id="rId2" Type="http://schemas.openxmlformats.org/officeDocument/2006/relationships/tags" Target="../tags/tag22.xml"/><Relationship Id="rId1" Type="http://schemas.openxmlformats.org/officeDocument/2006/relationships/tags" Target="../tags/tag21.xml"/><Relationship Id="rId6" Type="http://schemas.openxmlformats.org/officeDocument/2006/relationships/notesSlide" Target="../notesSlides/notesSlide12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2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tags" Target="../tags/tag27.xml"/><Relationship Id="rId7" Type="http://schemas.openxmlformats.org/officeDocument/2006/relationships/notesSlide" Target="../notesSlides/notesSlide13.xml"/><Relationship Id="rId2" Type="http://schemas.openxmlformats.org/officeDocument/2006/relationships/tags" Target="../tags/tag26.xml"/><Relationship Id="rId1" Type="http://schemas.openxmlformats.org/officeDocument/2006/relationships/tags" Target="../tags/tag25.xml"/><Relationship Id="rId6" Type="http://schemas.openxmlformats.org/officeDocument/2006/relationships/slideLayout" Target="../slideLayouts/slideLayout25.xml"/><Relationship Id="rId5" Type="http://schemas.openxmlformats.org/officeDocument/2006/relationships/tags" Target="../tags/tag29.xml"/><Relationship Id="rId4" Type="http://schemas.openxmlformats.org/officeDocument/2006/relationships/tags" Target="../tags/tag2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5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5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tags" Target="../tags/tag32.xml"/><Relationship Id="rId2" Type="http://schemas.openxmlformats.org/officeDocument/2006/relationships/tags" Target="../tags/tag31.xml"/><Relationship Id="rId1" Type="http://schemas.openxmlformats.org/officeDocument/2006/relationships/tags" Target="../tags/tag30.xml"/><Relationship Id="rId6" Type="http://schemas.openxmlformats.org/officeDocument/2006/relationships/notesSlide" Target="../notesSlides/notesSlide23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3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tags" Target="../tags/tag36.xml"/><Relationship Id="rId2" Type="http://schemas.openxmlformats.org/officeDocument/2006/relationships/tags" Target="../tags/tag35.xml"/><Relationship Id="rId1" Type="http://schemas.openxmlformats.org/officeDocument/2006/relationships/tags" Target="../tags/tag34.xml"/><Relationship Id="rId6" Type="http://schemas.openxmlformats.org/officeDocument/2006/relationships/notesSlide" Target="../notesSlides/notesSlide24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37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tags" Target="../tags/tag45.xml"/><Relationship Id="rId3" Type="http://schemas.openxmlformats.org/officeDocument/2006/relationships/tags" Target="../tags/tag40.xml"/><Relationship Id="rId7" Type="http://schemas.openxmlformats.org/officeDocument/2006/relationships/tags" Target="../tags/tag44.xml"/><Relationship Id="rId2" Type="http://schemas.openxmlformats.org/officeDocument/2006/relationships/tags" Target="../tags/tag39.xml"/><Relationship Id="rId1" Type="http://schemas.openxmlformats.org/officeDocument/2006/relationships/tags" Target="../tags/tag38.xml"/><Relationship Id="rId6" Type="http://schemas.openxmlformats.org/officeDocument/2006/relationships/tags" Target="../tags/tag43.xml"/><Relationship Id="rId5" Type="http://schemas.openxmlformats.org/officeDocument/2006/relationships/tags" Target="../tags/tag42.xml"/><Relationship Id="rId10" Type="http://schemas.openxmlformats.org/officeDocument/2006/relationships/notesSlide" Target="../notesSlides/notesSlide25.xml"/><Relationship Id="rId4" Type="http://schemas.openxmlformats.org/officeDocument/2006/relationships/tags" Target="../tags/tag41.xml"/><Relationship Id="rId9" Type="http://schemas.openxmlformats.org/officeDocument/2006/relationships/slideLayout" Target="../slideLayouts/slideLayout25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5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tags" Target="../tags/tag48.xml"/><Relationship Id="rId2" Type="http://schemas.openxmlformats.org/officeDocument/2006/relationships/tags" Target="../tags/tag47.xml"/><Relationship Id="rId1" Type="http://schemas.openxmlformats.org/officeDocument/2006/relationships/tags" Target="../tags/tag46.xml"/><Relationship Id="rId6" Type="http://schemas.openxmlformats.org/officeDocument/2006/relationships/notesSlide" Target="../notesSlides/notesSlide27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49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tags" Target="../tags/tag57.xml"/><Relationship Id="rId3" Type="http://schemas.openxmlformats.org/officeDocument/2006/relationships/tags" Target="../tags/tag52.xml"/><Relationship Id="rId7" Type="http://schemas.openxmlformats.org/officeDocument/2006/relationships/tags" Target="../tags/tag56.xml"/><Relationship Id="rId2" Type="http://schemas.openxmlformats.org/officeDocument/2006/relationships/tags" Target="../tags/tag51.xml"/><Relationship Id="rId1" Type="http://schemas.openxmlformats.org/officeDocument/2006/relationships/tags" Target="../tags/tag50.xml"/><Relationship Id="rId6" Type="http://schemas.openxmlformats.org/officeDocument/2006/relationships/tags" Target="../tags/tag55.xml"/><Relationship Id="rId5" Type="http://schemas.openxmlformats.org/officeDocument/2006/relationships/tags" Target="../tags/tag54.xml"/><Relationship Id="rId10" Type="http://schemas.openxmlformats.org/officeDocument/2006/relationships/notesSlide" Target="../notesSlides/notesSlide28.xml"/><Relationship Id="rId4" Type="http://schemas.openxmlformats.org/officeDocument/2006/relationships/tags" Target="../tags/tag53.xml"/><Relationship Id="rId9" Type="http://schemas.openxmlformats.org/officeDocument/2006/relationships/slideLayout" Target="../slideLayouts/slideLayout25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5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tags" Target="../tags/tag60.xml"/><Relationship Id="rId7" Type="http://schemas.openxmlformats.org/officeDocument/2006/relationships/notesSlide" Target="../notesSlides/notesSlide30.xml"/><Relationship Id="rId2" Type="http://schemas.openxmlformats.org/officeDocument/2006/relationships/tags" Target="../tags/tag59.xml"/><Relationship Id="rId1" Type="http://schemas.openxmlformats.org/officeDocument/2006/relationships/tags" Target="../tags/tag58.xml"/><Relationship Id="rId6" Type="http://schemas.openxmlformats.org/officeDocument/2006/relationships/slideLayout" Target="../slideLayouts/slideLayout25.xml"/><Relationship Id="rId5" Type="http://schemas.openxmlformats.org/officeDocument/2006/relationships/tags" Target="../tags/tag62.xml"/><Relationship Id="rId4" Type="http://schemas.openxmlformats.org/officeDocument/2006/relationships/tags" Target="../tags/tag61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tags" Target="../tags/tag65.xml"/><Relationship Id="rId2" Type="http://schemas.openxmlformats.org/officeDocument/2006/relationships/tags" Target="../tags/tag64.xml"/><Relationship Id="rId1" Type="http://schemas.openxmlformats.org/officeDocument/2006/relationships/tags" Target="../tags/tag63.xml"/><Relationship Id="rId6" Type="http://schemas.openxmlformats.org/officeDocument/2006/relationships/notesSlide" Target="../notesSlides/notesSlide31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66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tags" Target="../tags/tag69.xml"/><Relationship Id="rId2" Type="http://schemas.openxmlformats.org/officeDocument/2006/relationships/tags" Target="../tags/tag68.xml"/><Relationship Id="rId1" Type="http://schemas.openxmlformats.org/officeDocument/2006/relationships/tags" Target="../tags/tag67.xml"/><Relationship Id="rId6" Type="http://schemas.openxmlformats.org/officeDocument/2006/relationships/notesSlide" Target="../notesSlides/notesSlide32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70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tags" Target="../tags/tag78.xml"/><Relationship Id="rId3" Type="http://schemas.openxmlformats.org/officeDocument/2006/relationships/tags" Target="../tags/tag73.xml"/><Relationship Id="rId7" Type="http://schemas.openxmlformats.org/officeDocument/2006/relationships/tags" Target="../tags/tag77.xml"/><Relationship Id="rId2" Type="http://schemas.openxmlformats.org/officeDocument/2006/relationships/tags" Target="../tags/tag72.xml"/><Relationship Id="rId1" Type="http://schemas.openxmlformats.org/officeDocument/2006/relationships/tags" Target="../tags/tag71.xml"/><Relationship Id="rId6" Type="http://schemas.openxmlformats.org/officeDocument/2006/relationships/tags" Target="../tags/tag76.xml"/><Relationship Id="rId5" Type="http://schemas.openxmlformats.org/officeDocument/2006/relationships/tags" Target="../tags/tag75.xml"/><Relationship Id="rId10" Type="http://schemas.openxmlformats.org/officeDocument/2006/relationships/notesSlide" Target="../notesSlides/notesSlide33.xml"/><Relationship Id="rId4" Type="http://schemas.openxmlformats.org/officeDocument/2006/relationships/tags" Target="../tags/tag74.xml"/><Relationship Id="rId9" Type="http://schemas.openxmlformats.org/officeDocument/2006/relationships/slideLayout" Target="../slideLayouts/slideLayout2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tags" Target="../tags/tag81.xml"/><Relationship Id="rId2" Type="http://schemas.openxmlformats.org/officeDocument/2006/relationships/tags" Target="../tags/tag80.xml"/><Relationship Id="rId1" Type="http://schemas.openxmlformats.org/officeDocument/2006/relationships/tags" Target="../tags/tag79.xml"/><Relationship Id="rId6" Type="http://schemas.openxmlformats.org/officeDocument/2006/relationships/notesSlide" Target="../notesSlides/notesSlide34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8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tags" Target="../tags/tag85.xml"/><Relationship Id="rId7" Type="http://schemas.openxmlformats.org/officeDocument/2006/relationships/notesSlide" Target="../notesSlides/notesSlide35.xml"/><Relationship Id="rId2" Type="http://schemas.openxmlformats.org/officeDocument/2006/relationships/tags" Target="../tags/tag84.xml"/><Relationship Id="rId1" Type="http://schemas.openxmlformats.org/officeDocument/2006/relationships/tags" Target="../tags/tag83.xml"/><Relationship Id="rId6" Type="http://schemas.openxmlformats.org/officeDocument/2006/relationships/slideLayout" Target="../slideLayouts/slideLayout25.xml"/><Relationship Id="rId5" Type="http://schemas.openxmlformats.org/officeDocument/2006/relationships/tags" Target="../tags/tag87.xml"/><Relationship Id="rId4" Type="http://schemas.openxmlformats.org/officeDocument/2006/relationships/tags" Target="../tags/tag86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tags" Target="../tags/tag95.xml"/><Relationship Id="rId3" Type="http://schemas.openxmlformats.org/officeDocument/2006/relationships/tags" Target="../tags/tag90.xml"/><Relationship Id="rId7" Type="http://schemas.openxmlformats.org/officeDocument/2006/relationships/tags" Target="../tags/tag94.xml"/><Relationship Id="rId2" Type="http://schemas.openxmlformats.org/officeDocument/2006/relationships/tags" Target="../tags/tag89.xml"/><Relationship Id="rId1" Type="http://schemas.openxmlformats.org/officeDocument/2006/relationships/tags" Target="../tags/tag88.xml"/><Relationship Id="rId6" Type="http://schemas.openxmlformats.org/officeDocument/2006/relationships/tags" Target="../tags/tag93.xml"/><Relationship Id="rId5" Type="http://schemas.openxmlformats.org/officeDocument/2006/relationships/tags" Target="../tags/tag92.xml"/><Relationship Id="rId10" Type="http://schemas.openxmlformats.org/officeDocument/2006/relationships/notesSlide" Target="../notesSlides/notesSlide36.xml"/><Relationship Id="rId4" Type="http://schemas.openxmlformats.org/officeDocument/2006/relationships/tags" Target="../tags/tag91.xml"/><Relationship Id="rId9" Type="http://schemas.openxmlformats.org/officeDocument/2006/relationships/slideLayout" Target="../slideLayouts/slideLayout25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5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tags" Target="../tags/tag98.xml"/><Relationship Id="rId2" Type="http://schemas.openxmlformats.org/officeDocument/2006/relationships/tags" Target="../tags/tag97.xml"/><Relationship Id="rId1" Type="http://schemas.openxmlformats.org/officeDocument/2006/relationships/tags" Target="../tags/tag96.xml"/><Relationship Id="rId6" Type="http://schemas.openxmlformats.org/officeDocument/2006/relationships/notesSlide" Target="../notesSlides/notesSlide38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99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tags" Target="../tags/tag107.xml"/><Relationship Id="rId3" Type="http://schemas.openxmlformats.org/officeDocument/2006/relationships/tags" Target="../tags/tag102.xml"/><Relationship Id="rId7" Type="http://schemas.openxmlformats.org/officeDocument/2006/relationships/tags" Target="../tags/tag106.xml"/><Relationship Id="rId2" Type="http://schemas.openxmlformats.org/officeDocument/2006/relationships/tags" Target="../tags/tag101.xml"/><Relationship Id="rId1" Type="http://schemas.openxmlformats.org/officeDocument/2006/relationships/tags" Target="../tags/tag100.xml"/><Relationship Id="rId6" Type="http://schemas.openxmlformats.org/officeDocument/2006/relationships/tags" Target="../tags/tag105.xml"/><Relationship Id="rId5" Type="http://schemas.openxmlformats.org/officeDocument/2006/relationships/tags" Target="../tags/tag104.xml"/><Relationship Id="rId10" Type="http://schemas.openxmlformats.org/officeDocument/2006/relationships/notesSlide" Target="../notesSlides/notesSlide39.xml"/><Relationship Id="rId4" Type="http://schemas.openxmlformats.org/officeDocument/2006/relationships/tags" Target="../tags/tag103.xml"/><Relationship Id="rId9" Type="http://schemas.openxmlformats.org/officeDocument/2006/relationships/slideLayout" Target="../slideLayouts/slideLayout25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5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tags" Target="../tags/tag110.xml"/><Relationship Id="rId7" Type="http://schemas.openxmlformats.org/officeDocument/2006/relationships/notesSlide" Target="../notesSlides/notesSlide41.xml"/><Relationship Id="rId2" Type="http://schemas.openxmlformats.org/officeDocument/2006/relationships/tags" Target="../tags/tag109.xml"/><Relationship Id="rId1" Type="http://schemas.openxmlformats.org/officeDocument/2006/relationships/tags" Target="../tags/tag108.xml"/><Relationship Id="rId6" Type="http://schemas.openxmlformats.org/officeDocument/2006/relationships/slideLayout" Target="../slideLayouts/slideLayout25.xml"/><Relationship Id="rId5" Type="http://schemas.openxmlformats.org/officeDocument/2006/relationships/tags" Target="../tags/tag112.xml"/><Relationship Id="rId4" Type="http://schemas.openxmlformats.org/officeDocument/2006/relationships/tags" Target="../tags/tag11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tags" Target="../tags/tag115.xml"/><Relationship Id="rId2" Type="http://schemas.openxmlformats.org/officeDocument/2006/relationships/tags" Target="../tags/tag114.xml"/><Relationship Id="rId1" Type="http://schemas.openxmlformats.org/officeDocument/2006/relationships/tags" Target="../tags/tag113.xml"/><Relationship Id="rId6" Type="http://schemas.openxmlformats.org/officeDocument/2006/relationships/notesSlide" Target="../notesSlides/notesSlide43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116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tags" Target="../tags/tag119.xml"/><Relationship Id="rId2" Type="http://schemas.openxmlformats.org/officeDocument/2006/relationships/tags" Target="../tags/tag118.xml"/><Relationship Id="rId1" Type="http://schemas.openxmlformats.org/officeDocument/2006/relationships/tags" Target="../tags/tag117.xml"/><Relationship Id="rId6" Type="http://schemas.openxmlformats.org/officeDocument/2006/relationships/notesSlide" Target="../notesSlides/notesSlide44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120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tags" Target="../tags/tag123.xml"/><Relationship Id="rId2" Type="http://schemas.openxmlformats.org/officeDocument/2006/relationships/tags" Target="../tags/tag122.xml"/><Relationship Id="rId1" Type="http://schemas.openxmlformats.org/officeDocument/2006/relationships/tags" Target="../tags/tag121.xml"/><Relationship Id="rId6" Type="http://schemas.openxmlformats.org/officeDocument/2006/relationships/notesSlide" Target="../notesSlides/notesSlide45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12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tags" Target="../tags/tag127.xml"/><Relationship Id="rId2" Type="http://schemas.openxmlformats.org/officeDocument/2006/relationships/tags" Target="../tags/tag126.xml"/><Relationship Id="rId1" Type="http://schemas.openxmlformats.org/officeDocument/2006/relationships/tags" Target="../tags/tag125.xml"/><Relationship Id="rId6" Type="http://schemas.openxmlformats.org/officeDocument/2006/relationships/notesSlide" Target="../notesSlides/notesSlide46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128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tags" Target="../tags/tag131.xml"/><Relationship Id="rId7" Type="http://schemas.openxmlformats.org/officeDocument/2006/relationships/notesSlide" Target="../notesSlides/notesSlide47.xml"/><Relationship Id="rId2" Type="http://schemas.openxmlformats.org/officeDocument/2006/relationships/tags" Target="../tags/tag130.xml"/><Relationship Id="rId1" Type="http://schemas.openxmlformats.org/officeDocument/2006/relationships/tags" Target="../tags/tag129.xml"/><Relationship Id="rId6" Type="http://schemas.openxmlformats.org/officeDocument/2006/relationships/slideLayout" Target="../slideLayouts/slideLayout25.xml"/><Relationship Id="rId5" Type="http://schemas.openxmlformats.org/officeDocument/2006/relationships/tags" Target="../tags/tag133.xml"/><Relationship Id="rId4" Type="http://schemas.openxmlformats.org/officeDocument/2006/relationships/tags" Target="../tags/tag13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tags" Target="../tags/tag136.xml"/><Relationship Id="rId2" Type="http://schemas.openxmlformats.org/officeDocument/2006/relationships/tags" Target="../tags/tag135.xml"/><Relationship Id="rId1" Type="http://schemas.openxmlformats.org/officeDocument/2006/relationships/tags" Target="../tags/tag134.xml"/><Relationship Id="rId6" Type="http://schemas.openxmlformats.org/officeDocument/2006/relationships/notesSlide" Target="../notesSlides/notesSlide48.xml"/><Relationship Id="rId5" Type="http://schemas.openxmlformats.org/officeDocument/2006/relationships/slideLayout" Target="../slideLayouts/slideLayout25.xml"/><Relationship Id="rId4" Type="http://schemas.openxmlformats.org/officeDocument/2006/relationships/tags" Target="../tags/tag137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tags" Target="../tags/tag145.xml"/><Relationship Id="rId3" Type="http://schemas.openxmlformats.org/officeDocument/2006/relationships/tags" Target="../tags/tag140.xml"/><Relationship Id="rId7" Type="http://schemas.openxmlformats.org/officeDocument/2006/relationships/tags" Target="../tags/tag144.xml"/><Relationship Id="rId2" Type="http://schemas.openxmlformats.org/officeDocument/2006/relationships/tags" Target="../tags/tag139.xml"/><Relationship Id="rId1" Type="http://schemas.openxmlformats.org/officeDocument/2006/relationships/tags" Target="../tags/tag138.xml"/><Relationship Id="rId6" Type="http://schemas.openxmlformats.org/officeDocument/2006/relationships/tags" Target="../tags/tag143.xml"/><Relationship Id="rId11" Type="http://schemas.openxmlformats.org/officeDocument/2006/relationships/notesSlide" Target="../notesSlides/notesSlide49.xml"/><Relationship Id="rId5" Type="http://schemas.openxmlformats.org/officeDocument/2006/relationships/tags" Target="../tags/tag142.xml"/><Relationship Id="rId10" Type="http://schemas.openxmlformats.org/officeDocument/2006/relationships/slideLayout" Target="../slideLayouts/slideLayout25.xml"/><Relationship Id="rId4" Type="http://schemas.openxmlformats.org/officeDocument/2006/relationships/tags" Target="../tags/tag141.xml"/><Relationship Id="rId9" Type="http://schemas.openxmlformats.org/officeDocument/2006/relationships/tags" Target="../tags/tag146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B00B8047-21F8-65F7-4511-06941C793E18}"/>
              </a:ext>
            </a:extLst>
          </p:cNvPr>
          <p:cNvSpPr/>
          <p:nvPr/>
        </p:nvSpPr>
        <p:spPr>
          <a:xfrm>
            <a:off x="12899" y="1"/>
            <a:ext cx="9696400" cy="6857999"/>
          </a:xfrm>
          <a:prstGeom prst="rect">
            <a:avLst/>
          </a:prstGeom>
          <a:solidFill>
            <a:srgbClr val="0E273B"/>
          </a:solidFill>
          <a:ln>
            <a:solidFill>
              <a:srgbClr val="0E273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 dirty="0">
              <a:solidFill>
                <a:srgbClr val="0E273B"/>
              </a:solidFill>
              <a:latin typeface="NanumGothic" panose="020D0604000000000000" pitchFamily="34" charset="-127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79376" y="2276872"/>
            <a:ext cx="727280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dirty="0">
                <a:solidFill>
                  <a:schemeClr val="bg1"/>
                </a:solidFill>
                <a:latin typeface="나눔고딕OTF" panose="020D0604000000000000" pitchFamily="34" charset="-127"/>
                <a:ea typeface="나눔고딕OTF" panose="020D0604000000000000" pitchFamily="34" charset="-127"/>
              </a:rPr>
              <a:t>올라</a:t>
            </a:r>
            <a:r>
              <a:rPr lang="en-US" altLang="ko-KR" sz="3600" b="1" dirty="0">
                <a:solidFill>
                  <a:schemeClr val="bg1"/>
                </a:solidFill>
                <a:latin typeface="나눔고딕OTF" panose="020D0604000000000000" pitchFamily="34" charset="-127"/>
                <a:ea typeface="나눔고딕OTF" panose="020D0604000000000000" pitchFamily="34" charset="-127"/>
              </a:rPr>
              <a:t>(Hola)</a:t>
            </a:r>
            <a:r>
              <a:rPr lang="ko-KR" altLang="en-US" sz="3600" b="1" dirty="0">
                <a:solidFill>
                  <a:schemeClr val="bg1"/>
                </a:solidFill>
                <a:latin typeface="나눔고딕OTF" panose="020D0604000000000000" pitchFamily="34" charset="-127"/>
                <a:ea typeface="나눔고딕OTF" panose="020D0604000000000000" pitchFamily="34" charset="-127"/>
              </a:rPr>
              <a:t> </a:t>
            </a:r>
            <a:r>
              <a:rPr lang="en-US" altLang="ko-KR" sz="3600" b="1" dirty="0">
                <a:solidFill>
                  <a:schemeClr val="bg1"/>
                </a:solidFill>
                <a:latin typeface="나눔고딕OTF" panose="020D0604000000000000" pitchFamily="34" charset="-127"/>
                <a:ea typeface="나눔고딕OTF" panose="020D0604000000000000" pitchFamily="34" charset="-127"/>
              </a:rPr>
              <a:t>PMS</a:t>
            </a:r>
            <a:r>
              <a:rPr lang="ko-KR" altLang="en-US" sz="3600" b="1" dirty="0">
                <a:solidFill>
                  <a:schemeClr val="bg1"/>
                </a:solidFill>
                <a:latin typeface="나눔고딕OTF" panose="020D0604000000000000" pitchFamily="34" charset="-127"/>
                <a:ea typeface="나눔고딕OTF" panose="020D0604000000000000" pitchFamily="34" charset="-127"/>
              </a:rPr>
              <a:t> 구축</a:t>
            </a:r>
            <a:endParaRPr lang="en-US" altLang="ko-KR" sz="3600" b="1" dirty="0">
              <a:solidFill>
                <a:schemeClr val="bg1"/>
              </a:solidFill>
              <a:latin typeface="나눔고딕OTF" panose="020D0604000000000000" pitchFamily="34" charset="-127"/>
              <a:ea typeface="나눔고딕OTF" panose="020D0604000000000000" pitchFamily="34" charset="-127"/>
            </a:endParaRPr>
          </a:p>
          <a:p>
            <a:r>
              <a:rPr lang="ko-KR" altLang="en-US" sz="3600" b="1" dirty="0">
                <a:solidFill>
                  <a:schemeClr val="bg1"/>
                </a:solidFill>
                <a:latin typeface="나눔고딕OTF" panose="020D0604000000000000" pitchFamily="34" charset="-127"/>
                <a:ea typeface="나눔고딕OTF" panose="020D0604000000000000" pitchFamily="34" charset="-127"/>
              </a:rPr>
              <a:t>상품 관리</a:t>
            </a:r>
            <a:endParaRPr lang="en-US" altLang="ko-KR" sz="3600" b="1" dirty="0">
              <a:solidFill>
                <a:schemeClr val="bg1"/>
              </a:solidFill>
              <a:latin typeface="나눔고딕OTF" panose="020D0604000000000000" pitchFamily="34" charset="-127"/>
              <a:ea typeface="나눔고딕OTF" panose="020D0604000000000000" pitchFamily="34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BB3CFB0-434E-9EC3-C647-5D39A79CE9E9}"/>
              </a:ext>
            </a:extLst>
          </p:cNvPr>
          <p:cNvSpPr txBox="1"/>
          <p:nvPr/>
        </p:nvSpPr>
        <p:spPr>
          <a:xfrm>
            <a:off x="703143" y="4869160"/>
            <a:ext cx="60785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  <a:cs typeface="Arial" panose="020B0604020202020204" pitchFamily="34" charset="0"/>
              </a:rPr>
              <a:t>2025.1</a:t>
            </a:r>
            <a:endParaRPr lang="ko-KR" altLang="en-US" sz="10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519B1AC-406F-613B-7B8E-CCA7A79EC1EA}"/>
              </a:ext>
            </a:extLst>
          </p:cNvPr>
          <p:cNvSpPr txBox="1"/>
          <p:nvPr/>
        </p:nvSpPr>
        <p:spPr>
          <a:xfrm>
            <a:off x="703143" y="5298740"/>
            <a:ext cx="122020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  <a:cs typeface="Arial" panose="020B0604020202020204" pitchFamily="34" charset="0"/>
              </a:rPr>
              <a:t>by</a:t>
            </a:r>
            <a:r>
              <a:rPr lang="ko-KR" altLang="en-US" sz="14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  <a:cs typeface="Arial" panose="020B0604020202020204" pitchFamily="34" charset="0"/>
              </a:rPr>
              <a:t> </a:t>
            </a:r>
            <a:r>
              <a:rPr lang="en-US" altLang="ko-KR" sz="14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  <a:cs typeface="Arial" panose="020B0604020202020204" pitchFamily="34" charset="0"/>
              </a:rPr>
              <a:t>Bluewave</a:t>
            </a:r>
            <a:endParaRPr lang="ko-KR" altLang="en-US" sz="14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  <a:cs typeface="Arial" panose="020B0604020202020204" pitchFamily="34" charset="0"/>
            </a:endParaRPr>
          </a:p>
        </p:txBody>
      </p:sp>
      <p:cxnSp>
        <p:nvCxnSpPr>
          <p:cNvPr id="10" name="직선 연결선 26">
            <a:extLst>
              <a:ext uri="{FF2B5EF4-FFF2-40B4-BE49-F238E27FC236}">
                <a16:creationId xmlns:a16="http://schemas.microsoft.com/office/drawing/2014/main" id="{C097CB60-C949-A811-C665-4F285C858A3D}"/>
              </a:ext>
            </a:extLst>
          </p:cNvPr>
          <p:cNvCxnSpPr>
            <a:cxnSpLocks/>
          </p:cNvCxnSpPr>
          <p:nvPr/>
        </p:nvCxnSpPr>
        <p:spPr>
          <a:xfrm>
            <a:off x="794357" y="5200948"/>
            <a:ext cx="2666462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194734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제목 1">
            <a:extLst>
              <a:ext uri="{FF2B5EF4-FFF2-40B4-BE49-F238E27FC236}">
                <a16:creationId xmlns:a16="http://schemas.microsoft.com/office/drawing/2014/main" id="{57A7AD3A-9DD8-E707-5CC7-4618915AE368}"/>
              </a:ext>
            </a:extLst>
          </p:cNvPr>
          <p:cNvSpPr txBox="1">
            <a:spLocks/>
          </p:cNvSpPr>
          <p:nvPr/>
        </p:nvSpPr>
        <p:spPr>
          <a:xfrm>
            <a:off x="407368" y="260648"/>
            <a:ext cx="1266825" cy="291022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124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248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373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497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l"/>
            <a:r>
              <a:rPr kumimoji="0" lang="ko-KR" altLang="en-US" sz="14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개정 이력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133C224-A8E8-2BEB-7265-0D74AD2D67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5484310"/>
              </p:ext>
            </p:extLst>
          </p:nvPr>
        </p:nvGraphicFramePr>
        <p:xfrm>
          <a:off x="320130" y="764704"/>
          <a:ext cx="11320486" cy="27418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7318">
                  <a:extLst>
                    <a:ext uri="{9D8B030D-6E8A-4147-A177-3AD203B41FA5}">
                      <a16:colId xmlns:a16="http://schemas.microsoft.com/office/drawing/2014/main" val="3393011105"/>
                    </a:ext>
                  </a:extLst>
                </a:gridCol>
                <a:gridCol w="5832648">
                  <a:extLst>
                    <a:ext uri="{9D8B030D-6E8A-4147-A177-3AD203B41FA5}">
                      <a16:colId xmlns:a16="http://schemas.microsoft.com/office/drawing/2014/main" val="2661492004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val="3509239257"/>
                    </a:ext>
                  </a:extLst>
                </a:gridCol>
                <a:gridCol w="1354731">
                  <a:extLst>
                    <a:ext uri="{9D8B030D-6E8A-4147-A177-3AD203B41FA5}">
                      <a16:colId xmlns:a16="http://schemas.microsoft.com/office/drawing/2014/main" val="557358696"/>
                    </a:ext>
                  </a:extLst>
                </a:gridCol>
                <a:gridCol w="1741613">
                  <a:extLst>
                    <a:ext uri="{9D8B030D-6E8A-4147-A177-3AD203B41FA5}">
                      <a16:colId xmlns:a16="http://schemas.microsoft.com/office/drawing/2014/main" val="314170535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r>
                        <a:rPr lang="ko-KR" altLang="en-US" sz="1100" b="0" i="0" kern="1200" dirty="0">
                          <a:solidFill>
                            <a:schemeClr val="bg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버전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E273B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r>
                        <a:rPr lang="ko-KR" altLang="en-US" sz="1100" b="0" i="0" kern="1200" dirty="0">
                          <a:solidFill>
                            <a:schemeClr val="bg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개정내용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E273B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r>
                        <a:rPr lang="ko-KR" altLang="en-US" sz="1100" b="0" i="0" kern="1200" dirty="0">
                          <a:solidFill>
                            <a:schemeClr val="bg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페이지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E273B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r>
                        <a:rPr lang="ko-KR" altLang="en-US" sz="1100" b="0" i="0" kern="1200" dirty="0">
                          <a:solidFill>
                            <a:schemeClr val="bg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개정일자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E273B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r>
                        <a:rPr lang="ko-KR" altLang="en-US" sz="1100" b="0" i="0" kern="1200" dirty="0">
                          <a:solidFill>
                            <a:schemeClr val="bg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작성자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E27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13003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r>
                        <a:rPr lang="en-US" altLang="ko-KR" sz="1000" b="0" i="0" kern="12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V0.1</a:t>
                      </a:r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r>
                        <a:rPr lang="ko-KR" altLang="en-US" sz="1000" b="0" i="0" kern="12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최초 작성</a:t>
                      </a:r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r>
                        <a:rPr lang="en-US" altLang="ko-KR" sz="1000" b="0" i="0" kern="12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2025-01-15</a:t>
                      </a:r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r>
                        <a:rPr lang="ko-KR" altLang="en-US" sz="1000" b="0" i="0" kern="120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박성광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27781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6912996"/>
                  </a:ext>
                </a:extLst>
              </a:tr>
              <a:tr h="288242"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1915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34819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271077"/>
                  </a:ext>
                </a:extLst>
              </a:tr>
              <a:tr h="157223"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68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98441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9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9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2730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9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9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7273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457200" rtl="0" eaLnBrk="1" latinLnBrk="0" hangingPunct="1"/>
                      <a:endParaRPr lang="en-US" altLang="ko-KR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457200" rtl="0" eaLnBrk="1" latinLnBrk="0" hangingPunct="1"/>
                      <a:endParaRPr lang="ko-KR" altLang="en-US" sz="1000" b="0" i="0" kern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3305127"/>
                  </a:ext>
                </a:extLst>
              </a:tr>
            </a:tbl>
          </a:graphicData>
        </a:graphic>
      </p:graphicFrame>
      <p:cxnSp>
        <p:nvCxnSpPr>
          <p:cNvPr id="9" name="직선 연결선 3">
            <a:extLst>
              <a:ext uri="{FF2B5EF4-FFF2-40B4-BE49-F238E27FC236}">
                <a16:creationId xmlns:a16="http://schemas.microsoft.com/office/drawing/2014/main" id="{B5B5739F-6413-69C2-5017-304829A0DB7D}"/>
              </a:ext>
            </a:extLst>
          </p:cNvPr>
          <p:cNvCxnSpPr/>
          <p:nvPr/>
        </p:nvCxnSpPr>
        <p:spPr>
          <a:xfrm>
            <a:off x="321643" y="263189"/>
            <a:ext cx="0" cy="273240"/>
          </a:xfrm>
          <a:prstGeom prst="line">
            <a:avLst/>
          </a:prstGeom>
          <a:ln w="57150">
            <a:solidFill>
              <a:srgbClr val="0E273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9602193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CEE397-2FCC-3C9F-05F8-B8D12C4B4C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A853636F-6CD4-5BA3-3F0D-D51BC18A94F0}"/>
              </a:ext>
            </a:extLst>
          </p:cNvPr>
          <p:cNvSpPr/>
          <p:nvPr/>
        </p:nvSpPr>
        <p:spPr>
          <a:xfrm>
            <a:off x="0" y="1974770"/>
            <a:ext cx="12191999" cy="2908460"/>
          </a:xfrm>
          <a:prstGeom prst="rect">
            <a:avLst/>
          </a:prstGeom>
          <a:solidFill>
            <a:srgbClr val="0E273B"/>
          </a:solidFill>
          <a:ln>
            <a:solidFill>
              <a:srgbClr val="0E273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객실 관리</a:t>
            </a:r>
            <a:endParaRPr kumimoji="1" lang="ko-Kore-KR" altLang="en-US" sz="400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567494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348E7C-4C4A-662F-8F21-093D0EA10D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A2225295-7640-FED1-9333-C46677CEFA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객실관리 리스트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BF554D09-8653-7916-BFC4-0F379896D7C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3C581A3D-2411-2287-F5DD-60054CD61E1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9F848047-232A-17D6-1964-9D3A893EEB5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A1615C6-7550-9EF5-3C8D-79DC50477EDC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C7254D3-0292-C1DA-5D18-884E9C116B26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3178CD8-E0EB-EC12-6BB0-3EC5536DD221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0AC50391-677C-70F7-4264-83484CE016AE}"/>
              </a:ext>
            </a:extLst>
          </p:cNvPr>
          <p:cNvGraphicFramePr>
            <a:graphicFrameLocks noGrp="1"/>
          </p:cNvGraphicFramePr>
          <p:nvPr/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수정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상세 페이지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등록 페이지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A9CB8C51-E126-6932-A111-12E03E50A18F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310DEB6F-40C9-E36B-D0C5-893C9A35F84B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B0FC1DBE-892A-9D45-361D-7B0E294D8D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4984394"/>
              </p:ext>
            </p:extLst>
          </p:nvPr>
        </p:nvGraphicFramePr>
        <p:xfrm>
          <a:off x="1448266" y="908719"/>
          <a:ext cx="7816085" cy="2501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7334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3096344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482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 코드 </a:t>
                      </a: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ko-KR" altLang="en-US" sz="800" b="1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5" name="Text Box">
            <a:extLst>
              <a:ext uri="{FF2B5EF4-FFF2-40B4-BE49-F238E27FC236}">
                <a16:creationId xmlns:a16="http://schemas.microsoft.com/office/drawing/2014/main" id="{797BF22B-D331-5EBB-57A4-E7975B551D9F}"/>
              </a:ext>
            </a:extLst>
          </p:cNvPr>
          <p:cNvSpPr>
            <a:spLocks/>
          </p:cNvSpPr>
          <p:nvPr/>
        </p:nvSpPr>
        <p:spPr bwMode="auto">
          <a:xfrm>
            <a:off x="2540589" y="942863"/>
            <a:ext cx="137653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객실코드를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9FC8E1B6-A56E-DDBF-F5A6-1A78A44D51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020948"/>
              </p:ext>
            </p:extLst>
          </p:nvPr>
        </p:nvGraphicFramePr>
        <p:xfrm>
          <a:off x="1447440" y="1532810"/>
          <a:ext cx="7814440" cy="2575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75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6911">
                  <a:extLst>
                    <a:ext uri="{9D8B030D-6E8A-4147-A177-3AD203B41FA5}">
                      <a16:colId xmlns:a16="http://schemas.microsoft.com/office/drawing/2014/main" val="2007734128"/>
                    </a:ext>
                  </a:extLst>
                </a:gridCol>
                <a:gridCol w="2459444">
                  <a:extLst>
                    <a:ext uri="{9D8B030D-6E8A-4147-A177-3AD203B41FA5}">
                      <a16:colId xmlns:a16="http://schemas.microsoft.com/office/drawing/2014/main" val="3288341262"/>
                    </a:ext>
                  </a:extLst>
                </a:gridCol>
                <a:gridCol w="853389">
                  <a:extLst>
                    <a:ext uri="{9D8B030D-6E8A-4147-A177-3AD203B41FA5}">
                      <a16:colId xmlns:a16="http://schemas.microsoft.com/office/drawing/2014/main" val="4232283989"/>
                    </a:ext>
                  </a:extLst>
                </a:gridCol>
                <a:gridCol w="2017102">
                  <a:extLst>
                    <a:ext uri="{9D8B030D-6E8A-4147-A177-3AD203B41FA5}">
                      <a16:colId xmlns:a16="http://schemas.microsoft.com/office/drawing/2014/main" val="32728493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 코드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</a:t>
                      </a:r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최종 수정일시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JOSUNDSVK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Deluxe Standard View King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Deluxe Garden View King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Deluxe Poolside View King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Kids Deluxe Garden View Family Twin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Kids Deluxe Poolside View Family Twin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Studio Suite Twin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Premier Suite Garden View Twin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Premier Suite Poolside View King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Kids Premier Suite Garden View Family Twin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852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출력영역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2031679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D4A46510-D537-DDAE-E46F-C9851F68C2B4}"/>
              </a:ext>
            </a:extLst>
          </p:cNvPr>
          <p:cNvSpPr/>
          <p:nvPr/>
        </p:nvSpPr>
        <p:spPr>
          <a:xfrm>
            <a:off x="8832304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EF7E0A6-334C-88DA-9727-864EFD66B7E8}"/>
              </a:ext>
            </a:extLst>
          </p:cNvPr>
          <p:cNvSpPr/>
          <p:nvPr/>
        </p:nvSpPr>
        <p:spPr>
          <a:xfrm>
            <a:off x="8387256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73F7310A-D246-3B24-D7AC-BAFA9DAD5192}"/>
              </a:ext>
            </a:extLst>
          </p:cNvPr>
          <p:cNvSpPr/>
          <p:nvPr/>
        </p:nvSpPr>
        <p:spPr>
          <a:xfrm>
            <a:off x="8832303" y="1265504"/>
            <a:ext cx="429577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객실 등록</a:t>
            </a:r>
          </a:p>
        </p:txBody>
      </p:sp>
      <p:sp>
        <p:nvSpPr>
          <p:cNvPr id="108" name="Pagination">
            <a:extLst>
              <a:ext uri="{FF2B5EF4-FFF2-40B4-BE49-F238E27FC236}">
                <a16:creationId xmlns:a16="http://schemas.microsoft.com/office/drawing/2014/main" id="{B5A45B52-23C5-6EFF-34A1-55ACCA45D35A}"/>
              </a:ext>
            </a:extLst>
          </p:cNvPr>
          <p:cNvSpPr txBox="1"/>
          <p:nvPr/>
        </p:nvSpPr>
        <p:spPr>
          <a:xfrm>
            <a:off x="4702956" y="4206896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DB5D5682-35EA-8734-841E-88A1889F9346}"/>
              </a:ext>
            </a:extLst>
          </p:cNvPr>
          <p:cNvGrpSpPr/>
          <p:nvPr/>
        </p:nvGrpSpPr>
        <p:grpSpPr>
          <a:xfrm>
            <a:off x="1446413" y="1272877"/>
            <a:ext cx="1842121" cy="200055"/>
            <a:chOff x="1446413" y="1985887"/>
            <a:chExt cx="1842121" cy="200055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F32A05C9-4CC3-F432-1C4C-0DD9AA7ACAEE}"/>
                </a:ext>
              </a:extLst>
            </p:cNvPr>
            <p:cNvSpPr txBox="1"/>
            <p:nvPr/>
          </p:nvSpPr>
          <p:spPr>
            <a:xfrm>
              <a:off x="2382517" y="198588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3F4A0B97-67E3-F66A-7D3E-D9BC263ECCA8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6" name="Text Box">
                <a:extLst>
                  <a:ext uri="{FF2B5EF4-FFF2-40B4-BE49-F238E27FC236}">
                    <a16:creationId xmlns:a16="http://schemas.microsoft.com/office/drawing/2014/main" id="{9AE38C4F-3E40-5526-7DE5-6BFA7F1F6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" name="Chevron Left">
                <a:extLst>
                  <a:ext uri="{FF2B5EF4-FFF2-40B4-BE49-F238E27FC236}">
                    <a16:creationId xmlns:a16="http://schemas.microsoft.com/office/drawing/2014/main" id="{69A89C3F-7A6C-364D-3084-9B94208C17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1" name="Teardrop 1">
            <a:extLst>
              <a:ext uri="{FF2B5EF4-FFF2-40B4-BE49-F238E27FC236}">
                <a16:creationId xmlns:a16="http://schemas.microsoft.com/office/drawing/2014/main" id="{55F32457-3FC6-248E-D804-6B7517080790}"/>
              </a:ext>
            </a:extLst>
          </p:cNvPr>
          <p:cNvSpPr/>
          <p:nvPr/>
        </p:nvSpPr>
        <p:spPr>
          <a:xfrm rot="16200000" flipH="1" flipV="1">
            <a:off x="8695363" y="1148445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01" name="Click">
            <a:extLst>
              <a:ext uri="{FF2B5EF4-FFF2-40B4-BE49-F238E27FC236}">
                <a16:creationId xmlns:a16="http://schemas.microsoft.com/office/drawing/2014/main" id="{FD78F7D6-90FA-23C2-208B-43214FF4487F}"/>
              </a:ext>
            </a:extLst>
          </p:cNvPr>
          <p:cNvGrpSpPr>
            <a:grpSpLocks noChangeAspect="1"/>
          </p:cNvGrpSpPr>
          <p:nvPr/>
        </p:nvGrpSpPr>
        <p:grpSpPr>
          <a:xfrm>
            <a:off x="3292889" y="1787200"/>
            <a:ext cx="299298" cy="426545"/>
            <a:chOff x="5294313" y="2197100"/>
            <a:chExt cx="530225" cy="755651"/>
          </a:xfrm>
        </p:grpSpPr>
        <p:sp>
          <p:nvSpPr>
            <p:cNvPr id="106" name="Arrow Cursor">
              <a:extLst>
                <a:ext uri="{FF2B5EF4-FFF2-40B4-BE49-F238E27FC236}">
                  <a16:creationId xmlns:a16="http://schemas.microsoft.com/office/drawing/2014/main" id="{FF17B729-0D81-3D8E-A1B8-FA744C72BB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07" name="Click">
              <a:extLst>
                <a:ext uri="{FF2B5EF4-FFF2-40B4-BE49-F238E27FC236}">
                  <a16:creationId xmlns:a16="http://schemas.microsoft.com/office/drawing/2014/main" id="{FA180C5C-56B4-9839-F8C6-1321A4DB78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65" name="Teardrop 1">
            <a:extLst>
              <a:ext uri="{FF2B5EF4-FFF2-40B4-BE49-F238E27FC236}">
                <a16:creationId xmlns:a16="http://schemas.microsoft.com/office/drawing/2014/main" id="{44223A27-46C6-E553-C669-85124249DDA2}"/>
              </a:ext>
            </a:extLst>
          </p:cNvPr>
          <p:cNvSpPr/>
          <p:nvPr/>
        </p:nvSpPr>
        <p:spPr>
          <a:xfrm rot="16200000" flipH="1" flipV="1">
            <a:off x="2510550" y="162088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D68CC08-4F4B-6185-96AB-CC56666EB951}"/>
              </a:ext>
            </a:extLst>
          </p:cNvPr>
          <p:cNvSpPr txBox="1"/>
          <p:nvPr/>
        </p:nvSpPr>
        <p:spPr>
          <a:xfrm>
            <a:off x="4412252" y="663007"/>
            <a:ext cx="213712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↓ 로그인한 협력사 프로퍼티 기준 객실만 출력</a:t>
            </a:r>
          </a:p>
        </p:txBody>
      </p:sp>
      <p:sp>
        <p:nvSpPr>
          <p:cNvPr id="9" name="Text Box">
            <a:extLst>
              <a:ext uri="{FF2B5EF4-FFF2-40B4-BE49-F238E27FC236}">
                <a16:creationId xmlns:a16="http://schemas.microsoft.com/office/drawing/2014/main" id="{581B25D5-E3CB-0454-F236-8AF00820FB7D}"/>
              </a:ext>
            </a:extLst>
          </p:cNvPr>
          <p:cNvSpPr>
            <a:spLocks/>
          </p:cNvSpPr>
          <p:nvPr/>
        </p:nvSpPr>
        <p:spPr bwMode="auto">
          <a:xfrm>
            <a:off x="3987502" y="942863"/>
            <a:ext cx="153693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객실명을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E25BA74E-8F33-0D88-4D8F-C39646B25A26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D50F7DE-95EA-C05D-436C-F0A8B0AF051B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3293596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DC11A6-1E69-2C81-8EC6-D0E20AE7D9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F108F428-283F-BAD3-9109-8723ED277B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객실관리</a:t>
            </a:r>
            <a:r>
              <a:rPr lang="en-US" altLang="ko-KR" dirty="0"/>
              <a:t> </a:t>
            </a:r>
            <a:r>
              <a:rPr lang="ko-KR" altLang="en-US" dirty="0"/>
              <a:t>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5AD28AF5-C2EC-D29D-A5D5-DD1B04077F1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AB9A7F49-71AD-A348-B4F6-C5EB65771FF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1EBCA757-5313-1E86-FD13-C7AAA2CA9BA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65B965F-D64E-342E-8C78-EBBFD871054C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03A07F3-078D-AFCB-22E3-521ACF87133D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BBA564B-7B27-C1B1-9F2B-D960E1A221D1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2B04E286-DAA4-7190-7FBE-4F6C61B7B4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4988627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중복확인 필수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숫자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1~99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까지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자리 만 입력 허용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클릭 시 객실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어메니티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선택 팝업 호출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클릭 시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배드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선택 팝업 호출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클릭 시 뷰 설정 선택 팝업 호출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validation check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및 정상 저장 후 리스트 화면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0EDDBAFA-F597-367A-F6FF-4E05EF30E529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574063A3-D378-1199-B833-AF07CD0E2A87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147AA6F-A0E2-0D4C-FA21-317862540B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1260260"/>
              </p:ext>
            </p:extLst>
          </p:nvPr>
        </p:nvGraphicFramePr>
        <p:xfrm>
          <a:off x="1513108" y="1052736"/>
          <a:ext cx="7746199" cy="21031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731259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호텔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 명 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조선호텔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더 </a:t>
                      </a: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웨스틴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조선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47534930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코드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크기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</a:t>
                      </a: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m²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특징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8859513"/>
                  </a:ext>
                </a:extLst>
              </a:tr>
              <a:tr h="300455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3482315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수정일시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 후 시스템에서 생성 됩니다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16906297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9941327F-7655-08E8-25F9-D1518680A611}"/>
              </a:ext>
            </a:extLst>
          </p:cNvPr>
          <p:cNvSpPr txBox="1"/>
          <p:nvPr/>
        </p:nvSpPr>
        <p:spPr>
          <a:xfrm>
            <a:off x="1427884" y="80804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객실 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4" name="Text Box">
            <a:extLst>
              <a:ext uri="{FF2B5EF4-FFF2-40B4-BE49-F238E27FC236}">
                <a16:creationId xmlns:a16="http://schemas.microsoft.com/office/drawing/2014/main" id="{603F55F6-8021-2C60-1E26-2DDBF13807B7}"/>
              </a:ext>
            </a:extLst>
          </p:cNvPr>
          <p:cNvSpPr>
            <a:spLocks/>
          </p:cNvSpPr>
          <p:nvPr/>
        </p:nvSpPr>
        <p:spPr bwMode="auto">
          <a:xfrm>
            <a:off x="2780110" y="1412776"/>
            <a:ext cx="288384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객실코드를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6" name="Text Box">
            <a:extLst>
              <a:ext uri="{FF2B5EF4-FFF2-40B4-BE49-F238E27FC236}">
                <a16:creationId xmlns:a16="http://schemas.microsoft.com/office/drawing/2014/main" id="{5CE065B2-ACA0-F80F-B9AC-985C8A427C68}"/>
              </a:ext>
            </a:extLst>
          </p:cNvPr>
          <p:cNvSpPr>
            <a:spLocks/>
          </p:cNvSpPr>
          <p:nvPr/>
        </p:nvSpPr>
        <p:spPr bwMode="auto">
          <a:xfrm>
            <a:off x="2780110" y="1712958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국문 객실명을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23" name="Text Box">
            <a:extLst>
              <a:ext uri="{FF2B5EF4-FFF2-40B4-BE49-F238E27FC236}">
                <a16:creationId xmlns:a16="http://schemas.microsoft.com/office/drawing/2014/main" id="{D1B3C058-8C20-030E-7981-8CB7C2C4301F}"/>
              </a:ext>
            </a:extLst>
          </p:cNvPr>
          <p:cNvSpPr>
            <a:spLocks/>
          </p:cNvSpPr>
          <p:nvPr/>
        </p:nvSpPr>
        <p:spPr bwMode="auto">
          <a:xfrm>
            <a:off x="5571306" y="1712958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영문 객실명을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999C29D-3281-CAF1-67AD-4D4FF3EE6F48}"/>
              </a:ext>
            </a:extLst>
          </p:cNvPr>
          <p:cNvSpPr/>
          <p:nvPr/>
        </p:nvSpPr>
        <p:spPr>
          <a:xfrm>
            <a:off x="5702120" y="1412776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중복확인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252B43FB-9A05-BCBE-875E-96480E81D2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2729134"/>
              </p:ext>
            </p:extLst>
          </p:nvPr>
        </p:nvGraphicFramePr>
        <p:xfrm>
          <a:off x="1513108" y="3511695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659251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어른 최대 수용 인원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명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어린이 최대 수용 인원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  명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1767100E-EE8E-736D-D980-B485417B96F2}"/>
              </a:ext>
            </a:extLst>
          </p:cNvPr>
          <p:cNvSpPr txBox="1"/>
          <p:nvPr/>
        </p:nvSpPr>
        <p:spPr>
          <a:xfrm>
            <a:off x="1427884" y="3255412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객실 수용 인원정보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27" name="Text Box">
            <a:extLst>
              <a:ext uri="{FF2B5EF4-FFF2-40B4-BE49-F238E27FC236}">
                <a16:creationId xmlns:a16="http://schemas.microsoft.com/office/drawing/2014/main" id="{ECAC87E3-5FFB-AF30-C72A-B17654920892}"/>
              </a:ext>
            </a:extLst>
          </p:cNvPr>
          <p:cNvSpPr>
            <a:spLocks/>
          </p:cNvSpPr>
          <p:nvPr/>
        </p:nvSpPr>
        <p:spPr bwMode="auto">
          <a:xfrm>
            <a:off x="2780110" y="2019490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8" name="Text Box">
            <a:extLst>
              <a:ext uri="{FF2B5EF4-FFF2-40B4-BE49-F238E27FC236}">
                <a16:creationId xmlns:a16="http://schemas.microsoft.com/office/drawing/2014/main" id="{0448B57B-D0E8-C774-E843-6EE972786C9D}"/>
              </a:ext>
            </a:extLst>
          </p:cNvPr>
          <p:cNvSpPr>
            <a:spLocks/>
          </p:cNvSpPr>
          <p:nvPr/>
        </p:nvSpPr>
        <p:spPr bwMode="auto">
          <a:xfrm>
            <a:off x="2780110" y="3577293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 Box">
            <a:extLst>
              <a:ext uri="{FF2B5EF4-FFF2-40B4-BE49-F238E27FC236}">
                <a16:creationId xmlns:a16="http://schemas.microsoft.com/office/drawing/2014/main" id="{212931C3-8E22-DBDF-BA53-374B7A60C011}"/>
              </a:ext>
            </a:extLst>
          </p:cNvPr>
          <p:cNvSpPr>
            <a:spLocks/>
          </p:cNvSpPr>
          <p:nvPr/>
        </p:nvSpPr>
        <p:spPr bwMode="auto">
          <a:xfrm>
            <a:off x="6663496" y="3577293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B4CECE8-A495-62FF-EEFB-4C1BF2F2F082}"/>
              </a:ext>
            </a:extLst>
          </p:cNvPr>
          <p:cNvSpPr/>
          <p:nvPr/>
        </p:nvSpPr>
        <p:spPr>
          <a:xfrm>
            <a:off x="4959999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C7725F5-5A01-106C-0EAC-4D1631B84B7A}"/>
              </a:ext>
            </a:extLst>
          </p:cNvPr>
          <p:cNvSpPr/>
          <p:nvPr/>
        </p:nvSpPr>
        <p:spPr>
          <a:xfrm>
            <a:off x="5571306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등록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4685FC6-E901-3FE2-D87A-02BAAA8940F0}"/>
              </a:ext>
            </a:extLst>
          </p:cNvPr>
          <p:cNvSpPr txBox="1"/>
          <p:nvPr/>
        </p:nvSpPr>
        <p:spPr>
          <a:xfrm>
            <a:off x="1427884" y="4492074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 err="1">
                <a:latin typeface="+mn-ea"/>
                <a:ea typeface="+mn-ea"/>
              </a:rPr>
              <a:t>배드</a:t>
            </a:r>
            <a:r>
              <a:rPr lang="ko-KR" altLang="en-US" sz="800" b="1" dirty="0">
                <a:latin typeface="+mn-ea"/>
                <a:ea typeface="+mn-ea"/>
              </a:rPr>
              <a:t>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124" name="표 123">
            <a:extLst>
              <a:ext uri="{FF2B5EF4-FFF2-40B4-BE49-F238E27FC236}">
                <a16:creationId xmlns:a16="http://schemas.microsoft.com/office/drawing/2014/main" id="{73CAA975-BFEB-00C6-2E34-0E6C13E80E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0436989"/>
              </p:ext>
            </p:extLst>
          </p:nvPr>
        </p:nvGraphicFramePr>
        <p:xfrm>
          <a:off x="1513109" y="5324705"/>
          <a:ext cx="3862812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5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7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층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호수 정보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125" name="TextBox 124">
            <a:extLst>
              <a:ext uri="{FF2B5EF4-FFF2-40B4-BE49-F238E27FC236}">
                <a16:creationId xmlns:a16="http://schemas.microsoft.com/office/drawing/2014/main" id="{7F268EAB-0E76-E9C8-C53F-47B79638BBE1}"/>
              </a:ext>
            </a:extLst>
          </p:cNvPr>
          <p:cNvSpPr txBox="1"/>
          <p:nvPr/>
        </p:nvSpPr>
        <p:spPr>
          <a:xfrm>
            <a:off x="1427884" y="510089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층</a:t>
            </a:r>
            <a:r>
              <a:rPr lang="en-US" altLang="ko-KR" sz="800" b="1" dirty="0">
                <a:latin typeface="+mn-ea"/>
                <a:ea typeface="+mn-ea"/>
              </a:rPr>
              <a:t>/</a:t>
            </a:r>
            <a:r>
              <a:rPr lang="ko-KR" altLang="en-US" sz="800" b="1" dirty="0">
                <a:latin typeface="+mn-ea"/>
                <a:ea typeface="+mn-ea"/>
              </a:rPr>
              <a:t>호수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127" name="표 126">
            <a:extLst>
              <a:ext uri="{FF2B5EF4-FFF2-40B4-BE49-F238E27FC236}">
                <a16:creationId xmlns:a16="http://schemas.microsoft.com/office/drawing/2014/main" id="{8B63BFC9-7482-A9AC-587E-75D0FC1EEC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6266254"/>
              </p:ext>
            </p:extLst>
          </p:nvPr>
        </p:nvGraphicFramePr>
        <p:xfrm>
          <a:off x="5396494" y="5324705"/>
          <a:ext cx="3862813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7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뷰 정보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128" name="TextBox 127">
            <a:extLst>
              <a:ext uri="{FF2B5EF4-FFF2-40B4-BE49-F238E27FC236}">
                <a16:creationId xmlns:a16="http://schemas.microsoft.com/office/drawing/2014/main" id="{54EF2D35-F16F-C165-08F4-2CF6CDD2709C}"/>
              </a:ext>
            </a:extLst>
          </p:cNvPr>
          <p:cNvSpPr txBox="1"/>
          <p:nvPr/>
        </p:nvSpPr>
        <p:spPr>
          <a:xfrm>
            <a:off x="5311270" y="5083217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뷰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130" name="표 129">
            <a:extLst>
              <a:ext uri="{FF2B5EF4-FFF2-40B4-BE49-F238E27FC236}">
                <a16:creationId xmlns:a16="http://schemas.microsoft.com/office/drawing/2014/main" id="{6A13BDD5-5E85-7FDB-87FF-DB063BE929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2072831"/>
              </p:ext>
            </p:extLst>
          </p:nvPr>
        </p:nvGraphicFramePr>
        <p:xfrm>
          <a:off x="1513108" y="4124507"/>
          <a:ext cx="7751244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552728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어메니티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131" name="TextBox 130">
            <a:extLst>
              <a:ext uri="{FF2B5EF4-FFF2-40B4-BE49-F238E27FC236}">
                <a16:creationId xmlns:a16="http://schemas.microsoft.com/office/drawing/2014/main" id="{73FC6E85-1661-4C8A-FE21-7334F2A9413D}"/>
              </a:ext>
            </a:extLst>
          </p:cNvPr>
          <p:cNvSpPr txBox="1"/>
          <p:nvPr/>
        </p:nvSpPr>
        <p:spPr>
          <a:xfrm>
            <a:off x="1427884" y="3903215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객실 </a:t>
            </a:r>
            <a:r>
              <a:rPr kumimoji="1" lang="ko-KR" altLang="en-US" sz="800" b="1" dirty="0" err="1">
                <a:latin typeface="+mn-ea"/>
                <a:ea typeface="+mn-ea"/>
              </a:rPr>
              <a:t>어메니티</a:t>
            </a:r>
            <a:r>
              <a:rPr kumimoji="1" lang="ko-KR" altLang="en-US" sz="800" b="1" dirty="0">
                <a:latin typeface="+mn-ea"/>
                <a:ea typeface="+mn-ea"/>
              </a:rPr>
              <a:t>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2AE68E3C-97E0-150B-322E-0C6D3ABC60E9}"/>
              </a:ext>
            </a:extLst>
          </p:cNvPr>
          <p:cNvSpPr/>
          <p:nvPr/>
        </p:nvSpPr>
        <p:spPr>
          <a:xfrm>
            <a:off x="2780110" y="4180868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선택</a:t>
            </a:r>
          </a:p>
        </p:txBody>
      </p:sp>
      <p:graphicFrame>
        <p:nvGraphicFramePr>
          <p:cNvPr id="133" name="표 132">
            <a:extLst>
              <a:ext uri="{FF2B5EF4-FFF2-40B4-BE49-F238E27FC236}">
                <a16:creationId xmlns:a16="http://schemas.microsoft.com/office/drawing/2014/main" id="{007F4D98-20EC-5A13-719A-0A2C4B490F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5143715"/>
              </p:ext>
            </p:extLst>
          </p:nvPr>
        </p:nvGraphicFramePr>
        <p:xfrm>
          <a:off x="1513108" y="4736511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659251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배드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엑스트라 </a:t>
                      </a:r>
                      <a:r>
                        <a:rPr kumimoji="0" lang="ko-KR" altLang="en-US" sz="800" b="1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배드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2B810CF7-B01B-DF42-0D2F-30DAD58F7B6E}"/>
              </a:ext>
            </a:extLst>
          </p:cNvPr>
          <p:cNvSpPr/>
          <p:nvPr/>
        </p:nvSpPr>
        <p:spPr>
          <a:xfrm>
            <a:off x="2780110" y="4792234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선택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E049B317-ABD8-34C7-ED7E-A8145C58CD98}"/>
              </a:ext>
            </a:extLst>
          </p:cNvPr>
          <p:cNvSpPr/>
          <p:nvPr/>
        </p:nvSpPr>
        <p:spPr>
          <a:xfrm>
            <a:off x="2780110" y="5380719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선택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0AFE8CD8-3E8D-0286-5286-F7EEA34C458B}"/>
              </a:ext>
            </a:extLst>
          </p:cNvPr>
          <p:cNvSpPr/>
          <p:nvPr/>
        </p:nvSpPr>
        <p:spPr>
          <a:xfrm>
            <a:off x="6675217" y="5380719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선택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58FF2E9F-AC9B-0EB8-D6D9-96463778DE38}"/>
              </a:ext>
            </a:extLst>
          </p:cNvPr>
          <p:cNvSpPr txBox="1"/>
          <p:nvPr/>
        </p:nvSpPr>
        <p:spPr>
          <a:xfrm>
            <a:off x="7801966" y="808049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sp>
        <p:nvSpPr>
          <p:cNvPr id="139" name="Text Box">
            <a:extLst>
              <a:ext uri="{FF2B5EF4-FFF2-40B4-BE49-F238E27FC236}">
                <a16:creationId xmlns:a16="http://schemas.microsoft.com/office/drawing/2014/main" id="{04390C9C-F009-0FB1-9A81-83C4FB56500E}"/>
              </a:ext>
            </a:extLst>
          </p:cNvPr>
          <p:cNvSpPr>
            <a:spLocks/>
          </p:cNvSpPr>
          <p:nvPr/>
        </p:nvSpPr>
        <p:spPr bwMode="auto">
          <a:xfrm>
            <a:off x="2780110" y="2307531"/>
            <a:ext cx="5501880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국문 객실특징을 입력하세요</a:t>
            </a:r>
            <a:r>
              <a:rPr kumimoji="0" lang="en-US" altLang="ko-KR" sz="8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40" name="Text Box">
            <a:extLst>
              <a:ext uri="{FF2B5EF4-FFF2-40B4-BE49-F238E27FC236}">
                <a16:creationId xmlns:a16="http://schemas.microsoft.com/office/drawing/2014/main" id="{3F185554-7702-7081-2180-92167D61CD5B}"/>
              </a:ext>
            </a:extLst>
          </p:cNvPr>
          <p:cNvSpPr>
            <a:spLocks/>
          </p:cNvSpPr>
          <p:nvPr/>
        </p:nvSpPr>
        <p:spPr bwMode="auto">
          <a:xfrm>
            <a:off x="2780110" y="2608398"/>
            <a:ext cx="5501880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영문 객실특징을 입력하세요</a:t>
            </a:r>
            <a:r>
              <a:rPr kumimoji="0" lang="en-US" altLang="ko-KR" sz="8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3B0B3AA8-A3B6-9233-4483-BBB915CF7248}"/>
              </a:ext>
            </a:extLst>
          </p:cNvPr>
          <p:cNvSpPr txBox="1"/>
          <p:nvPr/>
        </p:nvSpPr>
        <p:spPr>
          <a:xfrm>
            <a:off x="2999465" y="3903215"/>
            <a:ext cx="118173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무료 옵션 관리에서 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GET</a:t>
            </a:r>
          </a:p>
        </p:txBody>
      </p:sp>
      <p:sp>
        <p:nvSpPr>
          <p:cNvPr id="2" name="Teardrop 1">
            <a:extLst>
              <a:ext uri="{FF2B5EF4-FFF2-40B4-BE49-F238E27FC236}">
                <a16:creationId xmlns:a16="http://schemas.microsoft.com/office/drawing/2014/main" id="{47606F2F-3B15-9909-B081-601642DF3767}"/>
              </a:ext>
            </a:extLst>
          </p:cNvPr>
          <p:cNvSpPr/>
          <p:nvPr/>
        </p:nvSpPr>
        <p:spPr>
          <a:xfrm rot="16200000" flipH="1" flipV="1">
            <a:off x="5595260" y="129052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" name="Teardrop 1">
            <a:extLst>
              <a:ext uri="{FF2B5EF4-FFF2-40B4-BE49-F238E27FC236}">
                <a16:creationId xmlns:a16="http://schemas.microsoft.com/office/drawing/2014/main" id="{19F38454-34D3-FF5D-5033-177082512FB2}"/>
              </a:ext>
            </a:extLst>
          </p:cNvPr>
          <p:cNvSpPr/>
          <p:nvPr/>
        </p:nvSpPr>
        <p:spPr>
          <a:xfrm rot="16200000" flipH="1" flipV="1">
            <a:off x="2645763" y="345943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" name="Teardrop 1">
            <a:extLst>
              <a:ext uri="{FF2B5EF4-FFF2-40B4-BE49-F238E27FC236}">
                <a16:creationId xmlns:a16="http://schemas.microsoft.com/office/drawing/2014/main" id="{01A2C57D-2239-2BC5-9956-FA99F1827C0C}"/>
              </a:ext>
            </a:extLst>
          </p:cNvPr>
          <p:cNvSpPr/>
          <p:nvPr/>
        </p:nvSpPr>
        <p:spPr>
          <a:xfrm rot="16200000" flipH="1" flipV="1">
            <a:off x="6570992" y="345943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BB40605-967E-FB0F-1E75-844B2ECEF6AC}"/>
              </a:ext>
            </a:extLst>
          </p:cNvPr>
          <p:cNvSpPr txBox="1"/>
          <p:nvPr/>
        </p:nvSpPr>
        <p:spPr>
          <a:xfrm>
            <a:off x="2999465" y="5100899"/>
            <a:ext cx="146065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시스템관리 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&gt;</a:t>
            </a:r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 층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/</a:t>
            </a:r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호수 에서 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GET</a:t>
            </a:r>
          </a:p>
        </p:txBody>
      </p:sp>
      <p:sp>
        <p:nvSpPr>
          <p:cNvPr id="12" name="Teardrop 1">
            <a:extLst>
              <a:ext uri="{FF2B5EF4-FFF2-40B4-BE49-F238E27FC236}">
                <a16:creationId xmlns:a16="http://schemas.microsoft.com/office/drawing/2014/main" id="{4C577FDD-2EE4-EB65-BE5C-C1A930CEA5F0}"/>
              </a:ext>
            </a:extLst>
          </p:cNvPr>
          <p:cNvSpPr/>
          <p:nvPr/>
        </p:nvSpPr>
        <p:spPr>
          <a:xfrm rot="16200000" flipH="1" flipV="1">
            <a:off x="2690368" y="4095055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" name="Teardrop 1">
            <a:extLst>
              <a:ext uri="{FF2B5EF4-FFF2-40B4-BE49-F238E27FC236}">
                <a16:creationId xmlns:a16="http://schemas.microsoft.com/office/drawing/2014/main" id="{E3161277-D5CD-C5F6-579D-0D693B531B06}"/>
              </a:ext>
            </a:extLst>
          </p:cNvPr>
          <p:cNvSpPr/>
          <p:nvPr/>
        </p:nvSpPr>
        <p:spPr>
          <a:xfrm rot="16200000" flipH="1" flipV="1">
            <a:off x="2690368" y="466934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" name="Teardrop 1">
            <a:extLst>
              <a:ext uri="{FF2B5EF4-FFF2-40B4-BE49-F238E27FC236}">
                <a16:creationId xmlns:a16="http://schemas.microsoft.com/office/drawing/2014/main" id="{D34704A1-81C1-F3F6-33B5-C55CF87621E2}"/>
              </a:ext>
            </a:extLst>
          </p:cNvPr>
          <p:cNvSpPr/>
          <p:nvPr/>
        </p:nvSpPr>
        <p:spPr>
          <a:xfrm rot="16200000" flipH="1" flipV="1">
            <a:off x="2690368" y="5260358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" name="Teardrop 1">
            <a:extLst>
              <a:ext uri="{FF2B5EF4-FFF2-40B4-BE49-F238E27FC236}">
                <a16:creationId xmlns:a16="http://schemas.microsoft.com/office/drawing/2014/main" id="{5A659382-A632-0C99-31CD-B98725BD6ADB}"/>
              </a:ext>
            </a:extLst>
          </p:cNvPr>
          <p:cNvSpPr/>
          <p:nvPr/>
        </p:nvSpPr>
        <p:spPr>
          <a:xfrm rot="16200000" flipH="1" flipV="1">
            <a:off x="6576568" y="5260358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ardrop 1">
            <a:extLst>
              <a:ext uri="{FF2B5EF4-FFF2-40B4-BE49-F238E27FC236}">
                <a16:creationId xmlns:a16="http://schemas.microsoft.com/office/drawing/2014/main" id="{35C7B25B-78AB-EA49-BD4E-7FEE1B38D7A8}"/>
              </a:ext>
            </a:extLst>
          </p:cNvPr>
          <p:cNvSpPr/>
          <p:nvPr/>
        </p:nvSpPr>
        <p:spPr>
          <a:xfrm rot="16200000" flipH="1" flipV="1">
            <a:off x="5500475" y="630857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5" name="Teardrop 1">
            <a:extLst>
              <a:ext uri="{FF2B5EF4-FFF2-40B4-BE49-F238E27FC236}">
                <a16:creationId xmlns:a16="http://schemas.microsoft.com/office/drawing/2014/main" id="{C12B7F55-0186-E2BC-C4D2-F89686391883}"/>
              </a:ext>
            </a:extLst>
          </p:cNvPr>
          <p:cNvSpPr/>
          <p:nvPr/>
        </p:nvSpPr>
        <p:spPr>
          <a:xfrm rot="16200000" flipH="1" flipV="1">
            <a:off x="3439624" y="162088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894418A-90A6-2E2C-778A-9BB65956731C}"/>
              </a:ext>
            </a:extLst>
          </p:cNvPr>
          <p:cNvSpPr txBox="1"/>
          <p:nvPr/>
        </p:nvSpPr>
        <p:spPr>
          <a:xfrm>
            <a:off x="3137304" y="781146"/>
            <a:ext cx="21755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↓ 로그인한 협력사 호텔</a:t>
            </a:r>
            <a:r>
              <a:rPr lang="en-US" altLang="ko-KR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/</a:t>
            </a:r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프로퍼티 명 기준 출력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C335F3B-7FEA-15DC-DBD0-FD8C4FA949F5}"/>
              </a:ext>
            </a:extLst>
          </p:cNvPr>
          <p:cNvSpPr txBox="1"/>
          <p:nvPr/>
        </p:nvSpPr>
        <p:spPr>
          <a:xfrm>
            <a:off x="2999465" y="4495746"/>
            <a:ext cx="118173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무료 옵션 관리에서 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GET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A98C2E5-F164-2D62-7778-9C3B738A817D}"/>
              </a:ext>
            </a:extLst>
          </p:cNvPr>
          <p:cNvSpPr txBox="1"/>
          <p:nvPr/>
        </p:nvSpPr>
        <p:spPr>
          <a:xfrm>
            <a:off x="6817999" y="5073647"/>
            <a:ext cx="118173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무료 옵션 관리에서 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GET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7D9148F-0AD6-88E7-6115-93AEA42EA1EC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04E7569-BB4D-3763-D7E2-6333188BC3F1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0352590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0F5C93-19F0-60EE-2249-3B3FB43F84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091AB8AC-0D8A-1B84-69F6-EA0386C5A3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객실관리</a:t>
            </a:r>
            <a:r>
              <a:rPr lang="en-US" altLang="ko-KR" dirty="0"/>
              <a:t> </a:t>
            </a:r>
            <a:r>
              <a:rPr lang="ko-KR" altLang="en-US" dirty="0"/>
              <a:t>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70E54E95-7278-9753-0337-A874361EB52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8B207E50-1367-FD51-2DE6-D4ABF729677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EC379035-B62E-5FE6-AABF-6798777F0C6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23457B3-B9DD-398A-E306-E9F185F17B06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400B47B-DAB3-3C58-0896-5AD015D623A2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0ACD251-A3A0-A45B-DAD3-3B90801CDAA6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87AC439D-B4E9-B278-C705-9E20F9DE59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7024849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필수 입력 값 확인 및 사용여부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일 경우 삭제 허용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C7A2E64D-74B1-8850-EACE-C2DE89E237AB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E07E9962-CB39-766E-0451-95D6453779BE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984C7CB-DC63-D980-CB1A-738C5B1468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1086724"/>
              </p:ext>
            </p:extLst>
          </p:nvPr>
        </p:nvGraphicFramePr>
        <p:xfrm>
          <a:off x="1513108" y="1052736"/>
          <a:ext cx="7746199" cy="21031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731259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호텔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 명 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조선호텔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더 </a:t>
                      </a: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웨스틴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조선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47534930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코드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JOSUNDELUXE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크기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</a:t>
                      </a: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m²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특징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8859513"/>
                  </a:ext>
                </a:extLst>
              </a:tr>
              <a:tr h="300455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99701819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수정일시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YYYY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-MM-DD </a:t>
                      </a: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HH:MM:SS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42922564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65F7555E-81C9-2B54-2448-18B1142A0BFC}"/>
              </a:ext>
            </a:extLst>
          </p:cNvPr>
          <p:cNvSpPr txBox="1"/>
          <p:nvPr/>
        </p:nvSpPr>
        <p:spPr>
          <a:xfrm>
            <a:off x="1427884" y="80804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객실 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6" name="Text Box">
            <a:extLst>
              <a:ext uri="{FF2B5EF4-FFF2-40B4-BE49-F238E27FC236}">
                <a16:creationId xmlns:a16="http://schemas.microsoft.com/office/drawing/2014/main" id="{3553C32D-3F19-C336-EB8A-2616DC9763DF}"/>
              </a:ext>
            </a:extLst>
          </p:cNvPr>
          <p:cNvSpPr>
            <a:spLocks/>
          </p:cNvSpPr>
          <p:nvPr/>
        </p:nvSpPr>
        <p:spPr bwMode="auto">
          <a:xfrm>
            <a:off x="2780110" y="1712958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디럭스 </a:t>
            </a:r>
            <a:r>
              <a:rPr kumimoji="0" lang="ko-KR" altLang="en-US" sz="800" kern="0" dirty="0" err="1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스텐다드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뷰 킹</a:t>
            </a:r>
            <a:endParaRPr kumimoji="0" lang="en-US" altLang="ko-KR" sz="800" kern="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" name="Text Box">
            <a:extLst>
              <a:ext uri="{FF2B5EF4-FFF2-40B4-BE49-F238E27FC236}">
                <a16:creationId xmlns:a16="http://schemas.microsoft.com/office/drawing/2014/main" id="{23971EFE-B304-B3FF-6CC1-F01F3AC6C0E9}"/>
              </a:ext>
            </a:extLst>
          </p:cNvPr>
          <p:cNvSpPr>
            <a:spLocks/>
          </p:cNvSpPr>
          <p:nvPr/>
        </p:nvSpPr>
        <p:spPr bwMode="auto">
          <a:xfrm>
            <a:off x="5571306" y="1712958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Deluxe Standard View King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751C0DD9-D820-C6CC-A077-38A6FA4035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7801781"/>
              </p:ext>
            </p:extLst>
          </p:nvPr>
        </p:nvGraphicFramePr>
        <p:xfrm>
          <a:off x="1513108" y="3534674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659251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어른 최대 수용 인원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명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어린이 최대 수용 인원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  명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FE2EC121-3DA7-35AB-F2F9-D118C195EEA2}"/>
              </a:ext>
            </a:extLst>
          </p:cNvPr>
          <p:cNvSpPr txBox="1"/>
          <p:nvPr/>
        </p:nvSpPr>
        <p:spPr>
          <a:xfrm>
            <a:off x="1427884" y="3240232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객실 수용 인원정보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27" name="Text Box">
            <a:extLst>
              <a:ext uri="{FF2B5EF4-FFF2-40B4-BE49-F238E27FC236}">
                <a16:creationId xmlns:a16="http://schemas.microsoft.com/office/drawing/2014/main" id="{68F311DD-688A-B90E-3254-C001A1FE1ACE}"/>
              </a:ext>
            </a:extLst>
          </p:cNvPr>
          <p:cNvSpPr>
            <a:spLocks/>
          </p:cNvSpPr>
          <p:nvPr/>
        </p:nvSpPr>
        <p:spPr bwMode="auto">
          <a:xfrm>
            <a:off x="2780110" y="2019490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46.7</a:t>
            </a:r>
          </a:p>
        </p:txBody>
      </p:sp>
      <p:sp>
        <p:nvSpPr>
          <p:cNvPr id="28" name="Text Box">
            <a:extLst>
              <a:ext uri="{FF2B5EF4-FFF2-40B4-BE49-F238E27FC236}">
                <a16:creationId xmlns:a16="http://schemas.microsoft.com/office/drawing/2014/main" id="{277DB4C3-92BD-D6F3-D179-9910EECF9918}"/>
              </a:ext>
            </a:extLst>
          </p:cNvPr>
          <p:cNvSpPr>
            <a:spLocks/>
          </p:cNvSpPr>
          <p:nvPr/>
        </p:nvSpPr>
        <p:spPr bwMode="auto">
          <a:xfrm>
            <a:off x="2780110" y="3600272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</a:p>
        </p:txBody>
      </p:sp>
      <p:sp>
        <p:nvSpPr>
          <p:cNvPr id="29" name="Text Box">
            <a:extLst>
              <a:ext uri="{FF2B5EF4-FFF2-40B4-BE49-F238E27FC236}">
                <a16:creationId xmlns:a16="http://schemas.microsoft.com/office/drawing/2014/main" id="{D10F43D1-522F-FD7D-B325-98F919FD7047}"/>
              </a:ext>
            </a:extLst>
          </p:cNvPr>
          <p:cNvSpPr>
            <a:spLocks/>
          </p:cNvSpPr>
          <p:nvPr/>
        </p:nvSpPr>
        <p:spPr bwMode="auto">
          <a:xfrm>
            <a:off x="6663496" y="3600272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18759E7-D9A5-41AF-9181-C39712191BB1}"/>
              </a:ext>
            </a:extLst>
          </p:cNvPr>
          <p:cNvSpPr txBox="1"/>
          <p:nvPr/>
        </p:nvSpPr>
        <p:spPr>
          <a:xfrm>
            <a:off x="1427884" y="450569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 err="1">
                <a:latin typeface="+mn-ea"/>
                <a:ea typeface="+mn-ea"/>
              </a:rPr>
              <a:t>배드</a:t>
            </a:r>
            <a:r>
              <a:rPr lang="ko-KR" altLang="en-US" sz="800" b="1" dirty="0">
                <a:latin typeface="+mn-ea"/>
                <a:ea typeface="+mn-ea"/>
              </a:rPr>
              <a:t>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F2AA86EA-87A2-7B0F-5AD7-ABC1ACF21A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8369721"/>
              </p:ext>
            </p:extLst>
          </p:nvPr>
        </p:nvGraphicFramePr>
        <p:xfrm>
          <a:off x="1513109" y="5337888"/>
          <a:ext cx="3862812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5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7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층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호수 정보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층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5F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7F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...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호수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502,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503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....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729FC7F4-6B8F-03C0-62F6-942AE6177BE3}"/>
              </a:ext>
            </a:extLst>
          </p:cNvPr>
          <p:cNvSpPr txBox="1"/>
          <p:nvPr/>
        </p:nvSpPr>
        <p:spPr>
          <a:xfrm>
            <a:off x="1427884" y="5114082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층</a:t>
            </a:r>
            <a:r>
              <a:rPr lang="en-US" altLang="ko-KR" sz="800" b="1" dirty="0">
                <a:latin typeface="+mn-ea"/>
                <a:ea typeface="+mn-ea"/>
              </a:rPr>
              <a:t>/</a:t>
            </a:r>
            <a:r>
              <a:rPr lang="ko-KR" altLang="en-US" sz="800" b="1" dirty="0">
                <a:latin typeface="+mn-ea"/>
                <a:ea typeface="+mn-ea"/>
              </a:rPr>
              <a:t>호수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1173C72-9E38-78CD-3E80-F413A121521C}"/>
              </a:ext>
            </a:extLst>
          </p:cNvPr>
          <p:cNvSpPr/>
          <p:nvPr/>
        </p:nvSpPr>
        <p:spPr>
          <a:xfrm>
            <a:off x="4613213" y="5394249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4BC594BF-67FC-F503-A748-C2CE679DA3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5009152"/>
              </p:ext>
            </p:extLst>
          </p:nvPr>
        </p:nvGraphicFramePr>
        <p:xfrm>
          <a:off x="5396494" y="5337888"/>
          <a:ext cx="3862813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7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뷰 정보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가든 뷰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45" name="TextBox 44">
            <a:extLst>
              <a:ext uri="{FF2B5EF4-FFF2-40B4-BE49-F238E27FC236}">
                <a16:creationId xmlns:a16="http://schemas.microsoft.com/office/drawing/2014/main" id="{7A27099D-198A-DB7F-8025-9A67EE6B45BE}"/>
              </a:ext>
            </a:extLst>
          </p:cNvPr>
          <p:cNvSpPr txBox="1"/>
          <p:nvPr/>
        </p:nvSpPr>
        <p:spPr>
          <a:xfrm>
            <a:off x="5311270" y="5096400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뷰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52A0AD-421B-9BF8-41A9-F5695F1BB3F2}"/>
              </a:ext>
            </a:extLst>
          </p:cNvPr>
          <p:cNvSpPr/>
          <p:nvPr/>
        </p:nvSpPr>
        <p:spPr>
          <a:xfrm>
            <a:off x="8496599" y="5394249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E95D7BE4-A85A-5D32-9A2C-CD4B311C56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0056166"/>
              </p:ext>
            </p:extLst>
          </p:nvPr>
        </p:nvGraphicFramePr>
        <p:xfrm>
          <a:off x="1513108" y="4147486"/>
          <a:ext cx="7751244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552728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어메니티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목욕가운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샴푸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...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53" name="TextBox 52">
            <a:extLst>
              <a:ext uri="{FF2B5EF4-FFF2-40B4-BE49-F238E27FC236}">
                <a16:creationId xmlns:a16="http://schemas.microsoft.com/office/drawing/2014/main" id="{CED37409-5663-2198-9A6F-EE8B929DC046}"/>
              </a:ext>
            </a:extLst>
          </p:cNvPr>
          <p:cNvSpPr txBox="1"/>
          <p:nvPr/>
        </p:nvSpPr>
        <p:spPr>
          <a:xfrm>
            <a:off x="1427884" y="3926194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객실 </a:t>
            </a:r>
            <a:r>
              <a:rPr kumimoji="1" lang="ko-KR" altLang="en-US" sz="800" b="1" dirty="0" err="1">
                <a:latin typeface="+mn-ea"/>
                <a:ea typeface="+mn-ea"/>
              </a:rPr>
              <a:t>어메니티</a:t>
            </a:r>
            <a:r>
              <a:rPr kumimoji="1" lang="ko-KR" altLang="en-US" sz="800" b="1" dirty="0">
                <a:latin typeface="+mn-ea"/>
                <a:ea typeface="+mn-ea"/>
              </a:rPr>
              <a:t>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0688AA9-5B40-18BF-3CD2-86E0D1EA699F}"/>
              </a:ext>
            </a:extLst>
          </p:cNvPr>
          <p:cNvSpPr/>
          <p:nvPr/>
        </p:nvSpPr>
        <p:spPr>
          <a:xfrm>
            <a:off x="3555866" y="4203847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graphicFrame>
        <p:nvGraphicFramePr>
          <p:cNvPr id="111" name="표 110">
            <a:extLst>
              <a:ext uri="{FF2B5EF4-FFF2-40B4-BE49-F238E27FC236}">
                <a16:creationId xmlns:a16="http://schemas.microsoft.com/office/drawing/2014/main" id="{8EA670E6-2535-0DA1-10E2-E6626F6C1D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131475"/>
              </p:ext>
            </p:extLst>
          </p:nvPr>
        </p:nvGraphicFramePr>
        <p:xfrm>
          <a:off x="1513108" y="4750136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659251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배드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더블배드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싱글배드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엑스트라 </a:t>
                      </a:r>
                      <a:r>
                        <a:rPr kumimoji="0" lang="ko-KR" altLang="en-US" sz="800" b="1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배드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16536911-C209-E3B6-BB96-E5572FD8FA64}"/>
              </a:ext>
            </a:extLst>
          </p:cNvPr>
          <p:cNvSpPr/>
          <p:nvPr/>
        </p:nvSpPr>
        <p:spPr>
          <a:xfrm>
            <a:off x="4613213" y="4813627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EE8726E-9D55-E9C9-21A9-07D0F3AE0745}"/>
              </a:ext>
            </a:extLst>
          </p:cNvPr>
          <p:cNvSpPr/>
          <p:nvPr/>
        </p:nvSpPr>
        <p:spPr>
          <a:xfrm>
            <a:off x="4613083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E9531EB-8120-4F31-ABAD-AD436C27B9F8}"/>
              </a:ext>
            </a:extLst>
          </p:cNvPr>
          <p:cNvSpPr/>
          <p:nvPr/>
        </p:nvSpPr>
        <p:spPr>
          <a:xfrm>
            <a:off x="5224390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저장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D8E43FD-D088-836B-8641-F13A9AD3D404}"/>
              </a:ext>
            </a:extLst>
          </p:cNvPr>
          <p:cNvSpPr/>
          <p:nvPr/>
        </p:nvSpPr>
        <p:spPr>
          <a:xfrm>
            <a:off x="5835697" y="6477696"/>
            <a:ext cx="520605" cy="191664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7" name="Teardrop 1">
            <a:extLst>
              <a:ext uri="{FF2B5EF4-FFF2-40B4-BE49-F238E27FC236}">
                <a16:creationId xmlns:a16="http://schemas.microsoft.com/office/drawing/2014/main" id="{FEAB74EA-3B6A-1C93-CB00-6C3981A30D9F}"/>
              </a:ext>
            </a:extLst>
          </p:cNvPr>
          <p:cNvSpPr/>
          <p:nvPr/>
        </p:nvSpPr>
        <p:spPr>
          <a:xfrm rot="16200000" flipH="1" flipV="1">
            <a:off x="5757601" y="638546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4418D17-5E4C-0432-BDB1-13AD875F3690}"/>
              </a:ext>
            </a:extLst>
          </p:cNvPr>
          <p:cNvSpPr txBox="1"/>
          <p:nvPr/>
        </p:nvSpPr>
        <p:spPr>
          <a:xfrm>
            <a:off x="7801966" y="808049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sp>
        <p:nvSpPr>
          <p:cNvPr id="11" name="Text Box">
            <a:extLst>
              <a:ext uri="{FF2B5EF4-FFF2-40B4-BE49-F238E27FC236}">
                <a16:creationId xmlns:a16="http://schemas.microsoft.com/office/drawing/2014/main" id="{8DF91907-87C6-0582-D311-DF2A07583AFE}"/>
              </a:ext>
            </a:extLst>
          </p:cNvPr>
          <p:cNvSpPr>
            <a:spLocks/>
          </p:cNvSpPr>
          <p:nvPr/>
        </p:nvSpPr>
        <p:spPr bwMode="auto">
          <a:xfrm>
            <a:off x="2780110" y="2307531"/>
            <a:ext cx="5501880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거실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1, 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응접실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1, 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침실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1, 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화장실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1, 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발코니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</a:p>
        </p:txBody>
      </p:sp>
      <p:sp>
        <p:nvSpPr>
          <p:cNvPr id="12" name="Text Box">
            <a:extLst>
              <a:ext uri="{FF2B5EF4-FFF2-40B4-BE49-F238E27FC236}">
                <a16:creationId xmlns:a16="http://schemas.microsoft.com/office/drawing/2014/main" id="{802AC905-FAB1-D8F7-FE58-E89B333FA4EC}"/>
              </a:ext>
            </a:extLst>
          </p:cNvPr>
          <p:cNvSpPr>
            <a:spLocks/>
          </p:cNvSpPr>
          <p:nvPr/>
        </p:nvSpPr>
        <p:spPr bwMode="auto">
          <a:xfrm>
            <a:off x="2780110" y="2608398"/>
            <a:ext cx="5501880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Living room 1, drawing room 1, bedroom 1, bathroom 1, balcony 1</a:t>
            </a:r>
            <a:endParaRPr kumimoji="0" lang="en-US" altLang="ko-KR" sz="800" kern="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655208B-581D-6458-6548-4B9B170A734A}"/>
              </a:ext>
            </a:extLst>
          </p:cNvPr>
          <p:cNvSpPr txBox="1"/>
          <p:nvPr/>
        </p:nvSpPr>
        <p:spPr>
          <a:xfrm>
            <a:off x="3137304" y="781146"/>
            <a:ext cx="21755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↓ 로그인한 협력사 호텔</a:t>
            </a:r>
            <a:r>
              <a:rPr lang="en-US" altLang="ko-KR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/</a:t>
            </a:r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프로퍼티 명 기준 출력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47FD83F-6D3C-DFBC-B049-3D0681BC48C7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A5E9A229-021D-8F73-C9C1-3143BB3065F5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6749882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10D3BE-C1B7-005D-C2A7-FAE6ACFABB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2B1153BE-C0EA-7059-BEAA-BE3F78962031}"/>
              </a:ext>
            </a:extLst>
          </p:cNvPr>
          <p:cNvSpPr/>
          <p:nvPr/>
        </p:nvSpPr>
        <p:spPr>
          <a:xfrm>
            <a:off x="0" y="1974770"/>
            <a:ext cx="12191999" cy="2908460"/>
          </a:xfrm>
          <a:prstGeom prst="rect">
            <a:avLst/>
          </a:prstGeom>
          <a:solidFill>
            <a:srgbClr val="0E273B"/>
          </a:solidFill>
          <a:ln>
            <a:solidFill>
              <a:srgbClr val="0E273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권한 분기 처리 </a:t>
            </a:r>
            <a:r>
              <a:rPr lang="en-US" altLang="ko-KR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(</a:t>
            </a:r>
            <a:r>
              <a:rPr lang="ko-KR" altLang="en-US" sz="4000" dirty="0" err="1">
                <a:solidFill>
                  <a:schemeClr val="bg1"/>
                </a:solidFill>
                <a:latin typeface="NanumGothic" panose="020D0604000000000000" pitchFamily="34" charset="-127"/>
              </a:rPr>
              <a:t>슈퍼어드민</a:t>
            </a:r>
            <a:r>
              <a:rPr lang="en-US" altLang="ko-KR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/</a:t>
            </a:r>
            <a:r>
              <a:rPr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시스템 관리자</a:t>
            </a:r>
            <a:r>
              <a:rPr lang="en-US" altLang="ko-KR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)</a:t>
            </a:r>
            <a:endParaRPr kumimoji="1" lang="ko-Kore-KR" altLang="en-US" sz="400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4109820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A8BE83-A4D3-D186-FDE4-5298853037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036CCCFC-3E74-78C0-C672-64A03AB85E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협력사 객실관리 리스트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8AF9C8F3-728F-02DB-C519-A8B6EF71ABE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1DED0A28-7479-8121-0B97-3B92C96BDDB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2A58F21D-776D-101F-5CE0-B365DBF457F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8468876-2C66-9DAD-11AF-5E288B1D5FCA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9F470E4-E8B9-2714-DF82-2575CA7890DF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96C2F0B-DA6B-42F2-D338-A86D6CC7C957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561845FB-BB5F-7D7B-F0B6-5C47A530CC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4027453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수정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상세 페이지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등록 페이지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FF43AAFB-AA94-E297-AA64-689BF17A18DD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74F67CF1-36F1-1232-6FA7-CCC356E860F9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4961B274-DC9A-D03E-98EA-F6A74CDEDB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9038076"/>
              </p:ext>
            </p:extLst>
          </p:nvPr>
        </p:nvGraphicFramePr>
        <p:xfrm>
          <a:off x="1447440" y="1725454"/>
          <a:ext cx="7814439" cy="2575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3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69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7734128"/>
                    </a:ext>
                  </a:extLst>
                </a:gridCol>
                <a:gridCol w="2092182">
                  <a:extLst>
                    <a:ext uri="{9D8B030D-6E8A-4147-A177-3AD203B41FA5}">
                      <a16:colId xmlns:a16="http://schemas.microsoft.com/office/drawing/2014/main" val="3288341262"/>
                    </a:ext>
                  </a:extLst>
                </a:gridCol>
                <a:gridCol w="725955">
                  <a:extLst>
                    <a:ext uri="{9D8B030D-6E8A-4147-A177-3AD203B41FA5}">
                      <a16:colId xmlns:a16="http://schemas.microsoft.com/office/drawing/2014/main" val="4232283989"/>
                    </a:ext>
                  </a:extLst>
                </a:gridCol>
                <a:gridCol w="1715894">
                  <a:extLst>
                    <a:ext uri="{9D8B030D-6E8A-4147-A177-3AD203B41FA5}">
                      <a16:colId xmlns:a16="http://schemas.microsoft.com/office/drawing/2014/main" val="32728493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</a:t>
                      </a:r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700" b="1" i="0" spc="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프로퍼티명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 코드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</a:t>
                      </a:r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최종 수정일시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GLADMAPO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Deluxe Standard View King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Deluxe Garden View King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Deluxe Poolside View King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Kids Deluxe Garden View Family Twin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Kids Deluxe Poolside View Family Twin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Studio Suite Twin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Premier Suite Garden View Twin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글래드마포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Premier Suite Poolside View King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글래드마포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Kids Premier Suite Garden View Family Twin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글래드마포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글래드마포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852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글래드마포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관리자가 수기 입력한 코드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출력영역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2031679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3477AAAB-D465-4506-EFC2-A9B2C1A4BA0E}"/>
              </a:ext>
            </a:extLst>
          </p:cNvPr>
          <p:cNvSpPr/>
          <p:nvPr/>
        </p:nvSpPr>
        <p:spPr>
          <a:xfrm>
            <a:off x="8832304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76EC6D0-7C72-4E9D-F6E0-05532E716F5B}"/>
              </a:ext>
            </a:extLst>
          </p:cNvPr>
          <p:cNvSpPr/>
          <p:nvPr/>
        </p:nvSpPr>
        <p:spPr>
          <a:xfrm>
            <a:off x="8387256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108" name="Pagination">
            <a:extLst>
              <a:ext uri="{FF2B5EF4-FFF2-40B4-BE49-F238E27FC236}">
                <a16:creationId xmlns:a16="http://schemas.microsoft.com/office/drawing/2014/main" id="{797BE9C9-F2F5-932C-33E8-B21ED4D810FC}"/>
              </a:ext>
            </a:extLst>
          </p:cNvPr>
          <p:cNvSpPr txBox="1"/>
          <p:nvPr/>
        </p:nvSpPr>
        <p:spPr>
          <a:xfrm>
            <a:off x="4702956" y="4399540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4E04A42-FE03-BFBE-52E3-E5996A353E0A}"/>
              </a:ext>
            </a:extLst>
          </p:cNvPr>
          <p:cNvGrpSpPr/>
          <p:nvPr/>
        </p:nvGrpSpPr>
        <p:grpSpPr>
          <a:xfrm>
            <a:off x="1441381" y="1465521"/>
            <a:ext cx="1842121" cy="200055"/>
            <a:chOff x="1446413" y="1985887"/>
            <a:chExt cx="1842121" cy="200055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EEF40188-80FE-6DEB-B130-08B3D3E758F2}"/>
                </a:ext>
              </a:extLst>
            </p:cNvPr>
            <p:cNvSpPr txBox="1"/>
            <p:nvPr/>
          </p:nvSpPr>
          <p:spPr>
            <a:xfrm>
              <a:off x="2382517" y="198588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E5C1029F-A6C9-40EF-6D2C-AF5AADED61BF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6" name="Text Box">
                <a:extLst>
                  <a:ext uri="{FF2B5EF4-FFF2-40B4-BE49-F238E27FC236}">
                    <a16:creationId xmlns:a16="http://schemas.microsoft.com/office/drawing/2014/main" id="{8ADB02BB-3C3E-AE28-7452-F3C3C46E1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" name="Chevron Left">
                <a:extLst>
                  <a:ext uri="{FF2B5EF4-FFF2-40B4-BE49-F238E27FC236}">
                    <a16:creationId xmlns:a16="http://schemas.microsoft.com/office/drawing/2014/main" id="{D287F79C-F3E3-9D0C-D028-695B328B3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1" name="Click">
            <a:extLst>
              <a:ext uri="{FF2B5EF4-FFF2-40B4-BE49-F238E27FC236}">
                <a16:creationId xmlns:a16="http://schemas.microsoft.com/office/drawing/2014/main" id="{1AEB34CC-F043-9F4A-8B69-819F9D8374DD}"/>
              </a:ext>
            </a:extLst>
          </p:cNvPr>
          <p:cNvGrpSpPr>
            <a:grpSpLocks noChangeAspect="1"/>
          </p:cNvGrpSpPr>
          <p:nvPr/>
        </p:nvGrpSpPr>
        <p:grpSpPr>
          <a:xfrm>
            <a:off x="3973546" y="1900643"/>
            <a:ext cx="299298" cy="426545"/>
            <a:chOff x="5294313" y="2197100"/>
            <a:chExt cx="530225" cy="755651"/>
          </a:xfrm>
        </p:grpSpPr>
        <p:sp>
          <p:nvSpPr>
            <p:cNvPr id="106" name="Arrow Cursor">
              <a:extLst>
                <a:ext uri="{FF2B5EF4-FFF2-40B4-BE49-F238E27FC236}">
                  <a16:creationId xmlns:a16="http://schemas.microsoft.com/office/drawing/2014/main" id="{96E4B97B-2061-10BF-709C-D801533873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07" name="Click">
              <a:extLst>
                <a:ext uri="{FF2B5EF4-FFF2-40B4-BE49-F238E27FC236}">
                  <a16:creationId xmlns:a16="http://schemas.microsoft.com/office/drawing/2014/main" id="{0A855424-1A2D-B2C5-A03C-6E2A313693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65" name="Teardrop 1">
            <a:extLst>
              <a:ext uri="{FF2B5EF4-FFF2-40B4-BE49-F238E27FC236}">
                <a16:creationId xmlns:a16="http://schemas.microsoft.com/office/drawing/2014/main" id="{3CBE0AB3-1461-F8A4-BBB3-A0B8E163039F}"/>
              </a:ext>
            </a:extLst>
          </p:cNvPr>
          <p:cNvSpPr/>
          <p:nvPr/>
        </p:nvSpPr>
        <p:spPr>
          <a:xfrm rot="16200000" flipH="1" flipV="1">
            <a:off x="3439624" y="181352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D8F7304-2249-BC5A-0BF8-4ABF78D5C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0500934"/>
              </p:ext>
            </p:extLst>
          </p:nvPr>
        </p:nvGraphicFramePr>
        <p:xfrm>
          <a:off x="1448266" y="908719"/>
          <a:ext cx="7816085" cy="5002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7334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3096344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642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 코드 </a:t>
                      </a: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ko-KR" altLang="en-US" sz="800" b="1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</a:t>
                      </a: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 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5071247"/>
                  </a:ext>
                </a:extLst>
              </a:tr>
            </a:tbl>
          </a:graphicData>
        </a:graphic>
      </p:graphicFrame>
      <p:sp>
        <p:nvSpPr>
          <p:cNvPr id="10" name="Text Box">
            <a:extLst>
              <a:ext uri="{FF2B5EF4-FFF2-40B4-BE49-F238E27FC236}">
                <a16:creationId xmlns:a16="http://schemas.microsoft.com/office/drawing/2014/main" id="{F471848B-4857-1E57-77D8-B368020A986A}"/>
              </a:ext>
            </a:extLst>
          </p:cNvPr>
          <p:cNvSpPr>
            <a:spLocks/>
          </p:cNvSpPr>
          <p:nvPr/>
        </p:nvSpPr>
        <p:spPr bwMode="auto">
          <a:xfrm>
            <a:off x="2540589" y="942863"/>
            <a:ext cx="137653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객실코드를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2" name="Text Box">
            <a:extLst>
              <a:ext uri="{FF2B5EF4-FFF2-40B4-BE49-F238E27FC236}">
                <a16:creationId xmlns:a16="http://schemas.microsoft.com/office/drawing/2014/main" id="{D1F4A400-A053-39BA-1108-8DA567CAF2BC}"/>
              </a:ext>
            </a:extLst>
          </p:cNvPr>
          <p:cNvSpPr>
            <a:spLocks/>
          </p:cNvSpPr>
          <p:nvPr/>
        </p:nvSpPr>
        <p:spPr bwMode="auto">
          <a:xfrm>
            <a:off x="3987502" y="942863"/>
            <a:ext cx="153693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객실명을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BE6499A-F5B4-EB3E-4210-0766039B0186}"/>
              </a:ext>
            </a:extLst>
          </p:cNvPr>
          <p:cNvSpPr/>
          <p:nvPr/>
        </p:nvSpPr>
        <p:spPr>
          <a:xfrm>
            <a:off x="8827271" y="1474242"/>
            <a:ext cx="429577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객실 등록</a:t>
            </a:r>
          </a:p>
        </p:txBody>
      </p:sp>
      <p:sp>
        <p:nvSpPr>
          <p:cNvPr id="11" name="Teardrop 1">
            <a:extLst>
              <a:ext uri="{FF2B5EF4-FFF2-40B4-BE49-F238E27FC236}">
                <a16:creationId xmlns:a16="http://schemas.microsoft.com/office/drawing/2014/main" id="{6E5DCD5F-18EB-8E01-2218-CED641719A3F}"/>
              </a:ext>
            </a:extLst>
          </p:cNvPr>
          <p:cNvSpPr/>
          <p:nvPr/>
        </p:nvSpPr>
        <p:spPr>
          <a:xfrm rot="16200000" flipH="1" flipV="1">
            <a:off x="8690331" y="135718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 Box">
            <a:extLst>
              <a:ext uri="{FF2B5EF4-FFF2-40B4-BE49-F238E27FC236}">
                <a16:creationId xmlns:a16="http://schemas.microsoft.com/office/drawing/2014/main" id="{211B3DD8-0B1B-D1C9-D16C-A00B92ECC024}"/>
              </a:ext>
            </a:extLst>
          </p:cNvPr>
          <p:cNvSpPr>
            <a:spLocks/>
          </p:cNvSpPr>
          <p:nvPr/>
        </p:nvSpPr>
        <p:spPr bwMode="auto">
          <a:xfrm>
            <a:off x="7933612" y="942863"/>
            <a:ext cx="1288460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프로퍼티명을</a:t>
            </a: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30" name="Text Box">
            <a:extLst>
              <a:ext uri="{FF2B5EF4-FFF2-40B4-BE49-F238E27FC236}">
                <a16:creationId xmlns:a16="http://schemas.microsoft.com/office/drawing/2014/main" id="{3596B33D-D651-0079-8798-F916E716ECCB}"/>
              </a:ext>
            </a:extLst>
          </p:cNvPr>
          <p:cNvSpPr>
            <a:spLocks/>
          </p:cNvSpPr>
          <p:nvPr/>
        </p:nvSpPr>
        <p:spPr bwMode="auto">
          <a:xfrm>
            <a:off x="6644701" y="942863"/>
            <a:ext cx="124663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호텔명을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D4AC480-D21C-CF78-DE6C-F32BD42B8146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4542CB3-D91C-DEFC-64DE-C4D1F698BA76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2398988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08CD97-312C-3704-D63E-8F02DDCCF5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92E40D6D-C239-613B-B745-9303FF5F8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객실관리</a:t>
            </a:r>
            <a:r>
              <a:rPr lang="en-US" altLang="ko-KR" dirty="0"/>
              <a:t> </a:t>
            </a:r>
            <a:r>
              <a:rPr lang="ko-KR" altLang="en-US" dirty="0"/>
              <a:t>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239BACEE-3D4A-36C8-DF1B-2436DFCCC86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EAF98FA9-16CE-CE4C-CF4C-C455DA18314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97631579-FEFE-114A-0BA5-D1E840BEEBD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6D02018-449F-3605-758E-FE51825C5592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218826C-78F9-E091-24D6-46FF90F74434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55EC64D-157A-5885-4DAA-D41F294F6AE3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6C483397-D681-9815-5346-A2390EA0BA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0294014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중복확인 필수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숫자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1~99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까지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자리 만 입력 허용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클릭 시 객실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어메니티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선택 팝업 호출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클릭 시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배드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선택 팝업 호출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클릭 시 뷰 설정 선택 팝업 호출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validation check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및 정상 저장 후 리스트 화면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B6206290-FC86-9A83-11DA-234EA5A5F755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53ED12A8-F16A-EF65-D404-1B73541A11DC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577835E-0B08-55BD-3DB3-9842305DD1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5836441"/>
              </p:ext>
            </p:extLst>
          </p:nvPr>
        </p:nvGraphicFramePr>
        <p:xfrm>
          <a:off x="1513108" y="1052736"/>
          <a:ext cx="7746199" cy="21031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731259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호텔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47534930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코드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크기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</a:t>
                      </a: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m²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특징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8859513"/>
                  </a:ext>
                </a:extLst>
              </a:tr>
              <a:tr h="300455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3482315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수정일시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 후 시스템에서 생성 됩니다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16906297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DE25165B-AD93-BE50-F89C-711ECC1C0C48}"/>
              </a:ext>
            </a:extLst>
          </p:cNvPr>
          <p:cNvSpPr txBox="1"/>
          <p:nvPr/>
        </p:nvSpPr>
        <p:spPr>
          <a:xfrm>
            <a:off x="1427884" y="80804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객실 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4" name="Text Box">
            <a:extLst>
              <a:ext uri="{FF2B5EF4-FFF2-40B4-BE49-F238E27FC236}">
                <a16:creationId xmlns:a16="http://schemas.microsoft.com/office/drawing/2014/main" id="{35E33767-A78F-5157-BDEA-8657EAF5B69E}"/>
              </a:ext>
            </a:extLst>
          </p:cNvPr>
          <p:cNvSpPr>
            <a:spLocks/>
          </p:cNvSpPr>
          <p:nvPr/>
        </p:nvSpPr>
        <p:spPr bwMode="auto">
          <a:xfrm>
            <a:off x="2780110" y="1412776"/>
            <a:ext cx="288384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객실코드를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6" name="Text Box">
            <a:extLst>
              <a:ext uri="{FF2B5EF4-FFF2-40B4-BE49-F238E27FC236}">
                <a16:creationId xmlns:a16="http://schemas.microsoft.com/office/drawing/2014/main" id="{C38A44AC-F0C8-D2E2-C567-FFAE47FC3074}"/>
              </a:ext>
            </a:extLst>
          </p:cNvPr>
          <p:cNvSpPr>
            <a:spLocks/>
          </p:cNvSpPr>
          <p:nvPr/>
        </p:nvSpPr>
        <p:spPr bwMode="auto">
          <a:xfrm>
            <a:off x="2780110" y="1712958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국문 객실명을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23" name="Text Box">
            <a:extLst>
              <a:ext uri="{FF2B5EF4-FFF2-40B4-BE49-F238E27FC236}">
                <a16:creationId xmlns:a16="http://schemas.microsoft.com/office/drawing/2014/main" id="{8886D27C-6468-1898-1DDD-7917DC98EF47}"/>
              </a:ext>
            </a:extLst>
          </p:cNvPr>
          <p:cNvSpPr>
            <a:spLocks/>
          </p:cNvSpPr>
          <p:nvPr/>
        </p:nvSpPr>
        <p:spPr bwMode="auto">
          <a:xfrm>
            <a:off x="5571306" y="1712958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영문 객실명을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90FDF2EA-B483-8F14-9CA3-FAC61AD0163B}"/>
              </a:ext>
            </a:extLst>
          </p:cNvPr>
          <p:cNvSpPr/>
          <p:nvPr/>
        </p:nvSpPr>
        <p:spPr>
          <a:xfrm>
            <a:off x="5702120" y="1412776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중복확인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A5CF5699-32BD-7C46-4677-69EBFBCAF0FF}"/>
              </a:ext>
            </a:extLst>
          </p:cNvPr>
          <p:cNvGraphicFramePr>
            <a:graphicFrameLocks noGrp="1"/>
          </p:cNvGraphicFramePr>
          <p:nvPr/>
        </p:nvGraphicFramePr>
        <p:xfrm>
          <a:off x="1513108" y="3511695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659251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어른 최대 수용 인원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명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어린이 최대 수용 인원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  명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3D6829F0-3751-ABDD-C55D-B9CC6DAB9765}"/>
              </a:ext>
            </a:extLst>
          </p:cNvPr>
          <p:cNvSpPr txBox="1"/>
          <p:nvPr/>
        </p:nvSpPr>
        <p:spPr>
          <a:xfrm>
            <a:off x="1427884" y="3255412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객실 수용 인원정보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27" name="Text Box">
            <a:extLst>
              <a:ext uri="{FF2B5EF4-FFF2-40B4-BE49-F238E27FC236}">
                <a16:creationId xmlns:a16="http://schemas.microsoft.com/office/drawing/2014/main" id="{DD401F64-C7DA-167C-1004-581424104948}"/>
              </a:ext>
            </a:extLst>
          </p:cNvPr>
          <p:cNvSpPr>
            <a:spLocks/>
          </p:cNvSpPr>
          <p:nvPr/>
        </p:nvSpPr>
        <p:spPr bwMode="auto">
          <a:xfrm>
            <a:off x="2780110" y="2019490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8" name="Text Box">
            <a:extLst>
              <a:ext uri="{FF2B5EF4-FFF2-40B4-BE49-F238E27FC236}">
                <a16:creationId xmlns:a16="http://schemas.microsoft.com/office/drawing/2014/main" id="{51DAEB7E-CB30-121B-32B2-C5C44F6E256F}"/>
              </a:ext>
            </a:extLst>
          </p:cNvPr>
          <p:cNvSpPr>
            <a:spLocks/>
          </p:cNvSpPr>
          <p:nvPr/>
        </p:nvSpPr>
        <p:spPr bwMode="auto">
          <a:xfrm>
            <a:off x="2780110" y="3577293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9" name="Text Box">
            <a:extLst>
              <a:ext uri="{FF2B5EF4-FFF2-40B4-BE49-F238E27FC236}">
                <a16:creationId xmlns:a16="http://schemas.microsoft.com/office/drawing/2014/main" id="{C115259F-F802-97F5-9602-644025C80BC2}"/>
              </a:ext>
            </a:extLst>
          </p:cNvPr>
          <p:cNvSpPr>
            <a:spLocks/>
          </p:cNvSpPr>
          <p:nvPr/>
        </p:nvSpPr>
        <p:spPr bwMode="auto">
          <a:xfrm>
            <a:off x="6663496" y="3577293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8455EB5-D393-1408-696E-B474ED6AEAFB}"/>
              </a:ext>
            </a:extLst>
          </p:cNvPr>
          <p:cNvSpPr/>
          <p:nvPr/>
        </p:nvSpPr>
        <p:spPr>
          <a:xfrm>
            <a:off x="4959999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795801E-056D-9CCD-799A-C0EC89C73CFB}"/>
              </a:ext>
            </a:extLst>
          </p:cNvPr>
          <p:cNvSpPr/>
          <p:nvPr/>
        </p:nvSpPr>
        <p:spPr>
          <a:xfrm>
            <a:off x="5571306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등록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911F5FD3-A70F-B9B4-F718-18D2E9EB0D15}"/>
              </a:ext>
            </a:extLst>
          </p:cNvPr>
          <p:cNvSpPr txBox="1"/>
          <p:nvPr/>
        </p:nvSpPr>
        <p:spPr>
          <a:xfrm>
            <a:off x="1427884" y="4492074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 err="1">
                <a:latin typeface="+mn-ea"/>
                <a:ea typeface="+mn-ea"/>
              </a:rPr>
              <a:t>배드</a:t>
            </a:r>
            <a:r>
              <a:rPr lang="ko-KR" altLang="en-US" sz="800" b="1" dirty="0">
                <a:latin typeface="+mn-ea"/>
                <a:ea typeface="+mn-ea"/>
              </a:rPr>
              <a:t>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124" name="표 123">
            <a:extLst>
              <a:ext uri="{FF2B5EF4-FFF2-40B4-BE49-F238E27FC236}">
                <a16:creationId xmlns:a16="http://schemas.microsoft.com/office/drawing/2014/main" id="{4C9CABC9-E052-AC08-2B2D-5F8C313F4FE2}"/>
              </a:ext>
            </a:extLst>
          </p:cNvPr>
          <p:cNvGraphicFramePr>
            <a:graphicFrameLocks noGrp="1"/>
          </p:cNvGraphicFramePr>
          <p:nvPr/>
        </p:nvGraphicFramePr>
        <p:xfrm>
          <a:off x="1513109" y="5324705"/>
          <a:ext cx="3862812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5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7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층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호수 정보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125" name="TextBox 124">
            <a:extLst>
              <a:ext uri="{FF2B5EF4-FFF2-40B4-BE49-F238E27FC236}">
                <a16:creationId xmlns:a16="http://schemas.microsoft.com/office/drawing/2014/main" id="{9B904C76-1239-DAC8-28DA-CD10E0CA222D}"/>
              </a:ext>
            </a:extLst>
          </p:cNvPr>
          <p:cNvSpPr txBox="1"/>
          <p:nvPr/>
        </p:nvSpPr>
        <p:spPr>
          <a:xfrm>
            <a:off x="1427884" y="510089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층</a:t>
            </a:r>
            <a:r>
              <a:rPr lang="en-US" altLang="ko-KR" sz="800" b="1" dirty="0">
                <a:latin typeface="+mn-ea"/>
                <a:ea typeface="+mn-ea"/>
              </a:rPr>
              <a:t>/</a:t>
            </a:r>
            <a:r>
              <a:rPr lang="ko-KR" altLang="en-US" sz="800" b="1" dirty="0">
                <a:latin typeface="+mn-ea"/>
                <a:ea typeface="+mn-ea"/>
              </a:rPr>
              <a:t>호수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127" name="표 126">
            <a:extLst>
              <a:ext uri="{FF2B5EF4-FFF2-40B4-BE49-F238E27FC236}">
                <a16:creationId xmlns:a16="http://schemas.microsoft.com/office/drawing/2014/main" id="{0620F023-8BB9-FC69-E180-95ABEDE62A1A}"/>
              </a:ext>
            </a:extLst>
          </p:cNvPr>
          <p:cNvGraphicFramePr>
            <a:graphicFrameLocks noGrp="1"/>
          </p:cNvGraphicFramePr>
          <p:nvPr/>
        </p:nvGraphicFramePr>
        <p:xfrm>
          <a:off x="5396494" y="5324705"/>
          <a:ext cx="3862813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7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뷰 정보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128" name="TextBox 127">
            <a:extLst>
              <a:ext uri="{FF2B5EF4-FFF2-40B4-BE49-F238E27FC236}">
                <a16:creationId xmlns:a16="http://schemas.microsoft.com/office/drawing/2014/main" id="{DB1FB2FD-63C8-9EF6-9912-5CB4826D8586}"/>
              </a:ext>
            </a:extLst>
          </p:cNvPr>
          <p:cNvSpPr txBox="1"/>
          <p:nvPr/>
        </p:nvSpPr>
        <p:spPr>
          <a:xfrm>
            <a:off x="5311270" y="5083217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뷰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130" name="표 129">
            <a:extLst>
              <a:ext uri="{FF2B5EF4-FFF2-40B4-BE49-F238E27FC236}">
                <a16:creationId xmlns:a16="http://schemas.microsoft.com/office/drawing/2014/main" id="{3D713B58-B364-0F7F-268D-B2716D707C36}"/>
              </a:ext>
            </a:extLst>
          </p:cNvPr>
          <p:cNvGraphicFramePr>
            <a:graphicFrameLocks noGrp="1"/>
          </p:cNvGraphicFramePr>
          <p:nvPr/>
        </p:nvGraphicFramePr>
        <p:xfrm>
          <a:off x="1513108" y="4124507"/>
          <a:ext cx="7751244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552728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어메니티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131" name="TextBox 130">
            <a:extLst>
              <a:ext uri="{FF2B5EF4-FFF2-40B4-BE49-F238E27FC236}">
                <a16:creationId xmlns:a16="http://schemas.microsoft.com/office/drawing/2014/main" id="{9071099A-61C2-323C-5AE3-D5B67CD74894}"/>
              </a:ext>
            </a:extLst>
          </p:cNvPr>
          <p:cNvSpPr txBox="1"/>
          <p:nvPr/>
        </p:nvSpPr>
        <p:spPr>
          <a:xfrm>
            <a:off x="1427884" y="3903215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객실 </a:t>
            </a:r>
            <a:r>
              <a:rPr kumimoji="1" lang="ko-KR" altLang="en-US" sz="800" b="1" dirty="0" err="1">
                <a:latin typeface="+mn-ea"/>
                <a:ea typeface="+mn-ea"/>
              </a:rPr>
              <a:t>어메니티</a:t>
            </a:r>
            <a:r>
              <a:rPr kumimoji="1" lang="ko-KR" altLang="en-US" sz="800" b="1" dirty="0">
                <a:latin typeface="+mn-ea"/>
                <a:ea typeface="+mn-ea"/>
              </a:rPr>
              <a:t>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E36CEFAD-7997-4E33-4C08-522AA4DE6E83}"/>
              </a:ext>
            </a:extLst>
          </p:cNvPr>
          <p:cNvSpPr/>
          <p:nvPr/>
        </p:nvSpPr>
        <p:spPr>
          <a:xfrm>
            <a:off x="2780110" y="4180868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선택</a:t>
            </a:r>
          </a:p>
        </p:txBody>
      </p:sp>
      <p:graphicFrame>
        <p:nvGraphicFramePr>
          <p:cNvPr id="133" name="표 132">
            <a:extLst>
              <a:ext uri="{FF2B5EF4-FFF2-40B4-BE49-F238E27FC236}">
                <a16:creationId xmlns:a16="http://schemas.microsoft.com/office/drawing/2014/main" id="{D5933D9F-3D5E-383A-4223-9EBC6A9AED7D}"/>
              </a:ext>
            </a:extLst>
          </p:cNvPr>
          <p:cNvGraphicFramePr>
            <a:graphicFrameLocks noGrp="1"/>
          </p:cNvGraphicFramePr>
          <p:nvPr/>
        </p:nvGraphicFramePr>
        <p:xfrm>
          <a:off x="1513108" y="4736511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659251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배드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엑스트라 </a:t>
                      </a:r>
                      <a:r>
                        <a:rPr kumimoji="0" lang="ko-KR" altLang="en-US" sz="800" b="1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배드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61FE64D2-01F8-5B1B-4C35-933529B9B3AD}"/>
              </a:ext>
            </a:extLst>
          </p:cNvPr>
          <p:cNvSpPr/>
          <p:nvPr/>
        </p:nvSpPr>
        <p:spPr>
          <a:xfrm>
            <a:off x="2780110" y="4792234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선택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FB93803E-F2D9-0BD2-C7BA-486BF6F141A1}"/>
              </a:ext>
            </a:extLst>
          </p:cNvPr>
          <p:cNvSpPr/>
          <p:nvPr/>
        </p:nvSpPr>
        <p:spPr>
          <a:xfrm>
            <a:off x="2780110" y="5380719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선택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5B917B8F-776D-4167-D807-9F667CE7D407}"/>
              </a:ext>
            </a:extLst>
          </p:cNvPr>
          <p:cNvSpPr/>
          <p:nvPr/>
        </p:nvSpPr>
        <p:spPr>
          <a:xfrm>
            <a:off x="6675217" y="5380719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선택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1EA1BA2E-E886-5353-7173-323C915479DF}"/>
              </a:ext>
            </a:extLst>
          </p:cNvPr>
          <p:cNvSpPr txBox="1"/>
          <p:nvPr/>
        </p:nvSpPr>
        <p:spPr>
          <a:xfrm>
            <a:off x="7801966" y="808049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sp>
        <p:nvSpPr>
          <p:cNvPr id="139" name="Text Box">
            <a:extLst>
              <a:ext uri="{FF2B5EF4-FFF2-40B4-BE49-F238E27FC236}">
                <a16:creationId xmlns:a16="http://schemas.microsoft.com/office/drawing/2014/main" id="{749EEA8F-741D-5F4C-5141-44D212BE8DB2}"/>
              </a:ext>
            </a:extLst>
          </p:cNvPr>
          <p:cNvSpPr>
            <a:spLocks/>
          </p:cNvSpPr>
          <p:nvPr/>
        </p:nvSpPr>
        <p:spPr bwMode="auto">
          <a:xfrm>
            <a:off x="2780110" y="2307531"/>
            <a:ext cx="5501880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국문 객실특징을 입력하세요</a:t>
            </a:r>
            <a:r>
              <a:rPr kumimoji="0" lang="en-US" altLang="ko-KR" sz="8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40" name="Text Box">
            <a:extLst>
              <a:ext uri="{FF2B5EF4-FFF2-40B4-BE49-F238E27FC236}">
                <a16:creationId xmlns:a16="http://schemas.microsoft.com/office/drawing/2014/main" id="{0B42F4DD-779E-1480-42A9-596A9BA8FF96}"/>
              </a:ext>
            </a:extLst>
          </p:cNvPr>
          <p:cNvSpPr>
            <a:spLocks/>
          </p:cNvSpPr>
          <p:nvPr/>
        </p:nvSpPr>
        <p:spPr bwMode="auto">
          <a:xfrm>
            <a:off x="2780110" y="2608398"/>
            <a:ext cx="5501880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영문 객실특징을 입력하세요</a:t>
            </a:r>
            <a:r>
              <a:rPr kumimoji="0" lang="en-US" altLang="ko-KR" sz="8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2" name="Teardrop 1">
            <a:extLst>
              <a:ext uri="{FF2B5EF4-FFF2-40B4-BE49-F238E27FC236}">
                <a16:creationId xmlns:a16="http://schemas.microsoft.com/office/drawing/2014/main" id="{3B83320C-5FAF-7840-2812-0CF3EEBB1889}"/>
              </a:ext>
            </a:extLst>
          </p:cNvPr>
          <p:cNvSpPr/>
          <p:nvPr/>
        </p:nvSpPr>
        <p:spPr>
          <a:xfrm rot="16200000" flipH="1" flipV="1">
            <a:off x="5595260" y="129052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" name="Teardrop 1">
            <a:extLst>
              <a:ext uri="{FF2B5EF4-FFF2-40B4-BE49-F238E27FC236}">
                <a16:creationId xmlns:a16="http://schemas.microsoft.com/office/drawing/2014/main" id="{8420834E-9A5C-09FA-3957-A0316C5C303F}"/>
              </a:ext>
            </a:extLst>
          </p:cNvPr>
          <p:cNvSpPr/>
          <p:nvPr/>
        </p:nvSpPr>
        <p:spPr>
          <a:xfrm rot="16200000" flipH="1" flipV="1">
            <a:off x="2645763" y="345943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" name="Teardrop 1">
            <a:extLst>
              <a:ext uri="{FF2B5EF4-FFF2-40B4-BE49-F238E27FC236}">
                <a16:creationId xmlns:a16="http://schemas.microsoft.com/office/drawing/2014/main" id="{93E00777-6A72-B402-59C8-5D03C366BD70}"/>
              </a:ext>
            </a:extLst>
          </p:cNvPr>
          <p:cNvSpPr/>
          <p:nvPr/>
        </p:nvSpPr>
        <p:spPr>
          <a:xfrm rot="16200000" flipH="1" flipV="1">
            <a:off x="6570992" y="345943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DDD2392-D1F3-FCD0-3196-FA1734F5D7CD}"/>
              </a:ext>
            </a:extLst>
          </p:cNvPr>
          <p:cNvSpPr txBox="1"/>
          <p:nvPr/>
        </p:nvSpPr>
        <p:spPr>
          <a:xfrm>
            <a:off x="2999465" y="5100899"/>
            <a:ext cx="146065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시스템관리 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&gt;</a:t>
            </a:r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 층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/</a:t>
            </a:r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호수 에서 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GET</a:t>
            </a:r>
          </a:p>
        </p:txBody>
      </p:sp>
      <p:sp>
        <p:nvSpPr>
          <p:cNvPr id="12" name="Teardrop 1">
            <a:extLst>
              <a:ext uri="{FF2B5EF4-FFF2-40B4-BE49-F238E27FC236}">
                <a16:creationId xmlns:a16="http://schemas.microsoft.com/office/drawing/2014/main" id="{A9235313-417E-BC4D-71F5-48E1A025AA60}"/>
              </a:ext>
            </a:extLst>
          </p:cNvPr>
          <p:cNvSpPr/>
          <p:nvPr/>
        </p:nvSpPr>
        <p:spPr>
          <a:xfrm rot="16200000" flipH="1" flipV="1">
            <a:off x="2690368" y="4095055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" name="Teardrop 1">
            <a:extLst>
              <a:ext uri="{FF2B5EF4-FFF2-40B4-BE49-F238E27FC236}">
                <a16:creationId xmlns:a16="http://schemas.microsoft.com/office/drawing/2014/main" id="{F73DF99B-8F1A-A081-A32B-DB64B0255DDC}"/>
              </a:ext>
            </a:extLst>
          </p:cNvPr>
          <p:cNvSpPr/>
          <p:nvPr/>
        </p:nvSpPr>
        <p:spPr>
          <a:xfrm rot="16200000" flipH="1" flipV="1">
            <a:off x="2690368" y="466934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" name="Teardrop 1">
            <a:extLst>
              <a:ext uri="{FF2B5EF4-FFF2-40B4-BE49-F238E27FC236}">
                <a16:creationId xmlns:a16="http://schemas.microsoft.com/office/drawing/2014/main" id="{65E05265-92C9-629E-A32F-7FFD6639A32D}"/>
              </a:ext>
            </a:extLst>
          </p:cNvPr>
          <p:cNvSpPr/>
          <p:nvPr/>
        </p:nvSpPr>
        <p:spPr>
          <a:xfrm rot="16200000" flipH="1" flipV="1">
            <a:off x="2690368" y="5260358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" name="Teardrop 1">
            <a:extLst>
              <a:ext uri="{FF2B5EF4-FFF2-40B4-BE49-F238E27FC236}">
                <a16:creationId xmlns:a16="http://schemas.microsoft.com/office/drawing/2014/main" id="{2CA7A893-A144-64E2-B9A6-A8934FD984EE}"/>
              </a:ext>
            </a:extLst>
          </p:cNvPr>
          <p:cNvSpPr/>
          <p:nvPr/>
        </p:nvSpPr>
        <p:spPr>
          <a:xfrm rot="16200000" flipH="1" flipV="1">
            <a:off x="6576568" y="5260358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4" name="Teardrop 1">
            <a:extLst>
              <a:ext uri="{FF2B5EF4-FFF2-40B4-BE49-F238E27FC236}">
                <a16:creationId xmlns:a16="http://schemas.microsoft.com/office/drawing/2014/main" id="{E6A72A1D-50C1-18D2-81D8-E9E6A835BE76}"/>
              </a:ext>
            </a:extLst>
          </p:cNvPr>
          <p:cNvSpPr/>
          <p:nvPr/>
        </p:nvSpPr>
        <p:spPr>
          <a:xfrm rot="16200000" flipH="1" flipV="1">
            <a:off x="5500475" y="630857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5" name="Teardrop 1">
            <a:extLst>
              <a:ext uri="{FF2B5EF4-FFF2-40B4-BE49-F238E27FC236}">
                <a16:creationId xmlns:a16="http://schemas.microsoft.com/office/drawing/2014/main" id="{E2C4A86B-6630-BB5F-D4BA-02E995F037C8}"/>
              </a:ext>
            </a:extLst>
          </p:cNvPr>
          <p:cNvSpPr/>
          <p:nvPr/>
        </p:nvSpPr>
        <p:spPr>
          <a:xfrm rot="16200000" flipH="1" flipV="1">
            <a:off x="3439624" y="162088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640C3F6-CBB6-65A2-1B0A-2B88F79E45DA}"/>
              </a:ext>
            </a:extLst>
          </p:cNvPr>
          <p:cNvSpPr/>
          <p:nvPr/>
        </p:nvSpPr>
        <p:spPr>
          <a:xfrm>
            <a:off x="2780110" y="1109606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조회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73A8FD34-C5C2-3D7D-EA1E-9193FFD86FCC}"/>
              </a:ext>
            </a:extLst>
          </p:cNvPr>
          <p:cNvSpPr txBox="1"/>
          <p:nvPr/>
        </p:nvSpPr>
        <p:spPr>
          <a:xfrm>
            <a:off x="2999465" y="3903215"/>
            <a:ext cx="118173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무료 옵션 관리에서 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GET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C9FA2D2-FD47-A02E-DA83-52EED6D933C2}"/>
              </a:ext>
            </a:extLst>
          </p:cNvPr>
          <p:cNvSpPr txBox="1"/>
          <p:nvPr/>
        </p:nvSpPr>
        <p:spPr>
          <a:xfrm>
            <a:off x="2999465" y="4495746"/>
            <a:ext cx="118173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무료 옵션 관리에서 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GET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D7325FF-F903-0516-F551-EFD0417277D8}"/>
              </a:ext>
            </a:extLst>
          </p:cNvPr>
          <p:cNvSpPr txBox="1"/>
          <p:nvPr/>
        </p:nvSpPr>
        <p:spPr>
          <a:xfrm>
            <a:off x="6817999" y="5073647"/>
            <a:ext cx="118173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무료 옵션 관리에서 </a:t>
            </a:r>
            <a:r>
              <a:rPr lang="en-US" altLang="ko-KR" sz="700" b="0" i="1" dirty="0">
                <a:solidFill>
                  <a:srgbClr val="C00000"/>
                </a:solidFill>
                <a:latin typeface="+mn-ea"/>
                <a:ea typeface="+mn-ea"/>
              </a:rPr>
              <a:t>GET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82ABBFE-16AA-B655-8257-5B0BF2AA8000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0E480BC-2D58-BC0D-19FA-2E371B9B4034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6642700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49F0F5-30D6-7952-5F62-33543A5693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D2078782-2297-5124-E78C-3E2935E2DD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객실관리</a:t>
            </a:r>
            <a:r>
              <a:rPr lang="en-US" altLang="ko-KR" dirty="0"/>
              <a:t> </a:t>
            </a:r>
            <a:r>
              <a:rPr lang="ko-KR" altLang="en-US" dirty="0"/>
              <a:t>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225B893A-6C79-296C-9023-B54F9013D73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2FDDC90B-E5C0-8B36-6B7A-E17C9EFC321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4CA28F09-48BD-829B-F116-4E9D2AA8918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8B576E1-FAFA-D6C7-7DE8-76F42C11747A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28DD3E2-F085-161B-60BA-097D50FF69EA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C1A7E34-23FA-8BB6-FDE3-C72C87352DA0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541547BB-8725-E04A-502B-08109CBD4C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1124458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필수 입력 값 확인 및 사용여부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일 경우 삭제 허용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64072F6D-81ED-D386-425E-A3B4480E63A8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F0B70769-F956-EB1D-EAB9-84AED62305E7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5F2BAD2-4E1C-242A-F523-9ABE98FBB5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139301"/>
              </p:ext>
            </p:extLst>
          </p:nvPr>
        </p:nvGraphicFramePr>
        <p:xfrm>
          <a:off x="1513108" y="1052736"/>
          <a:ext cx="7746199" cy="21031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731259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호텔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글래드호텔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&gt;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글래드마포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47534930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코드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JOSUNDELUXE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크기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</a:t>
                      </a: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m²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특징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8859513"/>
                  </a:ext>
                </a:extLst>
              </a:tr>
              <a:tr h="300455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99701819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수정일시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2024-12-12 19:00:12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42922564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8C8631B-16B3-4C43-33A6-346303069AFC}"/>
              </a:ext>
            </a:extLst>
          </p:cNvPr>
          <p:cNvSpPr txBox="1"/>
          <p:nvPr/>
        </p:nvSpPr>
        <p:spPr>
          <a:xfrm>
            <a:off x="1427884" y="80804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객실 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6" name="Text Box">
            <a:extLst>
              <a:ext uri="{FF2B5EF4-FFF2-40B4-BE49-F238E27FC236}">
                <a16:creationId xmlns:a16="http://schemas.microsoft.com/office/drawing/2014/main" id="{4CF31F26-9EEB-F1FE-D89B-F3DF1D483AD9}"/>
              </a:ext>
            </a:extLst>
          </p:cNvPr>
          <p:cNvSpPr>
            <a:spLocks/>
          </p:cNvSpPr>
          <p:nvPr/>
        </p:nvSpPr>
        <p:spPr bwMode="auto">
          <a:xfrm>
            <a:off x="2780110" y="1712958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디럭스 </a:t>
            </a:r>
            <a:r>
              <a:rPr kumimoji="0" lang="ko-KR" altLang="en-US" sz="800" kern="0" dirty="0" err="1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스텐다드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뷰 킹</a:t>
            </a:r>
            <a:endParaRPr kumimoji="0" lang="en-US" altLang="ko-KR" sz="800" kern="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" name="Text Box">
            <a:extLst>
              <a:ext uri="{FF2B5EF4-FFF2-40B4-BE49-F238E27FC236}">
                <a16:creationId xmlns:a16="http://schemas.microsoft.com/office/drawing/2014/main" id="{B7FE3DB4-49B2-15EF-A671-ACD90DA97A4C}"/>
              </a:ext>
            </a:extLst>
          </p:cNvPr>
          <p:cNvSpPr>
            <a:spLocks/>
          </p:cNvSpPr>
          <p:nvPr/>
        </p:nvSpPr>
        <p:spPr bwMode="auto">
          <a:xfrm>
            <a:off x="5571306" y="1712958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Deluxe Standard View King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357A3CD4-D304-25DF-86CB-AF0242D32FAF}"/>
              </a:ext>
            </a:extLst>
          </p:cNvPr>
          <p:cNvGraphicFramePr>
            <a:graphicFrameLocks noGrp="1"/>
          </p:cNvGraphicFramePr>
          <p:nvPr/>
        </p:nvGraphicFramePr>
        <p:xfrm>
          <a:off x="1513108" y="3534674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659251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어른 최대 수용 인원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명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어린이 최대 수용 인원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  명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0C584C3B-8473-078F-CC21-3184DCB18299}"/>
              </a:ext>
            </a:extLst>
          </p:cNvPr>
          <p:cNvSpPr txBox="1"/>
          <p:nvPr/>
        </p:nvSpPr>
        <p:spPr>
          <a:xfrm>
            <a:off x="1427884" y="3240232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객실 수용 인원정보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27" name="Text Box">
            <a:extLst>
              <a:ext uri="{FF2B5EF4-FFF2-40B4-BE49-F238E27FC236}">
                <a16:creationId xmlns:a16="http://schemas.microsoft.com/office/drawing/2014/main" id="{2AA08DDF-9C2B-80BF-6845-00387214BE12}"/>
              </a:ext>
            </a:extLst>
          </p:cNvPr>
          <p:cNvSpPr>
            <a:spLocks/>
          </p:cNvSpPr>
          <p:nvPr/>
        </p:nvSpPr>
        <p:spPr bwMode="auto">
          <a:xfrm>
            <a:off x="2780110" y="2019490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46.7</a:t>
            </a:r>
          </a:p>
        </p:txBody>
      </p:sp>
      <p:sp>
        <p:nvSpPr>
          <p:cNvPr id="28" name="Text Box">
            <a:extLst>
              <a:ext uri="{FF2B5EF4-FFF2-40B4-BE49-F238E27FC236}">
                <a16:creationId xmlns:a16="http://schemas.microsoft.com/office/drawing/2014/main" id="{529FADEE-BD29-0FD9-11CA-F39328AEF049}"/>
              </a:ext>
            </a:extLst>
          </p:cNvPr>
          <p:cNvSpPr>
            <a:spLocks/>
          </p:cNvSpPr>
          <p:nvPr/>
        </p:nvSpPr>
        <p:spPr bwMode="auto">
          <a:xfrm>
            <a:off x="2780110" y="3600272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</a:p>
        </p:txBody>
      </p:sp>
      <p:sp>
        <p:nvSpPr>
          <p:cNvPr id="29" name="Text Box">
            <a:extLst>
              <a:ext uri="{FF2B5EF4-FFF2-40B4-BE49-F238E27FC236}">
                <a16:creationId xmlns:a16="http://schemas.microsoft.com/office/drawing/2014/main" id="{17D6D6B3-9090-B41E-7AA2-B6DD6D2A443D}"/>
              </a:ext>
            </a:extLst>
          </p:cNvPr>
          <p:cNvSpPr>
            <a:spLocks/>
          </p:cNvSpPr>
          <p:nvPr/>
        </p:nvSpPr>
        <p:spPr bwMode="auto">
          <a:xfrm>
            <a:off x="6663496" y="3600272"/>
            <a:ext cx="57958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E0B98E2-A4E9-2DFB-90E2-94A985DB0E0D}"/>
              </a:ext>
            </a:extLst>
          </p:cNvPr>
          <p:cNvSpPr txBox="1"/>
          <p:nvPr/>
        </p:nvSpPr>
        <p:spPr>
          <a:xfrm>
            <a:off x="1427884" y="450569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 err="1">
                <a:latin typeface="+mn-ea"/>
                <a:ea typeface="+mn-ea"/>
              </a:rPr>
              <a:t>배드</a:t>
            </a:r>
            <a:r>
              <a:rPr lang="ko-KR" altLang="en-US" sz="800" b="1" dirty="0">
                <a:latin typeface="+mn-ea"/>
                <a:ea typeface="+mn-ea"/>
              </a:rPr>
              <a:t>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B639E8FA-EF3E-ED96-9067-DAE62859A85C}"/>
              </a:ext>
            </a:extLst>
          </p:cNvPr>
          <p:cNvGraphicFramePr>
            <a:graphicFrameLocks noGrp="1"/>
          </p:cNvGraphicFramePr>
          <p:nvPr/>
        </p:nvGraphicFramePr>
        <p:xfrm>
          <a:off x="1513109" y="5337888"/>
          <a:ext cx="3862812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5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7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층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호수 정보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층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5F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7F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...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호수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502,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503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....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93A23553-06AC-0B50-D173-A2C13AC75841}"/>
              </a:ext>
            </a:extLst>
          </p:cNvPr>
          <p:cNvSpPr txBox="1"/>
          <p:nvPr/>
        </p:nvSpPr>
        <p:spPr>
          <a:xfrm>
            <a:off x="1427884" y="5114082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층</a:t>
            </a:r>
            <a:r>
              <a:rPr lang="en-US" altLang="ko-KR" sz="800" b="1" dirty="0">
                <a:latin typeface="+mn-ea"/>
                <a:ea typeface="+mn-ea"/>
              </a:rPr>
              <a:t>/</a:t>
            </a:r>
            <a:r>
              <a:rPr lang="ko-KR" altLang="en-US" sz="800" b="1" dirty="0">
                <a:latin typeface="+mn-ea"/>
                <a:ea typeface="+mn-ea"/>
              </a:rPr>
              <a:t>호수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1A16FF5-DFCD-7B8C-3556-2F004D942F61}"/>
              </a:ext>
            </a:extLst>
          </p:cNvPr>
          <p:cNvSpPr/>
          <p:nvPr/>
        </p:nvSpPr>
        <p:spPr>
          <a:xfrm>
            <a:off x="4613213" y="5394249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02DF7926-DBD4-E392-7019-E3DDA4A15A47}"/>
              </a:ext>
            </a:extLst>
          </p:cNvPr>
          <p:cNvGraphicFramePr>
            <a:graphicFrameLocks noGrp="1"/>
          </p:cNvGraphicFramePr>
          <p:nvPr/>
        </p:nvGraphicFramePr>
        <p:xfrm>
          <a:off x="5396494" y="5337888"/>
          <a:ext cx="3862813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7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뷰 정보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가든 뷰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45" name="TextBox 44">
            <a:extLst>
              <a:ext uri="{FF2B5EF4-FFF2-40B4-BE49-F238E27FC236}">
                <a16:creationId xmlns:a16="http://schemas.microsoft.com/office/drawing/2014/main" id="{277C6E48-3278-8007-E5E8-2914E91668EF}"/>
              </a:ext>
            </a:extLst>
          </p:cNvPr>
          <p:cNvSpPr txBox="1"/>
          <p:nvPr/>
        </p:nvSpPr>
        <p:spPr>
          <a:xfrm>
            <a:off x="5311270" y="5096400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뷰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0ADBAFC-9672-E445-9BF2-D56AF5435CA7}"/>
              </a:ext>
            </a:extLst>
          </p:cNvPr>
          <p:cNvSpPr/>
          <p:nvPr/>
        </p:nvSpPr>
        <p:spPr>
          <a:xfrm>
            <a:off x="8496599" y="5394249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1C514779-43AB-75DA-90DF-52C090993E38}"/>
              </a:ext>
            </a:extLst>
          </p:cNvPr>
          <p:cNvGraphicFramePr>
            <a:graphicFrameLocks noGrp="1"/>
          </p:cNvGraphicFramePr>
          <p:nvPr/>
        </p:nvGraphicFramePr>
        <p:xfrm>
          <a:off x="1513108" y="4147486"/>
          <a:ext cx="7751244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552728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어메니티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목욕가운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샴푸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...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53" name="TextBox 52">
            <a:extLst>
              <a:ext uri="{FF2B5EF4-FFF2-40B4-BE49-F238E27FC236}">
                <a16:creationId xmlns:a16="http://schemas.microsoft.com/office/drawing/2014/main" id="{632FBBC8-25AB-A2E4-9A8D-90DE27A95595}"/>
              </a:ext>
            </a:extLst>
          </p:cNvPr>
          <p:cNvSpPr txBox="1"/>
          <p:nvPr/>
        </p:nvSpPr>
        <p:spPr>
          <a:xfrm>
            <a:off x="1427884" y="3926194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lang="ko-KR" altLang="en-US" sz="800" b="1" dirty="0">
                <a:latin typeface="+mn-ea"/>
                <a:ea typeface="+mn-ea"/>
              </a:rPr>
              <a:t>객실 </a:t>
            </a:r>
            <a:r>
              <a:rPr kumimoji="1" lang="ko-KR" altLang="en-US" sz="800" b="1" dirty="0" err="1">
                <a:latin typeface="+mn-ea"/>
                <a:ea typeface="+mn-ea"/>
              </a:rPr>
              <a:t>어메니티</a:t>
            </a:r>
            <a:r>
              <a:rPr kumimoji="1" lang="ko-KR" altLang="en-US" sz="800" b="1" dirty="0">
                <a:latin typeface="+mn-ea"/>
                <a:ea typeface="+mn-ea"/>
              </a:rPr>
              <a:t> 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9047BE17-C33F-D4C4-C7DF-DD520A623D77}"/>
              </a:ext>
            </a:extLst>
          </p:cNvPr>
          <p:cNvSpPr/>
          <p:nvPr/>
        </p:nvSpPr>
        <p:spPr>
          <a:xfrm>
            <a:off x="3555866" y="4203847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graphicFrame>
        <p:nvGraphicFramePr>
          <p:cNvPr id="111" name="표 110">
            <a:extLst>
              <a:ext uri="{FF2B5EF4-FFF2-40B4-BE49-F238E27FC236}">
                <a16:creationId xmlns:a16="http://schemas.microsoft.com/office/drawing/2014/main" id="{7C426FE9-C701-BB87-0F72-F5625E6AE09E}"/>
              </a:ext>
            </a:extLst>
          </p:cNvPr>
          <p:cNvGraphicFramePr>
            <a:graphicFrameLocks noGrp="1"/>
          </p:cNvGraphicFramePr>
          <p:nvPr/>
        </p:nvGraphicFramePr>
        <p:xfrm>
          <a:off x="1513108" y="4750136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659251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배드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더블배드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싱글배드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엑스트라 </a:t>
                      </a:r>
                      <a:r>
                        <a:rPr kumimoji="0" lang="ko-KR" altLang="en-US" sz="800" b="1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배드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</a:tbl>
          </a:graphicData>
        </a:graphic>
      </p:graphicFrame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E22E879E-453A-32A3-5274-952E3B6909BE}"/>
              </a:ext>
            </a:extLst>
          </p:cNvPr>
          <p:cNvSpPr/>
          <p:nvPr/>
        </p:nvSpPr>
        <p:spPr>
          <a:xfrm>
            <a:off x="4613213" y="4813627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3D44B74-CC80-2DDB-72ED-A1D3122CD1CB}"/>
              </a:ext>
            </a:extLst>
          </p:cNvPr>
          <p:cNvSpPr/>
          <p:nvPr/>
        </p:nvSpPr>
        <p:spPr>
          <a:xfrm>
            <a:off x="4613083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D02201D-DB63-AE1B-2B5E-4A97674EB8BA}"/>
              </a:ext>
            </a:extLst>
          </p:cNvPr>
          <p:cNvSpPr/>
          <p:nvPr/>
        </p:nvSpPr>
        <p:spPr>
          <a:xfrm>
            <a:off x="5224390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저장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CE966D4-24E2-D615-0552-0A69F4CA9927}"/>
              </a:ext>
            </a:extLst>
          </p:cNvPr>
          <p:cNvSpPr/>
          <p:nvPr/>
        </p:nvSpPr>
        <p:spPr>
          <a:xfrm>
            <a:off x="5835697" y="6477696"/>
            <a:ext cx="520605" cy="191664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7" name="Teardrop 1">
            <a:extLst>
              <a:ext uri="{FF2B5EF4-FFF2-40B4-BE49-F238E27FC236}">
                <a16:creationId xmlns:a16="http://schemas.microsoft.com/office/drawing/2014/main" id="{0F6837D0-C566-5EE1-FAB0-CE56EDA1F21D}"/>
              </a:ext>
            </a:extLst>
          </p:cNvPr>
          <p:cNvSpPr/>
          <p:nvPr/>
        </p:nvSpPr>
        <p:spPr>
          <a:xfrm rot="16200000" flipH="1" flipV="1">
            <a:off x="5757601" y="638546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860FA77-1F53-2C33-8D8F-A4DFFE0B0D4C}"/>
              </a:ext>
            </a:extLst>
          </p:cNvPr>
          <p:cNvSpPr txBox="1"/>
          <p:nvPr/>
        </p:nvSpPr>
        <p:spPr>
          <a:xfrm>
            <a:off x="7801966" y="808049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sp>
        <p:nvSpPr>
          <p:cNvPr id="11" name="Text Box">
            <a:extLst>
              <a:ext uri="{FF2B5EF4-FFF2-40B4-BE49-F238E27FC236}">
                <a16:creationId xmlns:a16="http://schemas.microsoft.com/office/drawing/2014/main" id="{DA8CECEB-418A-A54D-A702-D040270CF13E}"/>
              </a:ext>
            </a:extLst>
          </p:cNvPr>
          <p:cNvSpPr>
            <a:spLocks/>
          </p:cNvSpPr>
          <p:nvPr/>
        </p:nvSpPr>
        <p:spPr bwMode="auto">
          <a:xfrm>
            <a:off x="2780110" y="2307531"/>
            <a:ext cx="5501880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거실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1, 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응접실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1, 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침실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1, 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화장실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1, 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발코니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</a:p>
        </p:txBody>
      </p:sp>
      <p:sp>
        <p:nvSpPr>
          <p:cNvPr id="12" name="Text Box">
            <a:extLst>
              <a:ext uri="{FF2B5EF4-FFF2-40B4-BE49-F238E27FC236}">
                <a16:creationId xmlns:a16="http://schemas.microsoft.com/office/drawing/2014/main" id="{8D19F279-980D-1251-D48E-FA39D953CC4D}"/>
              </a:ext>
            </a:extLst>
          </p:cNvPr>
          <p:cNvSpPr>
            <a:spLocks/>
          </p:cNvSpPr>
          <p:nvPr/>
        </p:nvSpPr>
        <p:spPr bwMode="auto">
          <a:xfrm>
            <a:off x="2780110" y="2608398"/>
            <a:ext cx="5501880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Living room 1, drawing room 1, bedroom 1, bathroom 1, balcony 1</a:t>
            </a:r>
            <a:endParaRPr kumimoji="0" lang="en-US" altLang="ko-KR" sz="800" kern="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EAFA9AC-FB4C-8AB3-7FD7-64C6A4E4A31B}"/>
              </a:ext>
            </a:extLst>
          </p:cNvPr>
          <p:cNvSpPr/>
          <p:nvPr/>
        </p:nvSpPr>
        <p:spPr>
          <a:xfrm>
            <a:off x="3910757" y="1107621"/>
            <a:ext cx="579586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33B7546-0C9E-623A-0C8B-71C53B84726E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EA0C613-7F77-2962-9247-CE6C7E52E69F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423000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2019E7-AABB-0DBE-6C09-B73B81A16F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E5EB6D67-A53F-7907-595A-C3D1375E13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배드</a:t>
            </a:r>
            <a:r>
              <a:rPr lang="ko-KR" altLang="en-US" dirty="0"/>
              <a:t> 선택 무료 옵션 팝업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CFC47F08-2EA6-63A3-CBEF-5356B4A0EC5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48B8C870-7C11-1197-488A-0DAB5E9A738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D43D48AB-42A7-3AA9-FF1C-5959D19CBD1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5EDF9F3-5CF5-F620-C9C7-CCD930FEF07A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A0FA833-F8AC-1DE1-F4E8-4DBD7014DFCC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8C74D45-9B69-D7C4-8B3C-ED35997CD4D2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E167A9B9-8181-A39B-0863-5783BD25B6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5797109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시스템관리자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서비스 옵션 코드명 출력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국문 서비스명 출력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영문 서비스명 출력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 사항 적용 후 팝업 닫고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부모창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3FF02E81-4DB5-7FD5-8DD1-FDD35FE08847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63643D3D-A59E-EEE8-88E3-1F149670D2B8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E4CE6120-2493-3876-75E3-D25670CCFD54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063545" y="1944626"/>
            <a:ext cx="3098569" cy="2492487"/>
            <a:chOff x="4631581" y="1261242"/>
            <a:chExt cx="2632570" cy="1683203"/>
          </a:xfrm>
        </p:grpSpPr>
        <p:sp>
          <p:nvSpPr>
            <p:cNvPr id="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0DD338D-C91E-A0C5-5AA8-7A0680C36E1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4631581" y="1496301"/>
              <a:ext cx="2632564" cy="144814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5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0FA8537-ADFF-6EC0-DEA6-DCC5D221C9C8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4631587" y="1261242"/>
              <a:ext cx="2632564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배드</a:t>
              </a:r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 선택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6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2735E01-6632-BF08-85F0-968BEBC85A75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8A4C05BF-3E12-B1CC-553D-421B18CDB328}"/>
              </a:ext>
            </a:extLst>
          </p:cNvPr>
          <p:cNvSpPr txBox="1"/>
          <p:nvPr/>
        </p:nvSpPr>
        <p:spPr>
          <a:xfrm>
            <a:off x="2018860" y="2323473"/>
            <a:ext cx="232004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배드 선택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032A94B-8927-2F27-41AB-2AD5B2263A14}"/>
              </a:ext>
            </a:extLst>
          </p:cNvPr>
          <p:cNvSpPr/>
          <p:nvPr/>
        </p:nvSpPr>
        <p:spPr>
          <a:xfrm>
            <a:off x="3143672" y="4185092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99D1DFA-7E39-4893-D394-A1774D0C559A}"/>
              </a:ext>
            </a:extLst>
          </p:cNvPr>
          <p:cNvSpPr/>
          <p:nvPr/>
        </p:nvSpPr>
        <p:spPr>
          <a:xfrm>
            <a:off x="3646682" y="4185092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적용</a:t>
            </a:r>
          </a:p>
        </p:txBody>
      </p:sp>
      <p:sp>
        <p:nvSpPr>
          <p:cNvPr id="80" name="Text Box">
            <a:extLst>
              <a:ext uri="{FF2B5EF4-FFF2-40B4-BE49-F238E27FC236}">
                <a16:creationId xmlns:a16="http://schemas.microsoft.com/office/drawing/2014/main" id="{232CA955-00EC-0925-FCEC-083F536879E2}"/>
              </a:ext>
            </a:extLst>
          </p:cNvPr>
          <p:cNvSpPr>
            <a:spLocks/>
          </p:cNvSpPr>
          <p:nvPr/>
        </p:nvSpPr>
        <p:spPr bwMode="auto">
          <a:xfrm>
            <a:off x="2135560" y="2564904"/>
            <a:ext cx="2952589" cy="1582445"/>
          </a:xfrm>
          <a:prstGeom prst="rect">
            <a:avLst/>
          </a:prstGeom>
          <a:solidFill>
            <a:schemeClr val="bg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t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kumimoji="0" lang="ko-KR" altLang="en-US" sz="800" kern="0" dirty="0" err="1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싱글배드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kumimoji="0" lang="en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Single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kumimoji="0" lang="en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Bed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ko-KR" altLang="en-US" sz="800" dirty="0" err="1">
                <a:solidFill>
                  <a:schemeClr val="tx1"/>
                </a:solidFill>
                <a:latin typeface="+mn-ea"/>
                <a:ea typeface="+mn-ea"/>
              </a:rPr>
              <a:t>더블배드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|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Double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Bed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ko-KR" altLang="en-US" sz="800" dirty="0" err="1">
                <a:solidFill>
                  <a:schemeClr val="tx1"/>
                </a:solidFill>
                <a:latin typeface="+mn-ea"/>
                <a:ea typeface="+mn-ea"/>
              </a:rPr>
              <a:t>트윈배드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Twin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Bed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ko-KR" altLang="en-US" sz="800" dirty="0" err="1">
                <a:solidFill>
                  <a:schemeClr val="tx1"/>
                </a:solidFill>
                <a:latin typeface="+mn-ea"/>
                <a:ea typeface="+mn-ea"/>
              </a:rPr>
              <a:t>트리플배드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Triple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Bed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ko-KR" altLang="en-US" sz="800" dirty="0" err="1">
                <a:solidFill>
                  <a:schemeClr val="tx1"/>
                </a:solidFill>
                <a:latin typeface="+mn-ea"/>
                <a:ea typeface="+mn-ea"/>
              </a:rPr>
              <a:t>싱글더블배드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Single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-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double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Bed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ko-KR" altLang="en-US" sz="800" dirty="0" err="1">
                <a:solidFill>
                  <a:schemeClr val="tx1"/>
                </a:solidFill>
                <a:latin typeface="+mn-ea"/>
                <a:ea typeface="+mn-ea"/>
              </a:rPr>
              <a:t>더블더블배드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Double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-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double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Bed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ko-KR" altLang="en-US" sz="800" dirty="0" err="1">
                <a:solidFill>
                  <a:schemeClr val="tx1"/>
                </a:solidFill>
                <a:latin typeface="+mn-ea"/>
                <a:ea typeface="+mn-ea"/>
              </a:rPr>
              <a:t>이그젝큐티브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Executive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온돌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ondol</a:t>
            </a:r>
            <a:endParaRPr kumimoji="1" lang="ko-KR" altLang="en-US" sz="800" dirty="0">
              <a:solidFill>
                <a:schemeClr val="tx1"/>
              </a:solidFill>
              <a:latin typeface="+mn-ea"/>
              <a:ea typeface="+mn-ea"/>
            </a:endParaRP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F4919989-9EE1-7600-6702-16DA5CE3A473}"/>
              </a:ext>
            </a:extLst>
          </p:cNvPr>
          <p:cNvGrpSpPr/>
          <p:nvPr/>
        </p:nvGrpSpPr>
        <p:grpSpPr>
          <a:xfrm>
            <a:off x="4948699" y="2608755"/>
            <a:ext cx="139450" cy="1538594"/>
            <a:chOff x="3622653" y="2609508"/>
            <a:chExt cx="139450" cy="1538594"/>
          </a:xfrm>
        </p:grpSpPr>
        <p:sp>
          <p:nvSpPr>
            <p:cNvPr id="82" name="모서리가 둥근 직사각형 81">
              <a:extLst>
                <a:ext uri="{FF2B5EF4-FFF2-40B4-BE49-F238E27FC236}">
                  <a16:creationId xmlns:a16="http://schemas.microsoft.com/office/drawing/2014/main" id="{77496656-5861-053D-7CB3-7C338075F0B2}"/>
                </a:ext>
              </a:extLst>
            </p:cNvPr>
            <p:cNvSpPr/>
            <p:nvPr/>
          </p:nvSpPr>
          <p:spPr>
            <a:xfrm>
              <a:off x="3653277" y="2740696"/>
              <a:ext cx="81294" cy="20685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83" name="모서리가 둥근 직사각형 82">
              <a:extLst>
                <a:ext uri="{FF2B5EF4-FFF2-40B4-BE49-F238E27FC236}">
                  <a16:creationId xmlns:a16="http://schemas.microsoft.com/office/drawing/2014/main" id="{36D4D891-8B8E-7ABE-34A8-2E608B74057B}"/>
                </a:ext>
              </a:extLst>
            </p:cNvPr>
            <p:cNvSpPr/>
            <p:nvPr/>
          </p:nvSpPr>
          <p:spPr>
            <a:xfrm>
              <a:off x="3622653" y="2609508"/>
              <a:ext cx="139450" cy="1538594"/>
            </a:xfrm>
            <a:prstGeom prst="round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778A271B-5334-D87B-AD87-A88DE1E4EF2A}"/>
              </a:ext>
            </a:extLst>
          </p:cNvPr>
          <p:cNvSpPr/>
          <p:nvPr/>
        </p:nvSpPr>
        <p:spPr>
          <a:xfrm>
            <a:off x="2125048" y="2608755"/>
            <a:ext cx="2708364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85" name="Click">
            <a:extLst>
              <a:ext uri="{FF2B5EF4-FFF2-40B4-BE49-F238E27FC236}">
                <a16:creationId xmlns:a16="http://schemas.microsoft.com/office/drawing/2014/main" id="{AAA4FB09-D6AF-D64E-8D6F-35B182D61D01}"/>
              </a:ext>
            </a:extLst>
          </p:cNvPr>
          <p:cNvGrpSpPr>
            <a:grpSpLocks noChangeAspect="1"/>
          </p:cNvGrpSpPr>
          <p:nvPr/>
        </p:nvGrpSpPr>
        <p:grpSpPr>
          <a:xfrm>
            <a:off x="4145796" y="2653394"/>
            <a:ext cx="299298" cy="426545"/>
            <a:chOff x="5294313" y="2197100"/>
            <a:chExt cx="530225" cy="755651"/>
          </a:xfrm>
        </p:grpSpPr>
        <p:sp>
          <p:nvSpPr>
            <p:cNvPr id="86" name="Arrow Cursor">
              <a:extLst>
                <a:ext uri="{FF2B5EF4-FFF2-40B4-BE49-F238E27FC236}">
                  <a16:creationId xmlns:a16="http://schemas.microsoft.com/office/drawing/2014/main" id="{558E0CC4-FD64-AAB1-5437-18C11CCDCB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87" name="Click">
              <a:extLst>
                <a:ext uri="{FF2B5EF4-FFF2-40B4-BE49-F238E27FC236}">
                  <a16:creationId xmlns:a16="http://schemas.microsoft.com/office/drawing/2014/main" id="{7CB632AB-AAE8-A819-F7E8-CE2EDE7751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26" name="Click">
            <a:extLst>
              <a:ext uri="{FF2B5EF4-FFF2-40B4-BE49-F238E27FC236}">
                <a16:creationId xmlns:a16="http://schemas.microsoft.com/office/drawing/2014/main" id="{59F27A19-D928-DA9A-9E5F-E01EFBC78EF4}"/>
              </a:ext>
            </a:extLst>
          </p:cNvPr>
          <p:cNvGrpSpPr>
            <a:grpSpLocks noChangeAspect="1"/>
          </p:cNvGrpSpPr>
          <p:nvPr/>
        </p:nvGrpSpPr>
        <p:grpSpPr>
          <a:xfrm>
            <a:off x="3890020" y="4189572"/>
            <a:ext cx="299298" cy="426545"/>
            <a:chOff x="5294313" y="2197100"/>
            <a:chExt cx="530225" cy="755651"/>
          </a:xfrm>
        </p:grpSpPr>
        <p:sp>
          <p:nvSpPr>
            <p:cNvPr id="127" name="Arrow Cursor">
              <a:extLst>
                <a:ext uri="{FF2B5EF4-FFF2-40B4-BE49-F238E27FC236}">
                  <a16:creationId xmlns:a16="http://schemas.microsoft.com/office/drawing/2014/main" id="{9543130C-3CF0-C664-3A89-3E7D6E2C86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28" name="Click">
              <a:extLst>
                <a:ext uri="{FF2B5EF4-FFF2-40B4-BE49-F238E27FC236}">
                  <a16:creationId xmlns:a16="http://schemas.microsoft.com/office/drawing/2014/main" id="{31F9C49E-EEB0-13D9-4C09-078B6E3BB9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70" name="Teardrop 1">
            <a:extLst>
              <a:ext uri="{FF2B5EF4-FFF2-40B4-BE49-F238E27FC236}">
                <a16:creationId xmlns:a16="http://schemas.microsoft.com/office/drawing/2014/main" id="{004AD996-8381-802D-247C-E2A9539D1B88}"/>
              </a:ext>
            </a:extLst>
          </p:cNvPr>
          <p:cNvSpPr/>
          <p:nvPr/>
        </p:nvSpPr>
        <p:spPr>
          <a:xfrm rot="16200000" flipH="1" flipV="1">
            <a:off x="1982402" y="302834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30" name="Teardrop 1">
            <a:extLst>
              <a:ext uri="{FF2B5EF4-FFF2-40B4-BE49-F238E27FC236}">
                <a16:creationId xmlns:a16="http://schemas.microsoft.com/office/drawing/2014/main" id="{D178789C-E2FC-2ED9-D922-43D662F0A421}"/>
              </a:ext>
            </a:extLst>
          </p:cNvPr>
          <p:cNvSpPr/>
          <p:nvPr/>
        </p:nvSpPr>
        <p:spPr>
          <a:xfrm rot="16200000" flipH="1" flipV="1">
            <a:off x="2875660" y="302834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31" name="Teardrop 1">
            <a:extLst>
              <a:ext uri="{FF2B5EF4-FFF2-40B4-BE49-F238E27FC236}">
                <a16:creationId xmlns:a16="http://schemas.microsoft.com/office/drawing/2014/main" id="{75DABE42-3ED9-BF3C-761C-B80F80457DF4}"/>
              </a:ext>
            </a:extLst>
          </p:cNvPr>
          <p:cNvSpPr/>
          <p:nvPr/>
        </p:nvSpPr>
        <p:spPr>
          <a:xfrm rot="16200000" flipH="1" flipV="1">
            <a:off x="3404215" y="302834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E8BD41E6-671C-2D6F-C1D8-4A278C8CDDDC}"/>
              </a:ext>
            </a:extLst>
          </p:cNvPr>
          <p:cNvSpPr txBox="1"/>
          <p:nvPr/>
        </p:nvSpPr>
        <p:spPr>
          <a:xfrm>
            <a:off x="3525863" y="2329726"/>
            <a:ext cx="81304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</a:t>
            </a:r>
            <a:r>
              <a:rPr lang="ko-KR" altLang="en-US" sz="700" i="1" dirty="0">
                <a:solidFill>
                  <a:srgbClr val="C00000"/>
                </a:solidFill>
                <a:latin typeface="+mn-ea"/>
                <a:ea typeface="+mn-ea"/>
              </a:rPr>
              <a:t>다중</a:t>
            </a:r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 선택 가능</a:t>
            </a:r>
            <a:endParaRPr lang="en-US" altLang="ko-KR" sz="700" b="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133" name="모서리가 둥근 직사각형 132">
            <a:extLst>
              <a:ext uri="{FF2B5EF4-FFF2-40B4-BE49-F238E27FC236}">
                <a16:creationId xmlns:a16="http://schemas.microsoft.com/office/drawing/2014/main" id="{203F2461-37CF-BF14-EB97-29EF881134E0}"/>
              </a:ext>
            </a:extLst>
          </p:cNvPr>
          <p:cNvSpPr/>
          <p:nvPr/>
        </p:nvSpPr>
        <p:spPr>
          <a:xfrm>
            <a:off x="2125048" y="3343446"/>
            <a:ext cx="2708364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Teardrop 1">
            <a:extLst>
              <a:ext uri="{FF2B5EF4-FFF2-40B4-BE49-F238E27FC236}">
                <a16:creationId xmlns:a16="http://schemas.microsoft.com/office/drawing/2014/main" id="{5363FFD6-4AA4-8D4C-0A6A-454EE31895B6}"/>
              </a:ext>
            </a:extLst>
          </p:cNvPr>
          <p:cNvSpPr/>
          <p:nvPr/>
        </p:nvSpPr>
        <p:spPr>
          <a:xfrm rot="16200000" flipH="1" flipV="1">
            <a:off x="3564235" y="408752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2F15702-F742-D07A-ECCB-20F2AA7F18B3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144D63C-90B3-6FCB-9A07-EF8E1C09F1CD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6107714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966CC1-F398-DA62-1328-CE0F7B738E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06D4D0E3-E9FB-BB74-9DC9-61D53FCD43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뷰 선택 무료 옵션 팝업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BEA266B2-E818-6AEE-838D-8E5A246BEFB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801DADD7-A92C-EBE8-789A-610C03970B4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CE601B9C-93D4-A88F-D52B-41C8020D9A2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97C9A39-7B20-5F3A-55CB-1BDBEE185EE4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AA285AC-60EC-C6A4-07B1-2A20D805DD16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63400D3-A4ED-5764-405B-BC17D8951F9F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85FBE255-0134-8F18-2A8F-7F3889F9DC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0015597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시스템관리자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서비스 옵션 코드명 출력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국문 서비스명 출력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영문 서비스명 출력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 사항 적용 후 팝업 닫고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부모창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9666F8CB-3EBF-1648-2D5A-E5F276F217B7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74BBAE84-E0EC-AB25-A7D9-C186A9C37FE1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730736F6-0433-CC10-C49B-47546BB8B57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063545" y="1944626"/>
            <a:ext cx="3098569" cy="2492487"/>
            <a:chOff x="4631581" y="1261242"/>
            <a:chExt cx="2632570" cy="1683203"/>
          </a:xfrm>
        </p:grpSpPr>
        <p:sp>
          <p:nvSpPr>
            <p:cNvPr id="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4065A1A9-8315-9A58-6F2E-FD9A7CD8F934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4631581" y="1496301"/>
              <a:ext cx="2632564" cy="144814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5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2D09B4C-EBE9-DDC5-D296-63D45BEF97AE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4631587" y="1261242"/>
              <a:ext cx="2632564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뷰 선택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6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F6A2A0F-A244-B115-0AAA-6C1522F8522A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193E62CC-03B3-4099-5917-D8452B1100C0}"/>
              </a:ext>
            </a:extLst>
          </p:cNvPr>
          <p:cNvSpPr txBox="1"/>
          <p:nvPr/>
        </p:nvSpPr>
        <p:spPr>
          <a:xfrm>
            <a:off x="2018860" y="2323473"/>
            <a:ext cx="232004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뷰 선택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274CBC0-E062-5AD2-61B5-AD46166A081E}"/>
              </a:ext>
            </a:extLst>
          </p:cNvPr>
          <p:cNvSpPr/>
          <p:nvPr/>
        </p:nvSpPr>
        <p:spPr>
          <a:xfrm>
            <a:off x="3143672" y="4191938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F12C8BE-9D55-C570-0483-2980C40C790D}"/>
              </a:ext>
            </a:extLst>
          </p:cNvPr>
          <p:cNvSpPr/>
          <p:nvPr/>
        </p:nvSpPr>
        <p:spPr>
          <a:xfrm>
            <a:off x="3646682" y="4191938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적용</a:t>
            </a:r>
          </a:p>
        </p:txBody>
      </p:sp>
      <p:sp>
        <p:nvSpPr>
          <p:cNvPr id="80" name="Text Box">
            <a:extLst>
              <a:ext uri="{FF2B5EF4-FFF2-40B4-BE49-F238E27FC236}">
                <a16:creationId xmlns:a16="http://schemas.microsoft.com/office/drawing/2014/main" id="{2C43C686-A099-D7A6-AED4-0421C32633A4}"/>
              </a:ext>
            </a:extLst>
          </p:cNvPr>
          <p:cNvSpPr>
            <a:spLocks/>
          </p:cNvSpPr>
          <p:nvPr/>
        </p:nvSpPr>
        <p:spPr bwMode="auto">
          <a:xfrm>
            <a:off x="2135560" y="2571750"/>
            <a:ext cx="2952589" cy="1582445"/>
          </a:xfrm>
          <a:prstGeom prst="rect">
            <a:avLst/>
          </a:prstGeom>
          <a:solidFill>
            <a:schemeClr val="bg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t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kumimoji="0" lang="ko-KR" altLang="en-US" sz="800" kern="0" dirty="0" err="1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스텐다드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뷰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kumimoji="0" lang="en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Single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kumimoji="0" lang="en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Bed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가든 뷰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|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Garden View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풀 사이드 뷰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Poolside View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오션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뷰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Ocean View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A253E502-157B-58CC-27A2-2833A56B247D}"/>
              </a:ext>
            </a:extLst>
          </p:cNvPr>
          <p:cNvGrpSpPr/>
          <p:nvPr/>
        </p:nvGrpSpPr>
        <p:grpSpPr>
          <a:xfrm>
            <a:off x="4948699" y="2615601"/>
            <a:ext cx="139450" cy="1538594"/>
            <a:chOff x="3622653" y="2609508"/>
            <a:chExt cx="139450" cy="1538594"/>
          </a:xfrm>
        </p:grpSpPr>
        <p:sp>
          <p:nvSpPr>
            <p:cNvPr id="82" name="모서리가 둥근 직사각형 81">
              <a:extLst>
                <a:ext uri="{FF2B5EF4-FFF2-40B4-BE49-F238E27FC236}">
                  <a16:creationId xmlns:a16="http://schemas.microsoft.com/office/drawing/2014/main" id="{F725F725-376E-0671-D66B-3BF3062E85F1}"/>
                </a:ext>
              </a:extLst>
            </p:cNvPr>
            <p:cNvSpPr/>
            <p:nvPr/>
          </p:nvSpPr>
          <p:spPr>
            <a:xfrm>
              <a:off x="3653277" y="2740696"/>
              <a:ext cx="81294" cy="20685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83" name="모서리가 둥근 직사각형 82">
              <a:extLst>
                <a:ext uri="{FF2B5EF4-FFF2-40B4-BE49-F238E27FC236}">
                  <a16:creationId xmlns:a16="http://schemas.microsoft.com/office/drawing/2014/main" id="{E29B4D0D-6B87-8778-D56A-FCA956F10968}"/>
                </a:ext>
              </a:extLst>
            </p:cNvPr>
            <p:cNvSpPr/>
            <p:nvPr/>
          </p:nvSpPr>
          <p:spPr>
            <a:xfrm>
              <a:off x="3622653" y="2609508"/>
              <a:ext cx="139450" cy="1538594"/>
            </a:xfrm>
            <a:prstGeom prst="round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88" name="TextBox 87">
            <a:extLst>
              <a:ext uri="{FF2B5EF4-FFF2-40B4-BE49-F238E27FC236}">
                <a16:creationId xmlns:a16="http://schemas.microsoft.com/office/drawing/2014/main" id="{6476B696-8828-5155-0539-BF1A530A6BC5}"/>
              </a:ext>
            </a:extLst>
          </p:cNvPr>
          <p:cNvSpPr txBox="1"/>
          <p:nvPr/>
        </p:nvSpPr>
        <p:spPr>
          <a:xfrm>
            <a:off x="3527266" y="2306992"/>
            <a:ext cx="81304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</a:t>
            </a:r>
            <a:r>
              <a:rPr lang="ko-KR" altLang="en-US" sz="700" i="1" dirty="0">
                <a:solidFill>
                  <a:srgbClr val="C00000"/>
                </a:solidFill>
                <a:latin typeface="+mn-ea"/>
                <a:ea typeface="+mn-ea"/>
              </a:rPr>
              <a:t>다중</a:t>
            </a:r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 선택 가능</a:t>
            </a:r>
            <a:endParaRPr lang="en-US" altLang="ko-KR" sz="700" b="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391A3E52-2A9F-BD4E-4812-5F54C6F1C39A}"/>
              </a:ext>
            </a:extLst>
          </p:cNvPr>
          <p:cNvSpPr/>
          <p:nvPr/>
        </p:nvSpPr>
        <p:spPr>
          <a:xfrm>
            <a:off x="2125048" y="2615601"/>
            <a:ext cx="2708364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85" name="Click">
            <a:extLst>
              <a:ext uri="{FF2B5EF4-FFF2-40B4-BE49-F238E27FC236}">
                <a16:creationId xmlns:a16="http://schemas.microsoft.com/office/drawing/2014/main" id="{C8D3C1D8-7F11-EB6B-C7A8-F2E48F843DE0}"/>
              </a:ext>
            </a:extLst>
          </p:cNvPr>
          <p:cNvGrpSpPr>
            <a:grpSpLocks noChangeAspect="1"/>
          </p:cNvGrpSpPr>
          <p:nvPr/>
        </p:nvGrpSpPr>
        <p:grpSpPr>
          <a:xfrm>
            <a:off x="4145796" y="2660240"/>
            <a:ext cx="299298" cy="426545"/>
            <a:chOff x="5294313" y="2197100"/>
            <a:chExt cx="530225" cy="755651"/>
          </a:xfrm>
        </p:grpSpPr>
        <p:sp>
          <p:nvSpPr>
            <p:cNvPr id="86" name="Arrow Cursor">
              <a:extLst>
                <a:ext uri="{FF2B5EF4-FFF2-40B4-BE49-F238E27FC236}">
                  <a16:creationId xmlns:a16="http://schemas.microsoft.com/office/drawing/2014/main" id="{FFB020D9-2233-5210-9C38-18F8BD2F8D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87" name="Click">
              <a:extLst>
                <a:ext uri="{FF2B5EF4-FFF2-40B4-BE49-F238E27FC236}">
                  <a16:creationId xmlns:a16="http://schemas.microsoft.com/office/drawing/2014/main" id="{C1A7284C-3944-8D87-2A9F-98060E08DE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26" name="Click">
            <a:extLst>
              <a:ext uri="{FF2B5EF4-FFF2-40B4-BE49-F238E27FC236}">
                <a16:creationId xmlns:a16="http://schemas.microsoft.com/office/drawing/2014/main" id="{4505095E-CD84-0BD9-0617-555F62D2D78C}"/>
              </a:ext>
            </a:extLst>
          </p:cNvPr>
          <p:cNvGrpSpPr>
            <a:grpSpLocks noChangeAspect="1"/>
          </p:cNvGrpSpPr>
          <p:nvPr/>
        </p:nvGrpSpPr>
        <p:grpSpPr>
          <a:xfrm>
            <a:off x="3890020" y="4196418"/>
            <a:ext cx="299298" cy="426545"/>
            <a:chOff x="5294313" y="2197100"/>
            <a:chExt cx="530225" cy="755651"/>
          </a:xfrm>
        </p:grpSpPr>
        <p:sp>
          <p:nvSpPr>
            <p:cNvPr id="127" name="Arrow Cursor">
              <a:extLst>
                <a:ext uri="{FF2B5EF4-FFF2-40B4-BE49-F238E27FC236}">
                  <a16:creationId xmlns:a16="http://schemas.microsoft.com/office/drawing/2014/main" id="{235D2103-8410-8F52-C492-89FD473758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28" name="Click">
              <a:extLst>
                <a:ext uri="{FF2B5EF4-FFF2-40B4-BE49-F238E27FC236}">
                  <a16:creationId xmlns:a16="http://schemas.microsoft.com/office/drawing/2014/main" id="{895A728F-A837-0CC0-5B8A-60EEB2C2CD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70" name="Teardrop 1">
            <a:extLst>
              <a:ext uri="{FF2B5EF4-FFF2-40B4-BE49-F238E27FC236}">
                <a16:creationId xmlns:a16="http://schemas.microsoft.com/office/drawing/2014/main" id="{0B998A15-F9D6-5EE8-590C-F01CB6F87B9A}"/>
              </a:ext>
            </a:extLst>
          </p:cNvPr>
          <p:cNvSpPr/>
          <p:nvPr/>
        </p:nvSpPr>
        <p:spPr>
          <a:xfrm rot="16200000" flipH="1" flipV="1">
            <a:off x="2019641" y="251995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모서리가 둥근 직사각형 7">
            <a:extLst>
              <a:ext uri="{FF2B5EF4-FFF2-40B4-BE49-F238E27FC236}">
                <a16:creationId xmlns:a16="http://schemas.microsoft.com/office/drawing/2014/main" id="{472580A3-8814-04FB-62F1-23A37CC56537}"/>
              </a:ext>
            </a:extLst>
          </p:cNvPr>
          <p:cNvSpPr/>
          <p:nvPr/>
        </p:nvSpPr>
        <p:spPr>
          <a:xfrm>
            <a:off x="2125048" y="2980303"/>
            <a:ext cx="2708364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" name="Teardrop 1">
            <a:extLst>
              <a:ext uri="{FF2B5EF4-FFF2-40B4-BE49-F238E27FC236}">
                <a16:creationId xmlns:a16="http://schemas.microsoft.com/office/drawing/2014/main" id="{13C09A43-08DC-2AA8-FA71-9CF813038554}"/>
              </a:ext>
            </a:extLst>
          </p:cNvPr>
          <p:cNvSpPr/>
          <p:nvPr/>
        </p:nvSpPr>
        <p:spPr>
          <a:xfrm rot="16200000" flipH="1" flipV="1">
            <a:off x="3215750" y="251995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" name="Teardrop 1">
            <a:extLst>
              <a:ext uri="{FF2B5EF4-FFF2-40B4-BE49-F238E27FC236}">
                <a16:creationId xmlns:a16="http://schemas.microsoft.com/office/drawing/2014/main" id="{ECA1FFE3-EE19-C9A5-90E6-692260D6E615}"/>
              </a:ext>
            </a:extLst>
          </p:cNvPr>
          <p:cNvSpPr/>
          <p:nvPr/>
        </p:nvSpPr>
        <p:spPr>
          <a:xfrm rot="16200000" flipH="1" flipV="1">
            <a:off x="3802260" y="251995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" name="Teardrop 1">
            <a:extLst>
              <a:ext uri="{FF2B5EF4-FFF2-40B4-BE49-F238E27FC236}">
                <a16:creationId xmlns:a16="http://schemas.microsoft.com/office/drawing/2014/main" id="{3CD009DC-243F-7E5B-77DD-1267C6B2A86E}"/>
              </a:ext>
            </a:extLst>
          </p:cNvPr>
          <p:cNvSpPr/>
          <p:nvPr/>
        </p:nvSpPr>
        <p:spPr>
          <a:xfrm rot="16200000" flipH="1" flipV="1">
            <a:off x="3562226" y="407642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7AF093F-2504-F180-53B9-3139C1632019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FC355E6-ABE9-85EA-BB97-E2674EEECBEA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5931147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3D0341-5A1C-FD0A-4DAF-620C68C60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3F6E8CFA-699E-417F-2923-A98D2EF929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객실 </a:t>
            </a:r>
            <a:r>
              <a:rPr lang="ko-KR" altLang="en-US" dirty="0" err="1"/>
              <a:t>어메니티</a:t>
            </a:r>
            <a:r>
              <a:rPr lang="ko-KR" altLang="en-US" dirty="0"/>
              <a:t> 선택 무료 옵션 팝업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0A6CA5B5-6A16-41DD-2C16-58E875B67CD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328D21FF-539D-48C0-47AC-CCA52C7BACC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0FF19080-1C2D-4BC6-C148-929EE2622B5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B9A3BD5-A01F-0E54-D134-395E387D4536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B4B9E75-CC4E-0338-526E-FEA51120BC34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8808BB7-5305-C84F-27A2-C50756398275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97EF46B9-AC24-1315-30E0-E0BD65CD8D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2444396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시스템관리자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서비스 옵션 코드명 출력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국문 서비스명 출력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영문 서비스명 출력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 사항 적용 후 팝업 닫고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부모창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A0CBD97A-49BC-B088-A5ED-E3F7F1D1C4FC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047AC65B-E70D-8376-73C5-1FB300C2E8DB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89851166-5178-4C97-92E5-38988A6F658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063545" y="1944626"/>
            <a:ext cx="3098569" cy="2492487"/>
            <a:chOff x="4631581" y="1261242"/>
            <a:chExt cx="2632570" cy="1683203"/>
          </a:xfrm>
        </p:grpSpPr>
        <p:sp>
          <p:nvSpPr>
            <p:cNvPr id="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0B00058A-673D-1ED3-73AF-422EAA3BAAB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4631581" y="1496301"/>
              <a:ext cx="2632564" cy="144814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5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ABA6F63-BC1E-C777-26E8-40292E5DC6E7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4631587" y="1261242"/>
              <a:ext cx="2632564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객실 </a:t>
              </a:r>
              <a:r>
                <a:rPr lang="ko-KR" altLang="en-US" sz="900" dirty="0" err="1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어메니티</a:t>
              </a:r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 선택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6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4DD7706-D7E9-0B35-539B-E0FBCAAAC9E1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7CA10B4B-0089-4461-4CB2-7F4AF3DC9869}"/>
              </a:ext>
            </a:extLst>
          </p:cNvPr>
          <p:cNvSpPr txBox="1"/>
          <p:nvPr/>
        </p:nvSpPr>
        <p:spPr>
          <a:xfrm>
            <a:off x="2018860" y="2323473"/>
            <a:ext cx="232004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객실 </a:t>
            </a:r>
            <a:r>
              <a:rPr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어메니티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선택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3FC34CE-9B2C-120F-1935-31413E5BE363}"/>
              </a:ext>
            </a:extLst>
          </p:cNvPr>
          <p:cNvSpPr/>
          <p:nvPr/>
        </p:nvSpPr>
        <p:spPr>
          <a:xfrm>
            <a:off x="3143672" y="4191938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489006A-E808-C3DA-1305-A4AD36DA0FB5}"/>
              </a:ext>
            </a:extLst>
          </p:cNvPr>
          <p:cNvSpPr/>
          <p:nvPr/>
        </p:nvSpPr>
        <p:spPr>
          <a:xfrm>
            <a:off x="3646682" y="4191938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적용</a:t>
            </a:r>
          </a:p>
        </p:txBody>
      </p:sp>
      <p:sp>
        <p:nvSpPr>
          <p:cNvPr id="80" name="Text Box">
            <a:extLst>
              <a:ext uri="{FF2B5EF4-FFF2-40B4-BE49-F238E27FC236}">
                <a16:creationId xmlns:a16="http://schemas.microsoft.com/office/drawing/2014/main" id="{7F615B8F-B620-8A83-4850-0C6BF13B334C}"/>
              </a:ext>
            </a:extLst>
          </p:cNvPr>
          <p:cNvSpPr>
            <a:spLocks/>
          </p:cNvSpPr>
          <p:nvPr/>
        </p:nvSpPr>
        <p:spPr bwMode="auto">
          <a:xfrm>
            <a:off x="2135560" y="2571750"/>
            <a:ext cx="2952589" cy="1582445"/>
          </a:xfrm>
          <a:prstGeom prst="rect">
            <a:avLst/>
          </a:prstGeom>
          <a:solidFill>
            <a:schemeClr val="bg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t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kumimoji="0" lang="ko-KR" altLang="en-US" sz="800" kern="0" dirty="0" err="1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바디워시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NO </a:t>
            </a:r>
            <a:r>
              <a:rPr kumimoji="0" lang="en" altLang="ko-KR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smoking room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면봉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|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Free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WIFI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금고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Safe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냉장고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refrigerator</a:t>
            </a:r>
          </a:p>
          <a:p>
            <a:pPr>
              <a:lnSpc>
                <a:spcPct val="150000"/>
              </a:lnSpc>
            </a:pPr>
            <a:r>
              <a:rPr kumimoji="0" lang="ko-KR" altLang="en-US" sz="8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 출력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자쿠지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-US" altLang="ko-KR" sz="800" dirty="0">
                <a:solidFill>
                  <a:schemeClr val="tx1"/>
                </a:solidFill>
                <a:latin typeface="+mn-ea"/>
                <a:ea typeface="+mn-ea"/>
              </a:rPr>
              <a:t>|</a:t>
            </a:r>
            <a:r>
              <a:rPr kumimoji="1" lang="ko-KR" altLang="en-US" sz="800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kumimoji="1" lang="en" altLang="ko-KR" sz="800" dirty="0">
                <a:solidFill>
                  <a:schemeClr val="tx1"/>
                </a:solidFill>
                <a:latin typeface="+mn-ea"/>
                <a:ea typeface="+mn-ea"/>
              </a:rPr>
              <a:t>jacuzzi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CE881346-FB6D-C22E-57CA-AB85BB11799C}"/>
              </a:ext>
            </a:extLst>
          </p:cNvPr>
          <p:cNvGrpSpPr/>
          <p:nvPr/>
        </p:nvGrpSpPr>
        <p:grpSpPr>
          <a:xfrm>
            <a:off x="4948699" y="2615601"/>
            <a:ext cx="139450" cy="1538594"/>
            <a:chOff x="3622653" y="2609508"/>
            <a:chExt cx="139450" cy="1538594"/>
          </a:xfrm>
        </p:grpSpPr>
        <p:sp>
          <p:nvSpPr>
            <p:cNvPr id="82" name="모서리가 둥근 직사각형 81">
              <a:extLst>
                <a:ext uri="{FF2B5EF4-FFF2-40B4-BE49-F238E27FC236}">
                  <a16:creationId xmlns:a16="http://schemas.microsoft.com/office/drawing/2014/main" id="{4A70220E-5C90-7125-7DEE-0D142C92BDD4}"/>
                </a:ext>
              </a:extLst>
            </p:cNvPr>
            <p:cNvSpPr/>
            <p:nvPr/>
          </p:nvSpPr>
          <p:spPr>
            <a:xfrm>
              <a:off x="3653277" y="2740696"/>
              <a:ext cx="81294" cy="20685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83" name="모서리가 둥근 직사각형 82">
              <a:extLst>
                <a:ext uri="{FF2B5EF4-FFF2-40B4-BE49-F238E27FC236}">
                  <a16:creationId xmlns:a16="http://schemas.microsoft.com/office/drawing/2014/main" id="{B2FEA960-B854-B480-3321-EE7103E5E036}"/>
                </a:ext>
              </a:extLst>
            </p:cNvPr>
            <p:cNvSpPr/>
            <p:nvPr/>
          </p:nvSpPr>
          <p:spPr>
            <a:xfrm>
              <a:off x="3622653" y="2609508"/>
              <a:ext cx="139450" cy="1538594"/>
            </a:xfrm>
            <a:prstGeom prst="round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88F76164-9AB2-ECDD-78D1-459EB443B5CC}"/>
              </a:ext>
            </a:extLst>
          </p:cNvPr>
          <p:cNvSpPr/>
          <p:nvPr/>
        </p:nvSpPr>
        <p:spPr>
          <a:xfrm>
            <a:off x="2125048" y="2615601"/>
            <a:ext cx="2708364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85" name="Click">
            <a:extLst>
              <a:ext uri="{FF2B5EF4-FFF2-40B4-BE49-F238E27FC236}">
                <a16:creationId xmlns:a16="http://schemas.microsoft.com/office/drawing/2014/main" id="{074AA81D-AB7D-E851-8F3F-6F96D00E4560}"/>
              </a:ext>
            </a:extLst>
          </p:cNvPr>
          <p:cNvGrpSpPr>
            <a:grpSpLocks noChangeAspect="1"/>
          </p:cNvGrpSpPr>
          <p:nvPr/>
        </p:nvGrpSpPr>
        <p:grpSpPr>
          <a:xfrm>
            <a:off x="4145796" y="2660240"/>
            <a:ext cx="299298" cy="426545"/>
            <a:chOff x="5294313" y="2197100"/>
            <a:chExt cx="530225" cy="755651"/>
          </a:xfrm>
        </p:grpSpPr>
        <p:sp>
          <p:nvSpPr>
            <p:cNvPr id="86" name="Arrow Cursor">
              <a:extLst>
                <a:ext uri="{FF2B5EF4-FFF2-40B4-BE49-F238E27FC236}">
                  <a16:creationId xmlns:a16="http://schemas.microsoft.com/office/drawing/2014/main" id="{AA06F576-EE28-1F43-DDD3-A5C39EFFE9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87" name="Click">
              <a:extLst>
                <a:ext uri="{FF2B5EF4-FFF2-40B4-BE49-F238E27FC236}">
                  <a16:creationId xmlns:a16="http://schemas.microsoft.com/office/drawing/2014/main" id="{ED7943F7-821B-7D33-5120-8727B41B7F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26" name="Click">
            <a:extLst>
              <a:ext uri="{FF2B5EF4-FFF2-40B4-BE49-F238E27FC236}">
                <a16:creationId xmlns:a16="http://schemas.microsoft.com/office/drawing/2014/main" id="{FA31C1A1-B66B-858D-6A06-A81F3B516F3A}"/>
              </a:ext>
            </a:extLst>
          </p:cNvPr>
          <p:cNvGrpSpPr>
            <a:grpSpLocks noChangeAspect="1"/>
          </p:cNvGrpSpPr>
          <p:nvPr/>
        </p:nvGrpSpPr>
        <p:grpSpPr>
          <a:xfrm>
            <a:off x="3890020" y="4196418"/>
            <a:ext cx="299298" cy="426545"/>
            <a:chOff x="5294313" y="2197100"/>
            <a:chExt cx="530225" cy="755651"/>
          </a:xfrm>
        </p:grpSpPr>
        <p:sp>
          <p:nvSpPr>
            <p:cNvPr id="127" name="Arrow Cursor">
              <a:extLst>
                <a:ext uri="{FF2B5EF4-FFF2-40B4-BE49-F238E27FC236}">
                  <a16:creationId xmlns:a16="http://schemas.microsoft.com/office/drawing/2014/main" id="{8B7434B6-F366-651C-3A7B-1729B72C98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28" name="Click">
              <a:extLst>
                <a:ext uri="{FF2B5EF4-FFF2-40B4-BE49-F238E27FC236}">
                  <a16:creationId xmlns:a16="http://schemas.microsoft.com/office/drawing/2014/main" id="{300596A4-F905-93A2-29E6-3C5644B281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70" name="Teardrop 1">
            <a:extLst>
              <a:ext uri="{FF2B5EF4-FFF2-40B4-BE49-F238E27FC236}">
                <a16:creationId xmlns:a16="http://schemas.microsoft.com/office/drawing/2014/main" id="{D82E36AB-4DE8-F8B4-CEAA-200A8B123EBF}"/>
              </a:ext>
            </a:extLst>
          </p:cNvPr>
          <p:cNvSpPr/>
          <p:nvPr/>
        </p:nvSpPr>
        <p:spPr>
          <a:xfrm rot="16200000" flipH="1" flipV="1">
            <a:off x="2038657" y="249392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9317D15-B63E-B8D5-989E-2F79651BC504}"/>
              </a:ext>
            </a:extLst>
          </p:cNvPr>
          <p:cNvSpPr txBox="1"/>
          <p:nvPr/>
        </p:nvSpPr>
        <p:spPr>
          <a:xfrm>
            <a:off x="3527266" y="2306992"/>
            <a:ext cx="81304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</a:t>
            </a:r>
            <a:r>
              <a:rPr lang="ko-KR" altLang="en-US" sz="700" i="1" dirty="0">
                <a:solidFill>
                  <a:srgbClr val="C00000"/>
                </a:solidFill>
                <a:latin typeface="+mn-ea"/>
                <a:ea typeface="+mn-ea"/>
              </a:rPr>
              <a:t>다중</a:t>
            </a:r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 선택 가능</a:t>
            </a:r>
            <a:endParaRPr lang="en-US" altLang="ko-KR" sz="700" b="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9" name="Teardrop 1">
            <a:extLst>
              <a:ext uri="{FF2B5EF4-FFF2-40B4-BE49-F238E27FC236}">
                <a16:creationId xmlns:a16="http://schemas.microsoft.com/office/drawing/2014/main" id="{25DEC45A-3937-7AD1-CA1D-DDEAF0EF67AF}"/>
              </a:ext>
            </a:extLst>
          </p:cNvPr>
          <p:cNvSpPr/>
          <p:nvPr/>
        </p:nvSpPr>
        <p:spPr>
          <a:xfrm rot="16200000" flipH="1" flipV="1">
            <a:off x="3154173" y="247446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" name="Teardrop 1">
            <a:extLst>
              <a:ext uri="{FF2B5EF4-FFF2-40B4-BE49-F238E27FC236}">
                <a16:creationId xmlns:a16="http://schemas.microsoft.com/office/drawing/2014/main" id="{78BB5BA7-9C41-331A-C2EC-25188203600A}"/>
              </a:ext>
            </a:extLst>
          </p:cNvPr>
          <p:cNvSpPr/>
          <p:nvPr/>
        </p:nvSpPr>
        <p:spPr>
          <a:xfrm rot="16200000" flipH="1" flipV="1">
            <a:off x="3634464" y="247446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" name="Teardrop 1">
            <a:extLst>
              <a:ext uri="{FF2B5EF4-FFF2-40B4-BE49-F238E27FC236}">
                <a16:creationId xmlns:a16="http://schemas.microsoft.com/office/drawing/2014/main" id="{C306BDBD-B644-BBE3-D72D-8149C426D9C2}"/>
              </a:ext>
            </a:extLst>
          </p:cNvPr>
          <p:cNvSpPr/>
          <p:nvPr/>
        </p:nvSpPr>
        <p:spPr>
          <a:xfrm rot="16200000" flipH="1" flipV="1">
            <a:off x="3551337" y="410468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AEC605B8-FC9A-090F-E64C-B17F444E6E4D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BA08C94B-A673-61A5-CCAC-B2B746BEBD43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9110778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3F39CC-3550-7405-7585-C11F2993BE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98A92492-9C1A-517C-670B-7DAF5FC3EB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층</a:t>
            </a:r>
            <a:r>
              <a:rPr lang="en-US" altLang="ko-KR" dirty="0"/>
              <a:t>/</a:t>
            </a:r>
            <a:r>
              <a:rPr lang="ko-KR" altLang="en-US" dirty="0"/>
              <a:t>호수 선택 팝업 </a:t>
            </a:r>
            <a:r>
              <a:rPr lang="en-US" altLang="ko-KR" dirty="0"/>
              <a:t>(</a:t>
            </a:r>
            <a:r>
              <a:rPr lang="ko-KR" altLang="en-US" dirty="0"/>
              <a:t>등록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6D41277B-D142-E26C-B6C5-CCBEEB05958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AA0752DD-3CDB-1691-A31F-F54695959D1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C46490C1-8475-9273-F8CF-9087B84ABB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58B6D2C-2793-C2EB-FD05-24F478544B4F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699752-91E5-15D2-8973-3DC49EC9B723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A629BB8-9C6C-1D35-A2E8-96048EB6736C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08856EB7-67C6-71FA-5BC3-62F832029B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7685648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시스템관리자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층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호수 입력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row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추가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E7DB2C58-3817-9397-BA1C-ABDC6390599F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0D84E069-D508-0823-13F9-081849F16EF9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1C950B0D-5E80-3BB9-AA34-F17FF2E9C30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245413" y="1124743"/>
            <a:ext cx="6330650" cy="1298798"/>
            <a:chOff x="1885578" y="1261242"/>
            <a:chExt cx="5378573" cy="877092"/>
          </a:xfrm>
        </p:grpSpPr>
        <p:sp>
          <p:nvSpPr>
            <p:cNvPr id="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79E278F0-096B-0A19-369A-FCE81A8968C4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885578" y="1496300"/>
              <a:ext cx="5378567" cy="64203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5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19079E4-908C-22F6-3955-376073E70C4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885578" y="1261242"/>
              <a:ext cx="5378573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층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/</a:t>
              </a:r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호수 선택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6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A4EBB14-4367-7815-62CD-B6A61766E53F}"/>
                </a:ext>
              </a:extLst>
            </p:cNvPr>
            <p:cNvSpPr>
              <a:spLocks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BC74FFEA-BDB0-A49A-BC15-889A92061ECF}"/>
              </a:ext>
            </a:extLst>
          </p:cNvPr>
          <p:cNvSpPr txBox="1"/>
          <p:nvPr/>
        </p:nvSpPr>
        <p:spPr>
          <a:xfrm>
            <a:off x="2327553" y="1550236"/>
            <a:ext cx="232004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층</a:t>
            </a:r>
            <a:r>
              <a:rPr kumimoji="1" lang="en-US" altLang="ko-KR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/</a:t>
            </a:r>
            <a:r>
              <a:rPr kumimoji="1"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호수 설정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9493D0A-CE4B-9D23-90C6-799627015364}"/>
              </a:ext>
            </a:extLst>
          </p:cNvPr>
          <p:cNvSpPr/>
          <p:nvPr/>
        </p:nvSpPr>
        <p:spPr>
          <a:xfrm>
            <a:off x="5232090" y="2168382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닫기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0D62D9B9-7CF6-724C-56CA-FFBC8D186027}"/>
              </a:ext>
            </a:extLst>
          </p:cNvPr>
          <p:cNvSpPr/>
          <p:nvPr/>
        </p:nvSpPr>
        <p:spPr>
          <a:xfrm>
            <a:off x="7897806" y="1575547"/>
            <a:ext cx="554189" cy="15840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신규 층 추가</a:t>
            </a:r>
          </a:p>
        </p:txBody>
      </p:sp>
      <p:sp>
        <p:nvSpPr>
          <p:cNvPr id="70" name="Teardrop 1">
            <a:extLst>
              <a:ext uri="{FF2B5EF4-FFF2-40B4-BE49-F238E27FC236}">
                <a16:creationId xmlns:a16="http://schemas.microsoft.com/office/drawing/2014/main" id="{CC82D1E8-DF10-4FA0-0E1E-B437C924E3AD}"/>
              </a:ext>
            </a:extLst>
          </p:cNvPr>
          <p:cNvSpPr/>
          <p:nvPr/>
        </p:nvSpPr>
        <p:spPr>
          <a:xfrm rot="16200000" flipH="1" flipV="1">
            <a:off x="7781665" y="1458698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3F0110DF-1159-7BB9-33AF-C5A36848F7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3844267"/>
              </p:ext>
            </p:extLst>
          </p:nvPr>
        </p:nvGraphicFramePr>
        <p:xfrm>
          <a:off x="2403323" y="1869988"/>
          <a:ext cx="6048672" cy="21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48672">
                  <a:extLst>
                    <a:ext uri="{9D8B030D-6E8A-4147-A177-3AD203B41FA5}">
                      <a16:colId xmlns:a16="http://schemas.microsoft.com/office/drawing/2014/main" val="343093171"/>
                    </a:ext>
                  </a:extLst>
                </a:gridCol>
              </a:tblGrid>
              <a:tr h="15560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선택한 층과 호수가 존재하지 않습니다</a:t>
                      </a:r>
                      <a:r>
                        <a:rPr lang="en-US" altLang="ko-KR" sz="800" b="0" kern="0" spc="-3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800" b="0" kern="0" spc="-3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신규 층 추가 버튼을 눌러 입력 해주세요</a:t>
                      </a:r>
                      <a:r>
                        <a:rPr lang="en-US" altLang="ko-KR" sz="800" b="0" kern="0" spc="-3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800712"/>
                  </a:ext>
                </a:extLst>
              </a:tr>
            </a:tbl>
          </a:graphicData>
        </a:graphic>
      </p:graphicFrame>
      <p:grpSp>
        <p:nvGrpSpPr>
          <p:cNvPr id="76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960C03C8-7A52-2121-BDFF-56F0ED04BFA1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2245413" y="3031043"/>
            <a:ext cx="6330650" cy="2630206"/>
            <a:chOff x="1885578" y="1261242"/>
            <a:chExt cx="5378573" cy="1776205"/>
          </a:xfrm>
        </p:grpSpPr>
        <p:sp>
          <p:nvSpPr>
            <p:cNvPr id="77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9D0BB75-6BFE-68BC-90B7-7D8ECF5B913B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885578" y="1496300"/>
              <a:ext cx="5378567" cy="154114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78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4218D94-0767-E583-98F3-58A1D023699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885578" y="1261242"/>
              <a:ext cx="5378573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층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/</a:t>
              </a:r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호수 선택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79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3F959BB-4506-6454-1E34-E99D26D93E14}"/>
                </a:ext>
              </a:extLst>
            </p:cNvPr>
            <p:cNvSpPr>
              <a:spLocks noEditPoints="1"/>
            </p:cNvSpPr>
            <p:nvPr>
              <p:custDataLst>
                <p:tags r:id="rId5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88" name="TextBox 87">
            <a:extLst>
              <a:ext uri="{FF2B5EF4-FFF2-40B4-BE49-F238E27FC236}">
                <a16:creationId xmlns:a16="http://schemas.microsoft.com/office/drawing/2014/main" id="{EA44054A-B9FC-4BDA-2E07-D6454D184CC7}"/>
              </a:ext>
            </a:extLst>
          </p:cNvPr>
          <p:cNvSpPr txBox="1"/>
          <p:nvPr/>
        </p:nvSpPr>
        <p:spPr>
          <a:xfrm>
            <a:off x="2327553" y="3456535"/>
            <a:ext cx="232004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층</a:t>
            </a:r>
            <a:r>
              <a:rPr kumimoji="1" lang="en-US" altLang="ko-KR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/</a:t>
            </a:r>
            <a:r>
              <a:rPr kumimoji="1"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호수 설정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F90AEA7-F7BD-BF9C-4B6E-D693FE53E3B0}"/>
              </a:ext>
            </a:extLst>
          </p:cNvPr>
          <p:cNvSpPr/>
          <p:nvPr/>
        </p:nvSpPr>
        <p:spPr>
          <a:xfrm>
            <a:off x="5232090" y="5420520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닫기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40626908-EF04-2D39-E107-186C7A52F2F3}"/>
              </a:ext>
            </a:extLst>
          </p:cNvPr>
          <p:cNvSpPr/>
          <p:nvPr/>
        </p:nvSpPr>
        <p:spPr>
          <a:xfrm>
            <a:off x="7897806" y="3481846"/>
            <a:ext cx="554189" cy="15840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신규 층 추가</a:t>
            </a:r>
          </a:p>
        </p:txBody>
      </p:sp>
      <p:graphicFrame>
        <p:nvGraphicFramePr>
          <p:cNvPr id="92" name="표 91">
            <a:extLst>
              <a:ext uri="{FF2B5EF4-FFF2-40B4-BE49-F238E27FC236}">
                <a16:creationId xmlns:a16="http://schemas.microsoft.com/office/drawing/2014/main" id="{0D1DFBB8-3F18-00CD-57E5-25897C4B82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8615984"/>
              </p:ext>
            </p:extLst>
          </p:nvPr>
        </p:nvGraphicFramePr>
        <p:xfrm>
          <a:off x="2403323" y="3776287"/>
          <a:ext cx="6048672" cy="144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72">
                  <a:extLst>
                    <a:ext uri="{9D8B030D-6E8A-4147-A177-3AD203B41FA5}">
                      <a16:colId xmlns:a16="http://schemas.microsoft.com/office/drawing/2014/main" val="343093171"/>
                    </a:ext>
                  </a:extLst>
                </a:gridCol>
                <a:gridCol w="1872208">
                  <a:extLst>
                    <a:ext uri="{9D8B030D-6E8A-4147-A177-3AD203B41FA5}">
                      <a16:colId xmlns:a16="http://schemas.microsoft.com/office/drawing/2014/main" val="2814403364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1306200710"/>
                    </a:ext>
                  </a:extLst>
                </a:gridCol>
                <a:gridCol w="1872208">
                  <a:extLst>
                    <a:ext uri="{9D8B030D-6E8A-4147-A177-3AD203B41FA5}">
                      <a16:colId xmlns:a16="http://schemas.microsoft.com/office/drawing/2014/main" val="1917669908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338325727"/>
                    </a:ext>
                  </a:extLst>
                </a:gridCol>
              </a:tblGrid>
              <a:tr h="14401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층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호수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0369452"/>
                  </a:ext>
                </a:extLst>
              </a:tr>
            </a:tbl>
          </a:graphicData>
        </a:graphic>
      </p:graphicFrame>
      <p:grpSp>
        <p:nvGrpSpPr>
          <p:cNvPr id="93" name="그룹 92">
            <a:extLst>
              <a:ext uri="{FF2B5EF4-FFF2-40B4-BE49-F238E27FC236}">
                <a16:creationId xmlns:a16="http://schemas.microsoft.com/office/drawing/2014/main" id="{304566D1-CCDE-4EA2-7F91-CE541A953DD3}"/>
              </a:ext>
            </a:extLst>
          </p:cNvPr>
          <p:cNvGrpSpPr/>
          <p:nvPr/>
        </p:nvGrpSpPr>
        <p:grpSpPr>
          <a:xfrm>
            <a:off x="7070723" y="4008165"/>
            <a:ext cx="95246" cy="1050880"/>
            <a:chOff x="3622653" y="2609508"/>
            <a:chExt cx="139450" cy="1538594"/>
          </a:xfrm>
        </p:grpSpPr>
        <p:sp>
          <p:nvSpPr>
            <p:cNvPr id="94" name="모서리가 둥근 직사각형 93">
              <a:extLst>
                <a:ext uri="{FF2B5EF4-FFF2-40B4-BE49-F238E27FC236}">
                  <a16:creationId xmlns:a16="http://schemas.microsoft.com/office/drawing/2014/main" id="{F1F18C0C-198F-6E6E-CA02-20394CD87F8B}"/>
                </a:ext>
              </a:extLst>
            </p:cNvPr>
            <p:cNvSpPr/>
            <p:nvPr/>
          </p:nvSpPr>
          <p:spPr>
            <a:xfrm>
              <a:off x="3653277" y="2740696"/>
              <a:ext cx="81294" cy="20685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95" name="모서리가 둥근 직사각형 94">
              <a:extLst>
                <a:ext uri="{FF2B5EF4-FFF2-40B4-BE49-F238E27FC236}">
                  <a16:creationId xmlns:a16="http://schemas.microsoft.com/office/drawing/2014/main" id="{1C7914B0-9BF3-8851-9011-CE0694D120B2}"/>
                </a:ext>
              </a:extLst>
            </p:cNvPr>
            <p:cNvSpPr/>
            <p:nvPr/>
          </p:nvSpPr>
          <p:spPr>
            <a:xfrm>
              <a:off x="3622653" y="2609508"/>
              <a:ext cx="139450" cy="1538594"/>
            </a:xfrm>
            <a:prstGeom prst="round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96" name="모서리가 둥근 직사각형 95">
            <a:extLst>
              <a:ext uri="{FF2B5EF4-FFF2-40B4-BE49-F238E27FC236}">
                <a16:creationId xmlns:a16="http://schemas.microsoft.com/office/drawing/2014/main" id="{16920C1A-FE68-7780-907F-D33DB2220FE3}"/>
              </a:ext>
            </a:extLst>
          </p:cNvPr>
          <p:cNvSpPr/>
          <p:nvPr/>
        </p:nvSpPr>
        <p:spPr>
          <a:xfrm>
            <a:off x="5567444" y="3900400"/>
            <a:ext cx="1661599" cy="1224136"/>
          </a:xfrm>
          <a:prstGeom prst="roundRect">
            <a:avLst>
              <a:gd name="adj" fmla="val 5422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층을 먼저 선택 하세요</a:t>
            </a:r>
            <a:r>
              <a:rPr kumimoji="0" lang="en-US" altLang="ko-KR" sz="800" kern="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.</a:t>
            </a:r>
            <a:endParaRPr kumimoji="1" lang="en" altLang="ko-KR" sz="8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BDFC04CE-FDA8-AB64-4376-E575414DDBAF}"/>
              </a:ext>
            </a:extLst>
          </p:cNvPr>
          <p:cNvGrpSpPr/>
          <p:nvPr/>
        </p:nvGrpSpPr>
        <p:grpSpPr>
          <a:xfrm>
            <a:off x="4626682" y="4013363"/>
            <a:ext cx="95246" cy="1050880"/>
            <a:chOff x="3622653" y="2609508"/>
            <a:chExt cx="139450" cy="1538594"/>
          </a:xfrm>
        </p:grpSpPr>
        <p:sp>
          <p:nvSpPr>
            <p:cNvPr id="98" name="모서리가 둥근 직사각형 97">
              <a:extLst>
                <a:ext uri="{FF2B5EF4-FFF2-40B4-BE49-F238E27FC236}">
                  <a16:creationId xmlns:a16="http://schemas.microsoft.com/office/drawing/2014/main" id="{808C0927-19FA-172A-F470-11F5FDCBC9BE}"/>
                </a:ext>
              </a:extLst>
            </p:cNvPr>
            <p:cNvSpPr/>
            <p:nvPr/>
          </p:nvSpPr>
          <p:spPr>
            <a:xfrm>
              <a:off x="3653277" y="2740696"/>
              <a:ext cx="81294" cy="20685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99" name="모서리가 둥근 직사각형 98">
              <a:extLst>
                <a:ext uri="{FF2B5EF4-FFF2-40B4-BE49-F238E27FC236}">
                  <a16:creationId xmlns:a16="http://schemas.microsoft.com/office/drawing/2014/main" id="{10CC9CC0-13D4-E297-CAD9-091DB2CABF32}"/>
                </a:ext>
              </a:extLst>
            </p:cNvPr>
            <p:cNvSpPr/>
            <p:nvPr/>
          </p:nvSpPr>
          <p:spPr>
            <a:xfrm>
              <a:off x="3622653" y="2609508"/>
              <a:ext cx="139450" cy="1538594"/>
            </a:xfrm>
            <a:prstGeom prst="round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100" name="모서리가 둥근 직사각형 99">
            <a:extLst>
              <a:ext uri="{FF2B5EF4-FFF2-40B4-BE49-F238E27FC236}">
                <a16:creationId xmlns:a16="http://schemas.microsoft.com/office/drawing/2014/main" id="{18B1D1EA-9393-DA60-E3ED-EC7CE0B106F1}"/>
              </a:ext>
            </a:extLst>
          </p:cNvPr>
          <p:cNvSpPr/>
          <p:nvPr/>
        </p:nvSpPr>
        <p:spPr>
          <a:xfrm>
            <a:off x="3123403" y="3905598"/>
            <a:ext cx="1661599" cy="1224136"/>
          </a:xfrm>
          <a:prstGeom prst="roundRect">
            <a:avLst>
              <a:gd name="adj" fmla="val 5422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" altLang="ko-KR" sz="800" kern="0" dirty="0">
                <a:solidFill>
                  <a:schemeClr val="tx1"/>
                </a:solidFill>
                <a:latin typeface="+mn-ea"/>
              </a:rPr>
              <a:t>GF | </a:t>
            </a:r>
            <a:r>
              <a:rPr kumimoji="0" lang="ko-KR" altLang="en-US" sz="800" kern="0" dirty="0" err="1">
                <a:solidFill>
                  <a:schemeClr val="tx1"/>
                </a:solidFill>
                <a:latin typeface="+mn-ea"/>
              </a:rPr>
              <a:t>가든층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" altLang="ko-KR" sz="800" kern="0" dirty="0">
                <a:solidFill>
                  <a:schemeClr val="tx1"/>
                </a:solidFill>
                <a:latin typeface="+mn-ea"/>
              </a:rPr>
              <a:t>Garden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Floor</a:t>
            </a:r>
            <a:endParaRPr kumimoji="1" lang="en" altLang="ko-KR" sz="80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LF 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ko-KR" altLang="en-US" sz="800" kern="0" dirty="0" err="1">
                <a:solidFill>
                  <a:schemeClr val="tx1"/>
                </a:solidFill>
                <a:latin typeface="+mn-ea"/>
              </a:rPr>
              <a:t>로비층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Lobby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MF | </a:t>
            </a:r>
            <a:r>
              <a:rPr kumimoji="0" lang="ko-KR" altLang="en-US" sz="800" kern="0" dirty="0" err="1">
                <a:solidFill>
                  <a:schemeClr val="tx1"/>
                </a:solidFill>
                <a:latin typeface="+mn-ea"/>
              </a:rPr>
              <a:t>미들층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M</a:t>
            </a:r>
            <a:r>
              <a:rPr kumimoji="0" lang="en" altLang="ko-KR" sz="800" kern="0" dirty="0" err="1">
                <a:solidFill>
                  <a:schemeClr val="tx1"/>
                </a:solidFill>
                <a:latin typeface="+mn-ea"/>
              </a:rPr>
              <a:t>iddle</a:t>
            </a:r>
            <a:r>
              <a:rPr kumimoji="0" lang="en" altLang="ko-KR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F</a:t>
            </a:r>
            <a:r>
              <a:rPr kumimoji="0" lang="en" altLang="ko-KR" sz="800" kern="0" dirty="0" err="1">
                <a:solidFill>
                  <a:schemeClr val="tx1"/>
                </a:solidFill>
                <a:latin typeface="+mn-ea"/>
              </a:rPr>
              <a:t>loor</a:t>
            </a:r>
            <a:endParaRPr kumimoji="0" lang="en" altLang="ko-KR" sz="800" kern="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" altLang="ko-KR" sz="800" kern="0" dirty="0">
                <a:solidFill>
                  <a:schemeClr val="tx1"/>
                </a:solidFill>
                <a:latin typeface="+mn-ea"/>
              </a:rPr>
              <a:t>1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F | 1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층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 err="1">
                <a:solidFill>
                  <a:schemeClr val="tx1"/>
                </a:solidFill>
                <a:latin typeface="+mn-ea"/>
              </a:rPr>
              <a:t>1F</a:t>
            </a:r>
            <a:r>
              <a:rPr kumimoji="0" lang="en" altLang="ko-KR" sz="800" kern="0" dirty="0" err="1">
                <a:solidFill>
                  <a:schemeClr val="tx1"/>
                </a:solidFill>
                <a:latin typeface="+mn-ea"/>
              </a:rPr>
              <a:t>loor</a:t>
            </a:r>
            <a:endParaRPr kumimoji="0" lang="en" altLang="ko-KR" sz="800" kern="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 err="1">
                <a:solidFill>
                  <a:schemeClr val="tx1"/>
                </a:solidFill>
                <a:latin typeface="+mn-ea"/>
              </a:rPr>
              <a:t>2F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 | 2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층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 err="1">
                <a:solidFill>
                  <a:schemeClr val="tx1"/>
                </a:solidFill>
                <a:latin typeface="+mn-ea"/>
              </a:rPr>
              <a:t>2F</a:t>
            </a:r>
            <a:r>
              <a:rPr kumimoji="0" lang="en" altLang="ko-KR" sz="800" kern="0" dirty="0" err="1">
                <a:solidFill>
                  <a:schemeClr val="tx1"/>
                </a:solidFill>
                <a:latin typeface="+mn-ea"/>
              </a:rPr>
              <a:t>loor</a:t>
            </a:r>
            <a:endParaRPr kumimoji="0" lang="en" altLang="ko-KR" sz="800" kern="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 err="1">
                <a:solidFill>
                  <a:schemeClr val="tx1"/>
                </a:solidFill>
                <a:latin typeface="+mn-ea"/>
              </a:rPr>
              <a:t>3F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 | 3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층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 err="1">
                <a:solidFill>
                  <a:schemeClr val="tx1"/>
                </a:solidFill>
                <a:latin typeface="+mn-ea"/>
              </a:rPr>
              <a:t>3F</a:t>
            </a:r>
            <a:r>
              <a:rPr kumimoji="0" lang="en" altLang="ko-KR" sz="800" kern="0" dirty="0" err="1">
                <a:solidFill>
                  <a:schemeClr val="tx1"/>
                </a:solidFill>
                <a:latin typeface="+mn-ea"/>
              </a:rPr>
              <a:t>loor</a:t>
            </a:r>
            <a:endParaRPr kumimoji="0" lang="en" altLang="ko-KR" sz="800" kern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A441414D-5B8E-356E-692B-F686A1AA48EF}"/>
              </a:ext>
            </a:extLst>
          </p:cNvPr>
          <p:cNvSpPr txBox="1"/>
          <p:nvPr/>
        </p:nvSpPr>
        <p:spPr>
          <a:xfrm>
            <a:off x="3572168" y="3795676"/>
            <a:ext cx="81304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</a:t>
            </a:r>
            <a:r>
              <a:rPr lang="ko-KR" altLang="en-US" sz="700" i="1" dirty="0">
                <a:solidFill>
                  <a:srgbClr val="C00000"/>
                </a:solidFill>
                <a:latin typeface="+mn-ea"/>
                <a:ea typeface="+mn-ea"/>
              </a:rPr>
              <a:t>다중</a:t>
            </a:r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 선택 불가</a:t>
            </a:r>
            <a:endParaRPr lang="en-US" altLang="ko-KR" sz="700" b="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9F0EAD2-F1FE-8871-F418-459294C87627}"/>
              </a:ext>
            </a:extLst>
          </p:cNvPr>
          <p:cNvSpPr/>
          <p:nvPr/>
        </p:nvSpPr>
        <p:spPr>
          <a:xfrm>
            <a:off x="7486787" y="4441083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6121CF4A-A568-D1FF-0C08-962C761EA895}"/>
              </a:ext>
            </a:extLst>
          </p:cNvPr>
          <p:cNvSpPr/>
          <p:nvPr/>
        </p:nvSpPr>
        <p:spPr>
          <a:xfrm>
            <a:off x="7948187" y="4441083"/>
            <a:ext cx="391138" cy="14400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등록</a:t>
            </a:r>
          </a:p>
        </p:txBody>
      </p:sp>
      <p:cxnSp>
        <p:nvCxnSpPr>
          <p:cNvPr id="104" name="꺾인 연결선[E] 103">
            <a:extLst>
              <a:ext uri="{FF2B5EF4-FFF2-40B4-BE49-F238E27FC236}">
                <a16:creationId xmlns:a16="http://schemas.microsoft.com/office/drawing/2014/main" id="{E29D6144-3AD9-5092-01E7-53BC170959E7}"/>
              </a:ext>
            </a:extLst>
          </p:cNvPr>
          <p:cNvCxnSpPr>
            <a:cxnSpLocks/>
            <a:stCxn id="44" idx="3"/>
            <a:endCxn id="92" idx="3"/>
          </p:cNvCxnSpPr>
          <p:nvPr/>
        </p:nvCxnSpPr>
        <p:spPr>
          <a:xfrm>
            <a:off x="8451995" y="1654747"/>
            <a:ext cx="12700" cy="2841620"/>
          </a:xfrm>
          <a:prstGeom prst="bentConnector3">
            <a:avLst>
              <a:gd name="adj1" fmla="val 1800000"/>
            </a:avLst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F4C94E6E-491B-B2B0-F758-EDB8AD0CC884}"/>
              </a:ext>
            </a:extLst>
          </p:cNvPr>
          <p:cNvSpPr txBox="1"/>
          <p:nvPr/>
        </p:nvSpPr>
        <p:spPr>
          <a:xfrm>
            <a:off x="4626826" y="1191058"/>
            <a:ext cx="111440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en-US" altLang="ko-KR" sz="800" dirty="0">
                <a:highlight>
                  <a:srgbClr val="FFFF00"/>
                </a:highlight>
                <a:latin typeface="+mn-ea"/>
                <a:ea typeface="+mn-ea"/>
              </a:rPr>
              <a:t>[</a:t>
            </a:r>
            <a:r>
              <a:rPr kumimoji="1" lang="ko-KR" altLang="en-US" sz="800" dirty="0">
                <a:highlight>
                  <a:srgbClr val="FFFF00"/>
                </a:highlight>
                <a:latin typeface="+mn-ea"/>
                <a:ea typeface="+mn-ea"/>
              </a:rPr>
              <a:t>신규 등록 초기 상태</a:t>
            </a:r>
            <a:r>
              <a:rPr kumimoji="1" lang="en-US" altLang="ko-KR" sz="800" dirty="0">
                <a:highlight>
                  <a:srgbClr val="FFFF00"/>
                </a:highlight>
                <a:latin typeface="+mn-ea"/>
                <a:ea typeface="+mn-ea"/>
              </a:rPr>
              <a:t>]</a:t>
            </a:r>
            <a:endParaRPr kumimoji="1" lang="ko-KR" altLang="en-US" sz="800" dirty="0">
              <a:highlight>
                <a:srgbClr val="FFFF00"/>
              </a:highlight>
              <a:latin typeface="+mn-ea"/>
              <a:ea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95E8C6F-7FA9-A589-DD1A-5C89C34A5ECB}"/>
              </a:ext>
            </a:extLst>
          </p:cNvPr>
          <p:cNvSpPr txBox="1"/>
          <p:nvPr/>
        </p:nvSpPr>
        <p:spPr>
          <a:xfrm>
            <a:off x="4439275" y="3101744"/>
            <a:ext cx="148951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en-US" altLang="ko-KR" sz="800" dirty="0">
                <a:highlight>
                  <a:srgbClr val="FFFF00"/>
                </a:highlight>
                <a:latin typeface="+mn-ea"/>
                <a:ea typeface="+mn-ea"/>
              </a:rPr>
              <a:t>[</a:t>
            </a:r>
            <a:r>
              <a:rPr kumimoji="1" lang="ko-KR" altLang="en-US" sz="800" dirty="0">
                <a:highlight>
                  <a:srgbClr val="FFFF00"/>
                </a:highlight>
                <a:latin typeface="+mn-ea"/>
                <a:ea typeface="+mn-ea"/>
              </a:rPr>
              <a:t>신규 층 추가 후 등록 전 상태</a:t>
            </a:r>
            <a:r>
              <a:rPr kumimoji="1" lang="en-US" altLang="ko-KR" sz="800" dirty="0">
                <a:highlight>
                  <a:srgbClr val="FFFF00"/>
                </a:highlight>
                <a:latin typeface="+mn-ea"/>
                <a:ea typeface="+mn-ea"/>
              </a:rPr>
              <a:t>]</a:t>
            </a:r>
            <a:endParaRPr kumimoji="1" lang="ko-KR" altLang="en-US" sz="800" dirty="0">
              <a:highlight>
                <a:srgbClr val="FFFF00"/>
              </a:highlight>
              <a:latin typeface="+mn-ea"/>
              <a:ea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B3D7213-200A-C0FD-9EB6-D7388CB87BA8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96CF559-646D-0A81-8065-1BBAE6634CD8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8488712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2497E7-2982-AED3-2E07-7B7E55B05B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FBBCC2FE-483B-9B06-1309-89F1700A34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층</a:t>
            </a:r>
            <a:r>
              <a:rPr lang="en-US" altLang="ko-KR" dirty="0"/>
              <a:t>/</a:t>
            </a:r>
            <a:r>
              <a:rPr lang="ko-KR" altLang="en-US" dirty="0"/>
              <a:t>호수 선택 팝업 </a:t>
            </a:r>
            <a:r>
              <a:rPr lang="en-US" altLang="ko-KR" dirty="0"/>
              <a:t>(</a:t>
            </a:r>
            <a:r>
              <a:rPr lang="ko-KR" altLang="en-US" dirty="0"/>
              <a:t>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8ECE426E-A6CF-23E9-9EC1-D9138D00A08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1C9E8790-4DB9-3C77-1BD5-4B2D57DCF1A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3D58F103-EF93-E915-AE09-E601CD2F417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D31A871-0F0D-7E79-77AF-8DF75C19BD2E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6FFF7F2-4444-A71B-1E9D-5CB534A10BDC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4D646CB-DADE-A2E0-F3D7-F1BBAA2EAEE5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9527A787-BFA5-2C41-6304-E785F53356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8705157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시스템관리자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수정 버튼 클릭 시 수정 입력 폼으로 수정 적용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저장 버튼 클릭 시 수정내역 저장 후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view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폼 변경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삭제버튼 클릭 시 해당 </a:t>
                      </a:r>
                      <a:r>
                        <a:rPr lang="en-US" altLang="ko-KR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row </a:t>
                      </a:r>
                      <a:r>
                        <a:rPr lang="ko-KR" altLang="en-US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삭제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19FC3C16-45AE-1E3E-88AB-126628A882EC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516DA5F2-FACD-7897-5468-DA3632CF48C2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60829DCF-EDE0-E49C-99C5-CC4F5CD34003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245413" y="1159997"/>
            <a:ext cx="6330650" cy="5005309"/>
            <a:chOff x="1885578" y="1261242"/>
            <a:chExt cx="5378573" cy="3380137"/>
          </a:xfrm>
        </p:grpSpPr>
        <p:sp>
          <p:nvSpPr>
            <p:cNvPr id="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134ADA6-8CD9-78E5-DDB4-1C17CB98480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885578" y="1496300"/>
              <a:ext cx="5378567" cy="314507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5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7B7A286-3920-11BD-B6FB-822CE064692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885578" y="1261242"/>
              <a:ext cx="5378573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층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/</a:t>
              </a:r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호수 선택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6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583A7C-1F5C-AFA1-D0C4-200ABCB242CF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A43CC4DB-3196-5CA1-BE83-B910A4FF1F9A}"/>
              </a:ext>
            </a:extLst>
          </p:cNvPr>
          <p:cNvSpPr txBox="1"/>
          <p:nvPr/>
        </p:nvSpPr>
        <p:spPr>
          <a:xfrm>
            <a:off x="2327553" y="1585489"/>
            <a:ext cx="232004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층</a:t>
            </a:r>
            <a:r>
              <a:rPr kumimoji="1" lang="en-US" altLang="ko-KR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/</a:t>
            </a:r>
            <a:r>
              <a:rPr kumimoji="1"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호수 설정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19E38E5-0B60-F996-5335-1DDFDF5BE22C}"/>
              </a:ext>
            </a:extLst>
          </p:cNvPr>
          <p:cNvSpPr/>
          <p:nvPr/>
        </p:nvSpPr>
        <p:spPr>
          <a:xfrm>
            <a:off x="5232090" y="5865322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닫기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BA08C34-1715-76CA-2110-B98B79396528}"/>
              </a:ext>
            </a:extLst>
          </p:cNvPr>
          <p:cNvGraphicFramePr>
            <a:graphicFrameLocks noGrp="1"/>
          </p:cNvGraphicFramePr>
          <p:nvPr/>
        </p:nvGraphicFramePr>
        <p:xfrm>
          <a:off x="2403323" y="1905241"/>
          <a:ext cx="6048672" cy="37560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72">
                  <a:extLst>
                    <a:ext uri="{9D8B030D-6E8A-4147-A177-3AD203B41FA5}">
                      <a16:colId xmlns:a16="http://schemas.microsoft.com/office/drawing/2014/main" val="343093171"/>
                    </a:ext>
                  </a:extLst>
                </a:gridCol>
                <a:gridCol w="1872208">
                  <a:extLst>
                    <a:ext uri="{9D8B030D-6E8A-4147-A177-3AD203B41FA5}">
                      <a16:colId xmlns:a16="http://schemas.microsoft.com/office/drawing/2014/main" val="2814403364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1306200710"/>
                    </a:ext>
                  </a:extLst>
                </a:gridCol>
                <a:gridCol w="1872208">
                  <a:extLst>
                    <a:ext uri="{9D8B030D-6E8A-4147-A177-3AD203B41FA5}">
                      <a16:colId xmlns:a16="http://schemas.microsoft.com/office/drawing/2014/main" val="1917669908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338325727"/>
                    </a:ext>
                  </a:extLst>
                </a:gridCol>
              </a:tblGrid>
              <a:tr h="87568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층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1F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001 | 001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| 001 room</a:t>
                      </a:r>
                    </a:p>
                    <a:p>
                      <a:pPr marL="0" marR="0" lvl="0" indent="0" algn="l" defTabSz="914248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002 | 002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| 002 room</a:t>
                      </a:r>
                    </a:p>
                    <a:p>
                      <a:pPr marL="0" marR="0" lvl="0" indent="0" algn="l" defTabSz="914248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003 | 003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| 003 room</a:t>
                      </a:r>
                    </a:p>
                    <a:p>
                      <a:pPr marL="0" marR="0" lvl="0" indent="0" algn="l" defTabSz="914248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004 | 004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| 004 room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800712"/>
                  </a:ext>
                </a:extLst>
              </a:tr>
              <a:tr h="14401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층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호수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0369452"/>
                  </a:ext>
                </a:extLst>
              </a:tr>
              <a:tr h="14401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층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3F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001 | 001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| 001 room</a:t>
                      </a:r>
                    </a:p>
                    <a:p>
                      <a:pPr marL="0" marR="0" lvl="0" indent="0" algn="l" defTabSz="914248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002 | 002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| 002 room</a:t>
                      </a:r>
                    </a:p>
                    <a:p>
                      <a:pPr marL="0" marR="0" lvl="0" indent="0" algn="l" defTabSz="914248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003 | 003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| 003 room</a:t>
                      </a:r>
                    </a:p>
                    <a:p>
                      <a:pPr marL="0" marR="0" lvl="0" indent="0" algn="l" defTabSz="914248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004 | 004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| 004 room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7108212"/>
                  </a:ext>
                </a:extLst>
              </a:tr>
            </a:tbl>
          </a:graphicData>
        </a:graphic>
      </p:graphicFrame>
      <p:grpSp>
        <p:nvGrpSpPr>
          <p:cNvPr id="81" name="그룹 80">
            <a:extLst>
              <a:ext uri="{FF2B5EF4-FFF2-40B4-BE49-F238E27FC236}">
                <a16:creationId xmlns:a16="http://schemas.microsoft.com/office/drawing/2014/main" id="{AD3EE105-E665-8C5E-671E-0B8F1746DA85}"/>
              </a:ext>
            </a:extLst>
          </p:cNvPr>
          <p:cNvGrpSpPr/>
          <p:nvPr/>
        </p:nvGrpSpPr>
        <p:grpSpPr>
          <a:xfrm>
            <a:off x="7070723" y="2998846"/>
            <a:ext cx="95246" cy="1050880"/>
            <a:chOff x="3622653" y="2609508"/>
            <a:chExt cx="139450" cy="1538594"/>
          </a:xfrm>
        </p:grpSpPr>
        <p:sp>
          <p:nvSpPr>
            <p:cNvPr id="82" name="모서리가 둥근 직사각형 81">
              <a:extLst>
                <a:ext uri="{FF2B5EF4-FFF2-40B4-BE49-F238E27FC236}">
                  <a16:creationId xmlns:a16="http://schemas.microsoft.com/office/drawing/2014/main" id="{3E594945-B187-994F-5DCF-1B85DAE23E63}"/>
                </a:ext>
              </a:extLst>
            </p:cNvPr>
            <p:cNvSpPr/>
            <p:nvPr/>
          </p:nvSpPr>
          <p:spPr>
            <a:xfrm>
              <a:off x="3653277" y="2740696"/>
              <a:ext cx="81294" cy="20685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83" name="모서리가 둥근 직사각형 82">
              <a:extLst>
                <a:ext uri="{FF2B5EF4-FFF2-40B4-BE49-F238E27FC236}">
                  <a16:creationId xmlns:a16="http://schemas.microsoft.com/office/drawing/2014/main" id="{53DEBF63-CDBF-FF71-1A65-CEAF9B4C174D}"/>
                </a:ext>
              </a:extLst>
            </p:cNvPr>
            <p:cNvSpPr/>
            <p:nvPr/>
          </p:nvSpPr>
          <p:spPr>
            <a:xfrm>
              <a:off x="3622653" y="2609508"/>
              <a:ext cx="139450" cy="1538594"/>
            </a:xfrm>
            <a:prstGeom prst="round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9" name="모서리가 둥근 직사각형 8">
            <a:extLst>
              <a:ext uri="{FF2B5EF4-FFF2-40B4-BE49-F238E27FC236}">
                <a16:creationId xmlns:a16="http://schemas.microsoft.com/office/drawing/2014/main" id="{949F9570-0DDC-007B-8FE5-855A985C41A0}"/>
              </a:ext>
            </a:extLst>
          </p:cNvPr>
          <p:cNvSpPr/>
          <p:nvPr/>
        </p:nvSpPr>
        <p:spPr>
          <a:xfrm>
            <a:off x="5567444" y="2891081"/>
            <a:ext cx="1661599" cy="1224136"/>
          </a:xfrm>
          <a:prstGeom prst="roundRect">
            <a:avLst>
              <a:gd name="adj" fmla="val 5422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001 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001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호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001 room</a:t>
            </a:r>
            <a:endParaRPr kumimoji="1" lang="en" altLang="ko-KR" sz="80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002 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002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호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002 room</a:t>
            </a:r>
            <a:endParaRPr kumimoji="1" lang="en" altLang="ko-KR" sz="80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003 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003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호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003 room</a:t>
            </a:r>
            <a:endParaRPr kumimoji="1" lang="en" altLang="ko-KR" sz="80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004 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004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호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004 room</a:t>
            </a:r>
            <a:endParaRPr kumimoji="1" lang="en" altLang="ko-KR" sz="80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005 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005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호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005 room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0005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0005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호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0005 room</a:t>
            </a:r>
            <a:endParaRPr kumimoji="1" lang="en" altLang="ko-KR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A09DF8EF-7E00-4DE0-835A-956F2017A0A1}"/>
              </a:ext>
            </a:extLst>
          </p:cNvPr>
          <p:cNvSpPr/>
          <p:nvPr/>
        </p:nvSpPr>
        <p:spPr>
          <a:xfrm>
            <a:off x="5612835" y="3155251"/>
            <a:ext cx="1409973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832564DA-093F-D1DA-7559-6E4DDC32E15A}"/>
              </a:ext>
            </a:extLst>
          </p:cNvPr>
          <p:cNvGrpSpPr/>
          <p:nvPr/>
        </p:nvGrpSpPr>
        <p:grpSpPr>
          <a:xfrm>
            <a:off x="4626682" y="3004044"/>
            <a:ext cx="95246" cy="1050880"/>
            <a:chOff x="3622653" y="2609508"/>
            <a:chExt cx="139450" cy="1538594"/>
          </a:xfrm>
        </p:grpSpPr>
        <p:sp>
          <p:nvSpPr>
            <p:cNvPr id="16" name="모서리가 둥근 직사각형 15">
              <a:extLst>
                <a:ext uri="{FF2B5EF4-FFF2-40B4-BE49-F238E27FC236}">
                  <a16:creationId xmlns:a16="http://schemas.microsoft.com/office/drawing/2014/main" id="{DF30BE7A-E3F0-B410-9124-8E3DFEE5C3C0}"/>
                </a:ext>
              </a:extLst>
            </p:cNvPr>
            <p:cNvSpPr/>
            <p:nvPr/>
          </p:nvSpPr>
          <p:spPr>
            <a:xfrm>
              <a:off x="3653277" y="2740696"/>
              <a:ext cx="81294" cy="20685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23" name="모서리가 둥근 직사각형 22">
              <a:extLst>
                <a:ext uri="{FF2B5EF4-FFF2-40B4-BE49-F238E27FC236}">
                  <a16:creationId xmlns:a16="http://schemas.microsoft.com/office/drawing/2014/main" id="{C95F7253-9687-C6D7-F371-E33690B165B6}"/>
                </a:ext>
              </a:extLst>
            </p:cNvPr>
            <p:cNvSpPr/>
            <p:nvPr/>
          </p:nvSpPr>
          <p:spPr>
            <a:xfrm>
              <a:off x="3622653" y="2609508"/>
              <a:ext cx="139450" cy="1538594"/>
            </a:xfrm>
            <a:prstGeom prst="round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24" name="모서리가 둥근 직사각형 23">
            <a:extLst>
              <a:ext uri="{FF2B5EF4-FFF2-40B4-BE49-F238E27FC236}">
                <a16:creationId xmlns:a16="http://schemas.microsoft.com/office/drawing/2014/main" id="{302CA67F-2DC4-293F-3140-CF6E02D3D9DB}"/>
              </a:ext>
            </a:extLst>
          </p:cNvPr>
          <p:cNvSpPr/>
          <p:nvPr/>
        </p:nvSpPr>
        <p:spPr>
          <a:xfrm>
            <a:off x="3123403" y="2896279"/>
            <a:ext cx="1661599" cy="1224136"/>
          </a:xfrm>
          <a:prstGeom prst="roundRect">
            <a:avLst>
              <a:gd name="adj" fmla="val 5422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" altLang="ko-KR" sz="800" kern="0" dirty="0">
                <a:solidFill>
                  <a:schemeClr val="tx1"/>
                </a:solidFill>
                <a:latin typeface="+mn-ea"/>
              </a:rPr>
              <a:t>GF | </a:t>
            </a:r>
            <a:r>
              <a:rPr kumimoji="0" lang="ko-KR" altLang="en-US" sz="800" kern="0" dirty="0" err="1">
                <a:solidFill>
                  <a:schemeClr val="tx1"/>
                </a:solidFill>
                <a:latin typeface="+mn-ea"/>
              </a:rPr>
              <a:t>가든층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" altLang="ko-KR" sz="800" kern="0" dirty="0">
                <a:solidFill>
                  <a:schemeClr val="tx1"/>
                </a:solidFill>
                <a:latin typeface="+mn-ea"/>
              </a:rPr>
              <a:t>Garden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Floor</a:t>
            </a:r>
            <a:endParaRPr kumimoji="1" lang="en" altLang="ko-KR" sz="80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LF 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ko-KR" altLang="en-US" sz="800" kern="0" dirty="0" err="1">
                <a:solidFill>
                  <a:schemeClr val="tx1"/>
                </a:solidFill>
                <a:latin typeface="+mn-ea"/>
              </a:rPr>
              <a:t>로비층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Lobby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MF | </a:t>
            </a:r>
            <a:r>
              <a:rPr kumimoji="0" lang="ko-KR" altLang="en-US" sz="800" kern="0" dirty="0" err="1">
                <a:solidFill>
                  <a:schemeClr val="tx1"/>
                </a:solidFill>
                <a:latin typeface="+mn-ea"/>
              </a:rPr>
              <a:t>미들층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M</a:t>
            </a:r>
            <a:r>
              <a:rPr kumimoji="0" lang="en" altLang="ko-KR" sz="800" kern="0" dirty="0" err="1">
                <a:solidFill>
                  <a:schemeClr val="tx1"/>
                </a:solidFill>
                <a:latin typeface="+mn-ea"/>
              </a:rPr>
              <a:t>iddle</a:t>
            </a:r>
            <a:r>
              <a:rPr kumimoji="0" lang="en" altLang="ko-KR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F</a:t>
            </a:r>
            <a:r>
              <a:rPr kumimoji="0" lang="en" altLang="ko-KR" sz="800" kern="0" dirty="0" err="1">
                <a:solidFill>
                  <a:schemeClr val="tx1"/>
                </a:solidFill>
                <a:latin typeface="+mn-ea"/>
              </a:rPr>
              <a:t>loor</a:t>
            </a:r>
            <a:endParaRPr kumimoji="0" lang="en" altLang="ko-KR" sz="800" kern="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" altLang="ko-KR" sz="800" kern="0" dirty="0">
                <a:solidFill>
                  <a:schemeClr val="tx1"/>
                </a:solidFill>
                <a:latin typeface="+mn-ea"/>
              </a:rPr>
              <a:t>1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F | 1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층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 err="1">
                <a:solidFill>
                  <a:schemeClr val="tx1"/>
                </a:solidFill>
                <a:latin typeface="+mn-ea"/>
              </a:rPr>
              <a:t>1F</a:t>
            </a:r>
            <a:r>
              <a:rPr kumimoji="0" lang="en" altLang="ko-KR" sz="800" kern="0" dirty="0" err="1">
                <a:solidFill>
                  <a:schemeClr val="tx1"/>
                </a:solidFill>
                <a:latin typeface="+mn-ea"/>
              </a:rPr>
              <a:t>loor</a:t>
            </a:r>
            <a:endParaRPr kumimoji="0" lang="en" altLang="ko-KR" sz="800" kern="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 err="1">
                <a:solidFill>
                  <a:schemeClr val="tx1"/>
                </a:solidFill>
                <a:latin typeface="+mn-ea"/>
              </a:rPr>
              <a:t>2F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 | 2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층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 err="1">
                <a:solidFill>
                  <a:schemeClr val="tx1"/>
                </a:solidFill>
                <a:latin typeface="+mn-ea"/>
              </a:rPr>
              <a:t>2F</a:t>
            </a:r>
            <a:r>
              <a:rPr kumimoji="0" lang="en" altLang="ko-KR" sz="800" kern="0" dirty="0" err="1">
                <a:solidFill>
                  <a:schemeClr val="tx1"/>
                </a:solidFill>
                <a:latin typeface="+mn-ea"/>
              </a:rPr>
              <a:t>loor</a:t>
            </a:r>
            <a:endParaRPr kumimoji="0" lang="en" altLang="ko-KR" sz="800" kern="0" dirty="0">
              <a:solidFill>
                <a:schemeClr val="tx1"/>
              </a:solidFill>
              <a:latin typeface="+mn-ea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 err="1">
                <a:solidFill>
                  <a:schemeClr val="tx1"/>
                </a:solidFill>
                <a:latin typeface="+mn-ea"/>
              </a:rPr>
              <a:t>3F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 | 3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층 </a:t>
            </a:r>
            <a:r>
              <a:rPr kumimoji="0" lang="en-US" altLang="ko-KR" sz="800" kern="0" dirty="0">
                <a:solidFill>
                  <a:schemeClr val="tx1"/>
                </a:solidFill>
                <a:latin typeface="+mn-ea"/>
              </a:rPr>
              <a:t>|</a:t>
            </a:r>
            <a:r>
              <a:rPr kumimoji="0" lang="ko-KR" altLang="en-US" sz="800" kern="0" dirty="0">
                <a:solidFill>
                  <a:schemeClr val="tx1"/>
                </a:solidFill>
                <a:latin typeface="+mn-ea"/>
              </a:rPr>
              <a:t> </a:t>
            </a:r>
            <a:r>
              <a:rPr kumimoji="0" lang="en-US" altLang="ko-KR" sz="800" kern="0" dirty="0" err="1">
                <a:solidFill>
                  <a:schemeClr val="tx1"/>
                </a:solidFill>
                <a:latin typeface="+mn-ea"/>
              </a:rPr>
              <a:t>3F</a:t>
            </a:r>
            <a:r>
              <a:rPr kumimoji="0" lang="en" altLang="ko-KR" sz="800" kern="0" dirty="0" err="1">
                <a:solidFill>
                  <a:schemeClr val="tx1"/>
                </a:solidFill>
                <a:latin typeface="+mn-ea"/>
              </a:rPr>
              <a:t>loor</a:t>
            </a:r>
            <a:endParaRPr kumimoji="0" lang="en" altLang="ko-KR" sz="800" kern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모서리가 둥근 직사각형 24">
            <a:extLst>
              <a:ext uri="{FF2B5EF4-FFF2-40B4-BE49-F238E27FC236}">
                <a16:creationId xmlns:a16="http://schemas.microsoft.com/office/drawing/2014/main" id="{0093DF01-38F0-F39C-660B-EB3B7D3690F3}"/>
              </a:ext>
            </a:extLst>
          </p:cNvPr>
          <p:cNvSpPr/>
          <p:nvPr/>
        </p:nvSpPr>
        <p:spPr>
          <a:xfrm>
            <a:off x="3168794" y="3724468"/>
            <a:ext cx="1409973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85" name="Click">
            <a:extLst>
              <a:ext uri="{FF2B5EF4-FFF2-40B4-BE49-F238E27FC236}">
                <a16:creationId xmlns:a16="http://schemas.microsoft.com/office/drawing/2014/main" id="{6854BDCD-C957-4E70-B8ED-65FC6D11F2D1}"/>
              </a:ext>
            </a:extLst>
          </p:cNvPr>
          <p:cNvGrpSpPr>
            <a:grpSpLocks noChangeAspect="1"/>
          </p:cNvGrpSpPr>
          <p:nvPr/>
        </p:nvGrpSpPr>
        <p:grpSpPr>
          <a:xfrm>
            <a:off x="6788432" y="3528290"/>
            <a:ext cx="299298" cy="426545"/>
            <a:chOff x="5294313" y="2197100"/>
            <a:chExt cx="530225" cy="755651"/>
          </a:xfrm>
        </p:grpSpPr>
        <p:sp>
          <p:nvSpPr>
            <p:cNvPr id="86" name="Arrow Cursor">
              <a:extLst>
                <a:ext uri="{FF2B5EF4-FFF2-40B4-BE49-F238E27FC236}">
                  <a16:creationId xmlns:a16="http://schemas.microsoft.com/office/drawing/2014/main" id="{A0765F2B-30B2-6C9D-95E0-565779900D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87" name="Click">
              <a:extLst>
                <a:ext uri="{FF2B5EF4-FFF2-40B4-BE49-F238E27FC236}">
                  <a16:creationId xmlns:a16="http://schemas.microsoft.com/office/drawing/2014/main" id="{9A6C162A-979C-53DB-3ADD-06EC9E005F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6" name="Click">
            <a:extLst>
              <a:ext uri="{FF2B5EF4-FFF2-40B4-BE49-F238E27FC236}">
                <a16:creationId xmlns:a16="http://schemas.microsoft.com/office/drawing/2014/main" id="{AA3886C8-D078-B9EA-58F2-83F4C3A5638D}"/>
              </a:ext>
            </a:extLst>
          </p:cNvPr>
          <p:cNvGrpSpPr>
            <a:grpSpLocks noChangeAspect="1"/>
          </p:cNvGrpSpPr>
          <p:nvPr/>
        </p:nvGrpSpPr>
        <p:grpSpPr>
          <a:xfrm>
            <a:off x="4393490" y="3759715"/>
            <a:ext cx="299298" cy="426545"/>
            <a:chOff x="5294313" y="2197100"/>
            <a:chExt cx="530225" cy="755651"/>
          </a:xfrm>
        </p:grpSpPr>
        <p:sp>
          <p:nvSpPr>
            <p:cNvPr id="27" name="Arrow Cursor">
              <a:extLst>
                <a:ext uri="{FF2B5EF4-FFF2-40B4-BE49-F238E27FC236}">
                  <a16:creationId xmlns:a16="http://schemas.microsoft.com/office/drawing/2014/main" id="{3E52F748-1D27-F53B-0868-61F912B18D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28" name="Click">
              <a:extLst>
                <a:ext uri="{FF2B5EF4-FFF2-40B4-BE49-F238E27FC236}">
                  <a16:creationId xmlns:a16="http://schemas.microsoft.com/office/drawing/2014/main" id="{DDD7F9E7-1DD5-6E06-59A1-266C81F5F1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6" name="모서리가 둥근 직사각형 35">
            <a:extLst>
              <a:ext uri="{FF2B5EF4-FFF2-40B4-BE49-F238E27FC236}">
                <a16:creationId xmlns:a16="http://schemas.microsoft.com/office/drawing/2014/main" id="{37189285-005F-CE48-9B63-DDE4A0F9389C}"/>
              </a:ext>
            </a:extLst>
          </p:cNvPr>
          <p:cNvSpPr/>
          <p:nvPr/>
        </p:nvSpPr>
        <p:spPr>
          <a:xfrm>
            <a:off x="5612835" y="3528290"/>
            <a:ext cx="1409973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7" name="모서리가 둥근 직사각형 36">
            <a:extLst>
              <a:ext uri="{FF2B5EF4-FFF2-40B4-BE49-F238E27FC236}">
                <a16:creationId xmlns:a16="http://schemas.microsoft.com/office/drawing/2014/main" id="{E9E3C639-566F-709E-4F00-A614F0450573}"/>
              </a:ext>
            </a:extLst>
          </p:cNvPr>
          <p:cNvSpPr/>
          <p:nvPr/>
        </p:nvSpPr>
        <p:spPr>
          <a:xfrm>
            <a:off x="5612835" y="2968732"/>
            <a:ext cx="1409973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7ECE3B1-89F0-D048-3E69-745BF1DA6396}"/>
              </a:ext>
            </a:extLst>
          </p:cNvPr>
          <p:cNvSpPr txBox="1"/>
          <p:nvPr/>
        </p:nvSpPr>
        <p:spPr>
          <a:xfrm>
            <a:off x="6180380" y="2781159"/>
            <a:ext cx="81304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</a:t>
            </a:r>
            <a:r>
              <a:rPr lang="ko-KR" altLang="en-US" sz="700" i="1" dirty="0">
                <a:solidFill>
                  <a:srgbClr val="C00000"/>
                </a:solidFill>
                <a:latin typeface="+mn-ea"/>
                <a:ea typeface="+mn-ea"/>
              </a:rPr>
              <a:t>다중</a:t>
            </a:r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 선택 가능</a:t>
            </a:r>
            <a:endParaRPr lang="en-US" altLang="ko-KR" sz="700" b="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A9F811B-3914-5675-2D63-157613F0E286}"/>
              </a:ext>
            </a:extLst>
          </p:cNvPr>
          <p:cNvSpPr txBox="1"/>
          <p:nvPr/>
        </p:nvSpPr>
        <p:spPr>
          <a:xfrm>
            <a:off x="3572168" y="2786357"/>
            <a:ext cx="81304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</a:t>
            </a:r>
            <a:r>
              <a:rPr lang="ko-KR" altLang="en-US" sz="700" i="1" dirty="0">
                <a:solidFill>
                  <a:srgbClr val="C00000"/>
                </a:solidFill>
                <a:latin typeface="+mn-ea"/>
                <a:ea typeface="+mn-ea"/>
              </a:rPr>
              <a:t>다중</a:t>
            </a:r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 선택 불가</a:t>
            </a:r>
            <a:endParaRPr lang="en-US" altLang="ko-KR" sz="700" b="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A96DDDB-46CD-A3D8-7885-28821E549700}"/>
              </a:ext>
            </a:extLst>
          </p:cNvPr>
          <p:cNvSpPr/>
          <p:nvPr/>
        </p:nvSpPr>
        <p:spPr>
          <a:xfrm>
            <a:off x="7486787" y="3431764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F8DC58C-7AE3-84AA-12A4-6090B6ACF6D8}"/>
              </a:ext>
            </a:extLst>
          </p:cNvPr>
          <p:cNvSpPr/>
          <p:nvPr/>
        </p:nvSpPr>
        <p:spPr>
          <a:xfrm>
            <a:off x="7948187" y="3431764"/>
            <a:ext cx="391138" cy="14400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저장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B0AD7A7-E87A-AE2E-AC43-1BE43D50001B}"/>
              </a:ext>
            </a:extLst>
          </p:cNvPr>
          <p:cNvSpPr/>
          <p:nvPr/>
        </p:nvSpPr>
        <p:spPr>
          <a:xfrm>
            <a:off x="7486787" y="2229006"/>
            <a:ext cx="391138" cy="144000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0A8F2BB-881D-162F-AABD-2D055F55A370}"/>
              </a:ext>
            </a:extLst>
          </p:cNvPr>
          <p:cNvSpPr/>
          <p:nvPr/>
        </p:nvSpPr>
        <p:spPr>
          <a:xfrm>
            <a:off x="7948187" y="2229006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7F4D90D-F771-9859-169C-495460ED874C}"/>
              </a:ext>
            </a:extLst>
          </p:cNvPr>
          <p:cNvSpPr/>
          <p:nvPr/>
        </p:nvSpPr>
        <p:spPr>
          <a:xfrm>
            <a:off x="7897806" y="1610800"/>
            <a:ext cx="554189" cy="15840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신규 층 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432FA23-FA9E-1722-2041-5645DFA9F369}"/>
              </a:ext>
            </a:extLst>
          </p:cNvPr>
          <p:cNvSpPr/>
          <p:nvPr/>
        </p:nvSpPr>
        <p:spPr>
          <a:xfrm>
            <a:off x="7486787" y="4869160"/>
            <a:ext cx="391138" cy="144000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C2A4A0B-14B7-7B13-D9A1-63A2FF737518}"/>
              </a:ext>
            </a:extLst>
          </p:cNvPr>
          <p:cNvSpPr/>
          <p:nvPr/>
        </p:nvSpPr>
        <p:spPr>
          <a:xfrm>
            <a:off x="7948187" y="4869160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grpSp>
        <p:nvGrpSpPr>
          <p:cNvPr id="126" name="Click">
            <a:extLst>
              <a:ext uri="{FF2B5EF4-FFF2-40B4-BE49-F238E27FC236}">
                <a16:creationId xmlns:a16="http://schemas.microsoft.com/office/drawing/2014/main" id="{6BD88835-53A1-B50B-F26E-FA2AFDD5610E}"/>
              </a:ext>
            </a:extLst>
          </p:cNvPr>
          <p:cNvGrpSpPr>
            <a:grpSpLocks noChangeAspect="1"/>
          </p:cNvGrpSpPr>
          <p:nvPr/>
        </p:nvGrpSpPr>
        <p:grpSpPr>
          <a:xfrm>
            <a:off x="8162240" y="2276189"/>
            <a:ext cx="299298" cy="426545"/>
            <a:chOff x="5294313" y="2197100"/>
            <a:chExt cx="530225" cy="755651"/>
          </a:xfrm>
        </p:grpSpPr>
        <p:sp>
          <p:nvSpPr>
            <p:cNvPr id="127" name="Arrow Cursor">
              <a:extLst>
                <a:ext uri="{FF2B5EF4-FFF2-40B4-BE49-F238E27FC236}">
                  <a16:creationId xmlns:a16="http://schemas.microsoft.com/office/drawing/2014/main" id="{7F336691-63E3-CAB1-607D-83E5BA74ED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28" name="Click">
              <a:extLst>
                <a:ext uri="{FF2B5EF4-FFF2-40B4-BE49-F238E27FC236}">
                  <a16:creationId xmlns:a16="http://schemas.microsoft.com/office/drawing/2014/main" id="{8717BB94-6889-FE10-DACD-1A9B8AA0D1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cxnSp>
        <p:nvCxnSpPr>
          <p:cNvPr id="48" name="꺾인 연결선[E] 47">
            <a:extLst>
              <a:ext uri="{FF2B5EF4-FFF2-40B4-BE49-F238E27FC236}">
                <a16:creationId xmlns:a16="http://schemas.microsoft.com/office/drawing/2014/main" id="{E1D6A41E-0155-E6D8-16EF-66F682DCA9FC}"/>
              </a:ext>
            </a:extLst>
          </p:cNvPr>
          <p:cNvCxnSpPr>
            <a:stCxn id="43" idx="3"/>
            <a:endCxn id="10" idx="3"/>
          </p:cNvCxnSpPr>
          <p:nvPr/>
        </p:nvCxnSpPr>
        <p:spPr>
          <a:xfrm>
            <a:off x="8339325" y="2301006"/>
            <a:ext cx="112670" cy="1482238"/>
          </a:xfrm>
          <a:prstGeom prst="bentConnector3">
            <a:avLst>
              <a:gd name="adj1" fmla="val 302893"/>
            </a:avLst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0" name="Teardrop 1">
            <a:extLst>
              <a:ext uri="{FF2B5EF4-FFF2-40B4-BE49-F238E27FC236}">
                <a16:creationId xmlns:a16="http://schemas.microsoft.com/office/drawing/2014/main" id="{5EFB9ECC-3CF4-3F4C-EFC7-31969939DDE7}"/>
              </a:ext>
            </a:extLst>
          </p:cNvPr>
          <p:cNvSpPr/>
          <p:nvPr/>
        </p:nvSpPr>
        <p:spPr>
          <a:xfrm rot="16200000" flipH="1" flipV="1">
            <a:off x="7853763" y="210679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Teardrop 1">
            <a:extLst>
              <a:ext uri="{FF2B5EF4-FFF2-40B4-BE49-F238E27FC236}">
                <a16:creationId xmlns:a16="http://schemas.microsoft.com/office/drawing/2014/main" id="{D1358FA2-44B3-3856-C71E-49EF38F5DEDC}"/>
              </a:ext>
            </a:extLst>
          </p:cNvPr>
          <p:cNvSpPr/>
          <p:nvPr/>
        </p:nvSpPr>
        <p:spPr>
          <a:xfrm rot="16200000" flipH="1" flipV="1">
            <a:off x="7869619" y="331190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" name="Teardrop 1">
            <a:extLst>
              <a:ext uri="{FF2B5EF4-FFF2-40B4-BE49-F238E27FC236}">
                <a16:creationId xmlns:a16="http://schemas.microsoft.com/office/drawing/2014/main" id="{8E31EF9C-E04C-AF1B-D792-A9C3B9FF76C7}"/>
              </a:ext>
            </a:extLst>
          </p:cNvPr>
          <p:cNvSpPr/>
          <p:nvPr/>
        </p:nvSpPr>
        <p:spPr>
          <a:xfrm rot="16200000" flipH="1" flipV="1">
            <a:off x="7404491" y="477071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660D3DC-F624-ABBF-EE46-55FBC2F66B86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BDADA7C-890D-DFD2-2266-16003725E258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9009410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6E3FD2-78CF-4E8D-3B82-FD196B71F8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FE8E7AA2-5522-87AE-710E-916434F9A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프로퍼티 조회 공통 팝업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96460258-B7BD-372E-918B-15CF077104E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객실관리 </a:t>
            </a:r>
            <a:r>
              <a:rPr lang="en-US" altLang="ko-KR" dirty="0"/>
              <a:t>&gt;</a:t>
            </a:r>
            <a:r>
              <a:rPr lang="ko-KR" altLang="en-US" dirty="0"/>
              <a:t> 객실관리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F31B7CC3-8FC9-54B7-B03F-53F9B05EFE0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46CC4149-D44D-AD27-634F-B1F3B4BEB31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7DA795C-4087-0157-FAF6-F951C00FE8B4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D5291F2-F676-0637-2F27-F939DE70067C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C3C4BEA-C3AF-CEF7-5DF9-385EC9FCA17F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26A86617-935F-8F42-4296-7971B9DAE5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1388621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시스템관리자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개만 선택 가능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선택한 항목 적용 후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부모창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54BF3F6F-6A9F-1BF7-E3EC-A78715326356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B76DE389-8D5E-1151-4B87-6EB2C8367C47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ABE8AD7F-1275-7CF0-0217-8104120AA82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063552" y="1121242"/>
            <a:ext cx="4104451" cy="4251974"/>
            <a:chOff x="3776975" y="1261242"/>
            <a:chExt cx="3487175" cy="2871403"/>
          </a:xfrm>
        </p:grpSpPr>
        <p:sp>
          <p:nvSpPr>
            <p:cNvPr id="22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0E6B4387-41FD-125B-45E9-DE7107682F8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3776976" y="1496299"/>
              <a:ext cx="3487169" cy="263634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38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7651B51-B92D-9D82-93DA-35818A533177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3776975" y="1261242"/>
              <a:ext cx="3487175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프로퍼티 조회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39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F154DFA-78C5-106F-64CF-0FF93FADC089}"/>
                </a:ext>
              </a:extLst>
            </p:cNvPr>
            <p:cNvSpPr>
              <a:spLocks noEditPoints="1"/>
            </p:cNvSpPr>
            <p:nvPr>
              <p:custDataLst>
                <p:tags r:id="rId5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A7A23C05-1B5C-9136-C32A-16D27780C6FE}"/>
              </a:ext>
            </a:extLst>
          </p:cNvPr>
          <p:cNvSpPr txBox="1"/>
          <p:nvPr/>
        </p:nvSpPr>
        <p:spPr>
          <a:xfrm>
            <a:off x="2063553" y="1564774"/>
            <a:ext cx="91242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프로퍼티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조회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D86122D1-19F0-592D-97A4-BC4572B3EA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6297248"/>
              </p:ext>
            </p:extLst>
          </p:nvPr>
        </p:nvGraphicFramePr>
        <p:xfrm>
          <a:off x="2166186" y="1859839"/>
          <a:ext cx="3838636" cy="2501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5474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2933162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 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0" name="Text Box">
            <a:extLst>
              <a:ext uri="{FF2B5EF4-FFF2-40B4-BE49-F238E27FC236}">
                <a16:creationId xmlns:a16="http://schemas.microsoft.com/office/drawing/2014/main" id="{0DBA7E4A-6F40-DBD5-36AD-D6DE7E961B32}"/>
              </a:ext>
            </a:extLst>
          </p:cNvPr>
          <p:cNvSpPr>
            <a:spLocks/>
          </p:cNvSpPr>
          <p:nvPr/>
        </p:nvSpPr>
        <p:spPr bwMode="auto">
          <a:xfrm>
            <a:off x="3143668" y="1895037"/>
            <a:ext cx="2736151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프로퍼티명을</a:t>
            </a: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입력해주세요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38080AE3-2C56-F581-F3D7-DE92A7C274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9776732"/>
              </p:ext>
            </p:extLst>
          </p:nvPr>
        </p:nvGraphicFramePr>
        <p:xfrm>
          <a:off x="2166186" y="2466217"/>
          <a:ext cx="3838634" cy="2179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7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06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81161">
                  <a:extLst>
                    <a:ext uri="{9D8B030D-6E8A-4147-A177-3AD203B41FA5}">
                      <a16:colId xmlns:a16="http://schemas.microsoft.com/office/drawing/2014/main" val="1197964097"/>
                    </a:ext>
                  </a:extLst>
                </a:gridCol>
                <a:gridCol w="581550">
                  <a:extLst>
                    <a:ext uri="{9D8B030D-6E8A-4147-A177-3AD203B41FA5}">
                      <a16:colId xmlns:a16="http://schemas.microsoft.com/office/drawing/2014/main" val="4232283989"/>
                    </a:ext>
                  </a:extLst>
                </a:gridCol>
                <a:gridCol w="407390">
                  <a:extLst>
                    <a:ext uri="{9D8B030D-6E8A-4147-A177-3AD203B41FA5}">
                      <a16:colId xmlns:a16="http://schemas.microsoft.com/office/drawing/2014/main" val="112309262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 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 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출력영역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78BB7C2C-3A86-8F14-E128-715B0B8CC396}"/>
              </a:ext>
            </a:extLst>
          </p:cNvPr>
          <p:cNvSpPr/>
          <p:nvPr/>
        </p:nvSpPr>
        <p:spPr>
          <a:xfrm>
            <a:off x="3724689" y="5059533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닫기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F41BF363-304A-DDD2-DE25-9D25EEF70EE0}"/>
              </a:ext>
            </a:extLst>
          </p:cNvPr>
          <p:cNvSpPr/>
          <p:nvPr/>
        </p:nvSpPr>
        <p:spPr>
          <a:xfrm>
            <a:off x="4214034" y="5059533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적용</a:t>
            </a: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2A0573F2-721A-D4EA-B2C5-5EF03837DCE5}"/>
              </a:ext>
            </a:extLst>
          </p:cNvPr>
          <p:cNvGrpSpPr/>
          <p:nvPr/>
        </p:nvGrpSpPr>
        <p:grpSpPr>
          <a:xfrm>
            <a:off x="6042577" y="2459062"/>
            <a:ext cx="90244" cy="2190572"/>
            <a:chOff x="8879645" y="4358558"/>
            <a:chExt cx="96675" cy="1950762"/>
          </a:xfrm>
        </p:grpSpPr>
        <p:sp>
          <p:nvSpPr>
            <p:cNvPr id="55" name="모서리가 둥근 직사각형 54">
              <a:extLst>
                <a:ext uri="{FF2B5EF4-FFF2-40B4-BE49-F238E27FC236}">
                  <a16:creationId xmlns:a16="http://schemas.microsoft.com/office/drawing/2014/main" id="{A53BD9A3-FE6A-7CD4-6518-B30EEFCE6982}"/>
                </a:ext>
              </a:extLst>
            </p:cNvPr>
            <p:cNvSpPr/>
            <p:nvPr/>
          </p:nvSpPr>
          <p:spPr>
            <a:xfrm>
              <a:off x="8879645" y="4358558"/>
              <a:ext cx="96675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56" name="모서리가 둥근 직사각형 170">
              <a:extLst>
                <a:ext uri="{FF2B5EF4-FFF2-40B4-BE49-F238E27FC236}">
                  <a16:creationId xmlns:a16="http://schemas.microsoft.com/office/drawing/2014/main" id="{5669AB34-EC94-8FEE-FBE0-3EFD3A570ECB}"/>
                </a:ext>
              </a:extLst>
            </p:cNvPr>
            <p:cNvSpPr/>
            <p:nvPr/>
          </p:nvSpPr>
          <p:spPr>
            <a:xfrm>
              <a:off x="8913582" y="4437112"/>
              <a:ext cx="28800" cy="477767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57" name="Teardrop 1">
            <a:extLst>
              <a:ext uri="{FF2B5EF4-FFF2-40B4-BE49-F238E27FC236}">
                <a16:creationId xmlns:a16="http://schemas.microsoft.com/office/drawing/2014/main" id="{951B879F-23E4-5A5C-0708-57936EF6263E}"/>
              </a:ext>
            </a:extLst>
          </p:cNvPr>
          <p:cNvSpPr/>
          <p:nvPr/>
        </p:nvSpPr>
        <p:spPr>
          <a:xfrm rot="16200000" flipH="1" flipV="1">
            <a:off x="4123747" y="495206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933120FC-9DAD-92A3-CC96-C753ED1A59EC}"/>
              </a:ext>
            </a:extLst>
          </p:cNvPr>
          <p:cNvSpPr/>
          <p:nvPr/>
        </p:nvSpPr>
        <p:spPr>
          <a:xfrm>
            <a:off x="5187354" y="218070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09E7232-D4A0-56F3-1F4D-804C830DBB9B}"/>
              </a:ext>
            </a:extLst>
          </p:cNvPr>
          <p:cNvSpPr/>
          <p:nvPr/>
        </p:nvSpPr>
        <p:spPr>
          <a:xfrm>
            <a:off x="5613682" y="218070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60" name="Pagination">
            <a:extLst>
              <a:ext uri="{FF2B5EF4-FFF2-40B4-BE49-F238E27FC236}">
                <a16:creationId xmlns:a16="http://schemas.microsoft.com/office/drawing/2014/main" id="{2F37D34B-7AEA-E929-6F1B-1E7F9A8A485A}"/>
              </a:ext>
            </a:extLst>
          </p:cNvPr>
          <p:cNvSpPr txBox="1"/>
          <p:nvPr/>
        </p:nvSpPr>
        <p:spPr>
          <a:xfrm>
            <a:off x="3503712" y="4761741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F7D0FC63-1847-EFE0-CA0C-38493483EEDB}"/>
              </a:ext>
            </a:extLst>
          </p:cNvPr>
          <p:cNvGrpSpPr/>
          <p:nvPr/>
        </p:nvGrpSpPr>
        <p:grpSpPr>
          <a:xfrm>
            <a:off x="2166186" y="2183958"/>
            <a:ext cx="1777609" cy="200055"/>
            <a:chOff x="1446413" y="1981347"/>
            <a:chExt cx="1777609" cy="200055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E7B4565A-CA09-3735-57F1-EC9BEFF32CD4}"/>
                </a:ext>
              </a:extLst>
            </p:cNvPr>
            <p:cNvSpPr txBox="1"/>
            <p:nvPr/>
          </p:nvSpPr>
          <p:spPr>
            <a:xfrm>
              <a:off x="2318005" y="198134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0B18C80F-B504-F488-77CE-6F27193891FC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64" name="Text Box">
                <a:extLst>
                  <a:ext uri="{FF2B5EF4-FFF2-40B4-BE49-F238E27FC236}">
                    <a16:creationId xmlns:a16="http://schemas.microsoft.com/office/drawing/2014/main" id="{39DD8166-2307-ED1B-F742-B356330DA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Chevron Left">
                <a:extLst>
                  <a:ext uri="{FF2B5EF4-FFF2-40B4-BE49-F238E27FC236}">
                    <a16:creationId xmlns:a16="http://schemas.microsoft.com/office/drawing/2014/main" id="{D4FDBB00-6374-2256-3792-2D57B1ACA9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6" name="Teardrop 1">
            <a:extLst>
              <a:ext uri="{FF2B5EF4-FFF2-40B4-BE49-F238E27FC236}">
                <a16:creationId xmlns:a16="http://schemas.microsoft.com/office/drawing/2014/main" id="{49006AD2-C440-16D2-4373-E9CA01522D5C}"/>
              </a:ext>
            </a:extLst>
          </p:cNvPr>
          <p:cNvSpPr/>
          <p:nvPr/>
        </p:nvSpPr>
        <p:spPr>
          <a:xfrm rot="16200000" flipH="1" flipV="1">
            <a:off x="5467561" y="256755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7C7142DF-38BD-0A9B-F5EA-2F73E5882DFF}"/>
              </a:ext>
            </a:extLst>
          </p:cNvPr>
          <p:cNvGrpSpPr/>
          <p:nvPr/>
        </p:nvGrpSpPr>
        <p:grpSpPr>
          <a:xfrm>
            <a:off x="5749241" y="2714922"/>
            <a:ext cx="120020" cy="1882018"/>
            <a:chOff x="8006676" y="2589288"/>
            <a:chExt cx="120020" cy="1882018"/>
          </a:xfrm>
        </p:grpSpPr>
        <p:grpSp>
          <p:nvGrpSpPr>
            <p:cNvPr id="68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DE4565C2-C2B2-BC57-3AA5-F64A2A3EAF28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8017653" y="2589288"/>
              <a:ext cx="109043" cy="109043"/>
              <a:chOff x="593892" y="1624671"/>
              <a:chExt cx="133350" cy="133350"/>
            </a:xfrm>
          </p:grpSpPr>
          <p:sp>
            <p:nvSpPr>
              <p:cNvPr id="79" name="Circle">
                <a:extLst>
                  <a:ext uri="{FF2B5EF4-FFF2-40B4-BE49-F238E27FC236}">
                    <a16:creationId xmlns:a16="http://schemas.microsoft.com/office/drawing/2014/main" id="{310A5D83-364F-6872-C8DA-A4B857A01B5E}"/>
                  </a:ext>
                </a:extLst>
              </p:cNvPr>
              <p:cNvSpPr/>
              <p:nvPr/>
            </p:nvSpPr>
            <p:spPr>
              <a:xfrm>
                <a:off x="593892" y="1624671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" name="Check">
                <a:extLst>
                  <a:ext uri="{FF2B5EF4-FFF2-40B4-BE49-F238E27FC236}">
                    <a16:creationId xmlns:a16="http://schemas.microsoft.com/office/drawing/2014/main" id="{B00EF22F-4EB7-5957-28E9-628CFF157DC7}"/>
                  </a:ext>
                </a:extLst>
              </p:cNvPr>
              <p:cNvSpPr/>
              <p:nvPr/>
            </p:nvSpPr>
            <p:spPr>
              <a:xfrm>
                <a:off x="631198" y="1661977"/>
                <a:ext cx="58738" cy="58738"/>
              </a:xfrm>
              <a:prstGeom prst="ellipse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9" name="Circle">
              <a:extLst>
                <a:ext uri="{FF2B5EF4-FFF2-40B4-BE49-F238E27FC236}">
                  <a16:creationId xmlns:a16="http://schemas.microsoft.com/office/drawing/2014/main" id="{BCB84C64-3B5C-6A0C-433F-C4E882C8B995}"/>
                </a:ext>
              </a:extLst>
            </p:cNvPr>
            <p:cNvSpPr/>
            <p:nvPr/>
          </p:nvSpPr>
          <p:spPr>
            <a:xfrm>
              <a:off x="8013589" y="27924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1" name="Circle">
              <a:extLst>
                <a:ext uri="{FF2B5EF4-FFF2-40B4-BE49-F238E27FC236}">
                  <a16:creationId xmlns:a16="http://schemas.microsoft.com/office/drawing/2014/main" id="{B618EECF-CDDB-E1D6-C6A3-D3F7A50E3C42}"/>
                </a:ext>
              </a:extLst>
            </p:cNvPr>
            <p:cNvSpPr/>
            <p:nvPr/>
          </p:nvSpPr>
          <p:spPr>
            <a:xfrm>
              <a:off x="8009525" y="29956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Circle">
              <a:extLst>
                <a:ext uri="{FF2B5EF4-FFF2-40B4-BE49-F238E27FC236}">
                  <a16:creationId xmlns:a16="http://schemas.microsoft.com/office/drawing/2014/main" id="{B1937A73-D163-E96C-2112-901E6573338E}"/>
                </a:ext>
              </a:extLst>
            </p:cNvPr>
            <p:cNvSpPr/>
            <p:nvPr/>
          </p:nvSpPr>
          <p:spPr>
            <a:xfrm>
              <a:off x="8009118" y="319091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Circle">
              <a:extLst>
                <a:ext uri="{FF2B5EF4-FFF2-40B4-BE49-F238E27FC236}">
                  <a16:creationId xmlns:a16="http://schemas.microsoft.com/office/drawing/2014/main" id="{E7043CAD-773A-8441-7C32-13D374B4ED07}"/>
                </a:ext>
              </a:extLst>
            </p:cNvPr>
            <p:cNvSpPr/>
            <p:nvPr/>
          </p:nvSpPr>
          <p:spPr>
            <a:xfrm>
              <a:off x="8008711" y="338613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4" name="Circle">
              <a:extLst>
                <a:ext uri="{FF2B5EF4-FFF2-40B4-BE49-F238E27FC236}">
                  <a16:creationId xmlns:a16="http://schemas.microsoft.com/office/drawing/2014/main" id="{747DDFCE-5601-C0C4-B651-E4DD9FD6602E}"/>
                </a:ext>
              </a:extLst>
            </p:cNvPr>
            <p:cNvSpPr/>
            <p:nvPr/>
          </p:nvSpPr>
          <p:spPr>
            <a:xfrm>
              <a:off x="8008304" y="358136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Circle">
              <a:extLst>
                <a:ext uri="{FF2B5EF4-FFF2-40B4-BE49-F238E27FC236}">
                  <a16:creationId xmlns:a16="http://schemas.microsoft.com/office/drawing/2014/main" id="{22262F97-B0D9-F582-456C-D5CFDFAC0B7B}"/>
                </a:ext>
              </a:extLst>
            </p:cNvPr>
            <p:cNvSpPr/>
            <p:nvPr/>
          </p:nvSpPr>
          <p:spPr>
            <a:xfrm>
              <a:off x="8007897" y="37765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6" name="Circle">
              <a:extLst>
                <a:ext uri="{FF2B5EF4-FFF2-40B4-BE49-F238E27FC236}">
                  <a16:creationId xmlns:a16="http://schemas.microsoft.com/office/drawing/2014/main" id="{8029D3F0-A49D-98C1-0CB1-BD3181785CF2}"/>
                </a:ext>
              </a:extLst>
            </p:cNvPr>
            <p:cNvSpPr/>
            <p:nvPr/>
          </p:nvSpPr>
          <p:spPr>
            <a:xfrm>
              <a:off x="8007490" y="397181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Circle">
              <a:extLst>
                <a:ext uri="{FF2B5EF4-FFF2-40B4-BE49-F238E27FC236}">
                  <a16:creationId xmlns:a16="http://schemas.microsoft.com/office/drawing/2014/main" id="{DC5B3413-B9E2-0A13-D5FE-815C54662C00}"/>
                </a:ext>
              </a:extLst>
            </p:cNvPr>
            <p:cNvSpPr/>
            <p:nvPr/>
          </p:nvSpPr>
          <p:spPr>
            <a:xfrm>
              <a:off x="8007083" y="416703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" name="Circle">
              <a:extLst>
                <a:ext uri="{FF2B5EF4-FFF2-40B4-BE49-F238E27FC236}">
                  <a16:creationId xmlns:a16="http://schemas.microsoft.com/office/drawing/2014/main" id="{EF9EC309-149E-D57F-14D4-7AC9CEFBCA69}"/>
                </a:ext>
              </a:extLst>
            </p:cNvPr>
            <p:cNvSpPr/>
            <p:nvPr/>
          </p:nvSpPr>
          <p:spPr>
            <a:xfrm>
              <a:off x="8006676" y="436226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" name="직사각형 4">
            <a:extLst>
              <a:ext uri="{FF2B5EF4-FFF2-40B4-BE49-F238E27FC236}">
                <a16:creationId xmlns:a16="http://schemas.microsoft.com/office/drawing/2014/main" id="{3FE52E17-45BB-CAAB-9E68-CFDA28214E4F}"/>
              </a:ext>
            </a:extLst>
          </p:cNvPr>
          <p:cNvSpPr/>
          <p:nvPr/>
        </p:nvSpPr>
        <p:spPr bwMode="auto">
          <a:xfrm>
            <a:off x="-106106" y="115547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45BC2BE3-5FF8-883B-DEAC-A2445C83B678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566230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D91A8-E588-407B-C19B-065D88290D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F5463EB8-7C34-6A9B-EC4B-EC992CB52EA8}"/>
              </a:ext>
            </a:extLst>
          </p:cNvPr>
          <p:cNvSpPr txBox="1"/>
          <p:nvPr/>
        </p:nvSpPr>
        <p:spPr>
          <a:xfrm>
            <a:off x="69106" y="77935"/>
            <a:ext cx="314657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Validation check case </a:t>
            </a:r>
            <a:endParaRPr lang="ko-KR" altLang="en-US" sz="1000" b="1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7311C4F6-5EE9-3528-7393-908C11B5CC0C}"/>
              </a:ext>
            </a:extLst>
          </p:cNvPr>
          <p:cNvSpPr txBox="1">
            <a:spLocks/>
          </p:cNvSpPr>
          <p:nvPr/>
        </p:nvSpPr>
        <p:spPr>
          <a:xfrm>
            <a:off x="4524788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00" b="0" i="0" kern="120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124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248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373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497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r>
              <a:rPr kumimoji="0" lang="ko-KR" altLang="en-US" dirty="0"/>
              <a:t>사용자 </a:t>
            </a:r>
            <a:r>
              <a:rPr kumimoji="0" lang="en-US" altLang="ko-KR" dirty="0"/>
              <a:t>&gt;</a:t>
            </a:r>
            <a:r>
              <a:rPr kumimoji="0" lang="ko-KR" altLang="en-US" dirty="0"/>
              <a:t> 모바일 회원 리스트 </a:t>
            </a:r>
            <a:r>
              <a:rPr kumimoji="0" lang="en-US" altLang="ko-KR" dirty="0"/>
              <a:t>&gt;</a:t>
            </a:r>
            <a:r>
              <a:rPr kumimoji="0" lang="ko-KR" altLang="en-US" dirty="0"/>
              <a:t> 회원정보 상세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01845F97-B94A-7E7D-32F7-EC460DD970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4058747"/>
              </p:ext>
            </p:extLst>
          </p:nvPr>
        </p:nvGraphicFramePr>
        <p:xfrm>
          <a:off x="119336" y="548680"/>
          <a:ext cx="11953329" cy="30393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8">
                  <a:extLst>
                    <a:ext uri="{9D8B030D-6E8A-4147-A177-3AD203B41FA5}">
                      <a16:colId xmlns:a16="http://schemas.microsoft.com/office/drawing/2014/main" val="2033187375"/>
                    </a:ext>
                  </a:extLst>
                </a:gridCol>
                <a:gridCol w="1403450">
                  <a:extLst>
                    <a:ext uri="{9D8B030D-6E8A-4147-A177-3AD203B41FA5}">
                      <a16:colId xmlns:a16="http://schemas.microsoft.com/office/drawing/2014/main" val="1130626129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val="421654334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3811281932"/>
                    </a:ext>
                  </a:extLst>
                </a:gridCol>
                <a:gridCol w="3888432">
                  <a:extLst>
                    <a:ext uri="{9D8B030D-6E8A-4147-A177-3AD203B41FA5}">
                      <a16:colId xmlns:a16="http://schemas.microsoft.com/office/drawing/2014/main" val="2561323354"/>
                    </a:ext>
                  </a:extLst>
                </a:gridCol>
                <a:gridCol w="3888433">
                  <a:extLst>
                    <a:ext uri="{9D8B030D-6E8A-4147-A177-3AD203B41FA5}">
                      <a16:colId xmlns:a16="http://schemas.microsoft.com/office/drawing/2014/main" val="2481029093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액션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타입</a:t>
                      </a:r>
                      <a:endParaRPr kumimoji="0" lang="en-US" altLang="ko-KR" sz="800" b="1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메시지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국문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메시지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1866115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입력 항목 미 입력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필수 입력 값을 확인 하세요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Please check the required input values.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211779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  <a:endParaRPr kumimoji="0" lang="ko-KR" altLang="en-US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내용에 문제가 없는 경우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 /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 완료 되었습니다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register? / Registration has been completed.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2377627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객실코드 중복 미 체크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객실코드 중복 체크는 필수 입니다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Double check of room code is mandatory.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200892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중복확인 버튼  클릭 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가능한 객실 코드일 경우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사용가능한 객실 코드 입니다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This is the room code available.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349922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삭제 버튼 클릭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정상 삭제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삭제 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삭제가 완료 되었습니다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delete it? / Deletion is complete.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04059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삭제 버튼 클릭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사용여부가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"Y"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경우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삭제 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사용여부가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"N"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경우에만 삭제 가능 합니다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delete it? / It can only be deleted if it is enabled or disabled.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70780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1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52332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223607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26895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D05CAE-05A2-CAEE-7B8F-BEC9037C47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C8E47B57-272D-CC4F-77A8-31ECC083100C}"/>
              </a:ext>
            </a:extLst>
          </p:cNvPr>
          <p:cNvSpPr/>
          <p:nvPr/>
        </p:nvSpPr>
        <p:spPr>
          <a:xfrm>
            <a:off x="0" y="1974770"/>
            <a:ext cx="12191999" cy="2908460"/>
          </a:xfrm>
          <a:prstGeom prst="rect">
            <a:avLst/>
          </a:prstGeom>
          <a:solidFill>
            <a:srgbClr val="0E273B"/>
          </a:solidFill>
          <a:ln>
            <a:solidFill>
              <a:srgbClr val="0E273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무료 </a:t>
            </a:r>
            <a:r>
              <a:rPr kumimoji="1"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옵션 관리</a:t>
            </a:r>
            <a:endParaRPr kumimoji="1" lang="ko-Kore-KR" altLang="en-US" sz="400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2514954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4FA3FD-ED94-8635-0640-038D93B5B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F71171FF-4351-BF06-EC75-E4BF38DCB0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무료 옵션 관리 리스트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E1642EA9-BC1A-D2CC-9E19-508AEFF4239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/>
              <a:t>서비스 옵션 관리 </a:t>
            </a:r>
            <a:r>
              <a:rPr lang="en-US" altLang="ko-KR" dirty="0"/>
              <a:t>&gt; </a:t>
            </a:r>
            <a:r>
              <a:rPr lang="ko-KR" altLang="en-US" dirty="0"/>
              <a:t>무료 옵션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5AE16233-3F4E-BEC0-0149-3FC0C6EDC89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1DE09CE0-6960-F87F-5DA7-374DBA8158E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B69D64E-D5CF-817E-EEA2-581A0F9CE5E6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2E37973-1A89-0C3F-8B53-4F5B3B60EE29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14116DF-39FE-0DD7-55E4-921D2A886490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38B2C00B-E178-5C5F-8F8D-5C64B5F4F7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3197237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 관리자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수정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상세 페이지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등록 페이지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719BCA86-3E62-B8E1-34BB-163B5265EAC7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무료 옵션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A98BDDDF-E058-1DA4-685F-9F3A84750D02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D6B48E84-3570-9FC2-4773-539AF37D58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2105581"/>
              </p:ext>
            </p:extLst>
          </p:nvPr>
        </p:nvGraphicFramePr>
        <p:xfrm>
          <a:off x="1448266" y="908719"/>
          <a:ext cx="7816085" cy="750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1350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831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서비스 옵션 코드명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서비스명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유형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박수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전체 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박만 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모든 박수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해당 없음</a:t>
                      </a:r>
                      <a:endParaRPr lang="en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867343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050031"/>
                  </a:ext>
                </a:extLst>
              </a:tr>
            </a:tbl>
          </a:graphicData>
        </a:graphic>
      </p:graphicFrame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AAAADF70-FD28-9AAD-A2EC-AB388BB035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4642008"/>
              </p:ext>
            </p:extLst>
          </p:nvPr>
        </p:nvGraphicFramePr>
        <p:xfrm>
          <a:off x="1447441" y="2008119"/>
          <a:ext cx="7814439" cy="2575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73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318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23324">
                  <a:extLst>
                    <a:ext uri="{9D8B030D-6E8A-4147-A177-3AD203B41FA5}">
                      <a16:colId xmlns:a16="http://schemas.microsoft.com/office/drawing/2014/main" val="3461749064"/>
                    </a:ext>
                  </a:extLst>
                </a:gridCol>
                <a:gridCol w="1123324">
                  <a:extLst>
                    <a:ext uri="{9D8B030D-6E8A-4147-A177-3AD203B41FA5}">
                      <a16:colId xmlns:a16="http://schemas.microsoft.com/office/drawing/2014/main" val="3833910930"/>
                    </a:ext>
                  </a:extLst>
                </a:gridCol>
                <a:gridCol w="816963">
                  <a:extLst>
                    <a:ext uri="{9D8B030D-6E8A-4147-A177-3AD203B41FA5}">
                      <a16:colId xmlns:a16="http://schemas.microsoft.com/office/drawing/2014/main" val="2561150151"/>
                    </a:ext>
                  </a:extLst>
                </a:gridCol>
                <a:gridCol w="816963">
                  <a:extLst>
                    <a:ext uri="{9D8B030D-6E8A-4147-A177-3AD203B41FA5}">
                      <a16:colId xmlns:a16="http://schemas.microsoft.com/office/drawing/2014/main" val="1717449669"/>
                    </a:ext>
                  </a:extLst>
                </a:gridCol>
                <a:gridCol w="1834663">
                  <a:extLst>
                    <a:ext uri="{9D8B030D-6E8A-4147-A177-3AD203B41FA5}">
                      <a16:colId xmlns:a16="http://schemas.microsoft.com/office/drawing/2014/main" val="32728493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코드명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서비스명</a:t>
                      </a:r>
                      <a:endParaRPr lang="en-US" altLang="ko-KR" sz="7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유형</a:t>
                      </a:r>
                      <a:endParaRPr lang="en-US" altLang="ko-KR" sz="7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적용박수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최종 수정일시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Laundry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세탁 서비스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어매니티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해당 없음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박만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852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2031679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4928D631-0EFF-A4B3-32F3-DDBDAF1451B0}"/>
              </a:ext>
            </a:extLst>
          </p:cNvPr>
          <p:cNvSpPr/>
          <p:nvPr/>
        </p:nvSpPr>
        <p:spPr>
          <a:xfrm>
            <a:off x="8832304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6F96576-EC43-55BA-6209-182BD147EDAF}"/>
              </a:ext>
            </a:extLst>
          </p:cNvPr>
          <p:cNvSpPr/>
          <p:nvPr/>
        </p:nvSpPr>
        <p:spPr>
          <a:xfrm>
            <a:off x="8387256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7C02EA6E-A4B0-374D-D94D-B7CF076312E4}"/>
              </a:ext>
            </a:extLst>
          </p:cNvPr>
          <p:cNvSpPr/>
          <p:nvPr/>
        </p:nvSpPr>
        <p:spPr>
          <a:xfrm>
            <a:off x="8616280" y="1778186"/>
            <a:ext cx="645601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무료 옵션 등록</a:t>
            </a:r>
          </a:p>
        </p:txBody>
      </p:sp>
      <p:sp>
        <p:nvSpPr>
          <p:cNvPr id="108" name="Pagination">
            <a:extLst>
              <a:ext uri="{FF2B5EF4-FFF2-40B4-BE49-F238E27FC236}">
                <a16:creationId xmlns:a16="http://schemas.microsoft.com/office/drawing/2014/main" id="{82DDCFAB-639A-6901-63B5-531AD8A18229}"/>
              </a:ext>
            </a:extLst>
          </p:cNvPr>
          <p:cNvSpPr txBox="1"/>
          <p:nvPr/>
        </p:nvSpPr>
        <p:spPr>
          <a:xfrm>
            <a:off x="4702956" y="5006910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6F8BD0-05C6-CA85-5582-D641224D1C25}"/>
              </a:ext>
            </a:extLst>
          </p:cNvPr>
          <p:cNvGrpSpPr/>
          <p:nvPr/>
        </p:nvGrpSpPr>
        <p:grpSpPr>
          <a:xfrm>
            <a:off x="1446413" y="1755496"/>
            <a:ext cx="1842121" cy="200055"/>
            <a:chOff x="1446413" y="1985887"/>
            <a:chExt cx="1842121" cy="200055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2DBB1DF-1C37-FC33-B15C-7D62D50B7CE1}"/>
                </a:ext>
              </a:extLst>
            </p:cNvPr>
            <p:cNvSpPr txBox="1"/>
            <p:nvPr/>
          </p:nvSpPr>
          <p:spPr>
            <a:xfrm>
              <a:off x="2382517" y="198588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DD059B2E-DEAB-1ECE-921B-DBEB9A98CA5F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6" name="Text Box">
                <a:extLst>
                  <a:ext uri="{FF2B5EF4-FFF2-40B4-BE49-F238E27FC236}">
                    <a16:creationId xmlns:a16="http://schemas.microsoft.com/office/drawing/2014/main" id="{9227C4CD-6CDF-F0AD-C495-BBD9F7182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" name="Chevron Left">
                <a:extLst>
                  <a:ext uri="{FF2B5EF4-FFF2-40B4-BE49-F238E27FC236}">
                    <a16:creationId xmlns:a16="http://schemas.microsoft.com/office/drawing/2014/main" id="{3193CAEC-2F36-1F14-0C02-2527816537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1" name="Teardrop 1">
            <a:extLst>
              <a:ext uri="{FF2B5EF4-FFF2-40B4-BE49-F238E27FC236}">
                <a16:creationId xmlns:a16="http://schemas.microsoft.com/office/drawing/2014/main" id="{EBAC21FF-041C-B1AF-489F-3647A6B3D7A5}"/>
              </a:ext>
            </a:extLst>
          </p:cNvPr>
          <p:cNvSpPr/>
          <p:nvPr/>
        </p:nvSpPr>
        <p:spPr>
          <a:xfrm rot="16200000" flipH="1" flipV="1">
            <a:off x="8463772" y="168592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01" name="Click">
            <a:extLst>
              <a:ext uri="{FF2B5EF4-FFF2-40B4-BE49-F238E27FC236}">
                <a16:creationId xmlns:a16="http://schemas.microsoft.com/office/drawing/2014/main" id="{35B2397B-5963-F731-B53C-FF80342A5303}"/>
              </a:ext>
            </a:extLst>
          </p:cNvPr>
          <p:cNvGrpSpPr>
            <a:grpSpLocks noChangeAspect="1"/>
          </p:cNvGrpSpPr>
          <p:nvPr/>
        </p:nvGrpSpPr>
        <p:grpSpPr>
          <a:xfrm>
            <a:off x="2440101" y="2233786"/>
            <a:ext cx="299298" cy="426545"/>
            <a:chOff x="5294313" y="2197100"/>
            <a:chExt cx="530225" cy="755651"/>
          </a:xfrm>
        </p:grpSpPr>
        <p:sp>
          <p:nvSpPr>
            <p:cNvPr id="106" name="Arrow Cursor">
              <a:extLst>
                <a:ext uri="{FF2B5EF4-FFF2-40B4-BE49-F238E27FC236}">
                  <a16:creationId xmlns:a16="http://schemas.microsoft.com/office/drawing/2014/main" id="{7D985887-7153-69B1-F982-0CA5BEE26D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07" name="Click">
              <a:extLst>
                <a:ext uri="{FF2B5EF4-FFF2-40B4-BE49-F238E27FC236}">
                  <a16:creationId xmlns:a16="http://schemas.microsoft.com/office/drawing/2014/main" id="{93327954-1223-19E7-5B7E-40A48C4DDF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65" name="Teardrop 1">
            <a:extLst>
              <a:ext uri="{FF2B5EF4-FFF2-40B4-BE49-F238E27FC236}">
                <a16:creationId xmlns:a16="http://schemas.microsoft.com/office/drawing/2014/main" id="{8BF4A73C-E249-7FE3-E4AC-AC0D29558630}"/>
              </a:ext>
            </a:extLst>
          </p:cNvPr>
          <p:cNvSpPr/>
          <p:nvPr/>
        </p:nvSpPr>
        <p:spPr>
          <a:xfrm rot="16200000" flipH="1" flipV="1">
            <a:off x="1995850" y="2146667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" name="Text Box">
            <a:extLst>
              <a:ext uri="{FF2B5EF4-FFF2-40B4-BE49-F238E27FC236}">
                <a16:creationId xmlns:a16="http://schemas.microsoft.com/office/drawing/2014/main" id="{39F0D65F-D649-3F58-7D54-29CBD5F45A31}"/>
              </a:ext>
            </a:extLst>
          </p:cNvPr>
          <p:cNvSpPr>
            <a:spLocks/>
          </p:cNvSpPr>
          <p:nvPr/>
        </p:nvSpPr>
        <p:spPr bwMode="auto">
          <a:xfrm>
            <a:off x="2721031" y="953069"/>
            <a:ext cx="251087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옵션코드 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2B67BC3C-72E4-F191-3D32-66F484EE55B9}"/>
              </a:ext>
            </a:extLst>
          </p:cNvPr>
          <p:cNvGrpSpPr/>
          <p:nvPr/>
        </p:nvGrpSpPr>
        <p:grpSpPr>
          <a:xfrm>
            <a:off x="2721031" y="1213788"/>
            <a:ext cx="784289" cy="600754"/>
            <a:chOff x="1150747" y="2868764"/>
            <a:chExt cx="784289" cy="600754"/>
          </a:xfrm>
        </p:grpSpPr>
        <p:sp>
          <p:nvSpPr>
            <p:cNvPr id="26" name="Text Box">
              <a:extLst>
                <a:ext uri="{FF2B5EF4-FFF2-40B4-BE49-F238E27FC236}">
                  <a16:creationId xmlns:a16="http://schemas.microsoft.com/office/drawing/2014/main" id="{57E21AC8-A7E0-25E2-2057-9CCF067D1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47" y="2868764"/>
              <a:ext cx="784289" cy="600754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구분 선택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--------------------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뷰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객실 </a:t>
              </a:r>
              <a:r>
                <a:rPr kumimoji="0" lang="ko-KR" altLang="en-US" sz="700" b="0" kern="0" dirty="0" err="1">
                  <a:solidFill>
                    <a:schemeClr val="tx1"/>
                  </a:solidFill>
                  <a:latin typeface="+mn-ea"/>
                </a:rPr>
                <a:t>어매니티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조식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Chevron Left">
              <a:extLst>
                <a:ext uri="{FF2B5EF4-FFF2-40B4-BE49-F238E27FC236}">
                  <a16:creationId xmlns:a16="http://schemas.microsoft.com/office/drawing/2014/main" id="{1A361920-8FBA-F03E-6B93-1F7546AFB740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763587" y="2925183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" name="Text Box">
            <a:extLst>
              <a:ext uri="{FF2B5EF4-FFF2-40B4-BE49-F238E27FC236}">
                <a16:creationId xmlns:a16="http://schemas.microsoft.com/office/drawing/2014/main" id="{59787688-B452-5AE1-0DBD-BADDBB0C6C57}"/>
              </a:ext>
            </a:extLst>
          </p:cNvPr>
          <p:cNvSpPr>
            <a:spLocks/>
          </p:cNvSpPr>
          <p:nvPr/>
        </p:nvSpPr>
        <p:spPr bwMode="auto">
          <a:xfrm>
            <a:off x="6548615" y="953069"/>
            <a:ext cx="251087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9BD1E6A-1BDD-35B0-015A-E5067ED8DA6E}"/>
              </a:ext>
            </a:extLst>
          </p:cNvPr>
          <p:cNvSpPr/>
          <p:nvPr/>
        </p:nvSpPr>
        <p:spPr bwMode="auto">
          <a:xfrm>
            <a:off x="-106106" y="163703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4E60AB7-E236-7961-9B0D-D4CB7A69C9BA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8766019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C012B6-1C4A-F765-5478-2209CDA01B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EF6B88FD-7D07-10CE-8D7A-8E5B53AA43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무료 옵션 관리 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97BBA1D6-1F93-10AD-FF24-25D86A6293E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/>
              <a:t>서비스 옵션 관리 </a:t>
            </a:r>
            <a:r>
              <a:rPr lang="en-US" altLang="ko-KR" dirty="0"/>
              <a:t>&gt; </a:t>
            </a:r>
            <a:r>
              <a:rPr lang="ko-KR" altLang="en-US" dirty="0"/>
              <a:t>무료 옵션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74546AE4-30F0-D4D0-0D4C-2C50719358B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D985EF1C-C5FF-467C-56E1-C9F3BC86A1D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00D3750-AB37-D899-5FB7-CCFCBABBE99E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2BABF71-A03B-0C4F-A7F0-B191F6C8C313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074606A-2AB1-710D-0118-DA60A6E09F2E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00F11111-1E63-1D80-4592-894515FE74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625530"/>
              </p:ext>
            </p:extLst>
          </p:nvPr>
        </p:nvGraphicFramePr>
        <p:xfrm>
          <a:off x="9406740" y="440717"/>
          <a:ext cx="2785260" cy="336726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 관리자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중복확인 필수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가격 유형이 무료 옵션일 경우 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입력 필드 비활성화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validation check </a:t>
                      </a:r>
                      <a:r>
                        <a:rPr lang="ko-KR" altLang="en-US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및 입력 내용 저장 후 리스트 </a:t>
                      </a:r>
                      <a:endParaRPr lang="en-US" altLang="ko-KR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페이지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C099C25C-E082-213E-3DD0-4FCF71CF796C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무료 옵션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4916A3DB-2ED2-6E54-D066-5FB2074676EB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6966D39-8F53-1D7F-A874-273FF7409D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5265131"/>
              </p:ext>
            </p:extLst>
          </p:nvPr>
        </p:nvGraphicFramePr>
        <p:xfrm>
          <a:off x="1513108" y="1052736"/>
          <a:ext cx="7746199" cy="15022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448272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587243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코드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유형 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박수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박만 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모든 박수 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해당 없음</a:t>
                      </a:r>
                      <a:endParaRPr lang="en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수량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2792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최종 수정일시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시스템에서 등록 후 생성 됩니다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3018762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40B6C72E-1D6E-9FC9-3FF7-8C1C2AB191CC}"/>
              </a:ext>
            </a:extLst>
          </p:cNvPr>
          <p:cNvSpPr txBox="1"/>
          <p:nvPr/>
        </p:nvSpPr>
        <p:spPr>
          <a:xfrm>
            <a:off x="1427884" y="80804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서비스 옵션 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4" name="Text Box">
            <a:extLst>
              <a:ext uri="{FF2B5EF4-FFF2-40B4-BE49-F238E27FC236}">
                <a16:creationId xmlns:a16="http://schemas.microsoft.com/office/drawing/2014/main" id="{4F830EDA-54CD-25D6-44E6-1AF839C0F098}"/>
              </a:ext>
            </a:extLst>
          </p:cNvPr>
          <p:cNvSpPr>
            <a:spLocks/>
          </p:cNvSpPr>
          <p:nvPr/>
        </p:nvSpPr>
        <p:spPr bwMode="auto">
          <a:xfrm>
            <a:off x="2780110" y="1120997"/>
            <a:ext cx="288384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6" name="Text Box">
            <a:extLst>
              <a:ext uri="{FF2B5EF4-FFF2-40B4-BE49-F238E27FC236}">
                <a16:creationId xmlns:a16="http://schemas.microsoft.com/office/drawing/2014/main" id="{60C685AF-04E5-90AA-33B6-4F027611B1C4}"/>
              </a:ext>
            </a:extLst>
          </p:cNvPr>
          <p:cNvSpPr>
            <a:spLocks/>
          </p:cNvSpPr>
          <p:nvPr/>
        </p:nvSpPr>
        <p:spPr bwMode="auto">
          <a:xfrm>
            <a:off x="2780110" y="1421179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국문 서비스명을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7" name="Text Box">
            <a:extLst>
              <a:ext uri="{FF2B5EF4-FFF2-40B4-BE49-F238E27FC236}">
                <a16:creationId xmlns:a16="http://schemas.microsoft.com/office/drawing/2014/main" id="{B5B5AF08-6355-98A2-0FFA-97ADE9A694D0}"/>
              </a:ext>
            </a:extLst>
          </p:cNvPr>
          <p:cNvSpPr>
            <a:spLocks/>
          </p:cNvSpPr>
          <p:nvPr/>
        </p:nvSpPr>
        <p:spPr bwMode="auto">
          <a:xfrm>
            <a:off x="5571306" y="1421179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영문 서비스명을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9DBDE58-F918-BB6F-9437-D59A9F7B1BC1}"/>
              </a:ext>
            </a:extLst>
          </p:cNvPr>
          <p:cNvSpPr/>
          <p:nvPr/>
        </p:nvSpPr>
        <p:spPr>
          <a:xfrm>
            <a:off x="5702120" y="1120997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중복확인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C3634CB-5562-4922-8F7F-AA15AE2F6F55}"/>
              </a:ext>
            </a:extLst>
          </p:cNvPr>
          <p:cNvSpPr txBox="1"/>
          <p:nvPr/>
        </p:nvSpPr>
        <p:spPr>
          <a:xfrm>
            <a:off x="7801966" y="808049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360E9E51-3C46-A648-C9AD-BE81D4C409BC}"/>
              </a:ext>
            </a:extLst>
          </p:cNvPr>
          <p:cNvGrpSpPr/>
          <p:nvPr/>
        </p:nvGrpSpPr>
        <p:grpSpPr>
          <a:xfrm>
            <a:off x="2777147" y="1734629"/>
            <a:ext cx="784289" cy="614251"/>
            <a:chOff x="1150747" y="2868764"/>
            <a:chExt cx="784289" cy="614251"/>
          </a:xfrm>
        </p:grpSpPr>
        <p:sp>
          <p:nvSpPr>
            <p:cNvPr id="57" name="Text Box">
              <a:extLst>
                <a:ext uri="{FF2B5EF4-FFF2-40B4-BE49-F238E27FC236}">
                  <a16:creationId xmlns:a16="http://schemas.microsoft.com/office/drawing/2014/main" id="{E9E91761-BB1A-CCAF-577B-46B580A01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47" y="2868764"/>
              <a:ext cx="784289" cy="614251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구분 선택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--------------------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뷰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객실 </a:t>
              </a:r>
              <a:r>
                <a:rPr kumimoji="0" lang="ko-KR" altLang="en-US" sz="700" b="0" kern="0" dirty="0" err="1">
                  <a:solidFill>
                    <a:schemeClr val="tx1"/>
                  </a:solidFill>
                  <a:latin typeface="+mn-ea"/>
                </a:rPr>
                <a:t>어매니티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조식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Chevron Left">
              <a:extLst>
                <a:ext uri="{FF2B5EF4-FFF2-40B4-BE49-F238E27FC236}">
                  <a16:creationId xmlns:a16="http://schemas.microsoft.com/office/drawing/2014/main" id="{60D6A4B6-FB8C-0A6C-CC86-CAE02F289AC1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763587" y="2925183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" name="Teardrop 1">
            <a:extLst>
              <a:ext uri="{FF2B5EF4-FFF2-40B4-BE49-F238E27FC236}">
                <a16:creationId xmlns:a16="http://schemas.microsoft.com/office/drawing/2014/main" id="{440E5882-F9D0-584B-7531-6D0FAD9D797C}"/>
              </a:ext>
            </a:extLst>
          </p:cNvPr>
          <p:cNvSpPr/>
          <p:nvPr/>
        </p:nvSpPr>
        <p:spPr>
          <a:xfrm rot="16200000" flipH="1" flipV="1">
            <a:off x="5603836" y="102453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8254327-2F94-327C-2A8A-25174E6DDC73}"/>
              </a:ext>
            </a:extLst>
          </p:cNvPr>
          <p:cNvSpPr/>
          <p:nvPr/>
        </p:nvSpPr>
        <p:spPr>
          <a:xfrm>
            <a:off x="4959999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3C825D8-6624-5549-905A-A3BAFB2B29FB}"/>
              </a:ext>
            </a:extLst>
          </p:cNvPr>
          <p:cNvSpPr/>
          <p:nvPr/>
        </p:nvSpPr>
        <p:spPr>
          <a:xfrm>
            <a:off x="5571306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등록</a:t>
            </a:r>
          </a:p>
        </p:txBody>
      </p:sp>
      <p:sp>
        <p:nvSpPr>
          <p:cNvPr id="6" name="Teardrop 1">
            <a:extLst>
              <a:ext uri="{FF2B5EF4-FFF2-40B4-BE49-F238E27FC236}">
                <a16:creationId xmlns:a16="http://schemas.microsoft.com/office/drawing/2014/main" id="{E5A5B45C-5D88-3C18-1833-78EAA9085D4F}"/>
              </a:ext>
            </a:extLst>
          </p:cNvPr>
          <p:cNvSpPr/>
          <p:nvPr/>
        </p:nvSpPr>
        <p:spPr>
          <a:xfrm rot="16200000" flipH="1" flipV="1">
            <a:off x="5500475" y="630857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8" name="Text Box">
            <a:extLst>
              <a:ext uri="{FF2B5EF4-FFF2-40B4-BE49-F238E27FC236}">
                <a16:creationId xmlns:a16="http://schemas.microsoft.com/office/drawing/2014/main" id="{1764146F-4C1F-2F7B-F5B6-CA9888DB18F8}"/>
              </a:ext>
            </a:extLst>
          </p:cNvPr>
          <p:cNvSpPr>
            <a:spLocks/>
          </p:cNvSpPr>
          <p:nvPr/>
        </p:nvSpPr>
        <p:spPr bwMode="auto">
          <a:xfrm>
            <a:off x="6761321" y="2012073"/>
            <a:ext cx="1227658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4D5F609-BA6B-626E-9728-02018B6206D0}"/>
              </a:ext>
            </a:extLst>
          </p:cNvPr>
          <p:cNvGrpSpPr/>
          <p:nvPr/>
        </p:nvGrpSpPr>
        <p:grpSpPr>
          <a:xfrm>
            <a:off x="8055429" y="2008562"/>
            <a:ext cx="525772" cy="691801"/>
            <a:chOff x="1150747" y="2868763"/>
            <a:chExt cx="525772" cy="691801"/>
          </a:xfrm>
        </p:grpSpPr>
        <p:sp>
          <p:nvSpPr>
            <p:cNvPr id="30" name="Text Box">
              <a:extLst>
                <a:ext uri="{FF2B5EF4-FFF2-40B4-BE49-F238E27FC236}">
                  <a16:creationId xmlns:a16="http://schemas.microsoft.com/office/drawing/2014/main" id="{2EA1627E-09D7-FEC3-9D68-D8FE617B2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47" y="2868763"/>
              <a:ext cx="525772" cy="691801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----------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EA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SET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TIME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SERVICE</a:t>
              </a:r>
            </a:p>
          </p:txBody>
        </p:sp>
        <p:sp>
          <p:nvSpPr>
            <p:cNvPr id="34" name="Chevron Left">
              <a:extLst>
                <a:ext uri="{FF2B5EF4-FFF2-40B4-BE49-F238E27FC236}">
                  <a16:creationId xmlns:a16="http://schemas.microsoft.com/office/drawing/2014/main" id="{C0B5D625-7CD4-3E69-4974-0C7067841BEB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456061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" name="직사각형 7">
            <a:extLst>
              <a:ext uri="{FF2B5EF4-FFF2-40B4-BE49-F238E27FC236}">
                <a16:creationId xmlns:a16="http://schemas.microsoft.com/office/drawing/2014/main" id="{C8103F6B-6A62-53A4-63E0-13316C36CCEF}"/>
              </a:ext>
            </a:extLst>
          </p:cNvPr>
          <p:cNvSpPr/>
          <p:nvPr/>
        </p:nvSpPr>
        <p:spPr bwMode="auto">
          <a:xfrm>
            <a:off x="-106106" y="163703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9300960-18C1-4051-AB10-10E2E0BFB09B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478787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243E0A-A992-362E-9089-EB76CA2507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9B6D493A-07D4-5BDB-E45F-E3408177C1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무료 옵션 관리 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7A77FB92-FDAA-2C11-D7F1-6A8B1D084C8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/>
              <a:t>서비스 옵션 관리 </a:t>
            </a:r>
            <a:r>
              <a:rPr lang="en-US" altLang="ko-KR" dirty="0"/>
              <a:t>&gt;</a:t>
            </a:r>
            <a:r>
              <a:rPr lang="ko-KR" altLang="en-US" dirty="0"/>
              <a:t> 무료 옵션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C01DCA85-8D6A-0F92-A1D2-D1DB7BEF270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2E07938C-03D6-D813-14EF-3A5BEAFBAC4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2094A49-FBE8-5072-D9EE-8E46EF01E8B3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653B110-6E3E-F9AE-640B-3A8107AE4524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D371ECE-E1DF-E499-935D-3E20C9E95FB4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CD82869B-A3C1-34E0-622B-008702D229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7322211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 관리자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사용여부가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일 경우 삭제 제한 처리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7D6251E4-A2C1-6F72-68B9-49E0097D9ADC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무료 옵션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3B6DFE42-4BC9-BE7C-9148-E8DE6714174D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D51F797-1C36-FE18-5DF9-2F2E45F82D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3553133"/>
              </p:ext>
            </p:extLst>
          </p:nvPr>
        </p:nvGraphicFramePr>
        <p:xfrm>
          <a:off x="1513108" y="1052736"/>
          <a:ext cx="7746199" cy="15022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448272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587243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코드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Garden View 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유형 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박수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박만  ◎ 모든 박수  ◉ 해당 없음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2792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최종 수정일시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YYYY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-MM-DD </a:t>
                      </a:r>
                      <a:r>
                        <a:rPr lang="en-US" altLang="ko-KR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HH:MM:SS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339316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FE4728BC-B5E8-D4A7-3E39-EDD8478B80D8}"/>
              </a:ext>
            </a:extLst>
          </p:cNvPr>
          <p:cNvSpPr txBox="1"/>
          <p:nvPr/>
        </p:nvSpPr>
        <p:spPr>
          <a:xfrm>
            <a:off x="1427884" y="80804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서비스 옵션 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6" name="Text Box">
            <a:extLst>
              <a:ext uri="{FF2B5EF4-FFF2-40B4-BE49-F238E27FC236}">
                <a16:creationId xmlns:a16="http://schemas.microsoft.com/office/drawing/2014/main" id="{4FB7F80F-F574-A367-E0A7-A892043EE22D}"/>
              </a:ext>
            </a:extLst>
          </p:cNvPr>
          <p:cNvSpPr>
            <a:spLocks/>
          </p:cNvSpPr>
          <p:nvPr/>
        </p:nvSpPr>
        <p:spPr bwMode="auto">
          <a:xfrm>
            <a:off x="2780110" y="1409152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가든 뷰</a:t>
            </a:r>
            <a:endParaRPr kumimoji="0" lang="en-US" altLang="ko-KR" sz="700" kern="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" name="Text Box">
            <a:extLst>
              <a:ext uri="{FF2B5EF4-FFF2-40B4-BE49-F238E27FC236}">
                <a16:creationId xmlns:a16="http://schemas.microsoft.com/office/drawing/2014/main" id="{6CEE9EA3-B293-D2AC-FCDC-1B42C06B28A9}"/>
              </a:ext>
            </a:extLst>
          </p:cNvPr>
          <p:cNvSpPr>
            <a:spLocks/>
          </p:cNvSpPr>
          <p:nvPr/>
        </p:nvSpPr>
        <p:spPr bwMode="auto">
          <a:xfrm>
            <a:off x="5571306" y="1409152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Garden View</a:t>
            </a:r>
            <a:endParaRPr kumimoji="0" lang="en-US" altLang="ko-KR" sz="700" kern="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8331604-3761-4D33-7FBB-1579568A3BCA}"/>
              </a:ext>
            </a:extLst>
          </p:cNvPr>
          <p:cNvSpPr txBox="1"/>
          <p:nvPr/>
        </p:nvSpPr>
        <p:spPr>
          <a:xfrm>
            <a:off x="7801966" y="808049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DEC3E164-67B3-0A8C-D223-7D81DF5F5484}"/>
              </a:ext>
            </a:extLst>
          </p:cNvPr>
          <p:cNvGrpSpPr/>
          <p:nvPr/>
        </p:nvGrpSpPr>
        <p:grpSpPr>
          <a:xfrm>
            <a:off x="2791431" y="1714910"/>
            <a:ext cx="784289" cy="179714"/>
            <a:chOff x="1150747" y="2868764"/>
            <a:chExt cx="784289" cy="179714"/>
          </a:xfrm>
        </p:grpSpPr>
        <p:sp>
          <p:nvSpPr>
            <p:cNvPr id="57" name="Text Box">
              <a:extLst>
                <a:ext uri="{FF2B5EF4-FFF2-40B4-BE49-F238E27FC236}">
                  <a16:creationId xmlns:a16="http://schemas.microsoft.com/office/drawing/2014/main" id="{25A08059-95FD-7381-E923-790E122F8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47" y="2868764"/>
              <a:ext cx="784289" cy="179714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뷰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Chevron Left">
              <a:extLst>
                <a:ext uri="{FF2B5EF4-FFF2-40B4-BE49-F238E27FC236}">
                  <a16:creationId xmlns:a16="http://schemas.microsoft.com/office/drawing/2014/main" id="{E32FE40E-60DD-B244-0A90-B2C98DBA707E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813248" y="291191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" name="직사각형 6">
            <a:extLst>
              <a:ext uri="{FF2B5EF4-FFF2-40B4-BE49-F238E27FC236}">
                <a16:creationId xmlns:a16="http://schemas.microsoft.com/office/drawing/2014/main" id="{B229A396-5C78-ABC0-007F-BCE74A4D4EEA}"/>
              </a:ext>
            </a:extLst>
          </p:cNvPr>
          <p:cNvSpPr/>
          <p:nvPr/>
        </p:nvSpPr>
        <p:spPr>
          <a:xfrm>
            <a:off x="4613083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161F20F-B2EA-298C-0815-2D26905C9115}"/>
              </a:ext>
            </a:extLst>
          </p:cNvPr>
          <p:cNvSpPr/>
          <p:nvPr/>
        </p:nvSpPr>
        <p:spPr>
          <a:xfrm>
            <a:off x="5224390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저장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C395577-D9A3-119A-2218-7CA4EA681DCD}"/>
              </a:ext>
            </a:extLst>
          </p:cNvPr>
          <p:cNvSpPr/>
          <p:nvPr/>
        </p:nvSpPr>
        <p:spPr>
          <a:xfrm>
            <a:off x="5835697" y="6477696"/>
            <a:ext cx="520605" cy="191664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11" name="Teardrop 1">
            <a:extLst>
              <a:ext uri="{FF2B5EF4-FFF2-40B4-BE49-F238E27FC236}">
                <a16:creationId xmlns:a16="http://schemas.microsoft.com/office/drawing/2014/main" id="{6E510158-8BE6-F33D-82FE-EB4CC1C36724}"/>
              </a:ext>
            </a:extLst>
          </p:cNvPr>
          <p:cNvSpPr/>
          <p:nvPr/>
        </p:nvSpPr>
        <p:spPr>
          <a:xfrm rot="16200000" flipH="1" flipV="1">
            <a:off x="5757601" y="638546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 Box">
            <a:extLst>
              <a:ext uri="{FF2B5EF4-FFF2-40B4-BE49-F238E27FC236}">
                <a16:creationId xmlns:a16="http://schemas.microsoft.com/office/drawing/2014/main" id="{67AEB970-4586-B794-6785-3F5956E0606B}"/>
              </a:ext>
            </a:extLst>
          </p:cNvPr>
          <p:cNvSpPr>
            <a:spLocks/>
          </p:cNvSpPr>
          <p:nvPr/>
        </p:nvSpPr>
        <p:spPr bwMode="auto">
          <a:xfrm>
            <a:off x="6761320" y="2012073"/>
            <a:ext cx="342791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C940864-BDBA-B27D-B6EC-B6C9B2A14B8E}"/>
              </a:ext>
            </a:extLst>
          </p:cNvPr>
          <p:cNvGrpSpPr/>
          <p:nvPr/>
        </p:nvGrpSpPr>
        <p:grpSpPr>
          <a:xfrm>
            <a:off x="7141703" y="2008562"/>
            <a:ext cx="414976" cy="187285"/>
            <a:chOff x="1150747" y="2868763"/>
            <a:chExt cx="414976" cy="187285"/>
          </a:xfrm>
        </p:grpSpPr>
        <p:sp>
          <p:nvSpPr>
            <p:cNvPr id="5" name="Text Box">
              <a:extLst>
                <a:ext uri="{FF2B5EF4-FFF2-40B4-BE49-F238E27FC236}">
                  <a16:creationId xmlns:a16="http://schemas.microsoft.com/office/drawing/2014/main" id="{A445446D-94F9-7971-56D3-E11FAB23F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47" y="2868763"/>
              <a:ext cx="414976" cy="187285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EA</a:t>
              </a:r>
            </a:p>
          </p:txBody>
        </p:sp>
        <p:sp>
          <p:nvSpPr>
            <p:cNvPr id="6" name="Chevron Left">
              <a:extLst>
                <a:ext uri="{FF2B5EF4-FFF2-40B4-BE49-F238E27FC236}">
                  <a16:creationId xmlns:a16="http://schemas.microsoft.com/office/drawing/2014/main" id="{89EDC7F3-DB0D-D5CE-139B-B7D7C53F9B35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423416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5B22D13-8D3D-F453-140C-5B7F683D8D26}"/>
              </a:ext>
            </a:extLst>
          </p:cNvPr>
          <p:cNvSpPr/>
          <p:nvPr/>
        </p:nvSpPr>
        <p:spPr bwMode="auto">
          <a:xfrm>
            <a:off x="-106106" y="1637035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63871CC-C725-C18F-97C4-B226899BE402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9347847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A97E1C-0C71-A8D5-F22D-B5955AF2ED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355B43B5-F71B-0017-BCA5-55A38DA0C0AF}"/>
              </a:ext>
            </a:extLst>
          </p:cNvPr>
          <p:cNvSpPr txBox="1"/>
          <p:nvPr/>
        </p:nvSpPr>
        <p:spPr>
          <a:xfrm>
            <a:off x="69106" y="77935"/>
            <a:ext cx="314657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Validation check case </a:t>
            </a:r>
            <a:endParaRPr lang="ko-KR" altLang="en-US" sz="1000" b="1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E872366-09EB-8F26-D3DF-25E5A0B56507}"/>
              </a:ext>
            </a:extLst>
          </p:cNvPr>
          <p:cNvSpPr txBox="1">
            <a:spLocks/>
          </p:cNvSpPr>
          <p:nvPr/>
        </p:nvSpPr>
        <p:spPr>
          <a:xfrm>
            <a:off x="4524788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00" b="0" i="0" kern="120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124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248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373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497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r>
              <a:rPr kumimoji="0" lang="ko-KR" altLang="en-US" dirty="0"/>
              <a:t>사용자 </a:t>
            </a:r>
            <a:r>
              <a:rPr kumimoji="0" lang="en-US" altLang="ko-KR" dirty="0"/>
              <a:t>&gt;</a:t>
            </a:r>
            <a:r>
              <a:rPr kumimoji="0" lang="ko-KR" altLang="en-US" dirty="0"/>
              <a:t> 모바일 회원 리스트 </a:t>
            </a:r>
            <a:r>
              <a:rPr kumimoji="0" lang="en-US" altLang="ko-KR" dirty="0"/>
              <a:t>&gt;</a:t>
            </a:r>
            <a:r>
              <a:rPr kumimoji="0" lang="ko-KR" altLang="en-US" dirty="0"/>
              <a:t> 회원정보 상세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64BD8BB-7CAA-7077-E0E9-6B3851EE39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4143181"/>
              </p:ext>
            </p:extLst>
          </p:nvPr>
        </p:nvGraphicFramePr>
        <p:xfrm>
          <a:off x="119336" y="548680"/>
          <a:ext cx="11895068" cy="30393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8">
                  <a:extLst>
                    <a:ext uri="{9D8B030D-6E8A-4147-A177-3AD203B41FA5}">
                      <a16:colId xmlns:a16="http://schemas.microsoft.com/office/drawing/2014/main" val="2033187375"/>
                    </a:ext>
                  </a:extLst>
                </a:gridCol>
                <a:gridCol w="1403450">
                  <a:extLst>
                    <a:ext uri="{9D8B030D-6E8A-4147-A177-3AD203B41FA5}">
                      <a16:colId xmlns:a16="http://schemas.microsoft.com/office/drawing/2014/main" val="1130626129"/>
                    </a:ext>
                  </a:extLst>
                </a:gridCol>
                <a:gridCol w="1703070">
                  <a:extLst>
                    <a:ext uri="{9D8B030D-6E8A-4147-A177-3AD203B41FA5}">
                      <a16:colId xmlns:a16="http://schemas.microsoft.com/office/drawing/2014/main" val="4216543346"/>
                    </a:ext>
                  </a:extLst>
                </a:gridCol>
                <a:gridCol w="643096">
                  <a:extLst>
                    <a:ext uri="{9D8B030D-6E8A-4147-A177-3AD203B41FA5}">
                      <a16:colId xmlns:a16="http://schemas.microsoft.com/office/drawing/2014/main" val="3811281932"/>
                    </a:ext>
                  </a:extLst>
                </a:gridCol>
                <a:gridCol w="3788261">
                  <a:extLst>
                    <a:ext uri="{9D8B030D-6E8A-4147-A177-3AD203B41FA5}">
                      <a16:colId xmlns:a16="http://schemas.microsoft.com/office/drawing/2014/main" val="2561323354"/>
                    </a:ext>
                  </a:extLst>
                </a:gridCol>
                <a:gridCol w="3888433">
                  <a:extLst>
                    <a:ext uri="{9D8B030D-6E8A-4147-A177-3AD203B41FA5}">
                      <a16:colId xmlns:a16="http://schemas.microsoft.com/office/drawing/2014/main" val="2481029093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액션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타입</a:t>
                      </a:r>
                      <a:endParaRPr kumimoji="0" lang="en-US" altLang="ko-KR" sz="800" b="1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메시지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국문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메시지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1866115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입력 항목 미 입력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필수 입력 값을 확인 하세요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Please check the required input values.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211779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  <a:endParaRPr kumimoji="0" lang="ko-KR" altLang="en-US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내용에 문제가 없는 경우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 /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 완료 되었습니다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register? / Registration has been completed.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2377627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중복확인 버튼  클릭 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코드 중복 미 체크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서비스 옵션 코드 명 중복 체크는 필수 입니다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Service option code name duplicate check is mandatory.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200892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중복확인 버튼  클릭 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가능한 서비스 옵션 코드일 경우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사용가능한 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코드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입니다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Available service option code.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349922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삭제 버튼 클릭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정상 삭제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삭제 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삭제가 완료 되었습니다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delete it? / Deletion is complete.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04059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삭제 버튼 클릭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사용여부가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"Y"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경우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삭제 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사용여부가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"N"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경우에만 삭제 가능 합니다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delete it? / It can only be deleted if it is enabled or disabled.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70780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1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52332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223607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8712848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3F88F8-8972-213A-83DA-670120CDA6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D07A17FB-71AC-757A-0F56-2D2E1FCF1362}"/>
              </a:ext>
            </a:extLst>
          </p:cNvPr>
          <p:cNvSpPr/>
          <p:nvPr/>
        </p:nvSpPr>
        <p:spPr>
          <a:xfrm>
            <a:off x="0" y="1974770"/>
            <a:ext cx="12191999" cy="2908460"/>
          </a:xfrm>
          <a:prstGeom prst="rect">
            <a:avLst/>
          </a:prstGeom>
          <a:solidFill>
            <a:srgbClr val="0E273B"/>
          </a:solidFill>
          <a:ln>
            <a:solidFill>
              <a:srgbClr val="0E273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유료 </a:t>
            </a:r>
            <a:r>
              <a:rPr kumimoji="1"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옵션 관리</a:t>
            </a:r>
            <a:endParaRPr kumimoji="1" lang="ko-Kore-KR" altLang="en-US" sz="400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6648163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C02C2C-8B09-C7E9-DA71-C974841BAB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42B95EFA-A066-FDF6-ED55-0625A8B889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유료 옵션 관리 리스트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ADBFC37B-6E93-E667-6E09-39B8CFB6342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/>
              <a:t>서비스 옵션 관리 </a:t>
            </a:r>
            <a:r>
              <a:rPr lang="en-US" altLang="ko-KR" dirty="0"/>
              <a:t>&gt;</a:t>
            </a:r>
            <a:r>
              <a:rPr lang="ko-KR" altLang="en-US" dirty="0"/>
              <a:t> 유료 옵션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BD3A83FF-5F50-D55E-988F-35F046E0808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7DAC6F6E-11FB-868D-9C54-F1E74A244EC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53C243E-C13D-A02D-4D89-7D6CE9D3044F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0223727-2CE3-0F06-16FF-2C3D8D236ECC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2767DA4-DF84-0F8E-E6CC-01CFB69CAB4D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56724D01-2822-7CE0-FEF4-630C5506BA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9794522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 관리자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수정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상세 페이지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등록 페이지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29D28792-1980-594C-751C-4484B41DB78A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유료 옵션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BE3290BA-542E-BAB3-3D14-C77189AA5684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F768F2AB-6436-7220-D6B5-EC9BE3B8347A}"/>
              </a:ext>
            </a:extLst>
          </p:cNvPr>
          <p:cNvGraphicFramePr>
            <a:graphicFrameLocks noGrp="1"/>
          </p:cNvGraphicFramePr>
          <p:nvPr/>
        </p:nvGraphicFramePr>
        <p:xfrm>
          <a:off x="1448266" y="908719"/>
          <a:ext cx="7816085" cy="750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1350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831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서비스 옵션 코드명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서비스명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유형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박수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전체 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박만 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모든 박수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해당 없음</a:t>
                      </a:r>
                      <a:endParaRPr lang="en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867343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050031"/>
                  </a:ext>
                </a:extLst>
              </a:tr>
            </a:tbl>
          </a:graphicData>
        </a:graphic>
      </p:graphicFrame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DD9BFF70-BB18-6499-F3C0-6AB42300FC4F}"/>
              </a:ext>
            </a:extLst>
          </p:cNvPr>
          <p:cNvGraphicFramePr>
            <a:graphicFrameLocks noGrp="1"/>
          </p:cNvGraphicFramePr>
          <p:nvPr/>
        </p:nvGraphicFramePr>
        <p:xfrm>
          <a:off x="1447441" y="2008119"/>
          <a:ext cx="7814441" cy="2575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19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60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5126">
                  <a:extLst>
                    <a:ext uri="{9D8B030D-6E8A-4147-A177-3AD203B41FA5}">
                      <a16:colId xmlns:a16="http://schemas.microsoft.com/office/drawing/2014/main" val="3461749064"/>
                    </a:ext>
                  </a:extLst>
                </a:gridCol>
                <a:gridCol w="855126">
                  <a:extLst>
                    <a:ext uri="{9D8B030D-6E8A-4147-A177-3AD203B41FA5}">
                      <a16:colId xmlns:a16="http://schemas.microsoft.com/office/drawing/2014/main" val="3833910930"/>
                    </a:ext>
                  </a:extLst>
                </a:gridCol>
                <a:gridCol w="932865">
                  <a:extLst>
                    <a:ext uri="{9D8B030D-6E8A-4147-A177-3AD203B41FA5}">
                      <a16:colId xmlns:a16="http://schemas.microsoft.com/office/drawing/2014/main" val="3376928408"/>
                    </a:ext>
                  </a:extLst>
                </a:gridCol>
                <a:gridCol w="932865">
                  <a:extLst>
                    <a:ext uri="{9D8B030D-6E8A-4147-A177-3AD203B41FA5}">
                      <a16:colId xmlns:a16="http://schemas.microsoft.com/office/drawing/2014/main" val="1100929381"/>
                    </a:ext>
                  </a:extLst>
                </a:gridCol>
                <a:gridCol w="621910">
                  <a:extLst>
                    <a:ext uri="{9D8B030D-6E8A-4147-A177-3AD203B41FA5}">
                      <a16:colId xmlns:a16="http://schemas.microsoft.com/office/drawing/2014/main" val="2561150151"/>
                    </a:ext>
                  </a:extLst>
                </a:gridCol>
                <a:gridCol w="621910">
                  <a:extLst>
                    <a:ext uri="{9D8B030D-6E8A-4147-A177-3AD203B41FA5}">
                      <a16:colId xmlns:a16="http://schemas.microsoft.com/office/drawing/2014/main" val="1717449669"/>
                    </a:ext>
                  </a:extLst>
                </a:gridCol>
                <a:gridCol w="1396630">
                  <a:extLst>
                    <a:ext uri="{9D8B030D-6E8A-4147-A177-3AD203B41FA5}">
                      <a16:colId xmlns:a16="http://schemas.microsoft.com/office/drawing/2014/main" val="32728493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코드명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서비스명</a:t>
                      </a:r>
                      <a:endParaRPr lang="en-US" altLang="ko-KR" sz="7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유형</a:t>
                      </a:r>
                      <a:endParaRPr lang="en-US" altLang="ko-KR" sz="7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통화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요금</a:t>
                      </a:r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(VAT </a:t>
                      </a: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포함</a:t>
                      </a:r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)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적용박수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최종 수정일시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Laundry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세탁 서비스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어매니티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해당 없음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박만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852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 옵션 코드출력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서비스명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옵션 유형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모든박수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HH:MM:SS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2031679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366FF2D5-56F3-3B51-14B8-5468C137F066}"/>
              </a:ext>
            </a:extLst>
          </p:cNvPr>
          <p:cNvSpPr/>
          <p:nvPr/>
        </p:nvSpPr>
        <p:spPr>
          <a:xfrm>
            <a:off x="8832304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6663FFD5-1351-5867-3026-781338DCA1C1}"/>
              </a:ext>
            </a:extLst>
          </p:cNvPr>
          <p:cNvSpPr/>
          <p:nvPr/>
        </p:nvSpPr>
        <p:spPr>
          <a:xfrm>
            <a:off x="8387256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AA01DEC7-7E78-5400-F259-C23414A27043}"/>
              </a:ext>
            </a:extLst>
          </p:cNvPr>
          <p:cNvSpPr/>
          <p:nvPr/>
        </p:nvSpPr>
        <p:spPr>
          <a:xfrm>
            <a:off x="8616280" y="1778186"/>
            <a:ext cx="645601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유료 옵션 등록</a:t>
            </a:r>
          </a:p>
        </p:txBody>
      </p:sp>
      <p:sp>
        <p:nvSpPr>
          <p:cNvPr id="108" name="Pagination">
            <a:extLst>
              <a:ext uri="{FF2B5EF4-FFF2-40B4-BE49-F238E27FC236}">
                <a16:creationId xmlns:a16="http://schemas.microsoft.com/office/drawing/2014/main" id="{7C3D7E1B-A1EB-1033-6217-622197845E99}"/>
              </a:ext>
            </a:extLst>
          </p:cNvPr>
          <p:cNvSpPr txBox="1"/>
          <p:nvPr/>
        </p:nvSpPr>
        <p:spPr>
          <a:xfrm>
            <a:off x="4702956" y="5006910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3CB0F08D-6A4E-8289-3BB3-F19D8E56D74A}"/>
              </a:ext>
            </a:extLst>
          </p:cNvPr>
          <p:cNvGrpSpPr/>
          <p:nvPr/>
        </p:nvGrpSpPr>
        <p:grpSpPr>
          <a:xfrm>
            <a:off x="1446413" y="1755496"/>
            <a:ext cx="1842121" cy="200055"/>
            <a:chOff x="1446413" y="1985887"/>
            <a:chExt cx="1842121" cy="200055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F3A40D47-7066-3355-64C1-6AE98C3BEA36}"/>
                </a:ext>
              </a:extLst>
            </p:cNvPr>
            <p:cNvSpPr txBox="1"/>
            <p:nvPr/>
          </p:nvSpPr>
          <p:spPr>
            <a:xfrm>
              <a:off x="2382517" y="198588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3508E183-FC1E-5919-AAF2-41E384C0768B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6" name="Text Box">
                <a:extLst>
                  <a:ext uri="{FF2B5EF4-FFF2-40B4-BE49-F238E27FC236}">
                    <a16:creationId xmlns:a16="http://schemas.microsoft.com/office/drawing/2014/main" id="{A4D7D56A-4451-9268-A4A0-107473DB9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" name="Chevron Left">
                <a:extLst>
                  <a:ext uri="{FF2B5EF4-FFF2-40B4-BE49-F238E27FC236}">
                    <a16:creationId xmlns:a16="http://schemas.microsoft.com/office/drawing/2014/main" id="{9DAB249F-A349-C195-4F73-0B8197BCFD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1" name="Teardrop 1">
            <a:extLst>
              <a:ext uri="{FF2B5EF4-FFF2-40B4-BE49-F238E27FC236}">
                <a16:creationId xmlns:a16="http://schemas.microsoft.com/office/drawing/2014/main" id="{FD7B5BF1-19AC-53E7-1466-D44255F617C3}"/>
              </a:ext>
            </a:extLst>
          </p:cNvPr>
          <p:cNvSpPr/>
          <p:nvPr/>
        </p:nvSpPr>
        <p:spPr>
          <a:xfrm rot="16200000" flipH="1" flipV="1">
            <a:off x="8463772" y="168592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01" name="Click">
            <a:extLst>
              <a:ext uri="{FF2B5EF4-FFF2-40B4-BE49-F238E27FC236}">
                <a16:creationId xmlns:a16="http://schemas.microsoft.com/office/drawing/2014/main" id="{6AD2FE29-8D11-86F8-0A63-48A95391EC5F}"/>
              </a:ext>
            </a:extLst>
          </p:cNvPr>
          <p:cNvGrpSpPr>
            <a:grpSpLocks noChangeAspect="1"/>
          </p:cNvGrpSpPr>
          <p:nvPr/>
        </p:nvGrpSpPr>
        <p:grpSpPr>
          <a:xfrm>
            <a:off x="2440101" y="2233786"/>
            <a:ext cx="299298" cy="426545"/>
            <a:chOff x="5294313" y="2197100"/>
            <a:chExt cx="530225" cy="755651"/>
          </a:xfrm>
        </p:grpSpPr>
        <p:sp>
          <p:nvSpPr>
            <p:cNvPr id="106" name="Arrow Cursor">
              <a:extLst>
                <a:ext uri="{FF2B5EF4-FFF2-40B4-BE49-F238E27FC236}">
                  <a16:creationId xmlns:a16="http://schemas.microsoft.com/office/drawing/2014/main" id="{8210F148-812E-5788-BD92-56845BEE16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07" name="Click">
              <a:extLst>
                <a:ext uri="{FF2B5EF4-FFF2-40B4-BE49-F238E27FC236}">
                  <a16:creationId xmlns:a16="http://schemas.microsoft.com/office/drawing/2014/main" id="{1F62BFCE-73D3-168B-E6E3-ABE122DF75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65" name="Teardrop 1">
            <a:extLst>
              <a:ext uri="{FF2B5EF4-FFF2-40B4-BE49-F238E27FC236}">
                <a16:creationId xmlns:a16="http://schemas.microsoft.com/office/drawing/2014/main" id="{C111EBA0-96FC-1B93-6D57-4D4158185820}"/>
              </a:ext>
            </a:extLst>
          </p:cNvPr>
          <p:cNvSpPr/>
          <p:nvPr/>
        </p:nvSpPr>
        <p:spPr>
          <a:xfrm rot="16200000" flipH="1" flipV="1">
            <a:off x="1995850" y="2146667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" name="Text Box">
            <a:extLst>
              <a:ext uri="{FF2B5EF4-FFF2-40B4-BE49-F238E27FC236}">
                <a16:creationId xmlns:a16="http://schemas.microsoft.com/office/drawing/2014/main" id="{46028E57-F7D9-0503-DDDE-2636D622455C}"/>
              </a:ext>
            </a:extLst>
          </p:cNvPr>
          <p:cNvSpPr>
            <a:spLocks/>
          </p:cNvSpPr>
          <p:nvPr/>
        </p:nvSpPr>
        <p:spPr bwMode="auto">
          <a:xfrm>
            <a:off x="2721031" y="953069"/>
            <a:ext cx="251087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옵션코드 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D3394AA1-385A-89B4-1DA4-E612816AEEDA}"/>
              </a:ext>
            </a:extLst>
          </p:cNvPr>
          <p:cNvGrpSpPr/>
          <p:nvPr/>
        </p:nvGrpSpPr>
        <p:grpSpPr>
          <a:xfrm>
            <a:off x="2721031" y="1213788"/>
            <a:ext cx="784289" cy="610089"/>
            <a:chOff x="1150747" y="2868764"/>
            <a:chExt cx="784289" cy="610089"/>
          </a:xfrm>
        </p:grpSpPr>
        <p:sp>
          <p:nvSpPr>
            <p:cNvPr id="26" name="Text Box">
              <a:extLst>
                <a:ext uri="{FF2B5EF4-FFF2-40B4-BE49-F238E27FC236}">
                  <a16:creationId xmlns:a16="http://schemas.microsoft.com/office/drawing/2014/main" id="{3BCF3142-E9CA-1AB4-A7A4-EA2E46396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47" y="2868764"/>
              <a:ext cx="784289" cy="610089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구분 선택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--------------------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객실 </a:t>
              </a:r>
              <a:r>
                <a:rPr kumimoji="0" lang="ko-KR" altLang="en-US" sz="700" b="0" kern="0" dirty="0" err="1">
                  <a:solidFill>
                    <a:schemeClr val="tx1"/>
                  </a:solidFill>
                  <a:latin typeface="+mn-ea"/>
                </a:rPr>
                <a:t>어매니티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조식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룸서비스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Chevron Left">
              <a:extLst>
                <a:ext uri="{FF2B5EF4-FFF2-40B4-BE49-F238E27FC236}">
                  <a16:creationId xmlns:a16="http://schemas.microsoft.com/office/drawing/2014/main" id="{F464C3EC-07D2-747C-FCD7-7BDD92F9FBF1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763587" y="2925183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" name="Text Box">
            <a:extLst>
              <a:ext uri="{FF2B5EF4-FFF2-40B4-BE49-F238E27FC236}">
                <a16:creationId xmlns:a16="http://schemas.microsoft.com/office/drawing/2014/main" id="{F4DF76BB-07D2-40DD-72F5-DAE40954B5EA}"/>
              </a:ext>
            </a:extLst>
          </p:cNvPr>
          <p:cNvSpPr>
            <a:spLocks/>
          </p:cNvSpPr>
          <p:nvPr/>
        </p:nvSpPr>
        <p:spPr bwMode="auto">
          <a:xfrm>
            <a:off x="6548615" y="953069"/>
            <a:ext cx="251087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D225434-6F0A-1EC4-040B-8A89017DAB7C}"/>
              </a:ext>
            </a:extLst>
          </p:cNvPr>
          <p:cNvSpPr/>
          <p:nvPr/>
        </p:nvSpPr>
        <p:spPr bwMode="auto">
          <a:xfrm>
            <a:off x="-106106" y="1878092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DC9618A-F5A1-132A-4198-6E01BA0E23F0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4751856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596957-64E2-96FE-B77B-866BA7377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16228434-BB66-77FE-016F-8E7DE49CCF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유료 옵션 관리 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6A712396-5712-955B-87DD-8CB9A428C75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/>
              <a:t>서비스 옵션 관리 </a:t>
            </a:r>
            <a:r>
              <a:rPr lang="en-US" altLang="ko-KR" dirty="0"/>
              <a:t>&gt; </a:t>
            </a:r>
            <a:r>
              <a:rPr lang="ko-KR" altLang="en-US" dirty="0"/>
              <a:t>유료 옵션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20EA4798-EBD6-8CA2-39F7-FD41A13CA83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A681BA08-12FD-9264-8462-3EBB065FA69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A4EC572-E8B3-DD29-ECCA-4EA3FD0AB680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10C1F6B-7D80-E5E3-3E53-9A6109CB2034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E9697B9-F4C5-3095-2597-07F81A90AE54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1D3556D2-3864-B06F-849F-C8E8B72ED1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0757218"/>
              </p:ext>
            </p:extLst>
          </p:nvPr>
        </p:nvGraphicFramePr>
        <p:xfrm>
          <a:off x="9406740" y="440717"/>
          <a:ext cx="2785260" cy="32709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 관리자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중복확인 필수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validation check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및 입력 내용 저장 후 리스트 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페이지 이동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91F29A41-0303-D0D1-BA91-AEFE0F2FDA4D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유료 옵션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6CE47EE4-777E-DD03-835D-56789E83FFAF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E6F4F74D-2631-DF9C-2A1D-94FB35AABA74}"/>
              </a:ext>
            </a:extLst>
          </p:cNvPr>
          <p:cNvGraphicFramePr>
            <a:graphicFrameLocks noGrp="1"/>
          </p:cNvGraphicFramePr>
          <p:nvPr/>
        </p:nvGraphicFramePr>
        <p:xfrm>
          <a:off x="1513108" y="1052736"/>
          <a:ext cx="7746199" cy="12018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448272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587243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코드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유형 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박수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박만 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모든 박수 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해당 없음</a:t>
                      </a:r>
                      <a:endParaRPr lang="en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최종 수정일시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시스템에서 등록 후 생성 됩니다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27928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8D20D7D-0B69-644B-B4ED-0C51302435CA}"/>
              </a:ext>
            </a:extLst>
          </p:cNvPr>
          <p:cNvSpPr txBox="1"/>
          <p:nvPr/>
        </p:nvSpPr>
        <p:spPr>
          <a:xfrm>
            <a:off x="1427884" y="80804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서비스 옵션 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4" name="Text Box">
            <a:extLst>
              <a:ext uri="{FF2B5EF4-FFF2-40B4-BE49-F238E27FC236}">
                <a16:creationId xmlns:a16="http://schemas.microsoft.com/office/drawing/2014/main" id="{0E7BA326-0A25-B13E-3FDE-E2609A717AC1}"/>
              </a:ext>
            </a:extLst>
          </p:cNvPr>
          <p:cNvSpPr>
            <a:spLocks/>
          </p:cNvSpPr>
          <p:nvPr/>
        </p:nvSpPr>
        <p:spPr bwMode="auto">
          <a:xfrm>
            <a:off x="2780110" y="1120997"/>
            <a:ext cx="288384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코드명을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6" name="Text Box">
            <a:extLst>
              <a:ext uri="{FF2B5EF4-FFF2-40B4-BE49-F238E27FC236}">
                <a16:creationId xmlns:a16="http://schemas.microsoft.com/office/drawing/2014/main" id="{D48A51A5-0FF6-2532-3A4F-A2566BD036E4}"/>
              </a:ext>
            </a:extLst>
          </p:cNvPr>
          <p:cNvSpPr>
            <a:spLocks/>
          </p:cNvSpPr>
          <p:nvPr/>
        </p:nvSpPr>
        <p:spPr bwMode="auto">
          <a:xfrm>
            <a:off x="2780110" y="1421179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국문 서비스명을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7" name="Text Box">
            <a:extLst>
              <a:ext uri="{FF2B5EF4-FFF2-40B4-BE49-F238E27FC236}">
                <a16:creationId xmlns:a16="http://schemas.microsoft.com/office/drawing/2014/main" id="{20949B98-3D0C-10E1-F43C-FF7F52FAF201}"/>
              </a:ext>
            </a:extLst>
          </p:cNvPr>
          <p:cNvSpPr>
            <a:spLocks/>
          </p:cNvSpPr>
          <p:nvPr/>
        </p:nvSpPr>
        <p:spPr bwMode="auto">
          <a:xfrm>
            <a:off x="5571306" y="1421179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영문 서비스명을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B3AA3081-1C14-4BF9-3BD2-88BA05865C60}"/>
              </a:ext>
            </a:extLst>
          </p:cNvPr>
          <p:cNvSpPr/>
          <p:nvPr/>
        </p:nvSpPr>
        <p:spPr>
          <a:xfrm>
            <a:off x="5702120" y="1120997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중복확인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022CC514-916D-7152-AF62-5B573F4C1486}"/>
              </a:ext>
            </a:extLst>
          </p:cNvPr>
          <p:cNvSpPr txBox="1"/>
          <p:nvPr/>
        </p:nvSpPr>
        <p:spPr>
          <a:xfrm>
            <a:off x="7801966" y="808049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F4DCE21-13C6-4DE9-14DB-77BC6F8E0D7B}"/>
              </a:ext>
            </a:extLst>
          </p:cNvPr>
          <p:cNvGrpSpPr/>
          <p:nvPr/>
        </p:nvGrpSpPr>
        <p:grpSpPr>
          <a:xfrm>
            <a:off x="2777147" y="1734629"/>
            <a:ext cx="784289" cy="621111"/>
            <a:chOff x="1150747" y="2868764"/>
            <a:chExt cx="784289" cy="621111"/>
          </a:xfrm>
        </p:grpSpPr>
        <p:sp>
          <p:nvSpPr>
            <p:cNvPr id="57" name="Text Box">
              <a:extLst>
                <a:ext uri="{FF2B5EF4-FFF2-40B4-BE49-F238E27FC236}">
                  <a16:creationId xmlns:a16="http://schemas.microsoft.com/office/drawing/2014/main" id="{59F2FF2C-F52E-CAC2-EC93-9F1DF440C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47" y="2868764"/>
              <a:ext cx="784289" cy="621111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구분 선택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--------------------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객실 </a:t>
              </a:r>
              <a:r>
                <a:rPr kumimoji="0" lang="ko-KR" altLang="en-US" sz="700" b="0" kern="0" dirty="0" err="1">
                  <a:solidFill>
                    <a:schemeClr val="tx1"/>
                  </a:solidFill>
                  <a:latin typeface="+mn-ea"/>
                </a:rPr>
                <a:t>어매니티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조식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룸서비스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Chevron Left">
              <a:extLst>
                <a:ext uri="{FF2B5EF4-FFF2-40B4-BE49-F238E27FC236}">
                  <a16:creationId xmlns:a16="http://schemas.microsoft.com/office/drawing/2014/main" id="{E586866B-E623-30D9-70A5-371CEEE2CEC9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763587" y="2925183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BF4CEAC3-B08C-E958-1E63-AF5C93721A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0828390"/>
              </p:ext>
            </p:extLst>
          </p:nvPr>
        </p:nvGraphicFramePr>
        <p:xfrm>
          <a:off x="1513109" y="2632411"/>
          <a:ext cx="7746199" cy="12286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5">
                  <a:extLst>
                    <a:ext uri="{9D8B030D-6E8A-4147-A177-3AD203B41FA5}">
                      <a16:colId xmlns:a16="http://schemas.microsoft.com/office/drawing/2014/main" val="1328281945"/>
                    </a:ext>
                  </a:extLst>
                </a:gridCol>
                <a:gridCol w="1383551">
                  <a:extLst>
                    <a:ext uri="{9D8B030D-6E8A-4147-A177-3AD203B41FA5}">
                      <a16:colId xmlns:a16="http://schemas.microsoft.com/office/drawing/2014/main" val="390651475"/>
                    </a:ext>
                  </a:extLst>
                </a:gridCol>
                <a:gridCol w="1064721">
                  <a:extLst>
                    <a:ext uri="{9D8B030D-6E8A-4147-A177-3AD203B41FA5}">
                      <a16:colId xmlns:a16="http://schemas.microsoft.com/office/drawing/2014/main" val="2696513438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val="274952199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1679627603"/>
                    </a:ext>
                  </a:extLst>
                </a:gridCol>
                <a:gridCol w="1435116">
                  <a:extLst>
                    <a:ext uri="{9D8B030D-6E8A-4147-A177-3AD203B41FA5}">
                      <a16:colId xmlns:a16="http://schemas.microsoft.com/office/drawing/2014/main" val="291643105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통화 구분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KRW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USD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1396065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VAT 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포함 요금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TAX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393009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2556455"/>
                  </a:ext>
                </a:extLst>
              </a:tr>
              <a:tr h="327272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 메모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0562018"/>
                  </a:ext>
                </a:extLst>
              </a:tr>
            </a:tbl>
          </a:graphicData>
        </a:graphic>
      </p:graphicFrame>
      <p:sp>
        <p:nvSpPr>
          <p:cNvPr id="71" name="TextBox 70">
            <a:extLst>
              <a:ext uri="{FF2B5EF4-FFF2-40B4-BE49-F238E27FC236}">
                <a16:creationId xmlns:a16="http://schemas.microsoft.com/office/drawing/2014/main" id="{784E2F12-445A-A48F-8824-F811B32EC002}"/>
              </a:ext>
            </a:extLst>
          </p:cNvPr>
          <p:cNvSpPr txBox="1"/>
          <p:nvPr/>
        </p:nvSpPr>
        <p:spPr>
          <a:xfrm>
            <a:off x="1427884" y="2355740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서비스 옵션 가격정보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72" name="Text Box">
            <a:extLst>
              <a:ext uri="{FF2B5EF4-FFF2-40B4-BE49-F238E27FC236}">
                <a16:creationId xmlns:a16="http://schemas.microsoft.com/office/drawing/2014/main" id="{3DCAC0C9-3CBE-EB13-2349-96385C51AE30}"/>
              </a:ext>
            </a:extLst>
          </p:cNvPr>
          <p:cNvSpPr>
            <a:spLocks/>
          </p:cNvSpPr>
          <p:nvPr/>
        </p:nvSpPr>
        <p:spPr bwMode="auto">
          <a:xfrm>
            <a:off x="2791431" y="3007268"/>
            <a:ext cx="1227658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3" name="Text Box">
            <a:extLst>
              <a:ext uri="{FF2B5EF4-FFF2-40B4-BE49-F238E27FC236}">
                <a16:creationId xmlns:a16="http://schemas.microsoft.com/office/drawing/2014/main" id="{F499EC07-1FA9-19C7-BC29-29CFAAC909AC}"/>
              </a:ext>
            </a:extLst>
          </p:cNvPr>
          <p:cNvSpPr>
            <a:spLocks/>
          </p:cNvSpPr>
          <p:nvPr/>
        </p:nvSpPr>
        <p:spPr bwMode="auto">
          <a:xfrm>
            <a:off x="5336960" y="3007268"/>
            <a:ext cx="1227658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4" name="Text Box">
            <a:extLst>
              <a:ext uri="{FF2B5EF4-FFF2-40B4-BE49-F238E27FC236}">
                <a16:creationId xmlns:a16="http://schemas.microsoft.com/office/drawing/2014/main" id="{DF7CD527-7800-3D55-DCDB-76BD68D91A46}"/>
              </a:ext>
            </a:extLst>
          </p:cNvPr>
          <p:cNvSpPr>
            <a:spLocks/>
          </p:cNvSpPr>
          <p:nvPr/>
        </p:nvSpPr>
        <p:spPr bwMode="auto">
          <a:xfrm>
            <a:off x="7882490" y="3007268"/>
            <a:ext cx="1227658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6" name="Text Box">
            <a:extLst>
              <a:ext uri="{FF2B5EF4-FFF2-40B4-BE49-F238E27FC236}">
                <a16:creationId xmlns:a16="http://schemas.microsoft.com/office/drawing/2014/main" id="{38DA3946-6B21-E582-A1E3-D6D997BDF33A}"/>
              </a:ext>
            </a:extLst>
          </p:cNvPr>
          <p:cNvSpPr>
            <a:spLocks/>
          </p:cNvSpPr>
          <p:nvPr/>
        </p:nvSpPr>
        <p:spPr bwMode="auto">
          <a:xfrm>
            <a:off x="2788843" y="3313026"/>
            <a:ext cx="1227658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7" name="Text Box">
            <a:extLst>
              <a:ext uri="{FF2B5EF4-FFF2-40B4-BE49-F238E27FC236}">
                <a16:creationId xmlns:a16="http://schemas.microsoft.com/office/drawing/2014/main" id="{CBB60438-E862-C6B8-B337-F4D5E1DD1229}"/>
              </a:ext>
            </a:extLst>
          </p:cNvPr>
          <p:cNvSpPr>
            <a:spLocks/>
          </p:cNvSpPr>
          <p:nvPr/>
        </p:nvSpPr>
        <p:spPr bwMode="auto">
          <a:xfrm>
            <a:off x="2788842" y="3611773"/>
            <a:ext cx="632130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관리자 메모를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E55B278F-1DAA-EFA7-F137-A48138D16C1A}"/>
              </a:ext>
            </a:extLst>
          </p:cNvPr>
          <p:cNvGrpSpPr/>
          <p:nvPr/>
        </p:nvGrpSpPr>
        <p:grpSpPr>
          <a:xfrm>
            <a:off x="4082951" y="3309515"/>
            <a:ext cx="525772" cy="691801"/>
            <a:chOff x="1150747" y="2868763"/>
            <a:chExt cx="525772" cy="691801"/>
          </a:xfrm>
        </p:grpSpPr>
        <p:sp>
          <p:nvSpPr>
            <p:cNvPr id="60" name="Text Box">
              <a:extLst>
                <a:ext uri="{FF2B5EF4-FFF2-40B4-BE49-F238E27FC236}">
                  <a16:creationId xmlns:a16="http://schemas.microsoft.com/office/drawing/2014/main" id="{B8EB0563-E7FA-2773-B030-09C25B544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47" y="2868763"/>
              <a:ext cx="525772" cy="691801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----------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EA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SET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TIME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SERVICE</a:t>
              </a:r>
            </a:p>
          </p:txBody>
        </p:sp>
        <p:sp>
          <p:nvSpPr>
            <p:cNvPr id="61" name="Chevron Left">
              <a:extLst>
                <a:ext uri="{FF2B5EF4-FFF2-40B4-BE49-F238E27FC236}">
                  <a16:creationId xmlns:a16="http://schemas.microsoft.com/office/drawing/2014/main" id="{77880575-11F7-918E-D03A-A4C3D6D3D70A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456061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" name="Teardrop 1">
            <a:extLst>
              <a:ext uri="{FF2B5EF4-FFF2-40B4-BE49-F238E27FC236}">
                <a16:creationId xmlns:a16="http://schemas.microsoft.com/office/drawing/2014/main" id="{0B92E77C-EC5B-4C9D-CA27-91AA328EE979}"/>
              </a:ext>
            </a:extLst>
          </p:cNvPr>
          <p:cNvSpPr/>
          <p:nvPr/>
        </p:nvSpPr>
        <p:spPr>
          <a:xfrm rot="16200000" flipH="1" flipV="1">
            <a:off x="5603836" y="102453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E604F16-B0E7-D281-597D-2031718D00C1}"/>
              </a:ext>
            </a:extLst>
          </p:cNvPr>
          <p:cNvSpPr/>
          <p:nvPr/>
        </p:nvSpPr>
        <p:spPr>
          <a:xfrm>
            <a:off x="4959999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549C03-7E0A-22FB-1449-943CF98B3AC4}"/>
              </a:ext>
            </a:extLst>
          </p:cNvPr>
          <p:cNvSpPr/>
          <p:nvPr/>
        </p:nvSpPr>
        <p:spPr>
          <a:xfrm>
            <a:off x="5571306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등록</a:t>
            </a:r>
          </a:p>
        </p:txBody>
      </p:sp>
      <p:sp>
        <p:nvSpPr>
          <p:cNvPr id="6" name="Teardrop 1">
            <a:extLst>
              <a:ext uri="{FF2B5EF4-FFF2-40B4-BE49-F238E27FC236}">
                <a16:creationId xmlns:a16="http://schemas.microsoft.com/office/drawing/2014/main" id="{B54667ED-7840-ED23-D665-FAB60AD71DB8}"/>
              </a:ext>
            </a:extLst>
          </p:cNvPr>
          <p:cNvSpPr/>
          <p:nvPr/>
        </p:nvSpPr>
        <p:spPr>
          <a:xfrm rot="16200000" flipH="1" flipV="1">
            <a:off x="5500475" y="630857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BA1FF0B-B499-FEB9-1749-07302FB75F85}"/>
              </a:ext>
            </a:extLst>
          </p:cNvPr>
          <p:cNvSpPr/>
          <p:nvPr/>
        </p:nvSpPr>
        <p:spPr bwMode="auto">
          <a:xfrm>
            <a:off x="-106106" y="1878092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B23C4A7-83AA-C3EE-F74C-1FABBBD921B0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9279659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55A233-B944-1F89-6442-E1FEE70DF4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191F1B94-5192-7C4C-B06C-EF78144CDD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유료 옵션 관리 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B11A7DB3-DEE1-28DE-67A3-35FBBB2DBDF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/>
              <a:t>서비스 옵션 관리 </a:t>
            </a:r>
            <a:r>
              <a:rPr lang="en-US" altLang="ko-KR" dirty="0"/>
              <a:t>&gt; </a:t>
            </a:r>
            <a:r>
              <a:rPr lang="ko-KR" altLang="en-US" dirty="0"/>
              <a:t>유료 옵션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A150EC9E-0613-01F0-478E-F3A128E44AD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5BE6CA53-4473-315C-239A-B0CAA7DCEAB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67A25F9-87DC-287F-D294-DAA9FE925075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D0FE564-5D6C-C724-76A1-F03865ED4F16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FE1BAF0-2EEC-DE6A-5A30-9A571AB0CFDD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489FD055-D653-FB4D-AD6C-11F37437EE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5443924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 관리자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사용여부가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일 경우 삭제 제한 처리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E5FCB753-1F08-503A-95ED-BC12711A842E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유료 옵션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3F2118EB-1DD9-5D2E-BC52-40E11FAEFB6F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30AC90B-F771-CB9E-898A-8295CE72E0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9804116"/>
              </p:ext>
            </p:extLst>
          </p:nvPr>
        </p:nvGraphicFramePr>
        <p:xfrm>
          <a:off x="1513108" y="1052736"/>
          <a:ext cx="7746199" cy="12018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448272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val="402798000"/>
                    </a:ext>
                  </a:extLst>
                </a:gridCol>
                <a:gridCol w="2587243">
                  <a:extLst>
                    <a:ext uri="{9D8B030D-6E8A-4147-A177-3AD203B41FA5}">
                      <a16:colId xmlns:a16="http://schemas.microsoft.com/office/drawing/2014/main" val="1536748598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코드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Laundry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유형 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박수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박만  ◎ 모든 박수  ◎ 해당 없음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최종 수정일시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YYYY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-MM-DD </a:t>
                      </a:r>
                      <a:r>
                        <a:rPr lang="en-US" altLang="ko-KR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HH:MM:SS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27928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5BD6F364-8F31-A9A8-4910-306B8BF20391}"/>
              </a:ext>
            </a:extLst>
          </p:cNvPr>
          <p:cNvSpPr txBox="1"/>
          <p:nvPr/>
        </p:nvSpPr>
        <p:spPr>
          <a:xfrm>
            <a:off x="1427884" y="80804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서비스 옵션 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6" name="Text Box">
            <a:extLst>
              <a:ext uri="{FF2B5EF4-FFF2-40B4-BE49-F238E27FC236}">
                <a16:creationId xmlns:a16="http://schemas.microsoft.com/office/drawing/2014/main" id="{EE3E625B-B384-C8DD-75CA-D0C707705376}"/>
              </a:ext>
            </a:extLst>
          </p:cNvPr>
          <p:cNvSpPr>
            <a:spLocks/>
          </p:cNvSpPr>
          <p:nvPr/>
        </p:nvSpPr>
        <p:spPr bwMode="auto">
          <a:xfrm>
            <a:off x="2780110" y="1409152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세탁 서비스</a:t>
            </a:r>
            <a:endParaRPr kumimoji="0" lang="en-US" altLang="ko-KR" sz="700" kern="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" name="Text Box">
            <a:extLst>
              <a:ext uri="{FF2B5EF4-FFF2-40B4-BE49-F238E27FC236}">
                <a16:creationId xmlns:a16="http://schemas.microsoft.com/office/drawing/2014/main" id="{BE4BA473-AE8A-F919-1AC7-18F18020520A}"/>
              </a:ext>
            </a:extLst>
          </p:cNvPr>
          <p:cNvSpPr>
            <a:spLocks/>
          </p:cNvSpPr>
          <p:nvPr/>
        </p:nvSpPr>
        <p:spPr bwMode="auto">
          <a:xfrm>
            <a:off x="5571306" y="1409152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laundry service</a:t>
            </a:r>
            <a:endParaRPr kumimoji="0" lang="en-US" altLang="ko-KR" sz="700" kern="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283B0DD0-2CA1-5B4C-710E-DE4C1E1A20C1}"/>
              </a:ext>
            </a:extLst>
          </p:cNvPr>
          <p:cNvSpPr txBox="1"/>
          <p:nvPr/>
        </p:nvSpPr>
        <p:spPr>
          <a:xfrm>
            <a:off x="7801966" y="808049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956198A9-11DE-3399-5AC9-2041213B942C}"/>
              </a:ext>
            </a:extLst>
          </p:cNvPr>
          <p:cNvGrpSpPr/>
          <p:nvPr/>
        </p:nvGrpSpPr>
        <p:grpSpPr>
          <a:xfrm>
            <a:off x="2791431" y="1714910"/>
            <a:ext cx="784289" cy="179714"/>
            <a:chOff x="1150747" y="2868764"/>
            <a:chExt cx="784289" cy="179714"/>
          </a:xfrm>
        </p:grpSpPr>
        <p:sp>
          <p:nvSpPr>
            <p:cNvPr id="57" name="Text Box">
              <a:extLst>
                <a:ext uri="{FF2B5EF4-FFF2-40B4-BE49-F238E27FC236}">
                  <a16:creationId xmlns:a16="http://schemas.microsoft.com/office/drawing/2014/main" id="{9CCA03A9-D626-0F46-08E2-FFD798631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47" y="2868764"/>
              <a:ext cx="784289" cy="179714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객실 </a:t>
              </a:r>
              <a:r>
                <a:rPr kumimoji="0" lang="ko-KR" altLang="en-US" sz="700" b="0" kern="0" dirty="0" err="1">
                  <a:solidFill>
                    <a:schemeClr val="tx1"/>
                  </a:solidFill>
                  <a:latin typeface="+mn-ea"/>
                </a:rPr>
                <a:t>어매니티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Chevron Left">
              <a:extLst>
                <a:ext uri="{FF2B5EF4-FFF2-40B4-BE49-F238E27FC236}">
                  <a16:creationId xmlns:a16="http://schemas.microsoft.com/office/drawing/2014/main" id="{0F9E545B-5E99-5ECC-D941-3A3061FE31C9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813248" y="291191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7DD7F9DA-3CEE-BD69-8E82-0D8A8AB67D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8862714"/>
              </p:ext>
            </p:extLst>
          </p:nvPr>
        </p:nvGraphicFramePr>
        <p:xfrm>
          <a:off x="1513109" y="2636758"/>
          <a:ext cx="7746199" cy="12018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5">
                  <a:extLst>
                    <a:ext uri="{9D8B030D-6E8A-4147-A177-3AD203B41FA5}">
                      <a16:colId xmlns:a16="http://schemas.microsoft.com/office/drawing/2014/main" val="1328281945"/>
                    </a:ext>
                  </a:extLst>
                </a:gridCol>
                <a:gridCol w="1383551">
                  <a:extLst>
                    <a:ext uri="{9D8B030D-6E8A-4147-A177-3AD203B41FA5}">
                      <a16:colId xmlns:a16="http://schemas.microsoft.com/office/drawing/2014/main" val="390651475"/>
                    </a:ext>
                  </a:extLst>
                </a:gridCol>
                <a:gridCol w="1064721">
                  <a:extLst>
                    <a:ext uri="{9D8B030D-6E8A-4147-A177-3AD203B41FA5}">
                      <a16:colId xmlns:a16="http://schemas.microsoft.com/office/drawing/2014/main" val="2696513438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val="274952199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1679627603"/>
                    </a:ext>
                  </a:extLst>
                </a:gridCol>
                <a:gridCol w="1435116">
                  <a:extLst>
                    <a:ext uri="{9D8B030D-6E8A-4147-A177-3AD203B41FA5}">
                      <a16:colId xmlns:a16="http://schemas.microsoft.com/office/drawing/2014/main" val="291643105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통화 구분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KRW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USD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1396065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VAT 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포함 요금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TAX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393009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2556455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7236696"/>
                  </a:ext>
                </a:extLst>
              </a:tr>
            </a:tbl>
          </a:graphicData>
        </a:graphic>
      </p:graphicFrame>
      <p:sp>
        <p:nvSpPr>
          <p:cNvPr id="71" name="TextBox 70">
            <a:extLst>
              <a:ext uri="{FF2B5EF4-FFF2-40B4-BE49-F238E27FC236}">
                <a16:creationId xmlns:a16="http://schemas.microsoft.com/office/drawing/2014/main" id="{35BB9259-7FC9-D879-1F2C-1CB6DA0C0C81}"/>
              </a:ext>
            </a:extLst>
          </p:cNvPr>
          <p:cNvSpPr txBox="1"/>
          <p:nvPr/>
        </p:nvSpPr>
        <p:spPr>
          <a:xfrm>
            <a:off x="1427884" y="2360087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서비스 옵션 가격정보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72" name="Text Box">
            <a:extLst>
              <a:ext uri="{FF2B5EF4-FFF2-40B4-BE49-F238E27FC236}">
                <a16:creationId xmlns:a16="http://schemas.microsoft.com/office/drawing/2014/main" id="{F09AD723-E1B5-0A7A-5D38-47B442D1EE51}"/>
              </a:ext>
            </a:extLst>
          </p:cNvPr>
          <p:cNvSpPr>
            <a:spLocks/>
          </p:cNvSpPr>
          <p:nvPr/>
        </p:nvSpPr>
        <p:spPr bwMode="auto">
          <a:xfrm>
            <a:off x="2791431" y="2995241"/>
            <a:ext cx="1227658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73" name="Text Box">
            <a:extLst>
              <a:ext uri="{FF2B5EF4-FFF2-40B4-BE49-F238E27FC236}">
                <a16:creationId xmlns:a16="http://schemas.microsoft.com/office/drawing/2014/main" id="{C4157BF2-CB2C-93F0-CA3F-C180EB4F043D}"/>
              </a:ext>
            </a:extLst>
          </p:cNvPr>
          <p:cNvSpPr>
            <a:spLocks/>
          </p:cNvSpPr>
          <p:nvPr/>
        </p:nvSpPr>
        <p:spPr bwMode="auto">
          <a:xfrm>
            <a:off x="5336960" y="2995241"/>
            <a:ext cx="1227658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</a:p>
        </p:txBody>
      </p:sp>
      <p:sp>
        <p:nvSpPr>
          <p:cNvPr id="74" name="Text Box">
            <a:extLst>
              <a:ext uri="{FF2B5EF4-FFF2-40B4-BE49-F238E27FC236}">
                <a16:creationId xmlns:a16="http://schemas.microsoft.com/office/drawing/2014/main" id="{329A8E58-5225-7058-DABA-01629BA0159F}"/>
              </a:ext>
            </a:extLst>
          </p:cNvPr>
          <p:cNvSpPr>
            <a:spLocks/>
          </p:cNvSpPr>
          <p:nvPr/>
        </p:nvSpPr>
        <p:spPr bwMode="auto">
          <a:xfrm>
            <a:off x="7882490" y="2995241"/>
            <a:ext cx="1227658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9,091</a:t>
            </a:r>
          </a:p>
        </p:txBody>
      </p:sp>
      <p:sp>
        <p:nvSpPr>
          <p:cNvPr id="66" name="Text Box">
            <a:extLst>
              <a:ext uri="{FF2B5EF4-FFF2-40B4-BE49-F238E27FC236}">
                <a16:creationId xmlns:a16="http://schemas.microsoft.com/office/drawing/2014/main" id="{06431DA7-89A6-E06F-81F2-CE2A786C24C9}"/>
              </a:ext>
            </a:extLst>
          </p:cNvPr>
          <p:cNvSpPr>
            <a:spLocks/>
          </p:cNvSpPr>
          <p:nvPr/>
        </p:nvSpPr>
        <p:spPr bwMode="auto">
          <a:xfrm>
            <a:off x="2788843" y="3300999"/>
            <a:ext cx="42683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3B5C1767-9FBB-DA6D-62BE-291F2FB017C1}"/>
              </a:ext>
            </a:extLst>
          </p:cNvPr>
          <p:cNvGrpSpPr/>
          <p:nvPr/>
        </p:nvGrpSpPr>
        <p:grpSpPr>
          <a:xfrm>
            <a:off x="3282899" y="3297489"/>
            <a:ext cx="585641" cy="179714"/>
            <a:chOff x="1150746" y="2868764"/>
            <a:chExt cx="585641" cy="179714"/>
          </a:xfrm>
        </p:grpSpPr>
        <p:sp>
          <p:nvSpPr>
            <p:cNvPr id="60" name="Text Box">
              <a:extLst>
                <a:ext uri="{FF2B5EF4-FFF2-40B4-BE49-F238E27FC236}">
                  <a16:creationId xmlns:a16="http://schemas.microsoft.com/office/drawing/2014/main" id="{CAFF8438-874E-A908-EDF4-C0A56B649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46" y="2868764"/>
              <a:ext cx="585641" cy="179714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" altLang="ko-KR" sz="700" b="0" kern="0" dirty="0">
                  <a:solidFill>
                    <a:schemeClr val="tx1"/>
                  </a:solidFill>
                  <a:latin typeface="+mn-ea"/>
                </a:rPr>
                <a:t>SERVICE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Chevron Left">
              <a:extLst>
                <a:ext uri="{FF2B5EF4-FFF2-40B4-BE49-F238E27FC236}">
                  <a16:creationId xmlns:a16="http://schemas.microsoft.com/office/drawing/2014/main" id="{B2F31405-644F-10BC-BCD4-007E49E7455D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6244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" name="Text Box">
            <a:extLst>
              <a:ext uri="{FF2B5EF4-FFF2-40B4-BE49-F238E27FC236}">
                <a16:creationId xmlns:a16="http://schemas.microsoft.com/office/drawing/2014/main" id="{6EE09960-ADFA-233F-DFDF-7157BF5B7BAD}"/>
              </a:ext>
            </a:extLst>
          </p:cNvPr>
          <p:cNvSpPr>
            <a:spLocks/>
          </p:cNvSpPr>
          <p:nvPr/>
        </p:nvSpPr>
        <p:spPr bwMode="auto">
          <a:xfrm>
            <a:off x="2788842" y="3598853"/>
            <a:ext cx="632130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세탁물은 </a:t>
            </a: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회 서비스 당 </a:t>
            </a:r>
            <a:r>
              <a:rPr kumimoji="0" lang="en-US" altLang="ko-KR" sz="700" kern="0" dirty="0" err="1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3kg</a:t>
            </a: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기준</a:t>
            </a:r>
            <a:endParaRPr kumimoji="0" lang="en-US" altLang="ko-KR" sz="700" kern="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962C6AD0-F4D2-781B-DB9C-399ACFCA9E35}"/>
              </a:ext>
            </a:extLst>
          </p:cNvPr>
          <p:cNvSpPr/>
          <p:nvPr/>
        </p:nvSpPr>
        <p:spPr>
          <a:xfrm>
            <a:off x="4613083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51E65B4-8DA3-8A56-C4C1-D7D4FBB71D32}"/>
              </a:ext>
            </a:extLst>
          </p:cNvPr>
          <p:cNvSpPr/>
          <p:nvPr/>
        </p:nvSpPr>
        <p:spPr>
          <a:xfrm>
            <a:off x="5224390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저장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8AD95FF-7056-36F1-A0F4-7C07DB83BA74}"/>
              </a:ext>
            </a:extLst>
          </p:cNvPr>
          <p:cNvSpPr/>
          <p:nvPr/>
        </p:nvSpPr>
        <p:spPr>
          <a:xfrm>
            <a:off x="5835697" y="6477696"/>
            <a:ext cx="520605" cy="191664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11" name="Teardrop 1">
            <a:extLst>
              <a:ext uri="{FF2B5EF4-FFF2-40B4-BE49-F238E27FC236}">
                <a16:creationId xmlns:a16="http://schemas.microsoft.com/office/drawing/2014/main" id="{F24B34B8-C1FA-C5A5-9997-73A2FBDC6C5A}"/>
              </a:ext>
            </a:extLst>
          </p:cNvPr>
          <p:cNvSpPr/>
          <p:nvPr/>
        </p:nvSpPr>
        <p:spPr>
          <a:xfrm rot="16200000" flipH="1" flipV="1">
            <a:off x="5757601" y="638546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B958DB0-30D3-45D3-0871-571C8FDE7F1D}"/>
              </a:ext>
            </a:extLst>
          </p:cNvPr>
          <p:cNvSpPr/>
          <p:nvPr/>
        </p:nvSpPr>
        <p:spPr bwMode="auto">
          <a:xfrm>
            <a:off x="-106106" y="1878092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959F770-15B6-E61C-C29E-1396265A9F83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5293710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C99C56-B4EC-AC0C-88CA-256422ABD9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B9533B5B-4F7C-7FBB-79DB-7AB819904067}"/>
              </a:ext>
            </a:extLst>
          </p:cNvPr>
          <p:cNvSpPr txBox="1"/>
          <p:nvPr/>
        </p:nvSpPr>
        <p:spPr>
          <a:xfrm>
            <a:off x="69106" y="77935"/>
            <a:ext cx="314657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Validation check case </a:t>
            </a:r>
            <a:endParaRPr lang="ko-KR" altLang="en-US" sz="1000" b="1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D4BC010-F7BF-D02E-9B56-02087AD68952}"/>
              </a:ext>
            </a:extLst>
          </p:cNvPr>
          <p:cNvSpPr txBox="1">
            <a:spLocks/>
          </p:cNvSpPr>
          <p:nvPr/>
        </p:nvSpPr>
        <p:spPr>
          <a:xfrm>
            <a:off x="4524788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00" b="0" i="0" kern="120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124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248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373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497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r>
              <a:rPr kumimoji="0" lang="ko-KR" altLang="en-US" dirty="0"/>
              <a:t>사용자 </a:t>
            </a:r>
            <a:r>
              <a:rPr kumimoji="0" lang="en-US" altLang="ko-KR" dirty="0"/>
              <a:t>&gt;</a:t>
            </a:r>
            <a:r>
              <a:rPr kumimoji="0" lang="ko-KR" altLang="en-US" dirty="0"/>
              <a:t> 모바일 회원 리스트 </a:t>
            </a:r>
            <a:r>
              <a:rPr kumimoji="0" lang="en-US" altLang="ko-KR" dirty="0"/>
              <a:t>&gt;</a:t>
            </a:r>
            <a:r>
              <a:rPr kumimoji="0" lang="ko-KR" altLang="en-US" dirty="0"/>
              <a:t> 회원정보 상세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D7247967-9F0C-1D7A-9AF9-D1C27D165A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4237550"/>
              </p:ext>
            </p:extLst>
          </p:nvPr>
        </p:nvGraphicFramePr>
        <p:xfrm>
          <a:off x="119336" y="548680"/>
          <a:ext cx="11895068" cy="30393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8">
                  <a:extLst>
                    <a:ext uri="{9D8B030D-6E8A-4147-A177-3AD203B41FA5}">
                      <a16:colId xmlns:a16="http://schemas.microsoft.com/office/drawing/2014/main" val="2033187375"/>
                    </a:ext>
                  </a:extLst>
                </a:gridCol>
                <a:gridCol w="1403450">
                  <a:extLst>
                    <a:ext uri="{9D8B030D-6E8A-4147-A177-3AD203B41FA5}">
                      <a16:colId xmlns:a16="http://schemas.microsoft.com/office/drawing/2014/main" val="1130626129"/>
                    </a:ext>
                  </a:extLst>
                </a:gridCol>
                <a:gridCol w="1703070">
                  <a:extLst>
                    <a:ext uri="{9D8B030D-6E8A-4147-A177-3AD203B41FA5}">
                      <a16:colId xmlns:a16="http://schemas.microsoft.com/office/drawing/2014/main" val="4216543346"/>
                    </a:ext>
                  </a:extLst>
                </a:gridCol>
                <a:gridCol w="643096">
                  <a:extLst>
                    <a:ext uri="{9D8B030D-6E8A-4147-A177-3AD203B41FA5}">
                      <a16:colId xmlns:a16="http://schemas.microsoft.com/office/drawing/2014/main" val="3811281932"/>
                    </a:ext>
                  </a:extLst>
                </a:gridCol>
                <a:gridCol w="3788261">
                  <a:extLst>
                    <a:ext uri="{9D8B030D-6E8A-4147-A177-3AD203B41FA5}">
                      <a16:colId xmlns:a16="http://schemas.microsoft.com/office/drawing/2014/main" val="2561323354"/>
                    </a:ext>
                  </a:extLst>
                </a:gridCol>
                <a:gridCol w="3888433">
                  <a:extLst>
                    <a:ext uri="{9D8B030D-6E8A-4147-A177-3AD203B41FA5}">
                      <a16:colId xmlns:a16="http://schemas.microsoft.com/office/drawing/2014/main" val="2481029093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액션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타입</a:t>
                      </a:r>
                      <a:endParaRPr kumimoji="0" lang="en-US" altLang="ko-KR" sz="800" b="1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메시지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국문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메시지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1866115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입력 항목 미 입력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필수 입력 값을 확인 하세요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Please check the required input values.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211779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  <a:endParaRPr kumimoji="0" lang="ko-KR" altLang="en-US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내용에 문제가 없는 경우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 /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 완료 되었습니다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register? / Registration has been completed.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2377627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코드 중복 미 체크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서비스 옵션 코드 명 중복 체크는 필수 입니다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Service option code name duplicate check is mandatory.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200892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중복확인 버튼  클릭 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가능한 서비스 옵션 코드일 경우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사용가능한 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옵션 코드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입니다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Available service option code.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349922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삭제 버튼 클릭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정상 삭제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삭제 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삭제가 완료 되었습니다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delete it? / Deletion is complete.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04059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삭제 버튼 클릭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사용여부가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"Y"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경우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삭제 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사용여부가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"N"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경우에만 삭제 가능 합니다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delete it? / It can only be deleted if it is enabled or disabled.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70780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1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52332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223607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156363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4C545-81FA-D3BB-CC6F-6CFD30CF1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CFFC2039-14CF-A179-8BA0-3431105E0403}"/>
              </a:ext>
            </a:extLst>
          </p:cNvPr>
          <p:cNvSpPr/>
          <p:nvPr/>
        </p:nvSpPr>
        <p:spPr>
          <a:xfrm>
            <a:off x="0" y="1974770"/>
            <a:ext cx="12191999" cy="2908460"/>
          </a:xfrm>
          <a:prstGeom prst="rect">
            <a:avLst/>
          </a:prstGeom>
          <a:solidFill>
            <a:srgbClr val="0E273B"/>
          </a:solidFill>
          <a:ln>
            <a:solidFill>
              <a:srgbClr val="0E273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dirty="0" err="1">
                <a:solidFill>
                  <a:schemeClr val="bg1"/>
                </a:solidFill>
                <a:latin typeface="NanumGothic" panose="020D0604000000000000" pitchFamily="34" charset="-127"/>
              </a:rPr>
              <a:t>레이트</a:t>
            </a:r>
            <a:r>
              <a:rPr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 관리</a:t>
            </a:r>
            <a:endParaRPr kumimoji="1" lang="ko-Kore-KR" altLang="en-US" sz="400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7174042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7A008-C2A4-0CAB-4541-A9B5C48C46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3E0F1867-18D3-7D7D-AA44-611F8340E9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리스트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48B3418C-0D22-50E3-14B4-5F0E9C2A1F9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9214AD63-EEC9-C06F-8B4F-0D01EDFFDF1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4FAD70D6-3BD5-7134-5598-395625A543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9603BEA-7FAE-5FE9-7B1A-93B268CF850A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4F74F7B-7D57-46F8-76B1-D7CF4015BFE4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69611F5-0F9B-0929-E218-A1682B0DED06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A46FC155-EE66-41AC-A993-7336E8A8C5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4249876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수정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상세 페이지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등록 페이지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9BA54D95-F36A-4955-8F71-B788C050C6FB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37E0D97E-09F5-E474-2362-065FDA2FD9BF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2C583D8E-24ED-6C7B-2138-7287327A81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0126163"/>
              </p:ext>
            </p:extLst>
          </p:nvPr>
        </p:nvGraphicFramePr>
        <p:xfrm>
          <a:off x="1448266" y="908719"/>
          <a:ext cx="7816085" cy="750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1350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831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 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판매 기간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867343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카테고리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◎ 룸 </a:t>
                      </a: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온리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◎ 패키지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823879"/>
                  </a:ext>
                </a:extLst>
              </a:tr>
            </a:tbl>
          </a:graphicData>
        </a:graphic>
      </p:graphicFrame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5AD977E9-4498-815D-7F74-BDE5C5EAD2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35752"/>
              </p:ext>
            </p:extLst>
          </p:nvPr>
        </p:nvGraphicFramePr>
        <p:xfrm>
          <a:off x="1447441" y="2006848"/>
          <a:ext cx="7814439" cy="2575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20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346174906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3833910930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56115015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1717449669"/>
                    </a:ext>
                  </a:extLst>
                </a:gridCol>
                <a:gridCol w="1653712">
                  <a:extLst>
                    <a:ext uri="{9D8B030D-6E8A-4147-A177-3AD203B41FA5}">
                      <a16:colId xmlns:a16="http://schemas.microsoft.com/office/drawing/2014/main" val="32728493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7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코드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마켓 코드</a:t>
                      </a:r>
                      <a:endParaRPr lang="en-US" altLang="ko-KR" sz="7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통화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기준 금액 </a:t>
                      </a:r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(VAT </a:t>
                      </a: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포함</a:t>
                      </a:r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)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판매기간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RATE2025</a:t>
                      </a:r>
                      <a:r>
                        <a:rPr kumimoji="0" lang="en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-WKND-DELUXE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BIZ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852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USD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500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2031679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17258F7A-86BC-A9CA-FC91-91A04000A181}"/>
              </a:ext>
            </a:extLst>
          </p:cNvPr>
          <p:cNvSpPr/>
          <p:nvPr/>
        </p:nvSpPr>
        <p:spPr>
          <a:xfrm>
            <a:off x="8832304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C44DA20-D673-4073-B44B-33A6E9520CB4}"/>
              </a:ext>
            </a:extLst>
          </p:cNvPr>
          <p:cNvSpPr/>
          <p:nvPr/>
        </p:nvSpPr>
        <p:spPr>
          <a:xfrm>
            <a:off x="8387256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0A43D9D-178E-6989-D3CE-F9C569AA9611}"/>
              </a:ext>
            </a:extLst>
          </p:cNvPr>
          <p:cNvSpPr/>
          <p:nvPr/>
        </p:nvSpPr>
        <p:spPr>
          <a:xfrm>
            <a:off x="8730797" y="1779707"/>
            <a:ext cx="533555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 err="1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등록</a:t>
            </a:r>
          </a:p>
        </p:txBody>
      </p:sp>
      <p:sp>
        <p:nvSpPr>
          <p:cNvPr id="108" name="Pagination">
            <a:extLst>
              <a:ext uri="{FF2B5EF4-FFF2-40B4-BE49-F238E27FC236}">
                <a16:creationId xmlns:a16="http://schemas.microsoft.com/office/drawing/2014/main" id="{3D555F0D-F578-4E64-00AB-76446370DB85}"/>
              </a:ext>
            </a:extLst>
          </p:cNvPr>
          <p:cNvSpPr txBox="1"/>
          <p:nvPr/>
        </p:nvSpPr>
        <p:spPr>
          <a:xfrm>
            <a:off x="4702956" y="4648150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4F85108-2B34-A833-FAA7-C3FC4D858759}"/>
              </a:ext>
            </a:extLst>
          </p:cNvPr>
          <p:cNvGrpSpPr/>
          <p:nvPr/>
        </p:nvGrpSpPr>
        <p:grpSpPr>
          <a:xfrm>
            <a:off x="1446413" y="1757017"/>
            <a:ext cx="1842121" cy="200055"/>
            <a:chOff x="1446413" y="1985887"/>
            <a:chExt cx="1842121" cy="200055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8DEEBF10-42C8-5D55-3078-ACF0EBC58A50}"/>
                </a:ext>
              </a:extLst>
            </p:cNvPr>
            <p:cNvSpPr txBox="1"/>
            <p:nvPr/>
          </p:nvSpPr>
          <p:spPr>
            <a:xfrm>
              <a:off x="2382517" y="198588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4AB67660-222E-B5B8-0510-BF1C2EE66DB7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6" name="Text Box">
                <a:extLst>
                  <a:ext uri="{FF2B5EF4-FFF2-40B4-BE49-F238E27FC236}">
                    <a16:creationId xmlns:a16="http://schemas.microsoft.com/office/drawing/2014/main" id="{F4852415-B796-FEAF-0252-BF231F7F8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" name="Chevron Left">
                <a:extLst>
                  <a:ext uri="{FF2B5EF4-FFF2-40B4-BE49-F238E27FC236}">
                    <a16:creationId xmlns:a16="http://schemas.microsoft.com/office/drawing/2014/main" id="{496C193E-4BF1-1C52-E8E3-9963F6944F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1" name="Teardrop 1">
            <a:extLst>
              <a:ext uri="{FF2B5EF4-FFF2-40B4-BE49-F238E27FC236}">
                <a16:creationId xmlns:a16="http://schemas.microsoft.com/office/drawing/2014/main" id="{1A7E93DB-1C9B-EC1C-AE61-22E76C78DAE4}"/>
              </a:ext>
            </a:extLst>
          </p:cNvPr>
          <p:cNvSpPr/>
          <p:nvPr/>
        </p:nvSpPr>
        <p:spPr>
          <a:xfrm rot="16200000" flipH="1" flipV="1">
            <a:off x="8612074" y="1678097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" name="Teardrop 1">
            <a:extLst>
              <a:ext uri="{FF2B5EF4-FFF2-40B4-BE49-F238E27FC236}">
                <a16:creationId xmlns:a16="http://schemas.microsoft.com/office/drawing/2014/main" id="{6F05FA9E-C537-9306-CB77-3A447F626990}"/>
              </a:ext>
            </a:extLst>
          </p:cNvPr>
          <p:cNvSpPr/>
          <p:nvPr/>
        </p:nvSpPr>
        <p:spPr>
          <a:xfrm rot="16200000" flipH="1" flipV="1">
            <a:off x="1899949" y="212391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" name="Text Box">
            <a:extLst>
              <a:ext uri="{FF2B5EF4-FFF2-40B4-BE49-F238E27FC236}">
                <a16:creationId xmlns:a16="http://schemas.microsoft.com/office/drawing/2014/main" id="{2D0578A8-4529-97EF-B88C-9C7E6045A464}"/>
              </a:ext>
            </a:extLst>
          </p:cNvPr>
          <p:cNvSpPr>
            <a:spLocks/>
          </p:cNvSpPr>
          <p:nvPr/>
        </p:nvSpPr>
        <p:spPr bwMode="auto">
          <a:xfrm>
            <a:off x="2721031" y="939145"/>
            <a:ext cx="251087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코드명을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8635F325-2EAD-BCDA-9925-B7186856A399}"/>
              </a:ext>
            </a:extLst>
          </p:cNvPr>
          <p:cNvGrpSpPr/>
          <p:nvPr/>
        </p:nvGrpSpPr>
        <p:grpSpPr>
          <a:xfrm>
            <a:off x="2720883" y="1164823"/>
            <a:ext cx="2593082" cy="242067"/>
            <a:chOff x="2279979" y="1223052"/>
            <a:chExt cx="2593082" cy="242067"/>
          </a:xfrm>
        </p:grpSpPr>
        <p:sp>
          <p:nvSpPr>
            <p:cNvPr id="17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4E62EE52-3A4E-3CF5-6729-6D362205B2A6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40E8ADB-14DC-D4E2-004A-6843752514C7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23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5A86F-979A-358F-E3FD-7033F4CF7F8D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9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1DE49B7-48C2-5F97-6139-5967407BD490}"/>
                </a:ext>
              </a:extLst>
            </p:cNvPr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30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9063093-3A22-2063-CB6C-A9298BBB2E11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grpSp>
        <p:nvGrpSpPr>
          <p:cNvPr id="101" name="Click">
            <a:extLst>
              <a:ext uri="{FF2B5EF4-FFF2-40B4-BE49-F238E27FC236}">
                <a16:creationId xmlns:a16="http://schemas.microsoft.com/office/drawing/2014/main" id="{38D36F1B-384C-16FB-5C00-192FFE65605F}"/>
              </a:ext>
            </a:extLst>
          </p:cNvPr>
          <p:cNvGrpSpPr>
            <a:grpSpLocks noChangeAspect="1"/>
          </p:cNvGrpSpPr>
          <p:nvPr/>
        </p:nvGrpSpPr>
        <p:grpSpPr>
          <a:xfrm>
            <a:off x="2855191" y="2232515"/>
            <a:ext cx="299298" cy="426545"/>
            <a:chOff x="5294313" y="2197100"/>
            <a:chExt cx="530225" cy="755651"/>
          </a:xfrm>
        </p:grpSpPr>
        <p:sp>
          <p:nvSpPr>
            <p:cNvPr id="106" name="Arrow Cursor">
              <a:extLst>
                <a:ext uri="{FF2B5EF4-FFF2-40B4-BE49-F238E27FC236}">
                  <a16:creationId xmlns:a16="http://schemas.microsoft.com/office/drawing/2014/main" id="{9C28BD71-29B6-E8A7-A740-DF90AD280A3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07" name="Click">
              <a:extLst>
                <a:ext uri="{FF2B5EF4-FFF2-40B4-BE49-F238E27FC236}">
                  <a16:creationId xmlns:a16="http://schemas.microsoft.com/office/drawing/2014/main" id="{936B1ACA-4605-EE1B-687F-0AD8C55A5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58257998-7AFA-4605-F575-6D1435959410}"/>
              </a:ext>
            </a:extLst>
          </p:cNvPr>
          <p:cNvSpPr txBox="1"/>
          <p:nvPr/>
        </p:nvSpPr>
        <p:spPr>
          <a:xfrm>
            <a:off x="4809689" y="683853"/>
            <a:ext cx="21755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↓ 로그인한 협력사 호텔</a:t>
            </a:r>
            <a:r>
              <a:rPr lang="en-US" altLang="ko-KR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/</a:t>
            </a:r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프로퍼티 명 기준 출력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79CD5518-4B0A-CA16-0634-85A8FD755DEE}"/>
              </a:ext>
            </a:extLst>
          </p:cNvPr>
          <p:cNvSpPr/>
          <p:nvPr/>
        </p:nvSpPr>
        <p:spPr bwMode="auto">
          <a:xfrm>
            <a:off x="-106106" y="236334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3533BFA-5151-5082-41DA-6E79C1EB6134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4888817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7FD64E-161B-F797-D149-A033E3D03A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6E343AE2-FE0D-D25A-D231-ED6E83E673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C7C735B4-5ACA-C190-698E-023C0E83CF5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/>
              <a:t>기본정보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E09A3C92-050A-D9E7-EECD-493A757EA46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9E8F29A2-EAD8-F339-E72B-B5D0291672B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BD16426-D8FD-169F-3FDF-6FB4D05A70F2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54F85B6-6EDA-739E-DCFE-A9D2EEB3A001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70FFFA0-B916-256C-1720-A790D30C2627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1ED20CEC-D5D9-2C8A-68D5-BA9317B348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0598010"/>
              </p:ext>
            </p:extLst>
          </p:nvPr>
        </p:nvGraphicFramePr>
        <p:xfrm>
          <a:off x="9406740" y="440717"/>
          <a:ext cx="2785260" cy="33782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협력업체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탭 정의 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-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엥커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탭 탭으로 클릭 시 해당 탭 위치로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엥커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로그인 기준 협력사 프로퍼티 출력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중복체크 필수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마켓코드 조회 팝업 호출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숫자만 입력 허용하며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최대 값이 최소 일 보다 작을 수 없음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0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이상만 입력 허용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객실 조회 팝업 호출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등록한 객실 전체 삭제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FC266E6E-1B24-E292-2D09-EB952B50F30F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882FFCD2-EF72-8747-3648-6970F3CF0C2E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3E2312C5-6A4C-4833-10DB-B6C201EB24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7985051"/>
              </p:ext>
            </p:extLst>
          </p:nvPr>
        </p:nvGraphicFramePr>
        <p:xfrm>
          <a:off x="1513108" y="1385400"/>
          <a:ext cx="7746199" cy="29076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98315987"/>
                    </a:ext>
                  </a:extLst>
                </a:gridCol>
                <a:gridCol w="2731259">
                  <a:extLst>
                    <a:ext uri="{9D8B030D-6E8A-4147-A177-3AD203B41FA5}">
                      <a16:colId xmlns:a16="http://schemas.microsoft.com/office/drawing/2014/main" val="983825583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호텔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 명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조선호텔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더 </a:t>
                      </a: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웨스틴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조선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코드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19153686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코드 설명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 기간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마켓코드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952792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카테고리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룸 </a:t>
                      </a: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온리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패키지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숙박 일수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최소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: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          최대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: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5476886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통화 구분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KRW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USD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사용여부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4658785"/>
                  </a:ext>
                </a:extLst>
              </a:tr>
              <a:tr h="804511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87190963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C7C4C7B8-BF9D-B6D5-ABCB-CAF809F041AC}"/>
              </a:ext>
            </a:extLst>
          </p:cNvPr>
          <p:cNvSpPr txBox="1"/>
          <p:nvPr/>
        </p:nvSpPr>
        <p:spPr>
          <a:xfrm>
            <a:off x="7801966" y="1144222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94E1DA02-7ECE-0D88-9327-BAFD4A76F22F}"/>
              </a:ext>
            </a:extLst>
          </p:cNvPr>
          <p:cNvGrpSpPr/>
          <p:nvPr/>
        </p:nvGrpSpPr>
        <p:grpSpPr>
          <a:xfrm>
            <a:off x="2780110" y="2306293"/>
            <a:ext cx="2593082" cy="242067"/>
            <a:chOff x="2279979" y="1223052"/>
            <a:chExt cx="2593082" cy="242067"/>
          </a:xfrm>
        </p:grpSpPr>
        <p:sp>
          <p:nvSpPr>
            <p:cNvPr id="24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D39F47C-3825-ADF0-28A6-B67FBE94D45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4B505BF5-918B-C24E-1956-1E921B8252DA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26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A763A3D-1B6A-655A-3F7E-5AA524E174B4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7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800B303-C0B9-C38C-6734-9CFE0328D7F5}"/>
                </a:ext>
              </a:extLst>
            </p:cNvPr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28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E3A1CD8-ACD4-0509-2272-E21EEBFB6A34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sp>
        <p:nvSpPr>
          <p:cNvPr id="38" name="Text Box">
            <a:extLst>
              <a:ext uri="{FF2B5EF4-FFF2-40B4-BE49-F238E27FC236}">
                <a16:creationId xmlns:a16="http://schemas.microsoft.com/office/drawing/2014/main" id="{F678E856-6BEF-7D8F-95C4-04AE50E9A874}"/>
              </a:ext>
            </a:extLst>
          </p:cNvPr>
          <p:cNvSpPr>
            <a:spLocks/>
          </p:cNvSpPr>
          <p:nvPr/>
        </p:nvSpPr>
        <p:spPr bwMode="auto">
          <a:xfrm>
            <a:off x="2780110" y="1745440"/>
            <a:ext cx="288384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코드명을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39" name="Text Box">
            <a:extLst>
              <a:ext uri="{FF2B5EF4-FFF2-40B4-BE49-F238E27FC236}">
                <a16:creationId xmlns:a16="http://schemas.microsoft.com/office/drawing/2014/main" id="{5FE9F3D1-F622-BCD8-ABA2-36597036E178}"/>
              </a:ext>
            </a:extLst>
          </p:cNvPr>
          <p:cNvSpPr>
            <a:spLocks/>
          </p:cNvSpPr>
          <p:nvPr/>
        </p:nvSpPr>
        <p:spPr bwMode="auto">
          <a:xfrm>
            <a:off x="2780110" y="2034685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국문 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40" name="Text Box">
            <a:extLst>
              <a:ext uri="{FF2B5EF4-FFF2-40B4-BE49-F238E27FC236}">
                <a16:creationId xmlns:a16="http://schemas.microsoft.com/office/drawing/2014/main" id="{38C77C92-8E92-E55C-709C-2280E7634B9A}"/>
              </a:ext>
            </a:extLst>
          </p:cNvPr>
          <p:cNvSpPr>
            <a:spLocks/>
          </p:cNvSpPr>
          <p:nvPr/>
        </p:nvSpPr>
        <p:spPr bwMode="auto">
          <a:xfrm>
            <a:off x="5571306" y="2034685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영문 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CEEA5C3A-C14F-8F63-A626-0165441EA8B9}"/>
              </a:ext>
            </a:extLst>
          </p:cNvPr>
          <p:cNvSpPr/>
          <p:nvPr/>
        </p:nvSpPr>
        <p:spPr>
          <a:xfrm>
            <a:off x="5702120" y="1745440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중복확인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498B6A5-6E1B-DED6-012C-0D18D2920742}"/>
              </a:ext>
            </a:extLst>
          </p:cNvPr>
          <p:cNvSpPr/>
          <p:nvPr/>
        </p:nvSpPr>
        <p:spPr>
          <a:xfrm>
            <a:off x="2780641" y="2640255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sp>
        <p:nvSpPr>
          <p:cNvPr id="44" name="Text Box">
            <a:extLst>
              <a:ext uri="{FF2B5EF4-FFF2-40B4-BE49-F238E27FC236}">
                <a16:creationId xmlns:a16="http://schemas.microsoft.com/office/drawing/2014/main" id="{E3C5FAE6-4597-C974-AAD5-EBC4CAC74E9C}"/>
              </a:ext>
            </a:extLst>
          </p:cNvPr>
          <p:cNvSpPr>
            <a:spLocks/>
          </p:cNvSpPr>
          <p:nvPr/>
        </p:nvSpPr>
        <p:spPr bwMode="auto">
          <a:xfrm>
            <a:off x="6888088" y="2936774"/>
            <a:ext cx="72360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최소 일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5" name="Text Box">
            <a:extLst>
              <a:ext uri="{FF2B5EF4-FFF2-40B4-BE49-F238E27FC236}">
                <a16:creationId xmlns:a16="http://schemas.microsoft.com/office/drawing/2014/main" id="{E02FF568-22E8-B812-B408-DC8F5355CE08}"/>
              </a:ext>
            </a:extLst>
          </p:cNvPr>
          <p:cNvSpPr>
            <a:spLocks/>
          </p:cNvSpPr>
          <p:nvPr/>
        </p:nvSpPr>
        <p:spPr bwMode="auto">
          <a:xfrm>
            <a:off x="7937565" y="2936774"/>
            <a:ext cx="72360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최대 일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B16FD61-8650-D4DE-227D-B2DA8F91F1CF}"/>
              </a:ext>
            </a:extLst>
          </p:cNvPr>
          <p:cNvSpPr txBox="1"/>
          <p:nvPr/>
        </p:nvSpPr>
        <p:spPr>
          <a:xfrm>
            <a:off x="4751052" y="882408"/>
            <a:ext cx="21755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↓ 로그인한 협력사 호텔</a:t>
            </a:r>
            <a:r>
              <a:rPr lang="en-US" altLang="ko-KR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/</a:t>
            </a:r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프로퍼티 명 기준 출력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747A222B-9536-D5DC-EAB0-364584D47C7E}"/>
              </a:ext>
            </a:extLst>
          </p:cNvPr>
          <p:cNvGrpSpPr/>
          <p:nvPr/>
        </p:nvGrpSpPr>
        <p:grpSpPr>
          <a:xfrm>
            <a:off x="1512625" y="848538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A4F6692C-0ACE-DEEB-20C5-36D668D1D104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36C2442F-26A0-BEE4-1D27-CAA6A16A7F3D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F6BF1CB7-EC28-C8CB-165F-8459CD8046AE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D7B31C0-08BA-01E0-A3EA-ACC0E5CB98E3}"/>
              </a:ext>
            </a:extLst>
          </p:cNvPr>
          <p:cNvSpPr/>
          <p:nvPr/>
        </p:nvSpPr>
        <p:spPr>
          <a:xfrm>
            <a:off x="2780641" y="3536489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C60BB460-3CF0-B5E9-AF1D-237D3C1E353F}"/>
              </a:ext>
            </a:extLst>
          </p:cNvPr>
          <p:cNvGrpSpPr/>
          <p:nvPr/>
        </p:nvGrpSpPr>
        <p:grpSpPr>
          <a:xfrm rot="10800000">
            <a:off x="1343512" y="1110385"/>
            <a:ext cx="360000" cy="372571"/>
            <a:chOff x="3180625" y="5062589"/>
            <a:chExt cx="360000" cy="372571"/>
          </a:xfrm>
        </p:grpSpPr>
        <p:cxnSp>
          <p:nvCxnSpPr>
            <p:cNvPr id="16" name="직선 연결선 206">
              <a:extLst>
                <a:ext uri="{FF2B5EF4-FFF2-40B4-BE49-F238E27FC236}">
                  <a16:creationId xmlns:a16="http://schemas.microsoft.com/office/drawing/2014/main" id="{E217A52A-CE01-EAE9-A862-072C1A2DB04E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화살표 연결선 16">
              <a:extLst>
                <a:ext uri="{FF2B5EF4-FFF2-40B4-BE49-F238E27FC236}">
                  <a16:creationId xmlns:a16="http://schemas.microsoft.com/office/drawing/2014/main" id="{D598D063-DBD6-D85E-1075-B42D2C431351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Click">
            <a:extLst>
              <a:ext uri="{FF2B5EF4-FFF2-40B4-BE49-F238E27FC236}">
                <a16:creationId xmlns:a16="http://schemas.microsoft.com/office/drawing/2014/main" id="{B2158109-1EA8-B023-890B-F4DAD468702B}"/>
              </a:ext>
            </a:extLst>
          </p:cNvPr>
          <p:cNvGrpSpPr>
            <a:grpSpLocks noChangeAspect="1"/>
          </p:cNvGrpSpPr>
          <p:nvPr/>
        </p:nvGrpSpPr>
        <p:grpSpPr>
          <a:xfrm>
            <a:off x="4350710" y="947942"/>
            <a:ext cx="299298" cy="426545"/>
            <a:chOff x="5294313" y="2197100"/>
            <a:chExt cx="530225" cy="755651"/>
          </a:xfrm>
        </p:grpSpPr>
        <p:sp>
          <p:nvSpPr>
            <p:cNvPr id="29" name="Arrow Cursor">
              <a:extLst>
                <a:ext uri="{FF2B5EF4-FFF2-40B4-BE49-F238E27FC236}">
                  <a16:creationId xmlns:a16="http://schemas.microsoft.com/office/drawing/2014/main" id="{D8876206-A7DD-55BB-0E8F-C40C36BA78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30" name="Click">
              <a:extLst>
                <a:ext uri="{FF2B5EF4-FFF2-40B4-BE49-F238E27FC236}">
                  <a16:creationId xmlns:a16="http://schemas.microsoft.com/office/drawing/2014/main" id="{C41514ED-8CFF-1E83-1B95-E830B560AD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D39C602-1DF1-006E-3EFC-BF85FF6C29F6}"/>
              </a:ext>
            </a:extLst>
          </p:cNvPr>
          <p:cNvSpPr/>
          <p:nvPr/>
        </p:nvSpPr>
        <p:spPr>
          <a:xfrm>
            <a:off x="47328" y="6694159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dirty="0"/>
              <a:t>▾</a:t>
            </a:r>
            <a:r>
              <a:rPr lang="ko-KR" altLang="en-US" sz="700" dirty="0"/>
              <a:t> 다음 페이지에서 계속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D58314F-931F-7AA9-2045-431B68478F32}"/>
              </a:ext>
            </a:extLst>
          </p:cNvPr>
          <p:cNvSpPr txBox="1"/>
          <p:nvPr/>
        </p:nvSpPr>
        <p:spPr>
          <a:xfrm>
            <a:off x="1427884" y="1144222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C08325E1-AD9B-C77E-8F7D-5774120EDE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3300287"/>
              </p:ext>
            </p:extLst>
          </p:nvPr>
        </p:nvGraphicFramePr>
        <p:xfrm>
          <a:off x="2787213" y="3797112"/>
          <a:ext cx="6231070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6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1662491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1737806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1586693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568068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객실 코드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등록된 객실이 존재하지 않습니다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.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</a:tbl>
          </a:graphicData>
        </a:graphic>
      </p:graphicFrame>
      <p:sp>
        <p:nvSpPr>
          <p:cNvPr id="54" name="직사각형 53">
            <a:extLst>
              <a:ext uri="{FF2B5EF4-FFF2-40B4-BE49-F238E27FC236}">
                <a16:creationId xmlns:a16="http://schemas.microsoft.com/office/drawing/2014/main" id="{E708F509-60B1-636C-539A-0982E30D2477}"/>
              </a:ext>
            </a:extLst>
          </p:cNvPr>
          <p:cNvSpPr/>
          <p:nvPr/>
        </p:nvSpPr>
        <p:spPr>
          <a:xfrm>
            <a:off x="8496057" y="3536489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55" name="Teardrop 1">
            <a:extLst>
              <a:ext uri="{FF2B5EF4-FFF2-40B4-BE49-F238E27FC236}">
                <a16:creationId xmlns:a16="http://schemas.microsoft.com/office/drawing/2014/main" id="{FE5DEE07-4F85-F7ED-3A03-8845462E932E}"/>
              </a:ext>
            </a:extLst>
          </p:cNvPr>
          <p:cNvSpPr/>
          <p:nvPr/>
        </p:nvSpPr>
        <p:spPr>
          <a:xfrm rot="16200000" flipH="1" flipV="1">
            <a:off x="1393176" y="88641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6" name="Teardrop 1">
            <a:extLst>
              <a:ext uri="{FF2B5EF4-FFF2-40B4-BE49-F238E27FC236}">
                <a16:creationId xmlns:a16="http://schemas.microsoft.com/office/drawing/2014/main" id="{FC792104-14B7-79FB-BE26-7D3A1882C60B}"/>
              </a:ext>
            </a:extLst>
          </p:cNvPr>
          <p:cNvSpPr/>
          <p:nvPr/>
        </p:nvSpPr>
        <p:spPr>
          <a:xfrm rot="16200000" flipH="1" flipV="1">
            <a:off x="2595442" y="132668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7" name="Teardrop 1">
            <a:extLst>
              <a:ext uri="{FF2B5EF4-FFF2-40B4-BE49-F238E27FC236}">
                <a16:creationId xmlns:a16="http://schemas.microsoft.com/office/drawing/2014/main" id="{D39B1C7B-9BDB-710A-1B9D-4CFD89B2D1A9}"/>
              </a:ext>
            </a:extLst>
          </p:cNvPr>
          <p:cNvSpPr/>
          <p:nvPr/>
        </p:nvSpPr>
        <p:spPr>
          <a:xfrm rot="16200000" flipH="1" flipV="1">
            <a:off x="5550308" y="163148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8" name="Teardrop 1">
            <a:extLst>
              <a:ext uri="{FF2B5EF4-FFF2-40B4-BE49-F238E27FC236}">
                <a16:creationId xmlns:a16="http://schemas.microsoft.com/office/drawing/2014/main" id="{3EE0DF5B-2E67-621A-93CC-C5B0B29125C2}"/>
              </a:ext>
            </a:extLst>
          </p:cNvPr>
          <p:cNvSpPr/>
          <p:nvPr/>
        </p:nvSpPr>
        <p:spPr>
          <a:xfrm rot="16200000" flipH="1" flipV="1">
            <a:off x="2671642" y="2554349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4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5E799CD3-EE76-C4B4-55ED-2DD8BB4D5B3D}"/>
              </a:ext>
            </a:extLst>
          </p:cNvPr>
          <p:cNvSpPr txBox="1"/>
          <p:nvPr/>
        </p:nvSpPr>
        <p:spPr>
          <a:xfrm>
            <a:off x="3675346" y="2936427"/>
            <a:ext cx="104227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i="1" dirty="0">
                <a:solidFill>
                  <a:srgbClr val="C00000"/>
                </a:solidFill>
                <a:latin typeface="+mn-ea"/>
                <a:ea typeface="+mn-ea"/>
              </a:rPr>
              <a:t>⟵ 디폴트 </a:t>
            </a:r>
            <a:r>
              <a:rPr lang="en-US" altLang="ko-KR" sz="800" i="1" dirty="0">
                <a:solidFill>
                  <a:srgbClr val="C00000"/>
                </a:solidFill>
                <a:latin typeface="+mn-ea"/>
                <a:ea typeface="+mn-ea"/>
              </a:rPr>
              <a:t>(</a:t>
            </a:r>
            <a:r>
              <a:rPr lang="ko-KR" altLang="en-US" sz="800" i="1" dirty="0">
                <a:solidFill>
                  <a:srgbClr val="C00000"/>
                </a:solidFill>
                <a:latin typeface="+mn-ea"/>
                <a:ea typeface="+mn-ea"/>
              </a:rPr>
              <a:t>룸 </a:t>
            </a:r>
            <a:r>
              <a:rPr lang="ko-KR" altLang="en-US" sz="800" i="1" dirty="0" err="1">
                <a:solidFill>
                  <a:srgbClr val="C00000"/>
                </a:solidFill>
                <a:latin typeface="+mn-ea"/>
                <a:ea typeface="+mn-ea"/>
              </a:rPr>
              <a:t>온리</a:t>
            </a:r>
            <a:r>
              <a:rPr lang="en-US" altLang="ko-KR" sz="800" i="1" dirty="0">
                <a:solidFill>
                  <a:srgbClr val="C00000"/>
                </a:solidFill>
                <a:latin typeface="+mn-ea"/>
                <a:ea typeface="+mn-ea"/>
              </a:rPr>
              <a:t>)</a:t>
            </a:r>
            <a:endParaRPr lang="ko-KR" altLang="en-US" sz="80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EF4E65A-24DB-3F11-40D9-A9534BA7CB39}"/>
              </a:ext>
            </a:extLst>
          </p:cNvPr>
          <p:cNvSpPr txBox="1"/>
          <p:nvPr/>
        </p:nvSpPr>
        <p:spPr>
          <a:xfrm>
            <a:off x="3675346" y="3225910"/>
            <a:ext cx="96051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i="1" dirty="0">
                <a:solidFill>
                  <a:srgbClr val="C00000"/>
                </a:solidFill>
                <a:latin typeface="+mn-ea"/>
                <a:ea typeface="+mn-ea"/>
              </a:rPr>
              <a:t>⟵ 디폴트 </a:t>
            </a:r>
            <a:r>
              <a:rPr lang="en-US" altLang="ko-KR" sz="800" i="1" dirty="0">
                <a:solidFill>
                  <a:srgbClr val="C00000"/>
                </a:solidFill>
                <a:latin typeface="+mn-ea"/>
                <a:ea typeface="+mn-ea"/>
              </a:rPr>
              <a:t>(KRW)</a:t>
            </a:r>
            <a:endParaRPr lang="ko-KR" altLang="en-US" sz="80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0EC3CBF-2788-4FBA-EC51-8F143ECF6CB1}"/>
              </a:ext>
            </a:extLst>
          </p:cNvPr>
          <p:cNvSpPr txBox="1"/>
          <p:nvPr/>
        </p:nvSpPr>
        <p:spPr>
          <a:xfrm>
            <a:off x="7011298" y="3225910"/>
            <a:ext cx="88357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i="1" dirty="0">
                <a:solidFill>
                  <a:srgbClr val="C00000"/>
                </a:solidFill>
                <a:latin typeface="+mn-ea"/>
                <a:ea typeface="+mn-ea"/>
              </a:rPr>
              <a:t>⟵ 디폴트 </a:t>
            </a:r>
            <a:r>
              <a:rPr lang="en-US" altLang="ko-KR" sz="800" i="1" dirty="0">
                <a:solidFill>
                  <a:srgbClr val="C00000"/>
                </a:solidFill>
                <a:latin typeface="+mn-ea"/>
                <a:ea typeface="+mn-ea"/>
              </a:rPr>
              <a:t>("Y")</a:t>
            </a:r>
            <a:endParaRPr lang="ko-KR" altLang="en-US" sz="80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62" name="Teardrop 1">
            <a:extLst>
              <a:ext uri="{FF2B5EF4-FFF2-40B4-BE49-F238E27FC236}">
                <a16:creationId xmlns:a16="http://schemas.microsoft.com/office/drawing/2014/main" id="{BD3EEF57-6281-EAF6-F938-82F21D29FC71}"/>
              </a:ext>
            </a:extLst>
          </p:cNvPr>
          <p:cNvSpPr/>
          <p:nvPr/>
        </p:nvSpPr>
        <p:spPr>
          <a:xfrm rot="16200000" flipH="1" flipV="1">
            <a:off x="5520526" y="2811668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5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3" name="Teardrop 1">
            <a:extLst>
              <a:ext uri="{FF2B5EF4-FFF2-40B4-BE49-F238E27FC236}">
                <a16:creationId xmlns:a16="http://schemas.microsoft.com/office/drawing/2014/main" id="{4FEEFF76-404C-A0A9-F255-87676923FB61}"/>
              </a:ext>
            </a:extLst>
          </p:cNvPr>
          <p:cNvSpPr/>
          <p:nvPr/>
        </p:nvSpPr>
        <p:spPr>
          <a:xfrm rot="16200000" flipH="1" flipV="1">
            <a:off x="2758946" y="345496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6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4" name="Teardrop 1">
            <a:extLst>
              <a:ext uri="{FF2B5EF4-FFF2-40B4-BE49-F238E27FC236}">
                <a16:creationId xmlns:a16="http://schemas.microsoft.com/office/drawing/2014/main" id="{C4A2D965-09D1-A65B-430C-40818B6B23D5}"/>
              </a:ext>
            </a:extLst>
          </p:cNvPr>
          <p:cNvSpPr/>
          <p:nvPr/>
        </p:nvSpPr>
        <p:spPr>
          <a:xfrm rot="16200000" flipH="1" flipV="1">
            <a:off x="8369411" y="345496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7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69A014D-7D3F-5219-D654-DA4E85DAA8A4}"/>
              </a:ext>
            </a:extLst>
          </p:cNvPr>
          <p:cNvSpPr/>
          <p:nvPr/>
        </p:nvSpPr>
        <p:spPr bwMode="auto">
          <a:xfrm>
            <a:off x="-106106" y="236334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F7167A68-7CDE-3F61-A79A-00172B423BEF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9646197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C44475-9D2B-B970-8C98-D8D12D00A3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BEA994D8-AFC4-A047-BC03-7A0DD13E0241}"/>
              </a:ext>
            </a:extLst>
          </p:cNvPr>
          <p:cNvSpPr/>
          <p:nvPr/>
        </p:nvSpPr>
        <p:spPr>
          <a:xfrm>
            <a:off x="47328" y="499683"/>
            <a:ext cx="1368152" cy="6285838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8" name="제목 17">
            <a:extLst>
              <a:ext uri="{FF2B5EF4-FFF2-40B4-BE49-F238E27FC236}">
                <a16:creationId xmlns:a16="http://schemas.microsoft.com/office/drawing/2014/main" id="{1984B78D-21FF-C43D-CA57-547A691AD4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014E7B3B-08D5-73FC-ED54-9F37235830E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요금정보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5C466E46-D4A0-028B-C760-853338E0A45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327E7F17-FCCD-480D-012D-B8C636CEF29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9615F6E4-AC42-9B1D-B430-635377FAEB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4119612"/>
              </p:ext>
            </p:extLst>
          </p:nvPr>
        </p:nvGraphicFramePr>
        <p:xfrm>
          <a:off x="9406740" y="440717"/>
          <a:ext cx="2785260" cy="3260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협력업체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기준 금액 입력 영역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추가요금 입력 영역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추가요금 입력 영역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Down/Up sale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요금 설정</a:t>
                      </a:r>
                    </a:p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-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+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 -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로 기준  금액을 기준으로 적용 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5B694594-65E9-383A-65DC-77D6599955E0}"/>
              </a:ext>
            </a:extLst>
          </p:cNvPr>
          <p:cNvGrpSpPr/>
          <p:nvPr/>
        </p:nvGrpSpPr>
        <p:grpSpPr>
          <a:xfrm>
            <a:off x="1512625" y="848538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207DDD44-9104-E09F-BDFD-2BC2385A19CE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E1C67D22-49FF-E991-1C4E-BC1CC2C46D80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DC0EA474-D531-E930-BDC5-69EAD1AB5797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4C77577B-7F2A-98E3-9E70-72192839A1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7216130"/>
              </p:ext>
            </p:extLst>
          </p:nvPr>
        </p:nvGraphicFramePr>
        <p:xfrm>
          <a:off x="1513108" y="1425556"/>
          <a:ext cx="7746199" cy="2562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847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907723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요일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금액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금액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TAX :                       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단가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10032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성인 추가 요금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176474"/>
                  </a:ext>
                </a:extLst>
              </a:tr>
              <a:tr h="9580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아동 추가 요금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8312223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E91DE38D-CECE-E673-12BE-4D2DA939C3F5}"/>
              </a:ext>
            </a:extLst>
          </p:cNvPr>
          <p:cNvSpPr txBox="1"/>
          <p:nvPr/>
        </p:nvSpPr>
        <p:spPr>
          <a:xfrm>
            <a:off x="1427884" y="118367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일반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4" name="Text Box">
            <a:extLst>
              <a:ext uri="{FF2B5EF4-FFF2-40B4-BE49-F238E27FC236}">
                <a16:creationId xmlns:a16="http://schemas.microsoft.com/office/drawing/2014/main" id="{4E962571-907E-B067-F630-51D8DEA3A3AF}"/>
              </a:ext>
            </a:extLst>
          </p:cNvPr>
          <p:cNvSpPr>
            <a:spLocks/>
          </p:cNvSpPr>
          <p:nvPr/>
        </p:nvSpPr>
        <p:spPr bwMode="auto">
          <a:xfrm>
            <a:off x="2710428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256E880-E166-2F78-6037-16485C3C8FB0}"/>
              </a:ext>
            </a:extLst>
          </p:cNvPr>
          <p:cNvGrpSpPr/>
          <p:nvPr/>
        </p:nvGrpSpPr>
        <p:grpSpPr>
          <a:xfrm>
            <a:off x="2408659" y="1467655"/>
            <a:ext cx="458681" cy="215444"/>
            <a:chOff x="2796305" y="2278069"/>
            <a:chExt cx="458681" cy="215444"/>
          </a:xfrm>
        </p:grpSpPr>
        <p:grpSp>
          <p:nvGrpSpPr>
            <p:cNvPr id="2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D4249591-3459-DBD3-9483-11E29F985E22}"/>
                </a:ext>
              </a:extLst>
            </p:cNvPr>
            <p:cNvGrpSpPr/>
            <p:nvPr>
              <p:custDataLst>
                <p:tags r:id="rId8"/>
              </p:custDataLst>
            </p:nvPr>
          </p:nvGrpSpPr>
          <p:grpSpPr>
            <a:xfrm>
              <a:off x="2856129" y="2303049"/>
              <a:ext cx="398857" cy="166199"/>
              <a:chOff x="554563" y="2615322"/>
              <a:chExt cx="398858" cy="166199"/>
            </a:xfrm>
          </p:grpSpPr>
          <p:sp>
            <p:nvSpPr>
              <p:cNvPr id="34" name="Box">
                <a:extLst>
                  <a:ext uri="{FF2B5EF4-FFF2-40B4-BE49-F238E27FC236}">
                    <a16:creationId xmlns:a16="http://schemas.microsoft.com/office/drawing/2014/main" id="{21F256AB-058C-39DD-A31B-6F4B63628A64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abel">
                <a:extLst>
                  <a:ext uri="{FF2B5EF4-FFF2-40B4-BE49-F238E27FC236}">
                    <a16:creationId xmlns:a16="http://schemas.microsoft.com/office/drawing/2014/main" id="{B4039E1D-C638-70F1-6BB5-032126D7D431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92004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전체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" name="Check" hidden="1">
                <a:extLst>
                  <a:ext uri="{FF2B5EF4-FFF2-40B4-BE49-F238E27FC236}">
                    <a16:creationId xmlns:a16="http://schemas.microsoft.com/office/drawing/2014/main" id="{F6E6C1A1-FE8D-6DE6-A79E-4F1D4E792A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15A6987-915B-E523-23DE-9BED6797269C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CB8A1F1E-970B-084F-34B5-D1708028B4CF}"/>
              </a:ext>
            </a:extLst>
          </p:cNvPr>
          <p:cNvGrpSpPr/>
          <p:nvPr/>
        </p:nvGrpSpPr>
        <p:grpSpPr>
          <a:xfrm>
            <a:off x="2797407" y="1467655"/>
            <a:ext cx="498757" cy="215444"/>
            <a:chOff x="2796305" y="2278069"/>
            <a:chExt cx="498757" cy="215444"/>
          </a:xfrm>
        </p:grpSpPr>
        <p:grpSp>
          <p:nvGrpSpPr>
            <p:cNvPr id="4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EE71F557-8686-37A8-B976-175F8475D5F2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2856129" y="2303049"/>
              <a:ext cx="438933" cy="166199"/>
              <a:chOff x="554563" y="2615322"/>
              <a:chExt cx="438934" cy="166199"/>
            </a:xfrm>
          </p:grpSpPr>
          <p:sp>
            <p:nvSpPr>
              <p:cNvPr id="48" name="Box">
                <a:extLst>
                  <a:ext uri="{FF2B5EF4-FFF2-40B4-BE49-F238E27FC236}">
                    <a16:creationId xmlns:a16="http://schemas.microsoft.com/office/drawing/2014/main" id="{2EAB9FFA-322C-5E63-DB4C-BAB031DAA061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" name="Label">
                <a:extLst>
                  <a:ext uri="{FF2B5EF4-FFF2-40B4-BE49-F238E27FC236}">
                    <a16:creationId xmlns:a16="http://schemas.microsoft.com/office/drawing/2014/main" id="{C87C00AD-0EE5-51E7-B180-2C10626662E1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320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MON</a:t>
                </a:r>
              </a:p>
            </p:txBody>
          </p:sp>
          <p:sp>
            <p:nvSpPr>
              <p:cNvPr id="51" name="Check" hidden="1">
                <a:extLst>
                  <a:ext uri="{FF2B5EF4-FFF2-40B4-BE49-F238E27FC236}">
                    <a16:creationId xmlns:a16="http://schemas.microsoft.com/office/drawing/2014/main" id="{F7B89C71-9217-1AFF-BB9D-95AC859787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29E91846-B04C-09EB-6C53-889B8DDEC385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6FAB3DA2-29D7-4913-3D52-7E59E22D4E7F}"/>
              </a:ext>
            </a:extLst>
          </p:cNvPr>
          <p:cNvGrpSpPr/>
          <p:nvPr/>
        </p:nvGrpSpPr>
        <p:grpSpPr>
          <a:xfrm>
            <a:off x="3226231" y="1467655"/>
            <a:ext cx="445857" cy="215444"/>
            <a:chOff x="2796305" y="2278069"/>
            <a:chExt cx="445857" cy="215444"/>
          </a:xfrm>
        </p:grpSpPr>
        <p:grpSp>
          <p:nvGrpSpPr>
            <p:cNvPr id="5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7545FA3F-B3EB-C120-090B-92710786401C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2856129" y="2303049"/>
              <a:ext cx="386033" cy="166199"/>
              <a:chOff x="554563" y="2615322"/>
              <a:chExt cx="386034" cy="166199"/>
            </a:xfrm>
          </p:grpSpPr>
          <p:sp>
            <p:nvSpPr>
              <p:cNvPr id="55" name="Box">
                <a:extLst>
                  <a:ext uri="{FF2B5EF4-FFF2-40B4-BE49-F238E27FC236}">
                    <a16:creationId xmlns:a16="http://schemas.microsoft.com/office/drawing/2014/main" id="{F59CBC64-A349-FC0B-7470-58CACAF68DAE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Label">
                <a:extLst>
                  <a:ext uri="{FF2B5EF4-FFF2-40B4-BE49-F238E27FC236}">
                    <a16:creationId xmlns:a16="http://schemas.microsoft.com/office/drawing/2014/main" id="{A0DB2A9D-1032-C132-14ED-F53E36DBD27E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791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TUE</a:t>
                </a:r>
              </a:p>
            </p:txBody>
          </p:sp>
          <p:sp>
            <p:nvSpPr>
              <p:cNvPr id="57" name="Check" hidden="1">
                <a:extLst>
                  <a:ext uri="{FF2B5EF4-FFF2-40B4-BE49-F238E27FC236}">
                    <a16:creationId xmlns:a16="http://schemas.microsoft.com/office/drawing/2014/main" id="{9BCEFE41-F553-B525-7E17-E6D79E6EB7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AC57426-9429-8348-B0E4-3FBD6D7CB0B1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04F36182-0AE4-53EF-8093-550371D0B569}"/>
              </a:ext>
            </a:extLst>
          </p:cNvPr>
          <p:cNvGrpSpPr/>
          <p:nvPr/>
        </p:nvGrpSpPr>
        <p:grpSpPr>
          <a:xfrm>
            <a:off x="3602155" y="1467047"/>
            <a:ext cx="479521" cy="215444"/>
            <a:chOff x="2796305" y="2278069"/>
            <a:chExt cx="479521" cy="215444"/>
          </a:xfrm>
        </p:grpSpPr>
        <p:grpSp>
          <p:nvGrpSpPr>
            <p:cNvPr id="5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CE204F75-815A-E7BB-C4F7-19DDFE19ADAE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2856129" y="2303049"/>
              <a:ext cx="419697" cy="166199"/>
              <a:chOff x="554563" y="2615322"/>
              <a:chExt cx="419698" cy="166199"/>
            </a:xfrm>
          </p:grpSpPr>
          <p:sp>
            <p:nvSpPr>
              <p:cNvPr id="61" name="Box">
                <a:extLst>
                  <a:ext uri="{FF2B5EF4-FFF2-40B4-BE49-F238E27FC236}">
                    <a16:creationId xmlns:a16="http://schemas.microsoft.com/office/drawing/2014/main" id="{F73A8CA2-13C6-6596-994F-8186EB8A4BC8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Label">
                <a:extLst>
                  <a:ext uri="{FF2B5EF4-FFF2-40B4-BE49-F238E27FC236}">
                    <a16:creationId xmlns:a16="http://schemas.microsoft.com/office/drawing/2014/main" id="{1A975AA2-47DD-125F-0F27-64BC2487000C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12844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WED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" name="Check" hidden="1">
                <a:extLst>
                  <a:ext uri="{FF2B5EF4-FFF2-40B4-BE49-F238E27FC236}">
                    <a16:creationId xmlns:a16="http://schemas.microsoft.com/office/drawing/2014/main" id="{E2687A11-ECDE-E226-2F3B-8DD8191FB9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1ABD36E3-4164-D007-B3FC-3A5D321FBB90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C65F64CB-177F-8388-A175-56AA7560BC46}"/>
              </a:ext>
            </a:extLst>
          </p:cNvPr>
          <p:cNvGrpSpPr/>
          <p:nvPr/>
        </p:nvGrpSpPr>
        <p:grpSpPr>
          <a:xfrm>
            <a:off x="4011743" y="1466439"/>
            <a:ext cx="461887" cy="215444"/>
            <a:chOff x="2796305" y="2278069"/>
            <a:chExt cx="461887" cy="215444"/>
          </a:xfrm>
        </p:grpSpPr>
        <p:grpSp>
          <p:nvGrpSpPr>
            <p:cNvPr id="6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256D7C71-F826-67C2-E202-4D13BE7905AF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2856129" y="2303049"/>
              <a:ext cx="402063" cy="166199"/>
              <a:chOff x="554563" y="2615322"/>
              <a:chExt cx="402064" cy="166199"/>
            </a:xfrm>
          </p:grpSpPr>
          <p:sp>
            <p:nvSpPr>
              <p:cNvPr id="67" name="Box">
                <a:extLst>
                  <a:ext uri="{FF2B5EF4-FFF2-40B4-BE49-F238E27FC236}">
                    <a16:creationId xmlns:a16="http://schemas.microsoft.com/office/drawing/2014/main" id="{F21351E7-8BD7-699A-7E80-21BD5D880DB0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" name="Label">
                <a:extLst>
                  <a:ext uri="{FF2B5EF4-FFF2-40B4-BE49-F238E27FC236}">
                    <a16:creationId xmlns:a16="http://schemas.microsoft.com/office/drawing/2014/main" id="{2B2F8BB4-C453-D773-1CD8-0867D2D14A53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9521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THU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9" name="Check" hidden="1">
                <a:extLst>
                  <a:ext uri="{FF2B5EF4-FFF2-40B4-BE49-F238E27FC236}">
                    <a16:creationId xmlns:a16="http://schemas.microsoft.com/office/drawing/2014/main" id="{E99AE303-5FC7-DD0E-25D2-3571E31B19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1683DF5-0E0A-61E1-24B2-FB20C4466760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AED1A90E-03B6-6BC8-F1FC-BA8200BC7344}"/>
              </a:ext>
            </a:extLst>
          </p:cNvPr>
          <p:cNvGrpSpPr/>
          <p:nvPr/>
        </p:nvGrpSpPr>
        <p:grpSpPr>
          <a:xfrm>
            <a:off x="4403697" y="1465831"/>
            <a:ext cx="418606" cy="215444"/>
            <a:chOff x="2796305" y="2278069"/>
            <a:chExt cx="418606" cy="215444"/>
          </a:xfrm>
        </p:grpSpPr>
        <p:grpSp>
          <p:nvGrpSpPr>
            <p:cNvPr id="71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CBE285A0-7F7B-BAE7-53E3-BA7A8ACCBD42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2856129" y="2303049"/>
              <a:ext cx="358782" cy="166199"/>
              <a:chOff x="554563" y="2615322"/>
              <a:chExt cx="358783" cy="166199"/>
            </a:xfrm>
          </p:grpSpPr>
          <p:sp>
            <p:nvSpPr>
              <p:cNvPr id="73" name="Box">
                <a:extLst>
                  <a:ext uri="{FF2B5EF4-FFF2-40B4-BE49-F238E27FC236}">
                    <a16:creationId xmlns:a16="http://schemas.microsoft.com/office/drawing/2014/main" id="{57228ED1-10FE-11AD-07D5-C225880BB19F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" name="Label">
                <a:extLst>
                  <a:ext uri="{FF2B5EF4-FFF2-40B4-BE49-F238E27FC236}">
                    <a16:creationId xmlns:a16="http://schemas.microsoft.com/office/drawing/2014/main" id="{1AB7CFB0-914B-F5FE-55A1-D3E6BE08B4C4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51929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FRI</a:t>
                </a:r>
              </a:p>
            </p:txBody>
          </p:sp>
          <p:sp>
            <p:nvSpPr>
              <p:cNvPr id="75" name="Check" hidden="1">
                <a:extLst>
                  <a:ext uri="{FF2B5EF4-FFF2-40B4-BE49-F238E27FC236}">
                    <a16:creationId xmlns:a16="http://schemas.microsoft.com/office/drawing/2014/main" id="{20108284-E63A-D8B9-CDB6-7CC89FC881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E333BCCC-9B28-57A4-146E-25079EC7BD3F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D0741FF6-E747-57DC-1EE1-4ED839EC1D40}"/>
              </a:ext>
            </a:extLst>
          </p:cNvPr>
          <p:cNvGrpSpPr/>
          <p:nvPr/>
        </p:nvGrpSpPr>
        <p:grpSpPr>
          <a:xfrm>
            <a:off x="4752370" y="1465223"/>
            <a:ext cx="445857" cy="215444"/>
            <a:chOff x="2796305" y="2278069"/>
            <a:chExt cx="445857" cy="215444"/>
          </a:xfrm>
        </p:grpSpPr>
        <p:grpSp>
          <p:nvGrpSpPr>
            <p:cNvPr id="77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588E29C8-E559-D797-929B-15007503626F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2856129" y="2303049"/>
              <a:ext cx="386033" cy="166199"/>
              <a:chOff x="554563" y="2615322"/>
              <a:chExt cx="386034" cy="166199"/>
            </a:xfrm>
          </p:grpSpPr>
          <p:sp>
            <p:nvSpPr>
              <p:cNvPr id="79" name="Box">
                <a:extLst>
                  <a:ext uri="{FF2B5EF4-FFF2-40B4-BE49-F238E27FC236}">
                    <a16:creationId xmlns:a16="http://schemas.microsoft.com/office/drawing/2014/main" id="{3077E150-9EDE-F2B8-F289-AF21297DB779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" name="Label">
                <a:extLst>
                  <a:ext uri="{FF2B5EF4-FFF2-40B4-BE49-F238E27FC236}">
                    <a16:creationId xmlns:a16="http://schemas.microsoft.com/office/drawing/2014/main" id="{8E6E608D-FAFE-D72B-29F1-4969725F9E4F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791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SAT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" name="Check" hidden="1">
                <a:extLst>
                  <a:ext uri="{FF2B5EF4-FFF2-40B4-BE49-F238E27FC236}">
                    <a16:creationId xmlns:a16="http://schemas.microsoft.com/office/drawing/2014/main" id="{3B7D5042-6E51-B102-E2D3-B6E4CF24DF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99EA97D4-FC5A-A3DD-CD2F-D71007ECC46F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FB38607A-73A8-DFE5-877F-EE4E98197E81}"/>
              </a:ext>
            </a:extLst>
          </p:cNvPr>
          <p:cNvGrpSpPr/>
          <p:nvPr/>
        </p:nvGrpSpPr>
        <p:grpSpPr>
          <a:xfrm>
            <a:off x="5128291" y="1464615"/>
            <a:ext cx="466697" cy="215444"/>
            <a:chOff x="2796305" y="2278069"/>
            <a:chExt cx="466697" cy="215444"/>
          </a:xfrm>
        </p:grpSpPr>
        <p:grpSp>
          <p:nvGrpSpPr>
            <p:cNvPr id="8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29056F39-27C3-0FA7-0110-67EF94F09CEF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2856129" y="2303049"/>
              <a:ext cx="406873" cy="166199"/>
              <a:chOff x="554563" y="2615322"/>
              <a:chExt cx="406874" cy="166199"/>
            </a:xfrm>
          </p:grpSpPr>
          <p:sp>
            <p:nvSpPr>
              <p:cNvPr id="85" name="Box">
                <a:extLst>
                  <a:ext uri="{FF2B5EF4-FFF2-40B4-BE49-F238E27FC236}">
                    <a16:creationId xmlns:a16="http://schemas.microsoft.com/office/drawing/2014/main" id="{30C72B12-DFA6-0389-852E-3EFCB631816B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" name="Label">
                <a:extLst>
                  <a:ext uri="{FF2B5EF4-FFF2-40B4-BE49-F238E27FC236}">
                    <a16:creationId xmlns:a16="http://schemas.microsoft.com/office/drawing/2014/main" id="{A85D8BC5-F49E-626D-ECDE-F652DCB3E5D2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0002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SUN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7" name="Check" hidden="1">
                <a:extLst>
                  <a:ext uri="{FF2B5EF4-FFF2-40B4-BE49-F238E27FC236}">
                    <a16:creationId xmlns:a16="http://schemas.microsoft.com/office/drawing/2014/main" id="{727FE1F3-A1A9-E08E-7295-B6C3AAFDC0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4E4DE085-6D42-6DB3-08D7-EFABE3D20C0F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sp>
        <p:nvSpPr>
          <p:cNvPr id="98" name="TextBox 97">
            <a:extLst>
              <a:ext uri="{FF2B5EF4-FFF2-40B4-BE49-F238E27FC236}">
                <a16:creationId xmlns:a16="http://schemas.microsoft.com/office/drawing/2014/main" id="{9D5D937F-A668-3543-DB92-6B798B3F7DEB}"/>
              </a:ext>
            </a:extLst>
          </p:cNvPr>
          <p:cNvSpPr txBox="1"/>
          <p:nvPr/>
        </p:nvSpPr>
        <p:spPr>
          <a:xfrm>
            <a:off x="1427884" y="417707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en" altLang="en-US" sz="800" b="1" dirty="0">
                <a:latin typeface="+mn-ea"/>
                <a:ea typeface="+mn-ea"/>
              </a:rPr>
              <a:t>D</a:t>
            </a:r>
            <a:r>
              <a:rPr lang="en" altLang="ko-KR" sz="800" b="1" dirty="0">
                <a:latin typeface="+mn-ea"/>
                <a:ea typeface="+mn-ea"/>
              </a:rPr>
              <a:t>own/Up sale</a:t>
            </a:r>
            <a:r>
              <a:rPr kumimoji="1" lang="ko-KR" altLang="en-US" sz="800" b="1" dirty="0">
                <a:latin typeface="+mn-ea"/>
                <a:ea typeface="+mn-ea"/>
              </a:rPr>
              <a:t>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99" name="표 98">
            <a:extLst>
              <a:ext uri="{FF2B5EF4-FFF2-40B4-BE49-F238E27FC236}">
                <a16:creationId xmlns:a16="http://schemas.microsoft.com/office/drawing/2014/main" id="{FBF5F870-970A-E4A2-9400-735E80DC78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0515100"/>
              </p:ext>
            </p:extLst>
          </p:nvPr>
        </p:nvGraphicFramePr>
        <p:xfrm>
          <a:off x="1513108" y="4431285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872028281"/>
                    </a:ext>
                  </a:extLst>
                </a:gridCol>
                <a:gridCol w="3379331">
                  <a:extLst>
                    <a:ext uri="{9D8B030D-6E8A-4147-A177-3AD203B41FA5}">
                      <a16:colId xmlns:a16="http://schemas.microsoft.com/office/drawing/2014/main" val="242730794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       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처리 방식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소수점                             자리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</a:tbl>
          </a:graphicData>
        </a:graphic>
      </p:graphicFrame>
      <p:grpSp>
        <p:nvGrpSpPr>
          <p:cNvPr id="100" name="그룹 99">
            <a:extLst>
              <a:ext uri="{FF2B5EF4-FFF2-40B4-BE49-F238E27FC236}">
                <a16:creationId xmlns:a16="http://schemas.microsoft.com/office/drawing/2014/main" id="{044DADF6-AAFC-1613-EC3B-967A3804FA0D}"/>
              </a:ext>
            </a:extLst>
          </p:cNvPr>
          <p:cNvGrpSpPr/>
          <p:nvPr/>
        </p:nvGrpSpPr>
        <p:grpSpPr>
          <a:xfrm>
            <a:off x="2787213" y="4492648"/>
            <a:ext cx="446018" cy="493298"/>
            <a:chOff x="1290369" y="2868764"/>
            <a:chExt cx="446018" cy="493298"/>
          </a:xfrm>
        </p:grpSpPr>
        <p:sp>
          <p:nvSpPr>
            <p:cNvPr id="101" name="Text Box">
              <a:extLst>
                <a:ext uri="{FF2B5EF4-FFF2-40B4-BE49-F238E27FC236}">
                  <a16:creationId xmlns:a16="http://schemas.microsoft.com/office/drawing/2014/main" id="{A5B95128-5886-7ED9-397C-AFBF06400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49329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+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-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2" name="Chevron Left">
              <a:extLst>
                <a:ext uri="{FF2B5EF4-FFF2-40B4-BE49-F238E27FC236}">
                  <a16:creationId xmlns:a16="http://schemas.microsoft.com/office/drawing/2014/main" id="{06EED1F8-D0E9-BFD2-4872-D6C0AC159DF6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3" name="Text Box">
            <a:extLst>
              <a:ext uri="{FF2B5EF4-FFF2-40B4-BE49-F238E27FC236}">
                <a16:creationId xmlns:a16="http://schemas.microsoft.com/office/drawing/2014/main" id="{8A699F70-1E93-65EE-DFB8-FEEA09BE4664}"/>
              </a:ext>
            </a:extLst>
          </p:cNvPr>
          <p:cNvSpPr>
            <a:spLocks/>
          </p:cNvSpPr>
          <p:nvPr/>
        </p:nvSpPr>
        <p:spPr bwMode="auto">
          <a:xfrm>
            <a:off x="3269973" y="4489318"/>
            <a:ext cx="863999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D87C2BE2-DEE4-8544-1CC0-7FDFDC898520}"/>
              </a:ext>
            </a:extLst>
          </p:cNvPr>
          <p:cNvGrpSpPr/>
          <p:nvPr/>
        </p:nvGrpSpPr>
        <p:grpSpPr>
          <a:xfrm>
            <a:off x="4164008" y="4489318"/>
            <a:ext cx="446018" cy="493298"/>
            <a:chOff x="1290369" y="2868764"/>
            <a:chExt cx="446018" cy="493298"/>
          </a:xfrm>
        </p:grpSpPr>
        <p:sp>
          <p:nvSpPr>
            <p:cNvPr id="105" name="Text Box">
              <a:extLst>
                <a:ext uri="{FF2B5EF4-FFF2-40B4-BE49-F238E27FC236}">
                  <a16:creationId xmlns:a16="http://schemas.microsoft.com/office/drawing/2014/main" id="{CC4FC3E0-6E84-6A3B-33CD-39F0C2C0E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49329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정액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정률</a:t>
              </a: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(%)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6" name="Chevron Left">
              <a:extLst>
                <a:ext uri="{FF2B5EF4-FFF2-40B4-BE49-F238E27FC236}">
                  <a16:creationId xmlns:a16="http://schemas.microsoft.com/office/drawing/2014/main" id="{EB4CE6C5-7C9F-3517-17A3-28357FEBD8F7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" name="Text Box">
            <a:extLst>
              <a:ext uri="{FF2B5EF4-FFF2-40B4-BE49-F238E27FC236}">
                <a16:creationId xmlns:a16="http://schemas.microsoft.com/office/drawing/2014/main" id="{F3BD9800-8376-D53C-4BD0-CE4D8420A670}"/>
              </a:ext>
            </a:extLst>
          </p:cNvPr>
          <p:cNvSpPr>
            <a:spLocks/>
          </p:cNvSpPr>
          <p:nvPr/>
        </p:nvSpPr>
        <p:spPr bwMode="auto">
          <a:xfrm>
            <a:off x="6282118" y="4491949"/>
            <a:ext cx="64807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765D34D8-D5CA-AEF6-786C-E95D103B4230}"/>
              </a:ext>
            </a:extLst>
          </p:cNvPr>
          <p:cNvGrpSpPr/>
          <p:nvPr/>
        </p:nvGrpSpPr>
        <p:grpSpPr>
          <a:xfrm>
            <a:off x="7248128" y="4496405"/>
            <a:ext cx="446018" cy="790255"/>
            <a:chOff x="1290369" y="2868763"/>
            <a:chExt cx="446018" cy="790255"/>
          </a:xfrm>
        </p:grpSpPr>
        <p:sp>
          <p:nvSpPr>
            <p:cNvPr id="109" name="Text Box">
              <a:extLst>
                <a:ext uri="{FF2B5EF4-FFF2-40B4-BE49-F238E27FC236}">
                  <a16:creationId xmlns:a16="http://schemas.microsoft.com/office/drawing/2014/main" id="{6E6D1FA9-B593-ED94-CF15-C71192DB1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3"/>
              <a:ext cx="446018" cy="790255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올림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내림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반 올림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반 내림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절사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0" name="Chevron Left">
              <a:extLst>
                <a:ext uri="{FF2B5EF4-FFF2-40B4-BE49-F238E27FC236}">
                  <a16:creationId xmlns:a16="http://schemas.microsoft.com/office/drawing/2014/main" id="{592E0BEA-A9AB-C994-1981-C6B601F4EEEA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A525E338-5AC0-F394-4FE0-79A3081F5625}"/>
              </a:ext>
            </a:extLst>
          </p:cNvPr>
          <p:cNvGrpSpPr/>
          <p:nvPr/>
        </p:nvGrpSpPr>
        <p:grpSpPr>
          <a:xfrm rot="10800000">
            <a:off x="1343512" y="1112212"/>
            <a:ext cx="360000" cy="372571"/>
            <a:chOff x="3180625" y="5062589"/>
            <a:chExt cx="360000" cy="372571"/>
          </a:xfrm>
        </p:grpSpPr>
        <p:cxnSp>
          <p:nvCxnSpPr>
            <p:cNvPr id="112" name="직선 연결선 206">
              <a:extLst>
                <a:ext uri="{FF2B5EF4-FFF2-40B4-BE49-F238E27FC236}">
                  <a16:creationId xmlns:a16="http://schemas.microsoft.com/office/drawing/2014/main" id="{15857CEA-6F7E-91A3-7C0A-A3BCB1A35105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56292873-1C4E-005C-F162-62913BD87929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E37EECCB-B7A8-7321-2DF8-A3AFCFBBC15F}"/>
              </a:ext>
            </a:extLst>
          </p:cNvPr>
          <p:cNvSpPr txBox="1"/>
          <p:nvPr/>
        </p:nvSpPr>
        <p:spPr>
          <a:xfrm>
            <a:off x="2218460" y="1183679"/>
            <a:ext cx="200247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0" lang="en-US" altLang="ko-KR" sz="800" i="0" u="none" strike="noStrike" kern="0" cap="none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※</a:t>
            </a:r>
            <a:r>
              <a:rPr kumimoji="0" lang="ko-KR" altLang="en-US" sz="800" i="0" u="none" strike="noStrike" kern="0" cap="none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 </a:t>
            </a:r>
            <a:r>
              <a:rPr kumimoji="0" lang="ko-KR" altLang="en-US" sz="800" kern="0" dirty="0">
                <a:solidFill>
                  <a:srgbClr val="FF0000"/>
                </a:solidFill>
                <a:latin typeface="+mn-ea"/>
                <a:ea typeface="+mn-ea"/>
              </a:rPr>
              <a:t>금액은 </a:t>
            </a:r>
            <a:r>
              <a:rPr kumimoji="1" lang="en-US" altLang="ko-KR" sz="800" dirty="0">
                <a:solidFill>
                  <a:srgbClr val="FF0000"/>
                </a:solidFill>
                <a:latin typeface="+mn-ea"/>
                <a:ea typeface="+mn-ea"/>
              </a:rPr>
              <a:t>VAT</a:t>
            </a:r>
            <a:r>
              <a:rPr kumimoji="1" lang="ko-KR" altLang="en-US" sz="800" dirty="0">
                <a:solidFill>
                  <a:srgbClr val="FF0000"/>
                </a:solidFill>
                <a:latin typeface="+mn-ea"/>
                <a:ea typeface="+mn-ea"/>
              </a:rPr>
              <a:t> </a:t>
            </a:r>
            <a:r>
              <a:rPr lang="ko-KR" altLang="en-US" sz="800" dirty="0">
                <a:solidFill>
                  <a:srgbClr val="FF0000"/>
                </a:solidFill>
                <a:latin typeface="+mn-ea"/>
                <a:ea typeface="+mn-ea"/>
              </a:rPr>
              <a:t>포함 금액으로 입력하세요</a:t>
            </a:r>
            <a:r>
              <a:rPr lang="en-US" altLang="ko-KR" sz="800" dirty="0">
                <a:solidFill>
                  <a:srgbClr val="FF0000"/>
                </a:solidFill>
                <a:latin typeface="+mn-ea"/>
                <a:ea typeface="+mn-ea"/>
              </a:rPr>
              <a:t>.</a:t>
            </a:r>
            <a:endParaRPr kumimoji="1" lang="ko-KR" altLang="en-US" sz="8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graphicFrame>
        <p:nvGraphicFramePr>
          <p:cNvPr id="121" name="표 120">
            <a:extLst>
              <a:ext uri="{FF2B5EF4-FFF2-40B4-BE49-F238E27FC236}">
                <a16:creationId xmlns:a16="http://schemas.microsoft.com/office/drawing/2014/main" id="{E19C4E5A-BFF1-80C5-60A8-55E0D4C19B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2994709"/>
              </p:ext>
            </p:extLst>
          </p:nvPr>
        </p:nvGraphicFramePr>
        <p:xfrm>
          <a:off x="2409139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24" name="Text Box">
            <a:extLst>
              <a:ext uri="{FF2B5EF4-FFF2-40B4-BE49-F238E27FC236}">
                <a16:creationId xmlns:a16="http://schemas.microsoft.com/office/drawing/2014/main" id="{A9A2C583-A10E-1461-4BC4-790AD6D6CCFF}"/>
              </a:ext>
            </a:extLst>
          </p:cNvPr>
          <p:cNvSpPr>
            <a:spLocks/>
          </p:cNvSpPr>
          <p:nvPr/>
        </p:nvSpPr>
        <p:spPr bwMode="auto">
          <a:xfrm>
            <a:off x="3922212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5" name="Text Box">
            <a:extLst>
              <a:ext uri="{FF2B5EF4-FFF2-40B4-BE49-F238E27FC236}">
                <a16:creationId xmlns:a16="http://schemas.microsoft.com/office/drawing/2014/main" id="{422EFB0F-34E2-F15D-C955-47CE16FB3C66}"/>
              </a:ext>
            </a:extLst>
          </p:cNvPr>
          <p:cNvSpPr>
            <a:spLocks/>
          </p:cNvSpPr>
          <p:nvPr/>
        </p:nvSpPr>
        <p:spPr bwMode="auto">
          <a:xfrm>
            <a:off x="5136046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6" name="Text Box">
            <a:extLst>
              <a:ext uri="{FF2B5EF4-FFF2-40B4-BE49-F238E27FC236}">
                <a16:creationId xmlns:a16="http://schemas.microsoft.com/office/drawing/2014/main" id="{DE4A395C-26CF-4425-0430-B8AAF3841118}"/>
              </a:ext>
            </a:extLst>
          </p:cNvPr>
          <p:cNvSpPr>
            <a:spLocks/>
          </p:cNvSpPr>
          <p:nvPr/>
        </p:nvSpPr>
        <p:spPr bwMode="auto">
          <a:xfrm>
            <a:off x="2691784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7" name="Text Box">
            <a:extLst>
              <a:ext uri="{FF2B5EF4-FFF2-40B4-BE49-F238E27FC236}">
                <a16:creationId xmlns:a16="http://schemas.microsoft.com/office/drawing/2014/main" id="{A98E6CAA-7D2F-2D80-5871-2E020706EF2A}"/>
              </a:ext>
            </a:extLst>
          </p:cNvPr>
          <p:cNvSpPr>
            <a:spLocks/>
          </p:cNvSpPr>
          <p:nvPr/>
        </p:nvSpPr>
        <p:spPr bwMode="auto">
          <a:xfrm>
            <a:off x="2691784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8" name="Text Box">
            <a:extLst>
              <a:ext uri="{FF2B5EF4-FFF2-40B4-BE49-F238E27FC236}">
                <a16:creationId xmlns:a16="http://schemas.microsoft.com/office/drawing/2014/main" id="{3F361F74-76EB-5E13-4C84-3ED94F6717B3}"/>
              </a:ext>
            </a:extLst>
          </p:cNvPr>
          <p:cNvSpPr>
            <a:spLocks/>
          </p:cNvSpPr>
          <p:nvPr/>
        </p:nvSpPr>
        <p:spPr bwMode="auto">
          <a:xfrm>
            <a:off x="2691784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41" name="표 140">
            <a:extLst>
              <a:ext uri="{FF2B5EF4-FFF2-40B4-BE49-F238E27FC236}">
                <a16:creationId xmlns:a16="http://schemas.microsoft.com/office/drawing/2014/main" id="{4A6EC35B-A923-BC1A-E649-8D2101EDD3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3639774"/>
              </p:ext>
            </p:extLst>
          </p:nvPr>
        </p:nvGraphicFramePr>
        <p:xfrm>
          <a:off x="3542479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42" name="Text Box">
            <a:extLst>
              <a:ext uri="{FF2B5EF4-FFF2-40B4-BE49-F238E27FC236}">
                <a16:creationId xmlns:a16="http://schemas.microsoft.com/office/drawing/2014/main" id="{61F816A0-B76B-DF14-C814-FF35AA710713}"/>
              </a:ext>
            </a:extLst>
          </p:cNvPr>
          <p:cNvSpPr>
            <a:spLocks/>
          </p:cNvSpPr>
          <p:nvPr/>
        </p:nvSpPr>
        <p:spPr bwMode="auto">
          <a:xfrm>
            <a:off x="3825124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3" name="Text Box">
            <a:extLst>
              <a:ext uri="{FF2B5EF4-FFF2-40B4-BE49-F238E27FC236}">
                <a16:creationId xmlns:a16="http://schemas.microsoft.com/office/drawing/2014/main" id="{C5FBC1BF-B3B0-6B24-26DA-51676B3AECB1}"/>
              </a:ext>
            </a:extLst>
          </p:cNvPr>
          <p:cNvSpPr>
            <a:spLocks/>
          </p:cNvSpPr>
          <p:nvPr/>
        </p:nvSpPr>
        <p:spPr bwMode="auto">
          <a:xfrm>
            <a:off x="3825124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4" name="Text Box">
            <a:extLst>
              <a:ext uri="{FF2B5EF4-FFF2-40B4-BE49-F238E27FC236}">
                <a16:creationId xmlns:a16="http://schemas.microsoft.com/office/drawing/2014/main" id="{A31617AB-FFD4-DF14-4878-129D6FDE45BD}"/>
              </a:ext>
            </a:extLst>
          </p:cNvPr>
          <p:cNvSpPr>
            <a:spLocks/>
          </p:cNvSpPr>
          <p:nvPr/>
        </p:nvSpPr>
        <p:spPr bwMode="auto">
          <a:xfrm>
            <a:off x="3825124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45" name="표 144">
            <a:extLst>
              <a:ext uri="{FF2B5EF4-FFF2-40B4-BE49-F238E27FC236}">
                <a16:creationId xmlns:a16="http://schemas.microsoft.com/office/drawing/2014/main" id="{6D90FCB7-8E1E-9FA3-A003-1EE736EF4F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5778228"/>
              </p:ext>
            </p:extLst>
          </p:nvPr>
        </p:nvGraphicFramePr>
        <p:xfrm>
          <a:off x="4672600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46" name="Text Box">
            <a:extLst>
              <a:ext uri="{FF2B5EF4-FFF2-40B4-BE49-F238E27FC236}">
                <a16:creationId xmlns:a16="http://schemas.microsoft.com/office/drawing/2014/main" id="{B534FE5C-6C13-9F2C-1F2D-03DEED579B7E}"/>
              </a:ext>
            </a:extLst>
          </p:cNvPr>
          <p:cNvSpPr>
            <a:spLocks/>
          </p:cNvSpPr>
          <p:nvPr/>
        </p:nvSpPr>
        <p:spPr bwMode="auto">
          <a:xfrm>
            <a:off x="4955245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7" name="Text Box">
            <a:extLst>
              <a:ext uri="{FF2B5EF4-FFF2-40B4-BE49-F238E27FC236}">
                <a16:creationId xmlns:a16="http://schemas.microsoft.com/office/drawing/2014/main" id="{883D62EA-295D-2CAB-1075-45B1895C3EA1}"/>
              </a:ext>
            </a:extLst>
          </p:cNvPr>
          <p:cNvSpPr>
            <a:spLocks/>
          </p:cNvSpPr>
          <p:nvPr/>
        </p:nvSpPr>
        <p:spPr bwMode="auto">
          <a:xfrm>
            <a:off x="4955245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8" name="Text Box">
            <a:extLst>
              <a:ext uri="{FF2B5EF4-FFF2-40B4-BE49-F238E27FC236}">
                <a16:creationId xmlns:a16="http://schemas.microsoft.com/office/drawing/2014/main" id="{A09C4113-1BB7-8785-9F1C-4728EAB56EB5}"/>
              </a:ext>
            </a:extLst>
          </p:cNvPr>
          <p:cNvSpPr>
            <a:spLocks/>
          </p:cNvSpPr>
          <p:nvPr/>
        </p:nvSpPr>
        <p:spPr bwMode="auto">
          <a:xfrm>
            <a:off x="4955245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49" name="표 148">
            <a:extLst>
              <a:ext uri="{FF2B5EF4-FFF2-40B4-BE49-F238E27FC236}">
                <a16:creationId xmlns:a16="http://schemas.microsoft.com/office/drawing/2014/main" id="{96C466A2-BC42-1661-E32D-D95513C39D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1768629"/>
              </p:ext>
            </p:extLst>
          </p:nvPr>
        </p:nvGraphicFramePr>
        <p:xfrm>
          <a:off x="5809161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50" name="Text Box">
            <a:extLst>
              <a:ext uri="{FF2B5EF4-FFF2-40B4-BE49-F238E27FC236}">
                <a16:creationId xmlns:a16="http://schemas.microsoft.com/office/drawing/2014/main" id="{EB78442B-EA87-31CF-1792-2B59E9A3D380}"/>
              </a:ext>
            </a:extLst>
          </p:cNvPr>
          <p:cNvSpPr>
            <a:spLocks/>
          </p:cNvSpPr>
          <p:nvPr/>
        </p:nvSpPr>
        <p:spPr bwMode="auto">
          <a:xfrm>
            <a:off x="6091806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1" name="Text Box">
            <a:extLst>
              <a:ext uri="{FF2B5EF4-FFF2-40B4-BE49-F238E27FC236}">
                <a16:creationId xmlns:a16="http://schemas.microsoft.com/office/drawing/2014/main" id="{373A368C-B7C9-3BA0-1BE7-432FE8C385A7}"/>
              </a:ext>
            </a:extLst>
          </p:cNvPr>
          <p:cNvSpPr>
            <a:spLocks/>
          </p:cNvSpPr>
          <p:nvPr/>
        </p:nvSpPr>
        <p:spPr bwMode="auto">
          <a:xfrm>
            <a:off x="6091806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2" name="Text Box">
            <a:extLst>
              <a:ext uri="{FF2B5EF4-FFF2-40B4-BE49-F238E27FC236}">
                <a16:creationId xmlns:a16="http://schemas.microsoft.com/office/drawing/2014/main" id="{1BE181C6-8F79-B81B-3491-5DBBE3D526A0}"/>
              </a:ext>
            </a:extLst>
          </p:cNvPr>
          <p:cNvSpPr>
            <a:spLocks/>
          </p:cNvSpPr>
          <p:nvPr/>
        </p:nvSpPr>
        <p:spPr bwMode="auto">
          <a:xfrm>
            <a:off x="6091806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53" name="표 152">
            <a:extLst>
              <a:ext uri="{FF2B5EF4-FFF2-40B4-BE49-F238E27FC236}">
                <a16:creationId xmlns:a16="http://schemas.microsoft.com/office/drawing/2014/main" id="{93E8695B-F4E9-5AE8-35FD-2E08E005D0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8075862"/>
              </p:ext>
            </p:extLst>
          </p:nvPr>
        </p:nvGraphicFramePr>
        <p:xfrm>
          <a:off x="6942502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54" name="Text Box">
            <a:extLst>
              <a:ext uri="{FF2B5EF4-FFF2-40B4-BE49-F238E27FC236}">
                <a16:creationId xmlns:a16="http://schemas.microsoft.com/office/drawing/2014/main" id="{6D5470EE-66E8-68D3-77F7-DFEB4DE30942}"/>
              </a:ext>
            </a:extLst>
          </p:cNvPr>
          <p:cNvSpPr>
            <a:spLocks/>
          </p:cNvSpPr>
          <p:nvPr/>
        </p:nvSpPr>
        <p:spPr bwMode="auto">
          <a:xfrm>
            <a:off x="7225147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5" name="Text Box">
            <a:extLst>
              <a:ext uri="{FF2B5EF4-FFF2-40B4-BE49-F238E27FC236}">
                <a16:creationId xmlns:a16="http://schemas.microsoft.com/office/drawing/2014/main" id="{72998A5B-FF4D-8212-26C5-71E130ED3CB6}"/>
              </a:ext>
            </a:extLst>
          </p:cNvPr>
          <p:cNvSpPr>
            <a:spLocks/>
          </p:cNvSpPr>
          <p:nvPr/>
        </p:nvSpPr>
        <p:spPr bwMode="auto">
          <a:xfrm>
            <a:off x="7225147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6" name="Text Box">
            <a:extLst>
              <a:ext uri="{FF2B5EF4-FFF2-40B4-BE49-F238E27FC236}">
                <a16:creationId xmlns:a16="http://schemas.microsoft.com/office/drawing/2014/main" id="{975C3AB8-EC30-73B1-6D3F-41298445B02A}"/>
              </a:ext>
            </a:extLst>
          </p:cNvPr>
          <p:cNvSpPr>
            <a:spLocks/>
          </p:cNvSpPr>
          <p:nvPr/>
        </p:nvSpPr>
        <p:spPr bwMode="auto">
          <a:xfrm>
            <a:off x="7225147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57" name="표 156">
            <a:extLst>
              <a:ext uri="{FF2B5EF4-FFF2-40B4-BE49-F238E27FC236}">
                <a16:creationId xmlns:a16="http://schemas.microsoft.com/office/drawing/2014/main" id="{3DC68498-AE36-8052-E3F8-FBA3362310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6129512"/>
              </p:ext>
            </p:extLst>
          </p:nvPr>
        </p:nvGraphicFramePr>
        <p:xfrm>
          <a:off x="2409139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58" name="Text Box">
            <a:extLst>
              <a:ext uri="{FF2B5EF4-FFF2-40B4-BE49-F238E27FC236}">
                <a16:creationId xmlns:a16="http://schemas.microsoft.com/office/drawing/2014/main" id="{5B30FCBD-7B38-6007-2D81-8EBB1551277B}"/>
              </a:ext>
            </a:extLst>
          </p:cNvPr>
          <p:cNvSpPr>
            <a:spLocks/>
          </p:cNvSpPr>
          <p:nvPr/>
        </p:nvSpPr>
        <p:spPr bwMode="auto">
          <a:xfrm>
            <a:off x="2691784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618BFC36-1FCF-39FA-83C3-BC41184836E8}"/>
              </a:ext>
            </a:extLst>
          </p:cNvPr>
          <p:cNvSpPr>
            <a:spLocks/>
          </p:cNvSpPr>
          <p:nvPr/>
        </p:nvSpPr>
        <p:spPr bwMode="auto">
          <a:xfrm>
            <a:off x="2691784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2D00EC39-B521-EC7A-602C-572166987144}"/>
              </a:ext>
            </a:extLst>
          </p:cNvPr>
          <p:cNvSpPr>
            <a:spLocks/>
          </p:cNvSpPr>
          <p:nvPr/>
        </p:nvSpPr>
        <p:spPr bwMode="auto">
          <a:xfrm>
            <a:off x="2691784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61" name="표 160">
            <a:extLst>
              <a:ext uri="{FF2B5EF4-FFF2-40B4-BE49-F238E27FC236}">
                <a16:creationId xmlns:a16="http://schemas.microsoft.com/office/drawing/2014/main" id="{95CC9811-E89F-4625-3550-E4964F235A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3435547"/>
              </p:ext>
            </p:extLst>
          </p:nvPr>
        </p:nvGraphicFramePr>
        <p:xfrm>
          <a:off x="3542479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62" name="Text Box">
            <a:extLst>
              <a:ext uri="{FF2B5EF4-FFF2-40B4-BE49-F238E27FC236}">
                <a16:creationId xmlns:a16="http://schemas.microsoft.com/office/drawing/2014/main" id="{09BF0B22-D896-534E-A3C5-38C598C8AD1E}"/>
              </a:ext>
            </a:extLst>
          </p:cNvPr>
          <p:cNvSpPr>
            <a:spLocks/>
          </p:cNvSpPr>
          <p:nvPr/>
        </p:nvSpPr>
        <p:spPr bwMode="auto">
          <a:xfrm>
            <a:off x="3825124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3" name="Text Box">
            <a:extLst>
              <a:ext uri="{FF2B5EF4-FFF2-40B4-BE49-F238E27FC236}">
                <a16:creationId xmlns:a16="http://schemas.microsoft.com/office/drawing/2014/main" id="{2B37F086-D669-335B-2526-3EDD4C98AAB3}"/>
              </a:ext>
            </a:extLst>
          </p:cNvPr>
          <p:cNvSpPr>
            <a:spLocks/>
          </p:cNvSpPr>
          <p:nvPr/>
        </p:nvSpPr>
        <p:spPr bwMode="auto">
          <a:xfrm>
            <a:off x="3825124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4" name="Text Box">
            <a:extLst>
              <a:ext uri="{FF2B5EF4-FFF2-40B4-BE49-F238E27FC236}">
                <a16:creationId xmlns:a16="http://schemas.microsoft.com/office/drawing/2014/main" id="{77BC3AC4-5820-5E66-9523-49663E7C38FB}"/>
              </a:ext>
            </a:extLst>
          </p:cNvPr>
          <p:cNvSpPr>
            <a:spLocks/>
          </p:cNvSpPr>
          <p:nvPr/>
        </p:nvSpPr>
        <p:spPr bwMode="auto">
          <a:xfrm>
            <a:off x="3825124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FC74E6F9-9492-78A4-C508-93CAC16717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0065136"/>
              </p:ext>
            </p:extLst>
          </p:nvPr>
        </p:nvGraphicFramePr>
        <p:xfrm>
          <a:off x="4672600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66" name="Text Box">
            <a:extLst>
              <a:ext uri="{FF2B5EF4-FFF2-40B4-BE49-F238E27FC236}">
                <a16:creationId xmlns:a16="http://schemas.microsoft.com/office/drawing/2014/main" id="{524019B8-9357-7F91-3DA5-A7CBA7ACAF39}"/>
              </a:ext>
            </a:extLst>
          </p:cNvPr>
          <p:cNvSpPr>
            <a:spLocks/>
          </p:cNvSpPr>
          <p:nvPr/>
        </p:nvSpPr>
        <p:spPr bwMode="auto">
          <a:xfrm>
            <a:off x="4955245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7" name="Text Box">
            <a:extLst>
              <a:ext uri="{FF2B5EF4-FFF2-40B4-BE49-F238E27FC236}">
                <a16:creationId xmlns:a16="http://schemas.microsoft.com/office/drawing/2014/main" id="{EF053CA9-EB76-B776-0B81-A8564376D176}"/>
              </a:ext>
            </a:extLst>
          </p:cNvPr>
          <p:cNvSpPr>
            <a:spLocks/>
          </p:cNvSpPr>
          <p:nvPr/>
        </p:nvSpPr>
        <p:spPr bwMode="auto">
          <a:xfrm>
            <a:off x="4955245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8" name="Text Box">
            <a:extLst>
              <a:ext uri="{FF2B5EF4-FFF2-40B4-BE49-F238E27FC236}">
                <a16:creationId xmlns:a16="http://schemas.microsoft.com/office/drawing/2014/main" id="{410E2D8A-8CB6-BE0A-35A4-0FE3F9859E44}"/>
              </a:ext>
            </a:extLst>
          </p:cNvPr>
          <p:cNvSpPr>
            <a:spLocks/>
          </p:cNvSpPr>
          <p:nvPr/>
        </p:nvSpPr>
        <p:spPr bwMode="auto">
          <a:xfrm>
            <a:off x="4955245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69" name="표 168">
            <a:extLst>
              <a:ext uri="{FF2B5EF4-FFF2-40B4-BE49-F238E27FC236}">
                <a16:creationId xmlns:a16="http://schemas.microsoft.com/office/drawing/2014/main" id="{1D3F01A9-0603-433E-AFF0-0A157713F9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6964705"/>
              </p:ext>
            </p:extLst>
          </p:nvPr>
        </p:nvGraphicFramePr>
        <p:xfrm>
          <a:off x="5809161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70" name="Text Box">
            <a:extLst>
              <a:ext uri="{FF2B5EF4-FFF2-40B4-BE49-F238E27FC236}">
                <a16:creationId xmlns:a16="http://schemas.microsoft.com/office/drawing/2014/main" id="{1F142163-CD11-32BA-5948-DCFB4185B57C}"/>
              </a:ext>
            </a:extLst>
          </p:cNvPr>
          <p:cNvSpPr>
            <a:spLocks/>
          </p:cNvSpPr>
          <p:nvPr/>
        </p:nvSpPr>
        <p:spPr bwMode="auto">
          <a:xfrm>
            <a:off x="6091806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1" name="Text Box">
            <a:extLst>
              <a:ext uri="{FF2B5EF4-FFF2-40B4-BE49-F238E27FC236}">
                <a16:creationId xmlns:a16="http://schemas.microsoft.com/office/drawing/2014/main" id="{5D12A250-6017-1C71-A4CE-26935D634859}"/>
              </a:ext>
            </a:extLst>
          </p:cNvPr>
          <p:cNvSpPr>
            <a:spLocks/>
          </p:cNvSpPr>
          <p:nvPr/>
        </p:nvSpPr>
        <p:spPr bwMode="auto">
          <a:xfrm>
            <a:off x="6091806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2" name="Text Box">
            <a:extLst>
              <a:ext uri="{FF2B5EF4-FFF2-40B4-BE49-F238E27FC236}">
                <a16:creationId xmlns:a16="http://schemas.microsoft.com/office/drawing/2014/main" id="{A93981B1-2205-5541-E5C0-3C082740EA4A}"/>
              </a:ext>
            </a:extLst>
          </p:cNvPr>
          <p:cNvSpPr>
            <a:spLocks/>
          </p:cNvSpPr>
          <p:nvPr/>
        </p:nvSpPr>
        <p:spPr bwMode="auto">
          <a:xfrm>
            <a:off x="6091806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73" name="표 172">
            <a:extLst>
              <a:ext uri="{FF2B5EF4-FFF2-40B4-BE49-F238E27FC236}">
                <a16:creationId xmlns:a16="http://schemas.microsoft.com/office/drawing/2014/main" id="{6210B367-C381-533F-3B3E-9DB76C9A73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4740101"/>
              </p:ext>
            </p:extLst>
          </p:nvPr>
        </p:nvGraphicFramePr>
        <p:xfrm>
          <a:off x="6942502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74" name="Text Box">
            <a:extLst>
              <a:ext uri="{FF2B5EF4-FFF2-40B4-BE49-F238E27FC236}">
                <a16:creationId xmlns:a16="http://schemas.microsoft.com/office/drawing/2014/main" id="{2C66FC2E-9656-2A55-0668-B865E361B8D1}"/>
              </a:ext>
            </a:extLst>
          </p:cNvPr>
          <p:cNvSpPr>
            <a:spLocks/>
          </p:cNvSpPr>
          <p:nvPr/>
        </p:nvSpPr>
        <p:spPr bwMode="auto">
          <a:xfrm>
            <a:off x="7225147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5" name="Text Box">
            <a:extLst>
              <a:ext uri="{FF2B5EF4-FFF2-40B4-BE49-F238E27FC236}">
                <a16:creationId xmlns:a16="http://schemas.microsoft.com/office/drawing/2014/main" id="{8DB9C521-DCD8-CB8E-7EAC-7A50FDA0CBC6}"/>
              </a:ext>
            </a:extLst>
          </p:cNvPr>
          <p:cNvSpPr>
            <a:spLocks/>
          </p:cNvSpPr>
          <p:nvPr/>
        </p:nvSpPr>
        <p:spPr bwMode="auto">
          <a:xfrm>
            <a:off x="7225147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6" name="Text Box">
            <a:extLst>
              <a:ext uri="{FF2B5EF4-FFF2-40B4-BE49-F238E27FC236}">
                <a16:creationId xmlns:a16="http://schemas.microsoft.com/office/drawing/2014/main" id="{22399CAA-3A6D-ED5C-BB65-6826655324A7}"/>
              </a:ext>
            </a:extLst>
          </p:cNvPr>
          <p:cNvSpPr>
            <a:spLocks/>
          </p:cNvSpPr>
          <p:nvPr/>
        </p:nvSpPr>
        <p:spPr bwMode="auto">
          <a:xfrm>
            <a:off x="7225147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1FB61629-7151-5686-D5A2-9B47B307F750}"/>
              </a:ext>
            </a:extLst>
          </p:cNvPr>
          <p:cNvSpPr txBox="1"/>
          <p:nvPr/>
        </p:nvSpPr>
        <p:spPr>
          <a:xfrm>
            <a:off x="5593168" y="1470313"/>
            <a:ext cx="94128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0" lang="ko-KR" altLang="en-US" sz="700" b="0" i="1" u="none" strike="noStrike" kern="0" cap="none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← 디폴트 전체 체크</a:t>
            </a:r>
            <a:endParaRPr kumimoji="1" lang="ko-KR" altLang="en-US" sz="70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CFD52521-2B03-B66B-BAE0-953D0CBD0D3B}"/>
              </a:ext>
            </a:extLst>
          </p:cNvPr>
          <p:cNvSpPr/>
          <p:nvPr/>
        </p:nvSpPr>
        <p:spPr>
          <a:xfrm>
            <a:off x="47328" y="491100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dirty="0"/>
              <a:t>▲ 이전 페이지에서 계속</a:t>
            </a: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9CCB2328-9B78-F58C-0AC5-C3A79717024A}"/>
              </a:ext>
            </a:extLst>
          </p:cNvPr>
          <p:cNvSpPr/>
          <p:nvPr/>
        </p:nvSpPr>
        <p:spPr>
          <a:xfrm>
            <a:off x="47328" y="6682109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dirty="0"/>
              <a:t>▾</a:t>
            </a:r>
            <a:r>
              <a:rPr lang="ko-KR" altLang="en-US" sz="700" dirty="0"/>
              <a:t> 다음 페이지에서 계속</a:t>
            </a:r>
          </a:p>
        </p:txBody>
      </p:sp>
      <p:sp>
        <p:nvSpPr>
          <p:cNvPr id="181" name="Teardrop 1">
            <a:extLst>
              <a:ext uri="{FF2B5EF4-FFF2-40B4-BE49-F238E27FC236}">
                <a16:creationId xmlns:a16="http://schemas.microsoft.com/office/drawing/2014/main" id="{FB1F003B-DDCC-12CF-B21B-DB4DA45A7EEC}"/>
              </a:ext>
            </a:extLst>
          </p:cNvPr>
          <p:cNvSpPr/>
          <p:nvPr/>
        </p:nvSpPr>
        <p:spPr>
          <a:xfrm rot="16200000" flipH="1" flipV="1">
            <a:off x="1493114" y="167850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2" name="Teardrop 1">
            <a:extLst>
              <a:ext uri="{FF2B5EF4-FFF2-40B4-BE49-F238E27FC236}">
                <a16:creationId xmlns:a16="http://schemas.microsoft.com/office/drawing/2014/main" id="{E5CB69B0-CE86-DFF7-BF2B-33AAC69B1635}"/>
              </a:ext>
            </a:extLst>
          </p:cNvPr>
          <p:cNvSpPr/>
          <p:nvPr/>
        </p:nvSpPr>
        <p:spPr>
          <a:xfrm rot="16200000" flipH="1" flipV="1">
            <a:off x="1463501" y="2260945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3" name="Teardrop 1">
            <a:extLst>
              <a:ext uri="{FF2B5EF4-FFF2-40B4-BE49-F238E27FC236}">
                <a16:creationId xmlns:a16="http://schemas.microsoft.com/office/drawing/2014/main" id="{FB844B2A-0812-54AA-0172-14D3BD50F1AF}"/>
              </a:ext>
            </a:extLst>
          </p:cNvPr>
          <p:cNvSpPr/>
          <p:nvPr/>
        </p:nvSpPr>
        <p:spPr>
          <a:xfrm rot="16200000" flipH="1" flipV="1">
            <a:off x="1463501" y="3189305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4" name="Teardrop 1">
            <a:extLst>
              <a:ext uri="{FF2B5EF4-FFF2-40B4-BE49-F238E27FC236}">
                <a16:creationId xmlns:a16="http://schemas.microsoft.com/office/drawing/2014/main" id="{1B868219-1B82-E6ED-5C43-5CDB64EDB945}"/>
              </a:ext>
            </a:extLst>
          </p:cNvPr>
          <p:cNvSpPr/>
          <p:nvPr/>
        </p:nvSpPr>
        <p:spPr>
          <a:xfrm rot="16200000" flipH="1" flipV="1">
            <a:off x="1555565" y="440774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79C464D-5F8D-EEBA-581C-B4B1BC2939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7438556"/>
              </p:ext>
            </p:extLst>
          </p:nvPr>
        </p:nvGraphicFramePr>
        <p:xfrm>
          <a:off x="8080422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엑스트라 요금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4" name="Text Box">
            <a:extLst>
              <a:ext uri="{FF2B5EF4-FFF2-40B4-BE49-F238E27FC236}">
                <a16:creationId xmlns:a16="http://schemas.microsoft.com/office/drawing/2014/main" id="{7A85AE0E-65E5-DCEC-1813-E489498C30F3}"/>
              </a:ext>
            </a:extLst>
          </p:cNvPr>
          <p:cNvSpPr>
            <a:spLocks/>
          </p:cNvSpPr>
          <p:nvPr/>
        </p:nvSpPr>
        <p:spPr bwMode="auto">
          <a:xfrm>
            <a:off x="8363067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" name="Text Box">
            <a:extLst>
              <a:ext uri="{FF2B5EF4-FFF2-40B4-BE49-F238E27FC236}">
                <a16:creationId xmlns:a16="http://schemas.microsoft.com/office/drawing/2014/main" id="{6E9A8361-304B-D680-4B94-3F81B741E17F}"/>
              </a:ext>
            </a:extLst>
          </p:cNvPr>
          <p:cNvSpPr>
            <a:spLocks/>
          </p:cNvSpPr>
          <p:nvPr/>
        </p:nvSpPr>
        <p:spPr bwMode="auto">
          <a:xfrm>
            <a:off x="8363067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" name="Text Box">
            <a:extLst>
              <a:ext uri="{FF2B5EF4-FFF2-40B4-BE49-F238E27FC236}">
                <a16:creationId xmlns:a16="http://schemas.microsoft.com/office/drawing/2014/main" id="{D05E0756-5A0E-B3E7-18A8-861F0BD2558A}"/>
              </a:ext>
            </a:extLst>
          </p:cNvPr>
          <p:cNvSpPr>
            <a:spLocks/>
          </p:cNvSpPr>
          <p:nvPr/>
        </p:nvSpPr>
        <p:spPr bwMode="auto">
          <a:xfrm>
            <a:off x="8363067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8D5FD38-805E-0F64-E2FF-C8067D3DA5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0042665"/>
              </p:ext>
            </p:extLst>
          </p:nvPr>
        </p:nvGraphicFramePr>
        <p:xfrm>
          <a:off x="8080422" y="2098830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엑스트라 요금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3" name="Text Box">
            <a:extLst>
              <a:ext uri="{FF2B5EF4-FFF2-40B4-BE49-F238E27FC236}">
                <a16:creationId xmlns:a16="http://schemas.microsoft.com/office/drawing/2014/main" id="{13FE64E1-2A1C-413C-E133-91465D848B2F}"/>
              </a:ext>
            </a:extLst>
          </p:cNvPr>
          <p:cNvSpPr>
            <a:spLocks/>
          </p:cNvSpPr>
          <p:nvPr/>
        </p:nvSpPr>
        <p:spPr bwMode="auto">
          <a:xfrm>
            <a:off x="8363067" y="233552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Text Box">
            <a:extLst>
              <a:ext uri="{FF2B5EF4-FFF2-40B4-BE49-F238E27FC236}">
                <a16:creationId xmlns:a16="http://schemas.microsoft.com/office/drawing/2014/main" id="{FD7A5D58-600B-C31D-5467-F5CEF3D3377B}"/>
              </a:ext>
            </a:extLst>
          </p:cNvPr>
          <p:cNvSpPr>
            <a:spLocks/>
          </p:cNvSpPr>
          <p:nvPr/>
        </p:nvSpPr>
        <p:spPr bwMode="auto">
          <a:xfrm>
            <a:off x="8363067" y="2551242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Text Box">
            <a:extLst>
              <a:ext uri="{FF2B5EF4-FFF2-40B4-BE49-F238E27FC236}">
                <a16:creationId xmlns:a16="http://schemas.microsoft.com/office/drawing/2014/main" id="{41B9CA9F-FAA8-B06F-E325-5DC354CE10D3}"/>
              </a:ext>
            </a:extLst>
          </p:cNvPr>
          <p:cNvSpPr>
            <a:spLocks/>
          </p:cNvSpPr>
          <p:nvPr/>
        </p:nvSpPr>
        <p:spPr bwMode="auto">
          <a:xfrm>
            <a:off x="8363067" y="276374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6436409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E0B125-5C9B-85C5-EB61-18DD547E6D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직사각형 41">
            <a:extLst>
              <a:ext uri="{FF2B5EF4-FFF2-40B4-BE49-F238E27FC236}">
                <a16:creationId xmlns:a16="http://schemas.microsoft.com/office/drawing/2014/main" id="{05C54FE9-D8F2-C2AB-890C-33318FEED1D9}"/>
              </a:ext>
            </a:extLst>
          </p:cNvPr>
          <p:cNvSpPr/>
          <p:nvPr/>
        </p:nvSpPr>
        <p:spPr>
          <a:xfrm>
            <a:off x="47328" y="499683"/>
            <a:ext cx="1368152" cy="6285838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8" name="제목 17">
            <a:extLst>
              <a:ext uri="{FF2B5EF4-FFF2-40B4-BE49-F238E27FC236}">
                <a16:creationId xmlns:a16="http://schemas.microsoft.com/office/drawing/2014/main" id="{740EC6F0-9FC0-3369-0DB2-076BC025AA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109AD400-3745-0EFF-D7C0-47D0746CBA2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옵션 요금 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E7A0B764-7CA7-64B9-2679-DEEC8F51D39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55C26A0D-AAEB-9678-9E5D-FE92989DCE0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A11DAFD4-018F-7188-4856-762C2CE372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0791345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협력업체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각 유료 옵션 조회 팝업 호출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각 유료 등록된 옵션 전체 삭제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validation check </a:t>
                      </a:r>
                      <a:r>
                        <a:rPr lang="ko-KR" altLang="en-US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후 정상 저장 후 리스트 페이지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A2D2FCC4-E0D7-39C5-7AB0-10B753DBF0D9}"/>
              </a:ext>
            </a:extLst>
          </p:cNvPr>
          <p:cNvGrpSpPr/>
          <p:nvPr/>
        </p:nvGrpSpPr>
        <p:grpSpPr>
          <a:xfrm>
            <a:off x="1512625" y="764704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A9E6271F-72BC-D149-0703-F7E454FF21B2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E5177E6E-9F8C-F80D-7FFF-0E7A3ECD3D04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4E1FED97-0B6B-29E8-AD8D-217C3BB44207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1631FC3E-B4C8-678D-7288-660074A3BEEA}"/>
              </a:ext>
            </a:extLst>
          </p:cNvPr>
          <p:cNvGrpSpPr/>
          <p:nvPr/>
        </p:nvGrpSpPr>
        <p:grpSpPr>
          <a:xfrm rot="10800000">
            <a:off x="1343512" y="1028378"/>
            <a:ext cx="360000" cy="372571"/>
            <a:chOff x="3180625" y="5062589"/>
            <a:chExt cx="360000" cy="372571"/>
          </a:xfrm>
        </p:grpSpPr>
        <p:cxnSp>
          <p:nvCxnSpPr>
            <p:cNvPr id="112" name="직선 연결선 206">
              <a:extLst>
                <a:ext uri="{FF2B5EF4-FFF2-40B4-BE49-F238E27FC236}">
                  <a16:creationId xmlns:a16="http://schemas.microsoft.com/office/drawing/2014/main" id="{F2997ED4-6BF2-2E5D-E966-0005D1472A5C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9565B4E7-80DD-A0A7-37AF-C8FF227062BD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4E6D599-AB4E-A5F5-5044-1B53CC5CED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8394360"/>
              </p:ext>
            </p:extLst>
          </p:nvPr>
        </p:nvGraphicFramePr>
        <p:xfrm>
          <a:off x="1513108" y="1348401"/>
          <a:ext cx="7746199" cy="2446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547683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7920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룸서비스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86409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조식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176474"/>
                  </a:ext>
                </a:extLst>
              </a:tr>
              <a:tr h="79049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어메니티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831222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AD778E07-74C5-D29D-DA2A-81BA05DE0A46}"/>
              </a:ext>
            </a:extLst>
          </p:cNvPr>
          <p:cNvSpPr txBox="1"/>
          <p:nvPr/>
        </p:nvSpPr>
        <p:spPr>
          <a:xfrm>
            <a:off x="1427884" y="1106525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유료 옵션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310B9196-E164-73EC-D300-281048B9E453}"/>
              </a:ext>
            </a:extLst>
          </p:cNvPr>
          <p:cNvSpPr/>
          <p:nvPr/>
        </p:nvSpPr>
        <p:spPr>
          <a:xfrm>
            <a:off x="47328" y="491100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dirty="0"/>
              <a:t>▲ 이전 페이지에서 계속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5B2935F-C196-D6A6-0B11-F362F6910938}"/>
              </a:ext>
            </a:extLst>
          </p:cNvPr>
          <p:cNvSpPr/>
          <p:nvPr/>
        </p:nvSpPr>
        <p:spPr>
          <a:xfrm>
            <a:off x="4959999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26F13D0E-DD9F-65B3-C70B-A941DA132510}"/>
              </a:ext>
            </a:extLst>
          </p:cNvPr>
          <p:cNvSpPr/>
          <p:nvPr/>
        </p:nvSpPr>
        <p:spPr>
          <a:xfrm>
            <a:off x="5571306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등록</a:t>
            </a:r>
          </a:p>
        </p:txBody>
      </p:sp>
      <p:sp>
        <p:nvSpPr>
          <p:cNvPr id="88" name="Teardrop 1">
            <a:extLst>
              <a:ext uri="{FF2B5EF4-FFF2-40B4-BE49-F238E27FC236}">
                <a16:creationId xmlns:a16="http://schemas.microsoft.com/office/drawing/2014/main" id="{F23484AF-5439-53A0-834A-806F7DA3D834}"/>
              </a:ext>
            </a:extLst>
          </p:cNvPr>
          <p:cNvSpPr/>
          <p:nvPr/>
        </p:nvSpPr>
        <p:spPr>
          <a:xfrm rot="16200000" flipH="1" flipV="1">
            <a:off x="5500475" y="630857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508BE6AF-BCD5-980B-FAFF-ECEF9F4B1076}"/>
              </a:ext>
            </a:extLst>
          </p:cNvPr>
          <p:cNvSpPr/>
          <p:nvPr/>
        </p:nvSpPr>
        <p:spPr>
          <a:xfrm>
            <a:off x="2787213" y="2215308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119" name="표 118">
            <a:extLst>
              <a:ext uri="{FF2B5EF4-FFF2-40B4-BE49-F238E27FC236}">
                <a16:creationId xmlns:a16="http://schemas.microsoft.com/office/drawing/2014/main" id="{732F3209-696B-EF62-251B-B4940132AD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3428262"/>
              </p:ext>
            </p:extLst>
          </p:nvPr>
        </p:nvGraphicFramePr>
        <p:xfrm>
          <a:off x="2787213" y="2447709"/>
          <a:ext cx="5973083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 grid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등록된 유료 옵션이 없습니다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</a:tbl>
          </a:graphicData>
        </a:graphic>
      </p:graphicFrame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88E2DB4-061D-1FAA-6B0A-0ADA5FEA1F45}"/>
              </a:ext>
            </a:extLst>
          </p:cNvPr>
          <p:cNvSpPr/>
          <p:nvPr/>
        </p:nvSpPr>
        <p:spPr>
          <a:xfrm>
            <a:off x="2787213" y="1411605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123" name="표 122">
            <a:extLst>
              <a:ext uri="{FF2B5EF4-FFF2-40B4-BE49-F238E27FC236}">
                <a16:creationId xmlns:a16="http://schemas.microsoft.com/office/drawing/2014/main" id="{1C0E0359-72E3-414B-3B46-D5932E1F36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4252710"/>
              </p:ext>
            </p:extLst>
          </p:nvPr>
        </p:nvGraphicFramePr>
        <p:xfrm>
          <a:off x="2787213" y="1644006"/>
          <a:ext cx="5973083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 grid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등록된 유료 옵션이 없습니다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</a:tbl>
          </a:graphicData>
        </a:graphic>
      </p:graphicFrame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60F44533-DC13-5118-78E2-9572FBC29834}"/>
              </a:ext>
            </a:extLst>
          </p:cNvPr>
          <p:cNvSpPr/>
          <p:nvPr/>
        </p:nvSpPr>
        <p:spPr>
          <a:xfrm>
            <a:off x="2787213" y="3071201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130" name="표 129">
            <a:extLst>
              <a:ext uri="{FF2B5EF4-FFF2-40B4-BE49-F238E27FC236}">
                <a16:creationId xmlns:a16="http://schemas.microsoft.com/office/drawing/2014/main" id="{E7871B97-AB5E-F85C-BE9D-836E74E438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0472470"/>
              </p:ext>
            </p:extLst>
          </p:nvPr>
        </p:nvGraphicFramePr>
        <p:xfrm>
          <a:off x="2787213" y="3303602"/>
          <a:ext cx="5973083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 grid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등록된 유료 옵션이 없습니다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</a:tbl>
          </a:graphicData>
        </a:graphic>
      </p:graphicFrame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3471D62E-84F4-B9B0-C612-EACB513256F4}"/>
              </a:ext>
            </a:extLst>
          </p:cNvPr>
          <p:cNvGrpSpPr/>
          <p:nvPr/>
        </p:nvGrpSpPr>
        <p:grpSpPr>
          <a:xfrm>
            <a:off x="8825860" y="3310579"/>
            <a:ext cx="78452" cy="460177"/>
            <a:chOff x="8882980" y="4358558"/>
            <a:chExt cx="84043" cy="1950762"/>
          </a:xfrm>
        </p:grpSpPr>
        <p:sp>
          <p:nvSpPr>
            <p:cNvPr id="132" name="모서리가 둥근 직사각형 131">
              <a:extLst>
                <a:ext uri="{FF2B5EF4-FFF2-40B4-BE49-F238E27FC236}">
                  <a16:creationId xmlns:a16="http://schemas.microsoft.com/office/drawing/2014/main" id="{56E87EAB-8A50-4A7B-C718-41E9EE19AE81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33" name="모서리가 둥근 직사각형 170">
              <a:extLst>
                <a:ext uri="{FF2B5EF4-FFF2-40B4-BE49-F238E27FC236}">
                  <a16:creationId xmlns:a16="http://schemas.microsoft.com/office/drawing/2014/main" id="{3818D4EA-D5B8-C0D4-5DFA-B1F0491AA5CE}"/>
                </a:ext>
              </a:extLst>
            </p:cNvPr>
            <p:cNvSpPr/>
            <p:nvPr/>
          </p:nvSpPr>
          <p:spPr>
            <a:xfrm>
              <a:off x="8915210" y="5005462"/>
              <a:ext cx="19671" cy="394848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015E607D-0BA2-F279-F410-5322BC962579}"/>
              </a:ext>
            </a:extLst>
          </p:cNvPr>
          <p:cNvGrpSpPr/>
          <p:nvPr/>
        </p:nvGrpSpPr>
        <p:grpSpPr>
          <a:xfrm>
            <a:off x="8825860" y="2500954"/>
            <a:ext cx="78452" cy="460177"/>
            <a:chOff x="8882980" y="4358558"/>
            <a:chExt cx="84043" cy="1950762"/>
          </a:xfrm>
        </p:grpSpPr>
        <p:sp>
          <p:nvSpPr>
            <p:cNvPr id="135" name="모서리가 둥근 직사각형 134">
              <a:extLst>
                <a:ext uri="{FF2B5EF4-FFF2-40B4-BE49-F238E27FC236}">
                  <a16:creationId xmlns:a16="http://schemas.microsoft.com/office/drawing/2014/main" id="{6B9BD4FE-6EF4-1EBE-0639-ECC4D0E9EEAE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36" name="모서리가 둥근 직사각형 170">
              <a:extLst>
                <a:ext uri="{FF2B5EF4-FFF2-40B4-BE49-F238E27FC236}">
                  <a16:creationId xmlns:a16="http://schemas.microsoft.com/office/drawing/2014/main" id="{4A042BC7-9B33-9FBA-2ECB-CAEE9FFA7F7B}"/>
                </a:ext>
              </a:extLst>
            </p:cNvPr>
            <p:cNvSpPr/>
            <p:nvPr/>
          </p:nvSpPr>
          <p:spPr>
            <a:xfrm>
              <a:off x="8915210" y="5005462"/>
              <a:ext cx="19671" cy="394848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A621B57C-0FFE-3C6D-0E8D-966CEAA1D56C}"/>
              </a:ext>
            </a:extLst>
          </p:cNvPr>
          <p:cNvGrpSpPr/>
          <p:nvPr/>
        </p:nvGrpSpPr>
        <p:grpSpPr>
          <a:xfrm>
            <a:off x="8825860" y="1643704"/>
            <a:ext cx="78452" cy="460177"/>
            <a:chOff x="8882980" y="4358558"/>
            <a:chExt cx="84043" cy="1950762"/>
          </a:xfrm>
        </p:grpSpPr>
        <p:sp>
          <p:nvSpPr>
            <p:cNvPr id="138" name="모서리가 둥근 직사각형 137">
              <a:extLst>
                <a:ext uri="{FF2B5EF4-FFF2-40B4-BE49-F238E27FC236}">
                  <a16:creationId xmlns:a16="http://schemas.microsoft.com/office/drawing/2014/main" id="{EF0B65C5-6E31-757D-8B5E-DEAD6831C708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39" name="모서리가 둥근 직사각형 170">
              <a:extLst>
                <a:ext uri="{FF2B5EF4-FFF2-40B4-BE49-F238E27FC236}">
                  <a16:creationId xmlns:a16="http://schemas.microsoft.com/office/drawing/2014/main" id="{7D81C8E5-BB09-31D0-16AC-E18B30FA59A6}"/>
                </a:ext>
              </a:extLst>
            </p:cNvPr>
            <p:cNvSpPr/>
            <p:nvPr/>
          </p:nvSpPr>
          <p:spPr>
            <a:xfrm>
              <a:off x="8915210" y="5005462"/>
              <a:ext cx="19671" cy="394848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9FA75011-A1B8-AA05-51E3-B11621D062A2}"/>
              </a:ext>
            </a:extLst>
          </p:cNvPr>
          <p:cNvSpPr/>
          <p:nvPr/>
        </p:nvSpPr>
        <p:spPr>
          <a:xfrm>
            <a:off x="8218462" y="1408373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3A071EB1-8EE0-C00B-AD90-0F5CB1C286AC}"/>
              </a:ext>
            </a:extLst>
          </p:cNvPr>
          <p:cNvSpPr/>
          <p:nvPr/>
        </p:nvSpPr>
        <p:spPr>
          <a:xfrm>
            <a:off x="8218462" y="2218601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C35AA671-BAE0-22D2-6DC3-A66AD9ADEF0C}"/>
              </a:ext>
            </a:extLst>
          </p:cNvPr>
          <p:cNvSpPr/>
          <p:nvPr/>
        </p:nvSpPr>
        <p:spPr>
          <a:xfrm>
            <a:off x="8218462" y="3069341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186" name="Teardrop 1">
            <a:extLst>
              <a:ext uri="{FF2B5EF4-FFF2-40B4-BE49-F238E27FC236}">
                <a16:creationId xmlns:a16="http://schemas.microsoft.com/office/drawing/2014/main" id="{80BE7B17-D359-E685-3219-FF9135B8D5EC}"/>
              </a:ext>
            </a:extLst>
          </p:cNvPr>
          <p:cNvSpPr/>
          <p:nvPr/>
        </p:nvSpPr>
        <p:spPr>
          <a:xfrm rot="16200000" flipH="1" flipV="1">
            <a:off x="2705024" y="1301808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0" name="Teardrop 1">
            <a:extLst>
              <a:ext uri="{FF2B5EF4-FFF2-40B4-BE49-F238E27FC236}">
                <a16:creationId xmlns:a16="http://schemas.microsoft.com/office/drawing/2014/main" id="{355C482B-6148-34C1-39E2-6B70630F6756}"/>
              </a:ext>
            </a:extLst>
          </p:cNvPr>
          <p:cNvSpPr/>
          <p:nvPr/>
        </p:nvSpPr>
        <p:spPr>
          <a:xfrm rot="16200000" flipH="1" flipV="1">
            <a:off x="8081255" y="1301808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1729678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8933B8-F0B7-4860-B62C-1E8D30CED6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C165BA90-C3AD-8817-8A0C-50BB1494A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8E3B3AFD-3516-9607-12AB-79791FB157F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기본정보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E61B4AE4-E581-8A05-1013-9AE3DE46EFC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1DD5ED6C-F486-C3FE-A5FC-EA6A5837FEF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C937530-49BB-E826-FAC1-BE6A0AB184EB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22097B4-BCE8-C982-E3D1-30AB48FAD647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340E43BF-8828-A977-C086-0DF8782F5E60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43018FA0-95A4-C8A2-5A48-1D0CFE7F04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3563264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협력업체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해당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row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삭제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9E5BE83D-DFEF-D50B-5096-19C927451699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76E6C6C6-0712-68DB-F0AF-BCB01325C904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C32B5A4-1C66-CD6D-7496-F89C0D4D0E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3576253"/>
              </p:ext>
            </p:extLst>
          </p:nvPr>
        </p:nvGraphicFramePr>
        <p:xfrm>
          <a:off x="1513108" y="1385400"/>
          <a:ext cx="7746199" cy="3339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98315987"/>
                    </a:ext>
                  </a:extLst>
                </a:gridCol>
                <a:gridCol w="2731259">
                  <a:extLst>
                    <a:ext uri="{9D8B030D-6E8A-4147-A177-3AD203B41FA5}">
                      <a16:colId xmlns:a16="http://schemas.microsoft.com/office/drawing/2014/main" val="983825583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호텔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 명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조선호텔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더 </a:t>
                      </a: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웨스틴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조선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코드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RATE2025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-WKND-DELUXE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19153686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코드 설명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 기간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마켓코드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BIZ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952792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카테고리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룸 </a:t>
                      </a: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온리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패키지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숙박 일수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최소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: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최대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: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5476886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통화 구분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KRW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USD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사용여부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4658785"/>
                  </a:ext>
                </a:extLst>
              </a:tr>
              <a:tr h="1236559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87190963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3EF096FF-F447-77A9-09AD-008621C86566}"/>
              </a:ext>
            </a:extLst>
          </p:cNvPr>
          <p:cNvSpPr txBox="1"/>
          <p:nvPr/>
        </p:nvSpPr>
        <p:spPr>
          <a:xfrm>
            <a:off x="7801966" y="1144222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5327E734-C515-3D7C-A2DB-FD3F53ECAF4E}"/>
              </a:ext>
            </a:extLst>
          </p:cNvPr>
          <p:cNvGrpSpPr/>
          <p:nvPr/>
        </p:nvGrpSpPr>
        <p:grpSpPr>
          <a:xfrm>
            <a:off x="2780110" y="2306293"/>
            <a:ext cx="2593082" cy="242067"/>
            <a:chOff x="2279979" y="1223052"/>
            <a:chExt cx="2593082" cy="242067"/>
          </a:xfrm>
        </p:grpSpPr>
        <p:sp>
          <p:nvSpPr>
            <p:cNvPr id="24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BEA9C7C-266B-BB7F-C1E5-C5683A77EF5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>
                  <a:solidFill>
                    <a:schemeClr val="tx1"/>
                  </a:solidFill>
                  <a:cs typeface="Calibri" pitchFamily="34" charset="0"/>
                </a:rPr>
                <a:t>2024-12-01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4E8A3D8-45A0-2FE5-EFC9-06132635EA46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26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13D25970-4DF0-CEF8-22E0-131F28384C70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>
                  <a:solidFill>
                    <a:schemeClr val="tx1"/>
                  </a:solidFill>
                  <a:cs typeface="Calibri" pitchFamily="34" charset="0"/>
                </a:rPr>
                <a:t>2024-12-31</a:t>
              </a:r>
            </a:p>
          </p:txBody>
        </p:sp>
        <p:sp>
          <p:nvSpPr>
            <p:cNvPr id="27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8895284-7ECC-0267-C9C0-E3EE47372072}"/>
                </a:ext>
              </a:extLst>
            </p:cNvPr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28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78CE517-0D4C-F984-6639-B39F5FB10DE0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sp>
        <p:nvSpPr>
          <p:cNvPr id="39" name="Text Box">
            <a:extLst>
              <a:ext uri="{FF2B5EF4-FFF2-40B4-BE49-F238E27FC236}">
                <a16:creationId xmlns:a16="http://schemas.microsoft.com/office/drawing/2014/main" id="{E4A0E182-4C0B-F17E-8CF2-AB71E2F600FD}"/>
              </a:ext>
            </a:extLst>
          </p:cNvPr>
          <p:cNvSpPr>
            <a:spLocks/>
          </p:cNvSpPr>
          <p:nvPr/>
        </p:nvSpPr>
        <p:spPr bwMode="auto">
          <a:xfrm>
            <a:off x="2780110" y="2034685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2025</a:t>
            </a: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년 주말요금 </a:t>
            </a:r>
            <a:r>
              <a:rPr kumimoji="0" lang="ko-KR" altLang="en-US" sz="700" kern="0" dirty="0" err="1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듀렉스</a:t>
            </a: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클래스</a:t>
            </a:r>
            <a:endParaRPr kumimoji="0" lang="en-US" altLang="ko-KR" sz="700" kern="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0" name="Text Box">
            <a:extLst>
              <a:ext uri="{FF2B5EF4-FFF2-40B4-BE49-F238E27FC236}">
                <a16:creationId xmlns:a16="http://schemas.microsoft.com/office/drawing/2014/main" id="{AAAF72E2-A886-04D1-78F5-6325A221D42C}"/>
              </a:ext>
            </a:extLst>
          </p:cNvPr>
          <p:cNvSpPr>
            <a:spLocks/>
          </p:cNvSpPr>
          <p:nvPr/>
        </p:nvSpPr>
        <p:spPr bwMode="auto">
          <a:xfrm>
            <a:off x="5571306" y="2034685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2025 Weekend deluxe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1222354-7E4C-263F-7C96-46BBFDDFB2AA}"/>
              </a:ext>
            </a:extLst>
          </p:cNvPr>
          <p:cNvSpPr/>
          <p:nvPr/>
        </p:nvSpPr>
        <p:spPr>
          <a:xfrm>
            <a:off x="2780641" y="2640255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sp>
        <p:nvSpPr>
          <p:cNvPr id="44" name="Text Box">
            <a:extLst>
              <a:ext uri="{FF2B5EF4-FFF2-40B4-BE49-F238E27FC236}">
                <a16:creationId xmlns:a16="http://schemas.microsoft.com/office/drawing/2014/main" id="{3F815883-345B-0CB0-E6C8-8833771F9692}"/>
              </a:ext>
            </a:extLst>
          </p:cNvPr>
          <p:cNvSpPr>
            <a:spLocks/>
          </p:cNvSpPr>
          <p:nvPr/>
        </p:nvSpPr>
        <p:spPr bwMode="auto">
          <a:xfrm>
            <a:off x="6926648" y="2936774"/>
            <a:ext cx="33756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</a:p>
        </p:txBody>
      </p:sp>
      <p:sp>
        <p:nvSpPr>
          <p:cNvPr id="45" name="Text Box">
            <a:extLst>
              <a:ext uri="{FF2B5EF4-FFF2-40B4-BE49-F238E27FC236}">
                <a16:creationId xmlns:a16="http://schemas.microsoft.com/office/drawing/2014/main" id="{81BA99BF-DE03-F5F9-2604-61745669F31F}"/>
              </a:ext>
            </a:extLst>
          </p:cNvPr>
          <p:cNvSpPr>
            <a:spLocks/>
          </p:cNvSpPr>
          <p:nvPr/>
        </p:nvSpPr>
        <p:spPr bwMode="auto">
          <a:xfrm>
            <a:off x="7608168" y="2936774"/>
            <a:ext cx="33756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D1BD4413-DF3D-9D1E-0897-4A57C2A21A5A}"/>
              </a:ext>
            </a:extLst>
          </p:cNvPr>
          <p:cNvGrpSpPr/>
          <p:nvPr/>
        </p:nvGrpSpPr>
        <p:grpSpPr>
          <a:xfrm>
            <a:off x="1512625" y="848538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A3FB8F5E-87E1-163F-084B-E88E6B2C2E67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A02AE94B-95D9-80B8-3385-6767D92C4C6F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63C9780A-645E-03A1-C15C-63119E7A88EC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8EE9F56-A3F9-2EF4-6C62-E6F65F87B009}"/>
              </a:ext>
            </a:extLst>
          </p:cNvPr>
          <p:cNvSpPr/>
          <p:nvPr/>
        </p:nvSpPr>
        <p:spPr>
          <a:xfrm>
            <a:off x="2780641" y="3536489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679843E6-6501-7BDE-EB99-FBD87B8F79B5}"/>
              </a:ext>
            </a:extLst>
          </p:cNvPr>
          <p:cNvGrpSpPr/>
          <p:nvPr/>
        </p:nvGrpSpPr>
        <p:grpSpPr>
          <a:xfrm rot="10800000">
            <a:off x="1343512" y="1110385"/>
            <a:ext cx="360000" cy="372571"/>
            <a:chOff x="3180625" y="5062589"/>
            <a:chExt cx="360000" cy="372571"/>
          </a:xfrm>
        </p:grpSpPr>
        <p:cxnSp>
          <p:nvCxnSpPr>
            <p:cNvPr id="16" name="직선 연결선 206">
              <a:extLst>
                <a:ext uri="{FF2B5EF4-FFF2-40B4-BE49-F238E27FC236}">
                  <a16:creationId xmlns:a16="http://schemas.microsoft.com/office/drawing/2014/main" id="{55C241FC-1054-CB23-5128-9692444BE9AC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화살표 연결선 16">
              <a:extLst>
                <a:ext uri="{FF2B5EF4-FFF2-40B4-BE49-F238E27FC236}">
                  <a16:creationId xmlns:a16="http://schemas.microsoft.com/office/drawing/2014/main" id="{9ABA2C29-D4A6-CB58-C085-471BAD5B2240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Click">
            <a:extLst>
              <a:ext uri="{FF2B5EF4-FFF2-40B4-BE49-F238E27FC236}">
                <a16:creationId xmlns:a16="http://schemas.microsoft.com/office/drawing/2014/main" id="{D70B94F2-7C03-A3D1-01B2-86341B2F7F10}"/>
              </a:ext>
            </a:extLst>
          </p:cNvPr>
          <p:cNvGrpSpPr>
            <a:grpSpLocks noChangeAspect="1"/>
          </p:cNvGrpSpPr>
          <p:nvPr/>
        </p:nvGrpSpPr>
        <p:grpSpPr>
          <a:xfrm>
            <a:off x="4350710" y="947942"/>
            <a:ext cx="299298" cy="426545"/>
            <a:chOff x="5294313" y="2197100"/>
            <a:chExt cx="530225" cy="755651"/>
          </a:xfrm>
        </p:grpSpPr>
        <p:sp>
          <p:nvSpPr>
            <p:cNvPr id="29" name="Arrow Cursor">
              <a:extLst>
                <a:ext uri="{FF2B5EF4-FFF2-40B4-BE49-F238E27FC236}">
                  <a16:creationId xmlns:a16="http://schemas.microsoft.com/office/drawing/2014/main" id="{9BBE2995-5CC0-F1BD-E0D6-88ACFD0634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30" name="Click">
              <a:extLst>
                <a:ext uri="{FF2B5EF4-FFF2-40B4-BE49-F238E27FC236}">
                  <a16:creationId xmlns:a16="http://schemas.microsoft.com/office/drawing/2014/main" id="{B02CB877-FDA9-2D87-0EDD-B9E1E953FB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8E10520-160D-047C-E92A-899499EF9673}"/>
              </a:ext>
            </a:extLst>
          </p:cNvPr>
          <p:cNvSpPr/>
          <p:nvPr/>
        </p:nvSpPr>
        <p:spPr>
          <a:xfrm>
            <a:off x="47328" y="6694159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dirty="0"/>
              <a:t>▾</a:t>
            </a:r>
            <a:r>
              <a:rPr lang="ko-KR" altLang="en-US" sz="700" dirty="0"/>
              <a:t> 다음 페이지에서 계속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7630DB0-0A8C-C2D2-1846-A3C09B2E6DA4}"/>
              </a:ext>
            </a:extLst>
          </p:cNvPr>
          <p:cNvSpPr txBox="1"/>
          <p:nvPr/>
        </p:nvSpPr>
        <p:spPr>
          <a:xfrm>
            <a:off x="1427884" y="1144222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E525034-0F49-AC6D-D354-1CC0CD35DC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1939182"/>
              </p:ext>
            </p:extLst>
          </p:nvPr>
        </p:nvGraphicFramePr>
        <p:xfrm>
          <a:off x="2787213" y="3797112"/>
          <a:ext cx="6231070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6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1662491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1737806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1586693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568068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객실 코드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디럭스 </a:t>
                      </a:r>
                      <a:r>
                        <a:rPr lang="ko-KR" altLang="en-US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스텐다는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뷰 킹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Deluxe Standard View King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2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출력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출력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9382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2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0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출력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출력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20315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F5A54338-F1E3-E8A4-049D-2CE12A188302}"/>
              </a:ext>
            </a:extLst>
          </p:cNvPr>
          <p:cNvSpPr/>
          <p:nvPr/>
        </p:nvSpPr>
        <p:spPr>
          <a:xfrm>
            <a:off x="8527240" y="4041754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E0C02EB-5028-4AC6-1F22-840B50CE95C1}"/>
              </a:ext>
            </a:extLst>
          </p:cNvPr>
          <p:cNvSpPr/>
          <p:nvPr/>
        </p:nvSpPr>
        <p:spPr>
          <a:xfrm>
            <a:off x="8527240" y="4254479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31BF9F34-45BA-34F8-08FE-9F856D36D435}"/>
              </a:ext>
            </a:extLst>
          </p:cNvPr>
          <p:cNvGrpSpPr/>
          <p:nvPr/>
        </p:nvGrpSpPr>
        <p:grpSpPr>
          <a:xfrm>
            <a:off x="9099569" y="3797112"/>
            <a:ext cx="78452" cy="817845"/>
            <a:chOff x="8882980" y="4358558"/>
            <a:chExt cx="84043" cy="1950762"/>
          </a:xfrm>
        </p:grpSpPr>
        <p:sp>
          <p:nvSpPr>
            <p:cNvPr id="43" name="모서리가 둥근 직사각형 42">
              <a:extLst>
                <a:ext uri="{FF2B5EF4-FFF2-40B4-BE49-F238E27FC236}">
                  <a16:creationId xmlns:a16="http://schemas.microsoft.com/office/drawing/2014/main" id="{583771C5-362A-3110-0387-9D4B5B65AF56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7" name="모서리가 둥근 직사각형 170">
              <a:extLst>
                <a:ext uri="{FF2B5EF4-FFF2-40B4-BE49-F238E27FC236}">
                  <a16:creationId xmlns:a16="http://schemas.microsoft.com/office/drawing/2014/main" id="{7BEB4993-2D65-86D5-CCBD-80D770EDD2A1}"/>
                </a:ext>
              </a:extLst>
            </p:cNvPr>
            <p:cNvSpPr/>
            <p:nvPr/>
          </p:nvSpPr>
          <p:spPr>
            <a:xfrm>
              <a:off x="8915166" y="5005460"/>
              <a:ext cx="19671" cy="39484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1296513-E054-20D7-EF51-F91C25C1F4B7}"/>
              </a:ext>
            </a:extLst>
          </p:cNvPr>
          <p:cNvSpPr/>
          <p:nvPr/>
        </p:nvSpPr>
        <p:spPr>
          <a:xfrm>
            <a:off x="8527240" y="4462297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9B36CCE-81D1-FD52-2405-D25CE8C061E1}"/>
              </a:ext>
            </a:extLst>
          </p:cNvPr>
          <p:cNvSpPr/>
          <p:nvPr/>
        </p:nvSpPr>
        <p:spPr>
          <a:xfrm>
            <a:off x="8480633" y="3536489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54" name="Teardrop 1">
            <a:extLst>
              <a:ext uri="{FF2B5EF4-FFF2-40B4-BE49-F238E27FC236}">
                <a16:creationId xmlns:a16="http://schemas.microsoft.com/office/drawing/2014/main" id="{91504C4E-5A8B-B331-7ED7-AADDFB2A49F2}"/>
              </a:ext>
            </a:extLst>
          </p:cNvPr>
          <p:cNvSpPr/>
          <p:nvPr/>
        </p:nvSpPr>
        <p:spPr>
          <a:xfrm rot="16200000" flipH="1" flipV="1">
            <a:off x="8417995" y="393342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931F905-7995-0493-C557-F09F797DC95B}"/>
              </a:ext>
            </a:extLst>
          </p:cNvPr>
          <p:cNvSpPr/>
          <p:nvPr/>
        </p:nvSpPr>
        <p:spPr bwMode="auto">
          <a:xfrm>
            <a:off x="-106106" y="236334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9126151-B3DA-247A-7536-503066534DB5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7276995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09FBD3-770D-3BE8-D273-315DC16C1E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91A45BB3-B695-82FE-692F-9255BAFDB998}"/>
              </a:ext>
            </a:extLst>
          </p:cNvPr>
          <p:cNvSpPr/>
          <p:nvPr/>
        </p:nvSpPr>
        <p:spPr>
          <a:xfrm>
            <a:off x="47328" y="499683"/>
            <a:ext cx="1368152" cy="6285838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8" name="제목 17">
            <a:extLst>
              <a:ext uri="{FF2B5EF4-FFF2-40B4-BE49-F238E27FC236}">
                <a16:creationId xmlns:a16="http://schemas.microsoft.com/office/drawing/2014/main" id="{C5AAE840-430E-0B05-C840-E84A3CAB22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7BAC12AD-5997-CC3E-9812-A56183D65C1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요금정보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CBA12FB8-BF38-6C0F-09B0-C6E486B7428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D1FF6746-EF4F-0B8F-8200-40F6C5714A4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B3F91619-6159-4094-AB20-0BF8B4480FF6}"/>
              </a:ext>
            </a:extLst>
          </p:cNvPr>
          <p:cNvGraphicFramePr>
            <a:graphicFrameLocks noGrp="1"/>
          </p:cNvGraphicFramePr>
          <p:nvPr/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협력업체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ED31BBED-EA86-DABE-902C-0C7DDA30839B}"/>
              </a:ext>
            </a:extLst>
          </p:cNvPr>
          <p:cNvGrpSpPr/>
          <p:nvPr/>
        </p:nvGrpSpPr>
        <p:grpSpPr>
          <a:xfrm>
            <a:off x="1512625" y="848538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E013D448-7679-A841-A205-2708D196817B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CC3A5D5D-4302-D109-59A9-43D23F081737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0ABFB73D-3D7C-011B-B698-E97AF5C004E9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FADB10EE-3E4C-99AE-837C-78780FE59230}"/>
              </a:ext>
            </a:extLst>
          </p:cNvPr>
          <p:cNvSpPr/>
          <p:nvPr/>
        </p:nvSpPr>
        <p:spPr>
          <a:xfrm>
            <a:off x="47328" y="491100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dirty="0"/>
              <a:t>▲ 이전 페이지에서 계속</a:t>
            </a: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0ADD7A32-21FB-A9B9-40E3-87D8F0F480BC}"/>
              </a:ext>
            </a:extLst>
          </p:cNvPr>
          <p:cNvSpPr/>
          <p:nvPr/>
        </p:nvSpPr>
        <p:spPr>
          <a:xfrm>
            <a:off x="47328" y="6682109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dirty="0"/>
              <a:t>▾</a:t>
            </a:r>
            <a:r>
              <a:rPr lang="ko-KR" altLang="en-US" sz="700" dirty="0"/>
              <a:t> 다음 페이지에서 계속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3DDFCFB-8BB6-9D65-A717-89B1F4331A23}"/>
              </a:ext>
            </a:extLst>
          </p:cNvPr>
          <p:cNvSpPr txBox="1"/>
          <p:nvPr/>
        </p:nvSpPr>
        <p:spPr>
          <a:xfrm>
            <a:off x="1427884" y="417707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en" altLang="en-US" sz="800" b="1" dirty="0">
                <a:latin typeface="+mn-ea"/>
                <a:ea typeface="+mn-ea"/>
              </a:rPr>
              <a:t>D</a:t>
            </a:r>
            <a:r>
              <a:rPr lang="en" altLang="ko-KR" sz="800" b="1" dirty="0">
                <a:latin typeface="+mn-ea"/>
                <a:ea typeface="+mn-ea"/>
              </a:rPr>
              <a:t>own/Up sale</a:t>
            </a:r>
            <a:r>
              <a:rPr kumimoji="1" lang="ko-KR" altLang="en-US" sz="800" b="1" dirty="0">
                <a:latin typeface="+mn-ea"/>
                <a:ea typeface="+mn-ea"/>
              </a:rPr>
              <a:t>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7A4511C-7F44-3C73-180C-72D57C7D2A1C}"/>
              </a:ext>
            </a:extLst>
          </p:cNvPr>
          <p:cNvGraphicFramePr>
            <a:graphicFrameLocks noGrp="1"/>
          </p:cNvGraphicFramePr>
          <p:nvPr/>
        </p:nvGraphicFramePr>
        <p:xfrm>
          <a:off x="1513108" y="4431285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872028281"/>
                    </a:ext>
                  </a:extLst>
                </a:gridCol>
                <a:gridCol w="3379331">
                  <a:extLst>
                    <a:ext uri="{9D8B030D-6E8A-4147-A177-3AD203B41FA5}">
                      <a16:colId xmlns:a16="http://schemas.microsoft.com/office/drawing/2014/main" val="242730794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       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처리 방식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소수점                             자리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3FFD2497-B6B7-CD24-505B-B8E8964B486D}"/>
              </a:ext>
            </a:extLst>
          </p:cNvPr>
          <p:cNvGrpSpPr/>
          <p:nvPr/>
        </p:nvGrpSpPr>
        <p:grpSpPr>
          <a:xfrm>
            <a:off x="2787213" y="4492648"/>
            <a:ext cx="446018" cy="176384"/>
            <a:chOff x="1290369" y="2868764"/>
            <a:chExt cx="446018" cy="176384"/>
          </a:xfrm>
        </p:grpSpPr>
        <p:sp>
          <p:nvSpPr>
            <p:cNvPr id="10" name="Text Box">
              <a:extLst>
                <a:ext uri="{FF2B5EF4-FFF2-40B4-BE49-F238E27FC236}">
                  <a16:creationId xmlns:a16="http://schemas.microsoft.com/office/drawing/2014/main" id="{308402AA-7728-2BFA-F1D5-40F12E43B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176384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+</a:t>
              </a:r>
            </a:p>
          </p:txBody>
        </p:sp>
        <p:sp>
          <p:nvSpPr>
            <p:cNvPr id="11" name="Chevron Left">
              <a:extLst>
                <a:ext uri="{FF2B5EF4-FFF2-40B4-BE49-F238E27FC236}">
                  <a16:creationId xmlns:a16="http://schemas.microsoft.com/office/drawing/2014/main" id="{BD14A02F-D71D-FB24-E740-FF6378A1E380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" name="Text Box">
            <a:extLst>
              <a:ext uri="{FF2B5EF4-FFF2-40B4-BE49-F238E27FC236}">
                <a16:creationId xmlns:a16="http://schemas.microsoft.com/office/drawing/2014/main" id="{C5EB333D-2B1B-DDC3-4A1C-40FEBF910D14}"/>
              </a:ext>
            </a:extLst>
          </p:cNvPr>
          <p:cNvSpPr>
            <a:spLocks/>
          </p:cNvSpPr>
          <p:nvPr/>
        </p:nvSpPr>
        <p:spPr bwMode="auto">
          <a:xfrm>
            <a:off x="3269973" y="4489318"/>
            <a:ext cx="863999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6C45A89-F7E0-8DAE-E3A7-B96A34538B4A}"/>
              </a:ext>
            </a:extLst>
          </p:cNvPr>
          <p:cNvGrpSpPr/>
          <p:nvPr/>
        </p:nvGrpSpPr>
        <p:grpSpPr>
          <a:xfrm>
            <a:off x="4164008" y="4492648"/>
            <a:ext cx="604828" cy="176384"/>
            <a:chOff x="1290369" y="2868764"/>
            <a:chExt cx="604828" cy="176384"/>
          </a:xfrm>
        </p:grpSpPr>
        <p:sp>
          <p:nvSpPr>
            <p:cNvPr id="16" name="Text Box">
              <a:extLst>
                <a:ext uri="{FF2B5EF4-FFF2-40B4-BE49-F238E27FC236}">
                  <a16:creationId xmlns:a16="http://schemas.microsoft.com/office/drawing/2014/main" id="{FEF045AB-D208-46B8-D262-6EFC9D98B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604828" cy="176384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정률</a:t>
              </a: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(%)</a:t>
              </a:r>
            </a:p>
          </p:txBody>
        </p:sp>
        <p:sp>
          <p:nvSpPr>
            <p:cNvPr id="17" name="Chevron Left">
              <a:extLst>
                <a:ext uri="{FF2B5EF4-FFF2-40B4-BE49-F238E27FC236}">
                  <a16:creationId xmlns:a16="http://schemas.microsoft.com/office/drawing/2014/main" id="{DCF2C757-C8D2-063B-04F8-002EBF06B372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777767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" name="Text Box">
            <a:extLst>
              <a:ext uri="{FF2B5EF4-FFF2-40B4-BE49-F238E27FC236}">
                <a16:creationId xmlns:a16="http://schemas.microsoft.com/office/drawing/2014/main" id="{D23BBA0F-0D69-14D5-04BB-88BF01663748}"/>
              </a:ext>
            </a:extLst>
          </p:cNvPr>
          <p:cNvSpPr>
            <a:spLocks/>
          </p:cNvSpPr>
          <p:nvPr/>
        </p:nvSpPr>
        <p:spPr bwMode="auto">
          <a:xfrm>
            <a:off x="6282118" y="4491949"/>
            <a:ext cx="64807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FB10E060-AEA3-A6E4-D3A0-CB8008EC435D}"/>
              </a:ext>
            </a:extLst>
          </p:cNvPr>
          <p:cNvGrpSpPr/>
          <p:nvPr/>
        </p:nvGrpSpPr>
        <p:grpSpPr>
          <a:xfrm>
            <a:off x="7248128" y="4496406"/>
            <a:ext cx="446018" cy="175258"/>
            <a:chOff x="1290369" y="2868764"/>
            <a:chExt cx="446018" cy="175258"/>
          </a:xfrm>
        </p:grpSpPr>
        <p:sp>
          <p:nvSpPr>
            <p:cNvPr id="25" name="Text Box">
              <a:extLst>
                <a:ext uri="{FF2B5EF4-FFF2-40B4-BE49-F238E27FC236}">
                  <a16:creationId xmlns:a16="http://schemas.microsoft.com/office/drawing/2014/main" id="{87B4BF9D-7E09-3508-6E4F-5596E763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17525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올림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Chevron Left">
              <a:extLst>
                <a:ext uri="{FF2B5EF4-FFF2-40B4-BE49-F238E27FC236}">
                  <a16:creationId xmlns:a16="http://schemas.microsoft.com/office/drawing/2014/main" id="{47BFB77E-1146-CEA2-E838-18793DA2CAE1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3C4D4082-C226-0C73-8A0D-2F9802AA9F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9810527"/>
              </p:ext>
            </p:extLst>
          </p:nvPr>
        </p:nvGraphicFramePr>
        <p:xfrm>
          <a:off x="1513108" y="1425556"/>
          <a:ext cx="7746199" cy="2562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847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907723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요일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금액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금액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TAX :                       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단가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10032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성인 추가 요금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176474"/>
                  </a:ext>
                </a:extLst>
              </a:tr>
              <a:tr h="9580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아동 추가 요금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8312223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C366F1CE-6AAA-06E9-4664-39C40F31EE5E}"/>
              </a:ext>
            </a:extLst>
          </p:cNvPr>
          <p:cNvSpPr txBox="1"/>
          <p:nvPr/>
        </p:nvSpPr>
        <p:spPr>
          <a:xfrm>
            <a:off x="1427884" y="118367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일반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32" name="Text Box">
            <a:extLst>
              <a:ext uri="{FF2B5EF4-FFF2-40B4-BE49-F238E27FC236}">
                <a16:creationId xmlns:a16="http://schemas.microsoft.com/office/drawing/2014/main" id="{3399A3C9-2B82-9700-9438-F3DFCDB75142}"/>
              </a:ext>
            </a:extLst>
          </p:cNvPr>
          <p:cNvSpPr>
            <a:spLocks/>
          </p:cNvSpPr>
          <p:nvPr/>
        </p:nvSpPr>
        <p:spPr bwMode="auto">
          <a:xfrm>
            <a:off x="2725361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49931E01-FD85-66CE-73FE-295056EF4956}"/>
              </a:ext>
            </a:extLst>
          </p:cNvPr>
          <p:cNvGrpSpPr/>
          <p:nvPr/>
        </p:nvGrpSpPr>
        <p:grpSpPr>
          <a:xfrm>
            <a:off x="2423592" y="1467655"/>
            <a:ext cx="458681" cy="215444"/>
            <a:chOff x="2796305" y="2278069"/>
            <a:chExt cx="458681" cy="215444"/>
          </a:xfrm>
        </p:grpSpPr>
        <p:grpSp>
          <p:nvGrpSpPr>
            <p:cNvPr id="38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C183CAF0-E8A1-1E8E-3C86-2CE6427A71C2}"/>
                </a:ext>
              </a:extLst>
            </p:cNvPr>
            <p:cNvGrpSpPr/>
            <p:nvPr>
              <p:custDataLst>
                <p:tags r:id="rId8"/>
              </p:custDataLst>
            </p:nvPr>
          </p:nvGrpSpPr>
          <p:grpSpPr>
            <a:xfrm>
              <a:off x="2856129" y="2303049"/>
              <a:ext cx="398857" cy="166199"/>
              <a:chOff x="554563" y="2615322"/>
              <a:chExt cx="398858" cy="166199"/>
            </a:xfrm>
          </p:grpSpPr>
          <p:sp>
            <p:nvSpPr>
              <p:cNvPr id="40" name="Box">
                <a:extLst>
                  <a:ext uri="{FF2B5EF4-FFF2-40B4-BE49-F238E27FC236}">
                    <a16:creationId xmlns:a16="http://schemas.microsoft.com/office/drawing/2014/main" id="{0C197DBB-04CF-F766-E85F-DA0F1DAC0D81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" name="Label">
                <a:extLst>
                  <a:ext uri="{FF2B5EF4-FFF2-40B4-BE49-F238E27FC236}">
                    <a16:creationId xmlns:a16="http://schemas.microsoft.com/office/drawing/2014/main" id="{91C285C2-23B9-FC0E-3B10-253BE2CF74A5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92004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전체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Check" hidden="1">
                <a:extLst>
                  <a:ext uri="{FF2B5EF4-FFF2-40B4-BE49-F238E27FC236}">
                    <a16:creationId xmlns:a16="http://schemas.microsoft.com/office/drawing/2014/main" id="{D7C249B7-8ABA-2908-F13F-778620E319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44B0F74-B3C2-3D99-FE44-96299A142260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AEF74F44-0683-A94C-117F-DCF4F21EC4E9}"/>
              </a:ext>
            </a:extLst>
          </p:cNvPr>
          <p:cNvGrpSpPr/>
          <p:nvPr/>
        </p:nvGrpSpPr>
        <p:grpSpPr>
          <a:xfrm>
            <a:off x="2812340" y="1467655"/>
            <a:ext cx="498757" cy="215444"/>
            <a:chOff x="2796305" y="2278069"/>
            <a:chExt cx="498757" cy="215444"/>
          </a:xfrm>
        </p:grpSpPr>
        <p:grpSp>
          <p:nvGrpSpPr>
            <p:cNvPr id="4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C4F7ED53-BE61-495D-D9B8-EFB9B4E52D06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2856129" y="2303049"/>
              <a:ext cx="438933" cy="166199"/>
              <a:chOff x="554563" y="2615322"/>
              <a:chExt cx="438934" cy="166199"/>
            </a:xfrm>
          </p:grpSpPr>
          <p:sp>
            <p:nvSpPr>
              <p:cNvPr id="50" name="Box">
                <a:extLst>
                  <a:ext uri="{FF2B5EF4-FFF2-40B4-BE49-F238E27FC236}">
                    <a16:creationId xmlns:a16="http://schemas.microsoft.com/office/drawing/2014/main" id="{49894B2B-6C1B-30E9-A7B6-0CB4555D4356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8" name="Label">
                <a:extLst>
                  <a:ext uri="{FF2B5EF4-FFF2-40B4-BE49-F238E27FC236}">
                    <a16:creationId xmlns:a16="http://schemas.microsoft.com/office/drawing/2014/main" id="{C44C5904-473B-DF69-885B-1F657A47ADEE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320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MON</a:t>
                </a:r>
              </a:p>
            </p:txBody>
          </p:sp>
          <p:sp>
            <p:nvSpPr>
              <p:cNvPr id="89" name="Check" hidden="1">
                <a:extLst>
                  <a:ext uri="{FF2B5EF4-FFF2-40B4-BE49-F238E27FC236}">
                    <a16:creationId xmlns:a16="http://schemas.microsoft.com/office/drawing/2014/main" id="{5FF91CA9-04D1-B825-34BC-948593F34B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B26EA2E6-BB08-CC9F-94C1-8DC62993E40C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9FE62029-3B44-4069-2346-0DD04C1A3180}"/>
              </a:ext>
            </a:extLst>
          </p:cNvPr>
          <p:cNvGrpSpPr/>
          <p:nvPr/>
        </p:nvGrpSpPr>
        <p:grpSpPr>
          <a:xfrm>
            <a:off x="3241164" y="1467655"/>
            <a:ext cx="445857" cy="215444"/>
            <a:chOff x="2796305" y="2278069"/>
            <a:chExt cx="445857" cy="215444"/>
          </a:xfrm>
        </p:grpSpPr>
        <p:grpSp>
          <p:nvGrpSpPr>
            <p:cNvPr id="91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29D3D037-B3DA-4B52-4E45-C52645DED953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2856129" y="2303049"/>
              <a:ext cx="386033" cy="166199"/>
              <a:chOff x="554563" y="2615322"/>
              <a:chExt cx="386034" cy="166199"/>
            </a:xfrm>
          </p:grpSpPr>
          <p:sp>
            <p:nvSpPr>
              <p:cNvPr id="93" name="Box">
                <a:extLst>
                  <a:ext uri="{FF2B5EF4-FFF2-40B4-BE49-F238E27FC236}">
                    <a16:creationId xmlns:a16="http://schemas.microsoft.com/office/drawing/2014/main" id="{D1C9B5C7-A205-F1B7-B3F7-F020768E3760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4" name="Label">
                <a:extLst>
                  <a:ext uri="{FF2B5EF4-FFF2-40B4-BE49-F238E27FC236}">
                    <a16:creationId xmlns:a16="http://schemas.microsoft.com/office/drawing/2014/main" id="{26EC5650-F41B-2DCE-77AE-89E2AEF8257F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791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TUE</a:t>
                </a:r>
              </a:p>
            </p:txBody>
          </p:sp>
          <p:sp>
            <p:nvSpPr>
              <p:cNvPr id="95" name="Check" hidden="1">
                <a:extLst>
                  <a:ext uri="{FF2B5EF4-FFF2-40B4-BE49-F238E27FC236}">
                    <a16:creationId xmlns:a16="http://schemas.microsoft.com/office/drawing/2014/main" id="{059A2869-BBBF-CB22-8723-2676912ECD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ED947B93-7B04-04E0-7107-0EC8AC46C2EB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9299D937-E7B5-D5F0-4B8F-2BA17C852169}"/>
              </a:ext>
            </a:extLst>
          </p:cNvPr>
          <p:cNvGrpSpPr/>
          <p:nvPr/>
        </p:nvGrpSpPr>
        <p:grpSpPr>
          <a:xfrm>
            <a:off x="3617088" y="1467047"/>
            <a:ext cx="479521" cy="215444"/>
            <a:chOff x="2796305" y="2278069"/>
            <a:chExt cx="479521" cy="215444"/>
          </a:xfrm>
        </p:grpSpPr>
        <p:grpSp>
          <p:nvGrpSpPr>
            <p:cNvPr id="97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A571DA19-C2C2-BB68-48EC-D3FBF8C0A9CA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2856129" y="2303049"/>
              <a:ext cx="419697" cy="166199"/>
              <a:chOff x="554563" y="2615322"/>
              <a:chExt cx="419698" cy="166199"/>
            </a:xfrm>
          </p:grpSpPr>
          <p:sp>
            <p:nvSpPr>
              <p:cNvPr id="115" name="Box">
                <a:extLst>
                  <a:ext uri="{FF2B5EF4-FFF2-40B4-BE49-F238E27FC236}">
                    <a16:creationId xmlns:a16="http://schemas.microsoft.com/office/drawing/2014/main" id="{69D5329D-51CF-08D3-95A3-DB219DA0E544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6" name="Label">
                <a:extLst>
                  <a:ext uri="{FF2B5EF4-FFF2-40B4-BE49-F238E27FC236}">
                    <a16:creationId xmlns:a16="http://schemas.microsoft.com/office/drawing/2014/main" id="{1F3B631E-A7D4-1C79-DD3D-B907B3F86721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12844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WED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7" name="Check" hidden="1">
                <a:extLst>
                  <a:ext uri="{FF2B5EF4-FFF2-40B4-BE49-F238E27FC236}">
                    <a16:creationId xmlns:a16="http://schemas.microsoft.com/office/drawing/2014/main" id="{70BC0BFB-CC80-6E8C-9EF3-3AD50CF11D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3E15A6E3-99DC-A219-70CE-F085CC39E26E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C74545E7-470B-385F-A4C7-2A5D406C708D}"/>
              </a:ext>
            </a:extLst>
          </p:cNvPr>
          <p:cNvGrpSpPr/>
          <p:nvPr/>
        </p:nvGrpSpPr>
        <p:grpSpPr>
          <a:xfrm>
            <a:off x="4026676" y="1466439"/>
            <a:ext cx="461887" cy="215444"/>
            <a:chOff x="2796305" y="2278069"/>
            <a:chExt cx="461887" cy="215444"/>
          </a:xfrm>
        </p:grpSpPr>
        <p:grpSp>
          <p:nvGrpSpPr>
            <p:cNvPr id="11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CA70D91A-5B2B-B75B-26EC-2DF6C188DA3A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2856129" y="2303049"/>
              <a:ext cx="402063" cy="166199"/>
              <a:chOff x="554563" y="2615322"/>
              <a:chExt cx="402064" cy="166199"/>
            </a:xfrm>
          </p:grpSpPr>
          <p:sp>
            <p:nvSpPr>
              <p:cNvPr id="123" name="Box">
                <a:extLst>
                  <a:ext uri="{FF2B5EF4-FFF2-40B4-BE49-F238E27FC236}">
                    <a16:creationId xmlns:a16="http://schemas.microsoft.com/office/drawing/2014/main" id="{6D4C923B-20CE-D3DE-E9F0-FD63E4BEF8A6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Label">
                <a:extLst>
                  <a:ext uri="{FF2B5EF4-FFF2-40B4-BE49-F238E27FC236}">
                    <a16:creationId xmlns:a16="http://schemas.microsoft.com/office/drawing/2014/main" id="{D0981B84-4101-9956-1A58-7AFB9DA0CCAF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9521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THU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0" name="Check" hidden="1">
                <a:extLst>
                  <a:ext uri="{FF2B5EF4-FFF2-40B4-BE49-F238E27FC236}">
                    <a16:creationId xmlns:a16="http://schemas.microsoft.com/office/drawing/2014/main" id="{DAAD8C39-3534-1C0A-8D11-72D9251CBB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18BDACE9-093F-F2B3-EDE1-895BC41CA1A6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01E2DD7E-BA05-64AA-0BCF-FAD9DE3557DB}"/>
              </a:ext>
            </a:extLst>
          </p:cNvPr>
          <p:cNvGrpSpPr/>
          <p:nvPr/>
        </p:nvGrpSpPr>
        <p:grpSpPr>
          <a:xfrm>
            <a:off x="4418630" y="1465831"/>
            <a:ext cx="418606" cy="215444"/>
            <a:chOff x="2796305" y="2278069"/>
            <a:chExt cx="418606" cy="215444"/>
          </a:xfrm>
        </p:grpSpPr>
        <p:grpSp>
          <p:nvGrpSpPr>
            <p:cNvPr id="132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8406BC17-7A29-D622-F507-4A077C879D3C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2856129" y="2303049"/>
              <a:ext cx="358782" cy="166199"/>
              <a:chOff x="554563" y="2615322"/>
              <a:chExt cx="358783" cy="166199"/>
            </a:xfrm>
          </p:grpSpPr>
          <p:sp>
            <p:nvSpPr>
              <p:cNvPr id="134" name="Box">
                <a:extLst>
                  <a:ext uri="{FF2B5EF4-FFF2-40B4-BE49-F238E27FC236}">
                    <a16:creationId xmlns:a16="http://schemas.microsoft.com/office/drawing/2014/main" id="{FE4FC5AB-96CF-DA93-48F6-0D7EB28A7360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5" name="Label">
                <a:extLst>
                  <a:ext uri="{FF2B5EF4-FFF2-40B4-BE49-F238E27FC236}">
                    <a16:creationId xmlns:a16="http://schemas.microsoft.com/office/drawing/2014/main" id="{84E16B97-3288-54E5-04F7-2F58A767FF21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51929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FRI</a:t>
                </a:r>
              </a:p>
            </p:txBody>
          </p:sp>
          <p:sp>
            <p:nvSpPr>
              <p:cNvPr id="136" name="Check" hidden="1">
                <a:extLst>
                  <a:ext uri="{FF2B5EF4-FFF2-40B4-BE49-F238E27FC236}">
                    <a16:creationId xmlns:a16="http://schemas.microsoft.com/office/drawing/2014/main" id="{45B283BA-26C9-B177-D40E-19257B28A3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4348193C-06D2-0748-8907-7F45E6CD8302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FB093C86-56D9-44EE-0353-6C5C015EF71A}"/>
              </a:ext>
            </a:extLst>
          </p:cNvPr>
          <p:cNvGrpSpPr/>
          <p:nvPr/>
        </p:nvGrpSpPr>
        <p:grpSpPr>
          <a:xfrm>
            <a:off x="4767303" y="1465223"/>
            <a:ext cx="445857" cy="215444"/>
            <a:chOff x="2796305" y="2278069"/>
            <a:chExt cx="445857" cy="215444"/>
          </a:xfrm>
        </p:grpSpPr>
        <p:grpSp>
          <p:nvGrpSpPr>
            <p:cNvPr id="138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55BEB9C6-296E-E3B6-CC39-05E74EEC934C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2856129" y="2303049"/>
              <a:ext cx="386033" cy="166199"/>
              <a:chOff x="554563" y="2615322"/>
              <a:chExt cx="386034" cy="166199"/>
            </a:xfrm>
          </p:grpSpPr>
          <p:sp>
            <p:nvSpPr>
              <p:cNvPr id="140" name="Box">
                <a:extLst>
                  <a:ext uri="{FF2B5EF4-FFF2-40B4-BE49-F238E27FC236}">
                    <a16:creationId xmlns:a16="http://schemas.microsoft.com/office/drawing/2014/main" id="{19DFBDBC-5252-246A-28E2-BBFC615EB128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1" name="Label">
                <a:extLst>
                  <a:ext uri="{FF2B5EF4-FFF2-40B4-BE49-F238E27FC236}">
                    <a16:creationId xmlns:a16="http://schemas.microsoft.com/office/drawing/2014/main" id="{BE1FE3D4-B0AC-384F-4F34-3AFAAD221F1C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791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SAT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2" name="Check" hidden="1">
                <a:extLst>
                  <a:ext uri="{FF2B5EF4-FFF2-40B4-BE49-F238E27FC236}">
                    <a16:creationId xmlns:a16="http://schemas.microsoft.com/office/drawing/2014/main" id="{D7CA489A-D828-D438-836A-B768FA9B8E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58695F22-265D-A7DB-FED0-762C3605F61A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F9F087F3-0397-5D60-3A48-574046424975}"/>
              </a:ext>
            </a:extLst>
          </p:cNvPr>
          <p:cNvGrpSpPr/>
          <p:nvPr/>
        </p:nvGrpSpPr>
        <p:grpSpPr>
          <a:xfrm>
            <a:off x="5143224" y="1464615"/>
            <a:ext cx="466697" cy="215444"/>
            <a:chOff x="2796305" y="2278069"/>
            <a:chExt cx="466697" cy="215444"/>
          </a:xfrm>
        </p:grpSpPr>
        <p:grpSp>
          <p:nvGrpSpPr>
            <p:cNvPr id="184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81C06E70-F356-A4E4-9096-B936CC3C4B4D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2856129" y="2303049"/>
              <a:ext cx="406873" cy="166199"/>
              <a:chOff x="554563" y="2615322"/>
              <a:chExt cx="406874" cy="166199"/>
            </a:xfrm>
          </p:grpSpPr>
          <p:sp>
            <p:nvSpPr>
              <p:cNvPr id="186" name="Box">
                <a:extLst>
                  <a:ext uri="{FF2B5EF4-FFF2-40B4-BE49-F238E27FC236}">
                    <a16:creationId xmlns:a16="http://schemas.microsoft.com/office/drawing/2014/main" id="{0F86C61B-382E-EAC6-C9E9-6B1F74F66E15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7" name="Label">
                <a:extLst>
                  <a:ext uri="{FF2B5EF4-FFF2-40B4-BE49-F238E27FC236}">
                    <a16:creationId xmlns:a16="http://schemas.microsoft.com/office/drawing/2014/main" id="{3B81929E-B6A1-68A4-6BBC-1B1DCD90CBCD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0002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SUN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8" name="Check" hidden="1">
                <a:extLst>
                  <a:ext uri="{FF2B5EF4-FFF2-40B4-BE49-F238E27FC236}">
                    <a16:creationId xmlns:a16="http://schemas.microsoft.com/office/drawing/2014/main" id="{A3EB5FEE-5B11-A1DE-7F90-98850DED95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433A2947-2EF2-398D-7A8F-AA6E22718BBF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2CBED4C2-36C1-3F5A-834E-4A51FAF3E474}"/>
              </a:ext>
            </a:extLst>
          </p:cNvPr>
          <p:cNvGrpSpPr/>
          <p:nvPr/>
        </p:nvGrpSpPr>
        <p:grpSpPr>
          <a:xfrm rot="10800000">
            <a:off x="1343512" y="1112212"/>
            <a:ext cx="360000" cy="372571"/>
            <a:chOff x="3180625" y="5062589"/>
            <a:chExt cx="360000" cy="372571"/>
          </a:xfrm>
        </p:grpSpPr>
        <p:cxnSp>
          <p:nvCxnSpPr>
            <p:cNvPr id="190" name="직선 연결선 206">
              <a:extLst>
                <a:ext uri="{FF2B5EF4-FFF2-40B4-BE49-F238E27FC236}">
                  <a16:creationId xmlns:a16="http://schemas.microsoft.com/office/drawing/2014/main" id="{E93E4403-97E7-9BD5-4C55-9A53BB212E44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직선 화살표 연결선 190">
              <a:extLst>
                <a:ext uri="{FF2B5EF4-FFF2-40B4-BE49-F238E27FC236}">
                  <a16:creationId xmlns:a16="http://schemas.microsoft.com/office/drawing/2014/main" id="{546B172D-ACF4-B217-0803-422247C730BF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2" name="TextBox 191">
            <a:extLst>
              <a:ext uri="{FF2B5EF4-FFF2-40B4-BE49-F238E27FC236}">
                <a16:creationId xmlns:a16="http://schemas.microsoft.com/office/drawing/2014/main" id="{C00F42BD-D559-E386-D46D-522235DFA580}"/>
              </a:ext>
            </a:extLst>
          </p:cNvPr>
          <p:cNvSpPr txBox="1"/>
          <p:nvPr/>
        </p:nvSpPr>
        <p:spPr>
          <a:xfrm>
            <a:off x="2218460" y="1183679"/>
            <a:ext cx="200247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0" lang="en-US" altLang="ko-KR" sz="800" i="0" u="none" strike="noStrike" kern="0" cap="none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※</a:t>
            </a:r>
            <a:r>
              <a:rPr kumimoji="0" lang="ko-KR" altLang="en-US" sz="800" i="0" u="none" strike="noStrike" kern="0" cap="none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 </a:t>
            </a:r>
            <a:r>
              <a:rPr kumimoji="0" lang="ko-KR" altLang="en-US" sz="800" kern="0" dirty="0">
                <a:solidFill>
                  <a:srgbClr val="FF0000"/>
                </a:solidFill>
                <a:latin typeface="+mn-ea"/>
                <a:ea typeface="+mn-ea"/>
              </a:rPr>
              <a:t>금액은 </a:t>
            </a:r>
            <a:r>
              <a:rPr kumimoji="1" lang="en-US" altLang="ko-KR" sz="800" dirty="0">
                <a:solidFill>
                  <a:srgbClr val="FF0000"/>
                </a:solidFill>
                <a:latin typeface="+mn-ea"/>
                <a:ea typeface="+mn-ea"/>
              </a:rPr>
              <a:t>VAT</a:t>
            </a:r>
            <a:r>
              <a:rPr kumimoji="1" lang="ko-KR" altLang="en-US" sz="800" dirty="0">
                <a:solidFill>
                  <a:srgbClr val="FF0000"/>
                </a:solidFill>
                <a:latin typeface="+mn-ea"/>
                <a:ea typeface="+mn-ea"/>
              </a:rPr>
              <a:t> </a:t>
            </a:r>
            <a:r>
              <a:rPr lang="ko-KR" altLang="en-US" sz="800" dirty="0">
                <a:solidFill>
                  <a:srgbClr val="FF0000"/>
                </a:solidFill>
                <a:latin typeface="+mn-ea"/>
                <a:ea typeface="+mn-ea"/>
              </a:rPr>
              <a:t>포함 금액으로 입력하세요</a:t>
            </a:r>
            <a:r>
              <a:rPr lang="en-US" altLang="ko-KR" sz="800" dirty="0">
                <a:solidFill>
                  <a:srgbClr val="FF0000"/>
                </a:solidFill>
                <a:latin typeface="+mn-ea"/>
                <a:ea typeface="+mn-ea"/>
              </a:rPr>
              <a:t>.</a:t>
            </a:r>
            <a:endParaRPr kumimoji="1" lang="ko-KR" altLang="en-US" sz="8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graphicFrame>
        <p:nvGraphicFramePr>
          <p:cNvPr id="193" name="표 192">
            <a:extLst>
              <a:ext uri="{FF2B5EF4-FFF2-40B4-BE49-F238E27FC236}">
                <a16:creationId xmlns:a16="http://schemas.microsoft.com/office/drawing/2014/main" id="{1E455E13-DACE-6D35-EB1D-172E2A1DE8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9010969"/>
              </p:ext>
            </p:extLst>
          </p:nvPr>
        </p:nvGraphicFramePr>
        <p:xfrm>
          <a:off x="2424072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94" name="Text Box">
            <a:extLst>
              <a:ext uri="{FF2B5EF4-FFF2-40B4-BE49-F238E27FC236}">
                <a16:creationId xmlns:a16="http://schemas.microsoft.com/office/drawing/2014/main" id="{997E2F3A-35BD-A22D-55FB-5D683C845868}"/>
              </a:ext>
            </a:extLst>
          </p:cNvPr>
          <p:cNvSpPr>
            <a:spLocks/>
          </p:cNvSpPr>
          <p:nvPr/>
        </p:nvSpPr>
        <p:spPr bwMode="auto">
          <a:xfrm>
            <a:off x="3937145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</a:p>
        </p:txBody>
      </p:sp>
      <p:sp>
        <p:nvSpPr>
          <p:cNvPr id="195" name="Text Box">
            <a:extLst>
              <a:ext uri="{FF2B5EF4-FFF2-40B4-BE49-F238E27FC236}">
                <a16:creationId xmlns:a16="http://schemas.microsoft.com/office/drawing/2014/main" id="{0CF60F57-CB45-36FA-749A-A4F6696DB193}"/>
              </a:ext>
            </a:extLst>
          </p:cNvPr>
          <p:cNvSpPr>
            <a:spLocks/>
          </p:cNvSpPr>
          <p:nvPr/>
        </p:nvSpPr>
        <p:spPr bwMode="auto">
          <a:xfrm>
            <a:off x="5150979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sp>
        <p:nvSpPr>
          <p:cNvPr id="196" name="Text Box">
            <a:extLst>
              <a:ext uri="{FF2B5EF4-FFF2-40B4-BE49-F238E27FC236}">
                <a16:creationId xmlns:a16="http://schemas.microsoft.com/office/drawing/2014/main" id="{1620C4C8-BD5D-1CBF-B514-9A043363B1FD}"/>
              </a:ext>
            </a:extLst>
          </p:cNvPr>
          <p:cNvSpPr>
            <a:spLocks/>
          </p:cNvSpPr>
          <p:nvPr/>
        </p:nvSpPr>
        <p:spPr bwMode="auto">
          <a:xfrm>
            <a:off x="2706717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197" name="Text Box">
            <a:extLst>
              <a:ext uri="{FF2B5EF4-FFF2-40B4-BE49-F238E27FC236}">
                <a16:creationId xmlns:a16="http://schemas.microsoft.com/office/drawing/2014/main" id="{5CCF75D9-10B5-5274-851B-B6A8153285A0}"/>
              </a:ext>
            </a:extLst>
          </p:cNvPr>
          <p:cNvSpPr>
            <a:spLocks/>
          </p:cNvSpPr>
          <p:nvPr/>
        </p:nvSpPr>
        <p:spPr bwMode="auto">
          <a:xfrm>
            <a:off x="2706717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8" name="Text Box">
            <a:extLst>
              <a:ext uri="{FF2B5EF4-FFF2-40B4-BE49-F238E27FC236}">
                <a16:creationId xmlns:a16="http://schemas.microsoft.com/office/drawing/2014/main" id="{632A8851-8C04-9A0A-50F7-82E1B335CFF4}"/>
              </a:ext>
            </a:extLst>
          </p:cNvPr>
          <p:cNvSpPr>
            <a:spLocks/>
          </p:cNvSpPr>
          <p:nvPr/>
        </p:nvSpPr>
        <p:spPr bwMode="auto">
          <a:xfrm>
            <a:off x="2706717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199" name="표 198">
            <a:extLst>
              <a:ext uri="{FF2B5EF4-FFF2-40B4-BE49-F238E27FC236}">
                <a16:creationId xmlns:a16="http://schemas.microsoft.com/office/drawing/2014/main" id="{F13FC800-5785-9895-77EF-887C4B3529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5485504"/>
              </p:ext>
            </p:extLst>
          </p:nvPr>
        </p:nvGraphicFramePr>
        <p:xfrm>
          <a:off x="3557412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200" name="Text Box">
            <a:extLst>
              <a:ext uri="{FF2B5EF4-FFF2-40B4-BE49-F238E27FC236}">
                <a16:creationId xmlns:a16="http://schemas.microsoft.com/office/drawing/2014/main" id="{1EC19345-784D-737F-F74C-09BC38BB855B}"/>
              </a:ext>
            </a:extLst>
          </p:cNvPr>
          <p:cNvSpPr>
            <a:spLocks/>
          </p:cNvSpPr>
          <p:nvPr/>
        </p:nvSpPr>
        <p:spPr bwMode="auto">
          <a:xfrm>
            <a:off x="3840057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201" name="Text Box">
            <a:extLst>
              <a:ext uri="{FF2B5EF4-FFF2-40B4-BE49-F238E27FC236}">
                <a16:creationId xmlns:a16="http://schemas.microsoft.com/office/drawing/2014/main" id="{5EAC65F0-B078-5451-E8DD-C3FE7B42C4D7}"/>
              </a:ext>
            </a:extLst>
          </p:cNvPr>
          <p:cNvSpPr>
            <a:spLocks/>
          </p:cNvSpPr>
          <p:nvPr/>
        </p:nvSpPr>
        <p:spPr bwMode="auto">
          <a:xfrm>
            <a:off x="3840057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2" name="Text Box">
            <a:extLst>
              <a:ext uri="{FF2B5EF4-FFF2-40B4-BE49-F238E27FC236}">
                <a16:creationId xmlns:a16="http://schemas.microsoft.com/office/drawing/2014/main" id="{4DA435F6-708A-3C3B-1954-3F6326481924}"/>
              </a:ext>
            </a:extLst>
          </p:cNvPr>
          <p:cNvSpPr>
            <a:spLocks/>
          </p:cNvSpPr>
          <p:nvPr/>
        </p:nvSpPr>
        <p:spPr bwMode="auto">
          <a:xfrm>
            <a:off x="3840057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203" name="표 202">
            <a:extLst>
              <a:ext uri="{FF2B5EF4-FFF2-40B4-BE49-F238E27FC236}">
                <a16:creationId xmlns:a16="http://schemas.microsoft.com/office/drawing/2014/main" id="{7510357A-761E-2207-8E40-70886D64FC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0152302"/>
              </p:ext>
            </p:extLst>
          </p:nvPr>
        </p:nvGraphicFramePr>
        <p:xfrm>
          <a:off x="4687533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204" name="Text Box">
            <a:extLst>
              <a:ext uri="{FF2B5EF4-FFF2-40B4-BE49-F238E27FC236}">
                <a16:creationId xmlns:a16="http://schemas.microsoft.com/office/drawing/2014/main" id="{0BFB542F-2DB2-FCEC-6118-9D123992F8CF}"/>
              </a:ext>
            </a:extLst>
          </p:cNvPr>
          <p:cNvSpPr>
            <a:spLocks/>
          </p:cNvSpPr>
          <p:nvPr/>
        </p:nvSpPr>
        <p:spPr bwMode="auto">
          <a:xfrm>
            <a:off x="4970178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205" name="Text Box">
            <a:extLst>
              <a:ext uri="{FF2B5EF4-FFF2-40B4-BE49-F238E27FC236}">
                <a16:creationId xmlns:a16="http://schemas.microsoft.com/office/drawing/2014/main" id="{8631E345-B186-4558-907B-394E6511D8E7}"/>
              </a:ext>
            </a:extLst>
          </p:cNvPr>
          <p:cNvSpPr>
            <a:spLocks/>
          </p:cNvSpPr>
          <p:nvPr/>
        </p:nvSpPr>
        <p:spPr bwMode="auto">
          <a:xfrm>
            <a:off x="4970178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6" name="Text Box">
            <a:extLst>
              <a:ext uri="{FF2B5EF4-FFF2-40B4-BE49-F238E27FC236}">
                <a16:creationId xmlns:a16="http://schemas.microsoft.com/office/drawing/2014/main" id="{75D8626E-DE5E-BEF2-2817-EE629ADE91FF}"/>
              </a:ext>
            </a:extLst>
          </p:cNvPr>
          <p:cNvSpPr>
            <a:spLocks/>
          </p:cNvSpPr>
          <p:nvPr/>
        </p:nvSpPr>
        <p:spPr bwMode="auto">
          <a:xfrm>
            <a:off x="4970178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207" name="표 206">
            <a:extLst>
              <a:ext uri="{FF2B5EF4-FFF2-40B4-BE49-F238E27FC236}">
                <a16:creationId xmlns:a16="http://schemas.microsoft.com/office/drawing/2014/main" id="{10777229-0B15-FD7E-2C5D-CB77F560E2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8478869"/>
              </p:ext>
            </p:extLst>
          </p:nvPr>
        </p:nvGraphicFramePr>
        <p:xfrm>
          <a:off x="5824094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208" name="Text Box">
            <a:extLst>
              <a:ext uri="{FF2B5EF4-FFF2-40B4-BE49-F238E27FC236}">
                <a16:creationId xmlns:a16="http://schemas.microsoft.com/office/drawing/2014/main" id="{52652AAF-A865-631A-0DF4-B7C4F3B09ADD}"/>
              </a:ext>
            </a:extLst>
          </p:cNvPr>
          <p:cNvSpPr>
            <a:spLocks/>
          </p:cNvSpPr>
          <p:nvPr/>
        </p:nvSpPr>
        <p:spPr bwMode="auto">
          <a:xfrm>
            <a:off x="6106739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209" name="Text Box">
            <a:extLst>
              <a:ext uri="{FF2B5EF4-FFF2-40B4-BE49-F238E27FC236}">
                <a16:creationId xmlns:a16="http://schemas.microsoft.com/office/drawing/2014/main" id="{FE282371-39C1-0CF6-A780-A97ECEF71689}"/>
              </a:ext>
            </a:extLst>
          </p:cNvPr>
          <p:cNvSpPr>
            <a:spLocks/>
          </p:cNvSpPr>
          <p:nvPr/>
        </p:nvSpPr>
        <p:spPr bwMode="auto">
          <a:xfrm>
            <a:off x="6106739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0" name="Text Box">
            <a:extLst>
              <a:ext uri="{FF2B5EF4-FFF2-40B4-BE49-F238E27FC236}">
                <a16:creationId xmlns:a16="http://schemas.microsoft.com/office/drawing/2014/main" id="{18B20991-3547-0BAF-CC21-0405F4C5A4AD}"/>
              </a:ext>
            </a:extLst>
          </p:cNvPr>
          <p:cNvSpPr>
            <a:spLocks/>
          </p:cNvSpPr>
          <p:nvPr/>
        </p:nvSpPr>
        <p:spPr bwMode="auto">
          <a:xfrm>
            <a:off x="6106739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211" name="표 210">
            <a:extLst>
              <a:ext uri="{FF2B5EF4-FFF2-40B4-BE49-F238E27FC236}">
                <a16:creationId xmlns:a16="http://schemas.microsoft.com/office/drawing/2014/main" id="{DD6F57BC-D20B-5A9A-B7BB-EA4CD155F0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6221866"/>
              </p:ext>
            </p:extLst>
          </p:nvPr>
        </p:nvGraphicFramePr>
        <p:xfrm>
          <a:off x="6957435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212" name="Text Box">
            <a:extLst>
              <a:ext uri="{FF2B5EF4-FFF2-40B4-BE49-F238E27FC236}">
                <a16:creationId xmlns:a16="http://schemas.microsoft.com/office/drawing/2014/main" id="{BFD5CA30-47E4-0005-3ED7-C20AD46757C2}"/>
              </a:ext>
            </a:extLst>
          </p:cNvPr>
          <p:cNvSpPr>
            <a:spLocks/>
          </p:cNvSpPr>
          <p:nvPr/>
        </p:nvSpPr>
        <p:spPr bwMode="auto">
          <a:xfrm>
            <a:off x="7240080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213" name="Text Box">
            <a:extLst>
              <a:ext uri="{FF2B5EF4-FFF2-40B4-BE49-F238E27FC236}">
                <a16:creationId xmlns:a16="http://schemas.microsoft.com/office/drawing/2014/main" id="{A388D754-77AC-4345-DB24-8D51ED20EAB9}"/>
              </a:ext>
            </a:extLst>
          </p:cNvPr>
          <p:cNvSpPr>
            <a:spLocks/>
          </p:cNvSpPr>
          <p:nvPr/>
        </p:nvSpPr>
        <p:spPr bwMode="auto">
          <a:xfrm>
            <a:off x="7240080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4" name="Text Box">
            <a:extLst>
              <a:ext uri="{FF2B5EF4-FFF2-40B4-BE49-F238E27FC236}">
                <a16:creationId xmlns:a16="http://schemas.microsoft.com/office/drawing/2014/main" id="{912B23B0-6E8A-8022-DE99-BF8197AB0650}"/>
              </a:ext>
            </a:extLst>
          </p:cNvPr>
          <p:cNvSpPr>
            <a:spLocks/>
          </p:cNvSpPr>
          <p:nvPr/>
        </p:nvSpPr>
        <p:spPr bwMode="auto">
          <a:xfrm>
            <a:off x="7240080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215" name="표 214">
            <a:extLst>
              <a:ext uri="{FF2B5EF4-FFF2-40B4-BE49-F238E27FC236}">
                <a16:creationId xmlns:a16="http://schemas.microsoft.com/office/drawing/2014/main" id="{BB02AEC2-1F16-03E0-13ED-3326A66A2E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7147948"/>
              </p:ext>
            </p:extLst>
          </p:nvPr>
        </p:nvGraphicFramePr>
        <p:xfrm>
          <a:off x="2424072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216" name="Text Box">
            <a:extLst>
              <a:ext uri="{FF2B5EF4-FFF2-40B4-BE49-F238E27FC236}">
                <a16:creationId xmlns:a16="http://schemas.microsoft.com/office/drawing/2014/main" id="{D97909F1-5A0A-E15A-52E7-DAE9399A013A}"/>
              </a:ext>
            </a:extLst>
          </p:cNvPr>
          <p:cNvSpPr>
            <a:spLocks/>
          </p:cNvSpPr>
          <p:nvPr/>
        </p:nvSpPr>
        <p:spPr bwMode="auto">
          <a:xfrm>
            <a:off x="2706717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217" name="Text Box">
            <a:extLst>
              <a:ext uri="{FF2B5EF4-FFF2-40B4-BE49-F238E27FC236}">
                <a16:creationId xmlns:a16="http://schemas.microsoft.com/office/drawing/2014/main" id="{345DEEF5-A54F-4F2C-95E2-E15FA101FA12}"/>
              </a:ext>
            </a:extLst>
          </p:cNvPr>
          <p:cNvSpPr>
            <a:spLocks/>
          </p:cNvSpPr>
          <p:nvPr/>
        </p:nvSpPr>
        <p:spPr bwMode="auto">
          <a:xfrm>
            <a:off x="2706717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18" name="Text Box">
            <a:extLst>
              <a:ext uri="{FF2B5EF4-FFF2-40B4-BE49-F238E27FC236}">
                <a16:creationId xmlns:a16="http://schemas.microsoft.com/office/drawing/2014/main" id="{F1D8577B-DC3D-9560-F6D1-09EECD2D2F05}"/>
              </a:ext>
            </a:extLst>
          </p:cNvPr>
          <p:cNvSpPr>
            <a:spLocks/>
          </p:cNvSpPr>
          <p:nvPr/>
        </p:nvSpPr>
        <p:spPr bwMode="auto">
          <a:xfrm>
            <a:off x="2706717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219" name="표 218">
            <a:extLst>
              <a:ext uri="{FF2B5EF4-FFF2-40B4-BE49-F238E27FC236}">
                <a16:creationId xmlns:a16="http://schemas.microsoft.com/office/drawing/2014/main" id="{ED5E6C1D-60B7-967D-268A-A762B3B9DF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7629815"/>
              </p:ext>
            </p:extLst>
          </p:nvPr>
        </p:nvGraphicFramePr>
        <p:xfrm>
          <a:off x="3557412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220" name="Text Box">
            <a:extLst>
              <a:ext uri="{FF2B5EF4-FFF2-40B4-BE49-F238E27FC236}">
                <a16:creationId xmlns:a16="http://schemas.microsoft.com/office/drawing/2014/main" id="{1E4FDB8B-A0A2-1EE0-4DB7-ACBEB53E5277}"/>
              </a:ext>
            </a:extLst>
          </p:cNvPr>
          <p:cNvSpPr>
            <a:spLocks/>
          </p:cNvSpPr>
          <p:nvPr/>
        </p:nvSpPr>
        <p:spPr bwMode="auto">
          <a:xfrm>
            <a:off x="3840057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221" name="Text Box">
            <a:extLst>
              <a:ext uri="{FF2B5EF4-FFF2-40B4-BE49-F238E27FC236}">
                <a16:creationId xmlns:a16="http://schemas.microsoft.com/office/drawing/2014/main" id="{64FF30A1-8C70-0591-24E4-7EE3B06C6515}"/>
              </a:ext>
            </a:extLst>
          </p:cNvPr>
          <p:cNvSpPr>
            <a:spLocks/>
          </p:cNvSpPr>
          <p:nvPr/>
        </p:nvSpPr>
        <p:spPr bwMode="auto">
          <a:xfrm>
            <a:off x="3840057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2" name="Text Box">
            <a:extLst>
              <a:ext uri="{FF2B5EF4-FFF2-40B4-BE49-F238E27FC236}">
                <a16:creationId xmlns:a16="http://schemas.microsoft.com/office/drawing/2014/main" id="{7E792D46-2189-F7F2-5C8C-FA000E8C350A}"/>
              </a:ext>
            </a:extLst>
          </p:cNvPr>
          <p:cNvSpPr>
            <a:spLocks/>
          </p:cNvSpPr>
          <p:nvPr/>
        </p:nvSpPr>
        <p:spPr bwMode="auto">
          <a:xfrm>
            <a:off x="3840057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223" name="표 222">
            <a:extLst>
              <a:ext uri="{FF2B5EF4-FFF2-40B4-BE49-F238E27FC236}">
                <a16:creationId xmlns:a16="http://schemas.microsoft.com/office/drawing/2014/main" id="{22AFF520-D330-E6CB-6601-36BD947005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935220"/>
              </p:ext>
            </p:extLst>
          </p:nvPr>
        </p:nvGraphicFramePr>
        <p:xfrm>
          <a:off x="4687533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224" name="Text Box">
            <a:extLst>
              <a:ext uri="{FF2B5EF4-FFF2-40B4-BE49-F238E27FC236}">
                <a16:creationId xmlns:a16="http://schemas.microsoft.com/office/drawing/2014/main" id="{0AA34BF7-0E6B-7439-AE00-A5FB8A4F41B8}"/>
              </a:ext>
            </a:extLst>
          </p:cNvPr>
          <p:cNvSpPr>
            <a:spLocks/>
          </p:cNvSpPr>
          <p:nvPr/>
        </p:nvSpPr>
        <p:spPr bwMode="auto">
          <a:xfrm>
            <a:off x="4970178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225" name="Text Box">
            <a:extLst>
              <a:ext uri="{FF2B5EF4-FFF2-40B4-BE49-F238E27FC236}">
                <a16:creationId xmlns:a16="http://schemas.microsoft.com/office/drawing/2014/main" id="{BCAC21ED-E0E4-5D1F-8C9C-C2B18608CE02}"/>
              </a:ext>
            </a:extLst>
          </p:cNvPr>
          <p:cNvSpPr>
            <a:spLocks/>
          </p:cNvSpPr>
          <p:nvPr/>
        </p:nvSpPr>
        <p:spPr bwMode="auto">
          <a:xfrm>
            <a:off x="4970178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26" name="Text Box">
            <a:extLst>
              <a:ext uri="{FF2B5EF4-FFF2-40B4-BE49-F238E27FC236}">
                <a16:creationId xmlns:a16="http://schemas.microsoft.com/office/drawing/2014/main" id="{2AF27D33-CA43-C169-02F8-2810148AA87E}"/>
              </a:ext>
            </a:extLst>
          </p:cNvPr>
          <p:cNvSpPr>
            <a:spLocks/>
          </p:cNvSpPr>
          <p:nvPr/>
        </p:nvSpPr>
        <p:spPr bwMode="auto">
          <a:xfrm>
            <a:off x="4970178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227" name="표 226">
            <a:extLst>
              <a:ext uri="{FF2B5EF4-FFF2-40B4-BE49-F238E27FC236}">
                <a16:creationId xmlns:a16="http://schemas.microsoft.com/office/drawing/2014/main" id="{A96482FF-D7EE-4F0B-0A46-6A2B1F072D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6747695"/>
              </p:ext>
            </p:extLst>
          </p:nvPr>
        </p:nvGraphicFramePr>
        <p:xfrm>
          <a:off x="5824094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228" name="Text Box">
            <a:extLst>
              <a:ext uri="{FF2B5EF4-FFF2-40B4-BE49-F238E27FC236}">
                <a16:creationId xmlns:a16="http://schemas.microsoft.com/office/drawing/2014/main" id="{2F71FCC3-9AEB-B4CC-F978-12A3568DC6DA}"/>
              </a:ext>
            </a:extLst>
          </p:cNvPr>
          <p:cNvSpPr>
            <a:spLocks/>
          </p:cNvSpPr>
          <p:nvPr/>
        </p:nvSpPr>
        <p:spPr bwMode="auto">
          <a:xfrm>
            <a:off x="6106739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229" name="Text Box">
            <a:extLst>
              <a:ext uri="{FF2B5EF4-FFF2-40B4-BE49-F238E27FC236}">
                <a16:creationId xmlns:a16="http://schemas.microsoft.com/office/drawing/2014/main" id="{7C6D962A-4E53-4396-83E2-B0FE4DC0FC4F}"/>
              </a:ext>
            </a:extLst>
          </p:cNvPr>
          <p:cNvSpPr>
            <a:spLocks/>
          </p:cNvSpPr>
          <p:nvPr/>
        </p:nvSpPr>
        <p:spPr bwMode="auto">
          <a:xfrm>
            <a:off x="6106739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0" name="Text Box">
            <a:extLst>
              <a:ext uri="{FF2B5EF4-FFF2-40B4-BE49-F238E27FC236}">
                <a16:creationId xmlns:a16="http://schemas.microsoft.com/office/drawing/2014/main" id="{ABC16CE9-31E3-835C-2C1A-FC7D1491CF70}"/>
              </a:ext>
            </a:extLst>
          </p:cNvPr>
          <p:cNvSpPr>
            <a:spLocks/>
          </p:cNvSpPr>
          <p:nvPr/>
        </p:nvSpPr>
        <p:spPr bwMode="auto">
          <a:xfrm>
            <a:off x="6106739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231" name="표 230">
            <a:extLst>
              <a:ext uri="{FF2B5EF4-FFF2-40B4-BE49-F238E27FC236}">
                <a16:creationId xmlns:a16="http://schemas.microsoft.com/office/drawing/2014/main" id="{AAB0713E-50BB-9DBE-F626-9990AA9918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7522380"/>
              </p:ext>
            </p:extLst>
          </p:nvPr>
        </p:nvGraphicFramePr>
        <p:xfrm>
          <a:off x="6957435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232" name="Text Box">
            <a:extLst>
              <a:ext uri="{FF2B5EF4-FFF2-40B4-BE49-F238E27FC236}">
                <a16:creationId xmlns:a16="http://schemas.microsoft.com/office/drawing/2014/main" id="{5CE05132-62C9-D440-C723-7D4A5C4EF00C}"/>
              </a:ext>
            </a:extLst>
          </p:cNvPr>
          <p:cNvSpPr>
            <a:spLocks/>
          </p:cNvSpPr>
          <p:nvPr/>
        </p:nvSpPr>
        <p:spPr bwMode="auto">
          <a:xfrm>
            <a:off x="7240080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233" name="Text Box">
            <a:extLst>
              <a:ext uri="{FF2B5EF4-FFF2-40B4-BE49-F238E27FC236}">
                <a16:creationId xmlns:a16="http://schemas.microsoft.com/office/drawing/2014/main" id="{65B612A0-CF0A-964A-EDCE-951B757F7300}"/>
              </a:ext>
            </a:extLst>
          </p:cNvPr>
          <p:cNvSpPr>
            <a:spLocks/>
          </p:cNvSpPr>
          <p:nvPr/>
        </p:nvSpPr>
        <p:spPr bwMode="auto">
          <a:xfrm>
            <a:off x="7240080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34" name="Text Box">
            <a:extLst>
              <a:ext uri="{FF2B5EF4-FFF2-40B4-BE49-F238E27FC236}">
                <a16:creationId xmlns:a16="http://schemas.microsoft.com/office/drawing/2014/main" id="{EDE369CE-29C9-B86F-4ED8-2B547CB523D7}"/>
              </a:ext>
            </a:extLst>
          </p:cNvPr>
          <p:cNvSpPr>
            <a:spLocks/>
          </p:cNvSpPr>
          <p:nvPr/>
        </p:nvSpPr>
        <p:spPr bwMode="auto">
          <a:xfrm>
            <a:off x="7240080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6421BF22-B099-8A6D-0983-27CF02E9E6E6}"/>
              </a:ext>
            </a:extLst>
          </p:cNvPr>
          <p:cNvSpPr txBox="1"/>
          <p:nvPr/>
        </p:nvSpPr>
        <p:spPr>
          <a:xfrm>
            <a:off x="5608101" y="1470313"/>
            <a:ext cx="94128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0" lang="ko-KR" altLang="en-US" sz="700" b="0" i="1" u="none" strike="noStrike" kern="0" cap="none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← 디폴트 전체 체크</a:t>
            </a:r>
            <a:endParaRPr kumimoji="1" lang="ko-KR" altLang="en-US" sz="70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131655D5-5B68-3AA0-591D-C8596F0A96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7245017"/>
              </p:ext>
            </p:extLst>
          </p:nvPr>
        </p:nvGraphicFramePr>
        <p:xfrm>
          <a:off x="8100047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엑스트라 요금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37" name="Text Box">
            <a:extLst>
              <a:ext uri="{FF2B5EF4-FFF2-40B4-BE49-F238E27FC236}">
                <a16:creationId xmlns:a16="http://schemas.microsoft.com/office/drawing/2014/main" id="{955CDD40-7BA9-2331-B475-36FD74822267}"/>
              </a:ext>
            </a:extLst>
          </p:cNvPr>
          <p:cNvSpPr>
            <a:spLocks/>
          </p:cNvSpPr>
          <p:nvPr/>
        </p:nvSpPr>
        <p:spPr bwMode="auto">
          <a:xfrm>
            <a:off x="8382692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3" name="Text Box">
            <a:extLst>
              <a:ext uri="{FF2B5EF4-FFF2-40B4-BE49-F238E27FC236}">
                <a16:creationId xmlns:a16="http://schemas.microsoft.com/office/drawing/2014/main" id="{B0228365-A6FA-9B3D-6CA5-F258D48D3078}"/>
              </a:ext>
            </a:extLst>
          </p:cNvPr>
          <p:cNvSpPr>
            <a:spLocks/>
          </p:cNvSpPr>
          <p:nvPr/>
        </p:nvSpPr>
        <p:spPr bwMode="auto">
          <a:xfrm>
            <a:off x="8382692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7" name="Text Box">
            <a:extLst>
              <a:ext uri="{FF2B5EF4-FFF2-40B4-BE49-F238E27FC236}">
                <a16:creationId xmlns:a16="http://schemas.microsoft.com/office/drawing/2014/main" id="{F8096884-D49F-36C4-807C-6FE64CF908CB}"/>
              </a:ext>
            </a:extLst>
          </p:cNvPr>
          <p:cNvSpPr>
            <a:spLocks/>
          </p:cNvSpPr>
          <p:nvPr/>
        </p:nvSpPr>
        <p:spPr bwMode="auto">
          <a:xfrm>
            <a:off x="8382692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AE59F72D-9271-9BEA-08E1-6C3EB3329F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9735911"/>
              </p:ext>
            </p:extLst>
          </p:nvPr>
        </p:nvGraphicFramePr>
        <p:xfrm>
          <a:off x="8100047" y="2098830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엑스트라 요금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49" name="Text Box">
            <a:extLst>
              <a:ext uri="{FF2B5EF4-FFF2-40B4-BE49-F238E27FC236}">
                <a16:creationId xmlns:a16="http://schemas.microsoft.com/office/drawing/2014/main" id="{E1C062EC-0099-4B95-390F-EDB6B0EEAD69}"/>
              </a:ext>
            </a:extLst>
          </p:cNvPr>
          <p:cNvSpPr>
            <a:spLocks/>
          </p:cNvSpPr>
          <p:nvPr/>
        </p:nvSpPr>
        <p:spPr bwMode="auto">
          <a:xfrm>
            <a:off x="8382692" y="233552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1" name="Text Box">
            <a:extLst>
              <a:ext uri="{FF2B5EF4-FFF2-40B4-BE49-F238E27FC236}">
                <a16:creationId xmlns:a16="http://schemas.microsoft.com/office/drawing/2014/main" id="{F6299FCB-2F32-930F-8C4B-DF96AE297A06}"/>
              </a:ext>
            </a:extLst>
          </p:cNvPr>
          <p:cNvSpPr>
            <a:spLocks/>
          </p:cNvSpPr>
          <p:nvPr/>
        </p:nvSpPr>
        <p:spPr bwMode="auto">
          <a:xfrm>
            <a:off x="8382692" y="2551242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2" name="Text Box">
            <a:extLst>
              <a:ext uri="{FF2B5EF4-FFF2-40B4-BE49-F238E27FC236}">
                <a16:creationId xmlns:a16="http://schemas.microsoft.com/office/drawing/2014/main" id="{D2321063-AA7C-0DA3-B024-67D8387C187E}"/>
              </a:ext>
            </a:extLst>
          </p:cNvPr>
          <p:cNvSpPr>
            <a:spLocks/>
          </p:cNvSpPr>
          <p:nvPr/>
        </p:nvSpPr>
        <p:spPr bwMode="auto">
          <a:xfrm>
            <a:off x="8382692" y="276374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3751594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CC06A7-4395-9524-981F-0F62DAB25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직사각형 41">
            <a:extLst>
              <a:ext uri="{FF2B5EF4-FFF2-40B4-BE49-F238E27FC236}">
                <a16:creationId xmlns:a16="http://schemas.microsoft.com/office/drawing/2014/main" id="{9D5BB371-D8A0-5765-2AD0-279E268C6FFE}"/>
              </a:ext>
            </a:extLst>
          </p:cNvPr>
          <p:cNvSpPr/>
          <p:nvPr/>
        </p:nvSpPr>
        <p:spPr>
          <a:xfrm>
            <a:off x="47328" y="499683"/>
            <a:ext cx="1368152" cy="6285838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8" name="제목 17">
            <a:extLst>
              <a:ext uri="{FF2B5EF4-FFF2-40B4-BE49-F238E27FC236}">
                <a16:creationId xmlns:a16="http://schemas.microsoft.com/office/drawing/2014/main" id="{F7579860-28BD-544E-4F6F-2D15E374CC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CD5A1F8B-7291-92AF-BE98-2F16B7BA686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옵션 요금 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3CD93355-C7CE-0219-F4BE-8CCB026B804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C7119330-94E9-FA3B-9131-0A72757387C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36A865AF-540F-94FC-3185-2DCF5A9DB307}"/>
              </a:ext>
            </a:extLst>
          </p:cNvPr>
          <p:cNvGraphicFramePr>
            <a:graphicFrameLocks noGrp="1"/>
          </p:cNvGraphicFramePr>
          <p:nvPr/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협력업체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F3684B9A-FF5C-6CFB-1A23-5C1412444604}"/>
              </a:ext>
            </a:extLst>
          </p:cNvPr>
          <p:cNvGrpSpPr/>
          <p:nvPr/>
        </p:nvGrpSpPr>
        <p:grpSpPr>
          <a:xfrm>
            <a:off x="1512625" y="764704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829A15E3-3057-F5FD-4B5F-1322F33859DF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81498ED2-86B0-D247-A77D-56E54C703963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6B7B391D-3E9C-241C-748C-1EBAC0964270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6BF63459-4AC1-5B4F-7EFA-D979AAC31ABD}"/>
              </a:ext>
            </a:extLst>
          </p:cNvPr>
          <p:cNvGrpSpPr/>
          <p:nvPr/>
        </p:nvGrpSpPr>
        <p:grpSpPr>
          <a:xfrm rot="10800000">
            <a:off x="1343512" y="1028378"/>
            <a:ext cx="360000" cy="372571"/>
            <a:chOff x="3180625" y="5062589"/>
            <a:chExt cx="360000" cy="372571"/>
          </a:xfrm>
        </p:grpSpPr>
        <p:cxnSp>
          <p:nvCxnSpPr>
            <p:cNvPr id="112" name="직선 연결선 206">
              <a:extLst>
                <a:ext uri="{FF2B5EF4-FFF2-40B4-BE49-F238E27FC236}">
                  <a16:creationId xmlns:a16="http://schemas.microsoft.com/office/drawing/2014/main" id="{3F32C690-104D-AF0F-2CA8-18050F52BF8E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7A1CFC22-A53B-A68C-4A3C-869541D41494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753BD4E0-5336-1524-D5CC-D3C416E4E6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8669914"/>
              </p:ext>
            </p:extLst>
          </p:nvPr>
        </p:nvGraphicFramePr>
        <p:xfrm>
          <a:off x="1513108" y="1348401"/>
          <a:ext cx="7746199" cy="3312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547683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12241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룸서비스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122572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조식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176474"/>
                  </a:ext>
                </a:extLst>
              </a:tr>
              <a:tr h="86250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어메니티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831222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B75112E4-B73A-5103-4DC7-5D8D007897AC}"/>
              </a:ext>
            </a:extLst>
          </p:cNvPr>
          <p:cNvSpPr txBox="1"/>
          <p:nvPr/>
        </p:nvSpPr>
        <p:spPr>
          <a:xfrm>
            <a:off x="1427884" y="1106525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유료 옵션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C17BBFC-F774-E018-668A-F951F8CA2494}"/>
              </a:ext>
            </a:extLst>
          </p:cNvPr>
          <p:cNvSpPr/>
          <p:nvPr/>
        </p:nvSpPr>
        <p:spPr>
          <a:xfrm>
            <a:off x="2787213" y="1404975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354E241-90E1-D4D8-6C8F-229DAA21CFA3}"/>
              </a:ext>
            </a:extLst>
          </p:cNvPr>
          <p:cNvSpPr/>
          <p:nvPr/>
        </p:nvSpPr>
        <p:spPr>
          <a:xfrm>
            <a:off x="47328" y="491100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dirty="0"/>
              <a:t>▲ 이전 페이지에서 계속</a:t>
            </a:r>
          </a:p>
        </p:txBody>
      </p:sp>
      <p:graphicFrame>
        <p:nvGraphicFramePr>
          <p:cNvPr id="92" name="표 91">
            <a:extLst>
              <a:ext uri="{FF2B5EF4-FFF2-40B4-BE49-F238E27FC236}">
                <a16:creationId xmlns:a16="http://schemas.microsoft.com/office/drawing/2014/main" id="{E402437D-60E5-5A96-57C5-1402B620AC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6370460"/>
              </p:ext>
            </p:extLst>
          </p:nvPr>
        </p:nvGraphicFramePr>
        <p:xfrm>
          <a:off x="2787213" y="1632170"/>
          <a:ext cx="5973083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아이스커피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Iced Coffee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9,091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2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생수 </a:t>
                      </a:r>
                      <a:r>
                        <a:rPr lang="en-US" altLang="ko-KR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300ml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Bottled water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9,091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9382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3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병맥주 </a:t>
                      </a:r>
                      <a:r>
                        <a:rPr lang="en-US" altLang="ko-KR" sz="800" b="0" kern="0" spc="-3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350ml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Bottled beer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9,091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4489530"/>
                  </a:ext>
                </a:extLst>
              </a:tr>
            </a:tbl>
          </a:graphicData>
        </a:graphic>
      </p:graphicFrame>
      <p:sp>
        <p:nvSpPr>
          <p:cNvPr id="94" name="직사각형 93">
            <a:extLst>
              <a:ext uri="{FF2B5EF4-FFF2-40B4-BE49-F238E27FC236}">
                <a16:creationId xmlns:a16="http://schemas.microsoft.com/office/drawing/2014/main" id="{FB3EF443-E776-F7F6-5B58-70A5608955E3}"/>
              </a:ext>
            </a:extLst>
          </p:cNvPr>
          <p:cNvSpPr/>
          <p:nvPr/>
        </p:nvSpPr>
        <p:spPr>
          <a:xfrm>
            <a:off x="8242126" y="1876812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98CB0F54-1935-B34F-06F1-3B5BC8303411}"/>
              </a:ext>
            </a:extLst>
          </p:cNvPr>
          <p:cNvSpPr/>
          <p:nvPr/>
        </p:nvSpPr>
        <p:spPr>
          <a:xfrm>
            <a:off x="8242126" y="2089537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460B64C9-46A8-0D36-6080-CFCC521F3169}"/>
              </a:ext>
            </a:extLst>
          </p:cNvPr>
          <p:cNvSpPr/>
          <p:nvPr/>
        </p:nvSpPr>
        <p:spPr>
          <a:xfrm>
            <a:off x="8242126" y="2302262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27E7E178-2D87-7FEB-ACEF-EBF0EC91719C}"/>
              </a:ext>
            </a:extLst>
          </p:cNvPr>
          <p:cNvSpPr/>
          <p:nvPr/>
        </p:nvSpPr>
        <p:spPr>
          <a:xfrm>
            <a:off x="2787213" y="2617954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114" name="표 113">
            <a:extLst>
              <a:ext uri="{FF2B5EF4-FFF2-40B4-BE49-F238E27FC236}">
                <a16:creationId xmlns:a16="http://schemas.microsoft.com/office/drawing/2014/main" id="{5A9E3C6C-33D9-5E52-938F-AAF7E46A5C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1600546"/>
              </p:ext>
            </p:extLst>
          </p:nvPr>
        </p:nvGraphicFramePr>
        <p:xfrm>
          <a:off x="2787213" y="2845149"/>
          <a:ext cx="5973083" cy="64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브런치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kern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Brunch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9,091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2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샌드위치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Sandwich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9,091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938241"/>
                  </a:ext>
                </a:extLst>
              </a:tr>
            </a:tbl>
          </a:graphicData>
        </a:graphic>
      </p:graphicFrame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20D4C42F-323E-6252-3748-90BE3E1855F9}"/>
              </a:ext>
            </a:extLst>
          </p:cNvPr>
          <p:cNvSpPr/>
          <p:nvPr/>
        </p:nvSpPr>
        <p:spPr>
          <a:xfrm>
            <a:off x="8242126" y="3089791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FFE96BF3-C562-F364-84A2-48F5E2155EFB}"/>
              </a:ext>
            </a:extLst>
          </p:cNvPr>
          <p:cNvSpPr/>
          <p:nvPr/>
        </p:nvSpPr>
        <p:spPr>
          <a:xfrm>
            <a:off x="8242126" y="3302516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A1A56514-FED9-B748-7EB4-5E7C952415FE}"/>
              </a:ext>
            </a:extLst>
          </p:cNvPr>
          <p:cNvSpPr/>
          <p:nvPr/>
        </p:nvSpPr>
        <p:spPr>
          <a:xfrm>
            <a:off x="2787213" y="3842450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119" name="표 118">
            <a:extLst>
              <a:ext uri="{FF2B5EF4-FFF2-40B4-BE49-F238E27FC236}">
                <a16:creationId xmlns:a16="http://schemas.microsoft.com/office/drawing/2014/main" id="{4DF6371C-E502-4E9A-C5CE-FC20C4784E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824257"/>
              </p:ext>
            </p:extLst>
          </p:nvPr>
        </p:nvGraphicFramePr>
        <p:xfrm>
          <a:off x="2787213" y="4074851"/>
          <a:ext cx="5973083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 grid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등록된 유료 옵션이 없습니다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</a:tbl>
          </a:graphicData>
        </a:graphic>
      </p:graphicFrame>
      <p:grpSp>
        <p:nvGrpSpPr>
          <p:cNvPr id="30" name="그룹 29">
            <a:extLst>
              <a:ext uri="{FF2B5EF4-FFF2-40B4-BE49-F238E27FC236}">
                <a16:creationId xmlns:a16="http://schemas.microsoft.com/office/drawing/2014/main" id="{D41673BA-4EFB-18D6-23A4-137C960762E2}"/>
              </a:ext>
            </a:extLst>
          </p:cNvPr>
          <p:cNvGrpSpPr/>
          <p:nvPr/>
        </p:nvGrpSpPr>
        <p:grpSpPr>
          <a:xfrm>
            <a:off x="8832304" y="1633194"/>
            <a:ext cx="78452" cy="817845"/>
            <a:chOff x="8882980" y="4358558"/>
            <a:chExt cx="84043" cy="1950762"/>
          </a:xfrm>
        </p:grpSpPr>
        <p:sp>
          <p:nvSpPr>
            <p:cNvPr id="32" name="모서리가 둥근 직사각형 31">
              <a:extLst>
                <a:ext uri="{FF2B5EF4-FFF2-40B4-BE49-F238E27FC236}">
                  <a16:creationId xmlns:a16="http://schemas.microsoft.com/office/drawing/2014/main" id="{146B0E22-46D6-5009-540A-2E63D8259815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3" name="모서리가 둥근 직사각형 170">
              <a:extLst>
                <a:ext uri="{FF2B5EF4-FFF2-40B4-BE49-F238E27FC236}">
                  <a16:creationId xmlns:a16="http://schemas.microsoft.com/office/drawing/2014/main" id="{9B936470-4085-5249-951E-201E016EF04D}"/>
                </a:ext>
              </a:extLst>
            </p:cNvPr>
            <p:cNvSpPr/>
            <p:nvPr/>
          </p:nvSpPr>
          <p:spPr>
            <a:xfrm>
              <a:off x="8915166" y="5005460"/>
              <a:ext cx="19671" cy="39484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DB910DA8-A10F-8803-E5F3-9A76ACEFC548}"/>
              </a:ext>
            </a:extLst>
          </p:cNvPr>
          <p:cNvGrpSpPr/>
          <p:nvPr/>
        </p:nvGrpSpPr>
        <p:grpSpPr>
          <a:xfrm>
            <a:off x="8832304" y="2837077"/>
            <a:ext cx="78452" cy="817845"/>
            <a:chOff x="8882980" y="4358558"/>
            <a:chExt cx="84043" cy="1950762"/>
          </a:xfrm>
        </p:grpSpPr>
        <p:sp>
          <p:nvSpPr>
            <p:cNvPr id="35" name="모서리가 둥근 직사각형 34">
              <a:extLst>
                <a:ext uri="{FF2B5EF4-FFF2-40B4-BE49-F238E27FC236}">
                  <a16:creationId xmlns:a16="http://schemas.microsoft.com/office/drawing/2014/main" id="{4AAFFC08-2E08-9416-3812-5BAF67A63196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6" name="모서리가 둥근 직사각형 170">
              <a:extLst>
                <a:ext uri="{FF2B5EF4-FFF2-40B4-BE49-F238E27FC236}">
                  <a16:creationId xmlns:a16="http://schemas.microsoft.com/office/drawing/2014/main" id="{B5D3220F-B99F-BCAE-C0BC-9540CA5C43FD}"/>
                </a:ext>
              </a:extLst>
            </p:cNvPr>
            <p:cNvSpPr/>
            <p:nvPr/>
          </p:nvSpPr>
          <p:spPr>
            <a:xfrm>
              <a:off x="8915166" y="5005460"/>
              <a:ext cx="19671" cy="39484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48C68F95-4FA1-B30C-B591-6A449893E6C5}"/>
              </a:ext>
            </a:extLst>
          </p:cNvPr>
          <p:cNvGrpSpPr/>
          <p:nvPr/>
        </p:nvGrpSpPr>
        <p:grpSpPr>
          <a:xfrm>
            <a:off x="8832304" y="4081977"/>
            <a:ext cx="78452" cy="506195"/>
            <a:chOff x="8882980" y="4358558"/>
            <a:chExt cx="84043" cy="1950762"/>
          </a:xfrm>
        </p:grpSpPr>
        <p:sp>
          <p:nvSpPr>
            <p:cNvPr id="38" name="모서리가 둥근 직사각형 37">
              <a:extLst>
                <a:ext uri="{FF2B5EF4-FFF2-40B4-BE49-F238E27FC236}">
                  <a16:creationId xmlns:a16="http://schemas.microsoft.com/office/drawing/2014/main" id="{F04F6DE3-7237-59A7-7418-C163F373A967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9" name="모서리가 둥근 직사각형 170">
              <a:extLst>
                <a:ext uri="{FF2B5EF4-FFF2-40B4-BE49-F238E27FC236}">
                  <a16:creationId xmlns:a16="http://schemas.microsoft.com/office/drawing/2014/main" id="{29E00C0F-AC0E-9330-5976-672E03824D02}"/>
                </a:ext>
              </a:extLst>
            </p:cNvPr>
            <p:cNvSpPr/>
            <p:nvPr/>
          </p:nvSpPr>
          <p:spPr>
            <a:xfrm>
              <a:off x="8915166" y="5005460"/>
              <a:ext cx="19671" cy="39484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4724C86-0BE8-35BE-C494-70DE03847AA5}"/>
              </a:ext>
            </a:extLst>
          </p:cNvPr>
          <p:cNvSpPr/>
          <p:nvPr/>
        </p:nvSpPr>
        <p:spPr>
          <a:xfrm>
            <a:off x="4613083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2719D139-6DC0-546D-1541-B0CB263C3AC4}"/>
              </a:ext>
            </a:extLst>
          </p:cNvPr>
          <p:cNvSpPr/>
          <p:nvPr/>
        </p:nvSpPr>
        <p:spPr>
          <a:xfrm>
            <a:off x="5224390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저장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CCF0E205-CBDC-9B62-936F-EF3E7944DF9B}"/>
              </a:ext>
            </a:extLst>
          </p:cNvPr>
          <p:cNvSpPr/>
          <p:nvPr/>
        </p:nvSpPr>
        <p:spPr>
          <a:xfrm>
            <a:off x="5835697" y="6477696"/>
            <a:ext cx="520605" cy="191664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53" name="Teardrop 1">
            <a:extLst>
              <a:ext uri="{FF2B5EF4-FFF2-40B4-BE49-F238E27FC236}">
                <a16:creationId xmlns:a16="http://schemas.microsoft.com/office/drawing/2014/main" id="{A115FE0B-4EB1-185C-0B8F-8127B7BFB421}"/>
              </a:ext>
            </a:extLst>
          </p:cNvPr>
          <p:cNvSpPr/>
          <p:nvPr/>
        </p:nvSpPr>
        <p:spPr>
          <a:xfrm rot="16200000" flipH="1" flipV="1">
            <a:off x="5757601" y="638546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0916692A-A484-5071-4C64-CD2CC1BA6641}"/>
              </a:ext>
            </a:extLst>
          </p:cNvPr>
          <p:cNvSpPr/>
          <p:nvPr/>
        </p:nvSpPr>
        <p:spPr>
          <a:xfrm>
            <a:off x="8223214" y="1405012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6723142-A26E-8099-F955-687B4127E5EF}"/>
              </a:ext>
            </a:extLst>
          </p:cNvPr>
          <p:cNvSpPr/>
          <p:nvPr/>
        </p:nvSpPr>
        <p:spPr>
          <a:xfrm>
            <a:off x="8223214" y="2614567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45C88097-17B3-B6A5-0DFC-54B8D63235C5}"/>
              </a:ext>
            </a:extLst>
          </p:cNvPr>
          <p:cNvSpPr/>
          <p:nvPr/>
        </p:nvSpPr>
        <p:spPr>
          <a:xfrm>
            <a:off x="8223214" y="3847271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</p:spTree>
    <p:extLst>
      <p:ext uri="{BB962C8B-B14F-4D97-AF65-F5344CB8AC3E}">
        <p14:creationId xmlns:p14="http://schemas.microsoft.com/office/powerpoint/2010/main" val="321543668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7877DB-CC37-A5FF-1D28-3E18B15DD4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BCCC3543-F3D7-E59C-5AE3-7EA4DE43AB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마켓코드 조회 팝업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5AFB790B-801D-5864-9418-641DAC36317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ABA0E07B-B7DD-7B42-30A1-BB56437C79A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E782D429-A6E4-5685-D7CA-95CE9469B86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8312990-7833-0009-1A04-AF67A678C653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220FE2D-946D-21BB-7D8B-D9A59E575631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2F68336-9A4E-E448-E293-78F64B59A34C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16EAAE64-AB13-D817-201A-42AFD0B7D8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3362122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시스템관리자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협력업체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개만 선택 가능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선택한 항목 적용 후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부모창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grpSp>
        <p:nvGrpSpPr>
          <p:cNvPr id="17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B41C0C0B-2C98-CFFF-B840-DA677815AE6C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063552" y="1121242"/>
            <a:ext cx="4104451" cy="4034304"/>
            <a:chOff x="3776975" y="1261242"/>
            <a:chExt cx="3487175" cy="2724408"/>
          </a:xfrm>
        </p:grpSpPr>
        <p:sp>
          <p:nvSpPr>
            <p:cNvPr id="22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505D04E7-127C-162C-7FAF-BB1E7E0A6EDF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3776976" y="1496299"/>
              <a:ext cx="3487169" cy="248935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38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6A69258-8518-9753-EBD1-43904B8221AA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3776975" y="1261242"/>
              <a:ext cx="3487175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마켓코드 조회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39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6E2CAA3-40E7-5DA7-2006-9C656768500F}"/>
                </a:ext>
              </a:extLst>
            </p:cNvPr>
            <p:cNvSpPr>
              <a:spLocks noEditPoints="1"/>
            </p:cNvSpPr>
            <p:nvPr>
              <p:custDataLst>
                <p:tags r:id="rId5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3888D554-75D0-D11D-A4CD-F5BEC425AC99}"/>
              </a:ext>
            </a:extLst>
          </p:cNvPr>
          <p:cNvSpPr txBox="1"/>
          <p:nvPr/>
        </p:nvSpPr>
        <p:spPr>
          <a:xfrm>
            <a:off x="2020190" y="1484784"/>
            <a:ext cx="91242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마켓코드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조회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25A643B-803B-3037-050D-3B57669554F1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</a:p>
        </p:txBody>
      </p:sp>
      <p:cxnSp>
        <p:nvCxnSpPr>
          <p:cNvPr id="3" name="직선 연결선 18">
            <a:extLst>
              <a:ext uri="{FF2B5EF4-FFF2-40B4-BE49-F238E27FC236}">
                <a16:creationId xmlns:a16="http://schemas.microsoft.com/office/drawing/2014/main" id="{0173B74B-7CAF-D9C4-57E7-8A70FB324257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5B1661D4-0E7C-65FA-CA94-184B9E268C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7947085"/>
              </p:ext>
            </p:extLst>
          </p:nvPr>
        </p:nvGraphicFramePr>
        <p:xfrm>
          <a:off x="2117038" y="1702455"/>
          <a:ext cx="3935599" cy="2501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6780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3028819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마켓 코드 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4" name="Text Box">
            <a:extLst>
              <a:ext uri="{FF2B5EF4-FFF2-40B4-BE49-F238E27FC236}">
                <a16:creationId xmlns:a16="http://schemas.microsoft.com/office/drawing/2014/main" id="{F1D4D1F7-8D37-99A7-276E-8A85DB2C509A}"/>
              </a:ext>
            </a:extLst>
          </p:cNvPr>
          <p:cNvSpPr>
            <a:spLocks/>
          </p:cNvSpPr>
          <p:nvPr/>
        </p:nvSpPr>
        <p:spPr bwMode="auto">
          <a:xfrm>
            <a:off x="3071741" y="1730174"/>
            <a:ext cx="293822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마켓 코드를 입력해주세요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9A4A4794-547B-F7C2-92E5-093423A192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9427137"/>
              </p:ext>
            </p:extLst>
          </p:nvPr>
        </p:nvGraphicFramePr>
        <p:xfrm>
          <a:off x="2120716" y="2247218"/>
          <a:ext cx="3884105" cy="2179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08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49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73288">
                  <a:extLst>
                    <a:ext uri="{9D8B030D-6E8A-4147-A177-3AD203B41FA5}">
                      <a16:colId xmlns:a16="http://schemas.microsoft.com/office/drawing/2014/main" val="1197964097"/>
                    </a:ext>
                  </a:extLst>
                </a:gridCol>
                <a:gridCol w="873288">
                  <a:extLst>
                    <a:ext uri="{9D8B030D-6E8A-4147-A177-3AD203B41FA5}">
                      <a16:colId xmlns:a16="http://schemas.microsoft.com/office/drawing/2014/main" val="892206883"/>
                    </a:ext>
                  </a:extLst>
                </a:gridCol>
                <a:gridCol w="506080">
                  <a:extLst>
                    <a:ext uri="{9D8B030D-6E8A-4147-A177-3AD203B41FA5}">
                      <a16:colId xmlns:a16="http://schemas.microsoft.com/office/drawing/2014/main" val="4232283989"/>
                    </a:ext>
                  </a:extLst>
                </a:gridCol>
                <a:gridCol w="415657">
                  <a:extLst>
                    <a:ext uri="{9D8B030D-6E8A-4147-A177-3AD203B41FA5}">
                      <a16:colId xmlns:a16="http://schemas.microsoft.com/office/drawing/2014/main" val="112309262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마켓 코드 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마켓코드 설명 </a:t>
                      </a:r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(</a:t>
                      </a: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국문</a:t>
                      </a:r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)</a:t>
                      </a:r>
                      <a:endParaRPr lang="ko-KR" altLang="en-US" sz="700" b="1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마켓코드 설명 </a:t>
                      </a:r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(</a:t>
                      </a: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국문</a:t>
                      </a:r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)</a:t>
                      </a:r>
                      <a:endParaRPr lang="ko-KR" altLang="en-US" sz="700" b="1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마켓코드명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마켓코드명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마켓코드명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마켓코드명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마켓코드명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마켓코드명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마켓코드명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마켓코드명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마켓코드명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마켓코드명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설명출력영역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39BA43EE-2D09-C120-0023-8A079992384A}"/>
              </a:ext>
            </a:extLst>
          </p:cNvPr>
          <p:cNvSpPr/>
          <p:nvPr/>
        </p:nvSpPr>
        <p:spPr>
          <a:xfrm>
            <a:off x="3662439" y="4852389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닫기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10551819-1F1F-7FA3-F5F4-1AD772D37CC6}"/>
              </a:ext>
            </a:extLst>
          </p:cNvPr>
          <p:cNvSpPr/>
          <p:nvPr/>
        </p:nvSpPr>
        <p:spPr>
          <a:xfrm>
            <a:off x="4151784" y="4852389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적용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5727F337-4DC0-06E2-9745-F2FC36EF6A12}"/>
              </a:ext>
            </a:extLst>
          </p:cNvPr>
          <p:cNvGrpSpPr/>
          <p:nvPr/>
        </p:nvGrpSpPr>
        <p:grpSpPr>
          <a:xfrm>
            <a:off x="6052637" y="2240063"/>
            <a:ext cx="90244" cy="2190572"/>
            <a:chOff x="8879645" y="4358558"/>
            <a:chExt cx="96675" cy="1950762"/>
          </a:xfrm>
        </p:grpSpPr>
        <p:sp>
          <p:nvSpPr>
            <p:cNvPr id="29" name="모서리가 둥근 직사각형 28">
              <a:extLst>
                <a:ext uri="{FF2B5EF4-FFF2-40B4-BE49-F238E27FC236}">
                  <a16:creationId xmlns:a16="http://schemas.microsoft.com/office/drawing/2014/main" id="{2A7A620C-5642-6B44-1EF9-9838300526D1}"/>
                </a:ext>
              </a:extLst>
            </p:cNvPr>
            <p:cNvSpPr/>
            <p:nvPr/>
          </p:nvSpPr>
          <p:spPr>
            <a:xfrm>
              <a:off x="8879645" y="4358558"/>
              <a:ext cx="96675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0" name="모서리가 둥근 직사각형 170">
              <a:extLst>
                <a:ext uri="{FF2B5EF4-FFF2-40B4-BE49-F238E27FC236}">
                  <a16:creationId xmlns:a16="http://schemas.microsoft.com/office/drawing/2014/main" id="{FBBAADE2-10F3-DBDF-406B-DD6F533BA0B0}"/>
                </a:ext>
              </a:extLst>
            </p:cNvPr>
            <p:cNvSpPr/>
            <p:nvPr/>
          </p:nvSpPr>
          <p:spPr>
            <a:xfrm>
              <a:off x="8913582" y="4437112"/>
              <a:ext cx="28800" cy="477767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32" name="Teardrop 1">
            <a:extLst>
              <a:ext uri="{FF2B5EF4-FFF2-40B4-BE49-F238E27FC236}">
                <a16:creationId xmlns:a16="http://schemas.microsoft.com/office/drawing/2014/main" id="{481FA433-22ED-529C-FEF8-FBD5C26A6530}"/>
              </a:ext>
            </a:extLst>
          </p:cNvPr>
          <p:cNvSpPr/>
          <p:nvPr/>
        </p:nvSpPr>
        <p:spPr>
          <a:xfrm rot="16200000" flipH="1" flipV="1">
            <a:off x="4061497" y="474492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D5752F4-1DE0-5C83-668E-363BE477134A}"/>
              </a:ext>
            </a:extLst>
          </p:cNvPr>
          <p:cNvSpPr/>
          <p:nvPr/>
        </p:nvSpPr>
        <p:spPr>
          <a:xfrm>
            <a:off x="5187354" y="2025940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FFB4BA2-639C-0672-53E6-4BE3CBD7C1F3}"/>
              </a:ext>
            </a:extLst>
          </p:cNvPr>
          <p:cNvSpPr/>
          <p:nvPr/>
        </p:nvSpPr>
        <p:spPr>
          <a:xfrm>
            <a:off x="5613682" y="2025940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35" name="Pagination">
            <a:extLst>
              <a:ext uri="{FF2B5EF4-FFF2-40B4-BE49-F238E27FC236}">
                <a16:creationId xmlns:a16="http://schemas.microsoft.com/office/drawing/2014/main" id="{A746CBE5-720F-9D12-1525-66320E6F45C7}"/>
              </a:ext>
            </a:extLst>
          </p:cNvPr>
          <p:cNvSpPr txBox="1"/>
          <p:nvPr/>
        </p:nvSpPr>
        <p:spPr>
          <a:xfrm>
            <a:off x="3465726" y="4554597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E71E2594-E57A-1C7A-FCFB-C13E18B14A26}"/>
              </a:ext>
            </a:extLst>
          </p:cNvPr>
          <p:cNvGrpSpPr/>
          <p:nvPr/>
        </p:nvGrpSpPr>
        <p:grpSpPr>
          <a:xfrm>
            <a:off x="2117038" y="2007952"/>
            <a:ext cx="1777609" cy="200055"/>
            <a:chOff x="1446413" y="1981347"/>
            <a:chExt cx="1777609" cy="200055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423B397D-E075-856A-E524-B07B179487D6}"/>
                </a:ext>
              </a:extLst>
            </p:cNvPr>
            <p:cNvSpPr txBox="1"/>
            <p:nvPr/>
          </p:nvSpPr>
          <p:spPr>
            <a:xfrm>
              <a:off x="2318005" y="198134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40" name="그룹 39">
              <a:extLst>
                <a:ext uri="{FF2B5EF4-FFF2-40B4-BE49-F238E27FC236}">
                  <a16:creationId xmlns:a16="http://schemas.microsoft.com/office/drawing/2014/main" id="{7A93682B-E1E3-FBEC-F55D-7A200804B838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41" name="Text Box">
                <a:extLst>
                  <a:ext uri="{FF2B5EF4-FFF2-40B4-BE49-F238E27FC236}">
                    <a16:creationId xmlns:a16="http://schemas.microsoft.com/office/drawing/2014/main" id="{ABB778F0-6913-173C-A0C9-90AE85978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Chevron Left">
                <a:extLst>
                  <a:ext uri="{FF2B5EF4-FFF2-40B4-BE49-F238E27FC236}">
                    <a16:creationId xmlns:a16="http://schemas.microsoft.com/office/drawing/2014/main" id="{14FAF3B5-7849-36A8-4155-E05460BC8B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1AB06BBF-9C61-E3F7-28A9-610F139E0671}"/>
              </a:ext>
            </a:extLst>
          </p:cNvPr>
          <p:cNvGrpSpPr/>
          <p:nvPr/>
        </p:nvGrpSpPr>
        <p:grpSpPr>
          <a:xfrm>
            <a:off x="5735960" y="2492896"/>
            <a:ext cx="120020" cy="1882018"/>
            <a:chOff x="8006676" y="2589288"/>
            <a:chExt cx="120020" cy="1882018"/>
          </a:xfrm>
        </p:grpSpPr>
        <p:grpSp>
          <p:nvGrpSpPr>
            <p:cNvPr id="98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96CA00B7-92C2-FE16-CE79-C835DE8E31AE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8017653" y="2589288"/>
              <a:ext cx="109043" cy="109043"/>
              <a:chOff x="593892" y="1624671"/>
              <a:chExt cx="133350" cy="133350"/>
            </a:xfrm>
          </p:grpSpPr>
          <p:sp>
            <p:nvSpPr>
              <p:cNvPr id="108" name="Circle">
                <a:extLst>
                  <a:ext uri="{FF2B5EF4-FFF2-40B4-BE49-F238E27FC236}">
                    <a16:creationId xmlns:a16="http://schemas.microsoft.com/office/drawing/2014/main" id="{C098D5E0-7433-E187-C36F-1BF812E49D41}"/>
                  </a:ext>
                </a:extLst>
              </p:cNvPr>
              <p:cNvSpPr/>
              <p:nvPr/>
            </p:nvSpPr>
            <p:spPr>
              <a:xfrm>
                <a:off x="593892" y="1624671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9" name="Check">
                <a:extLst>
                  <a:ext uri="{FF2B5EF4-FFF2-40B4-BE49-F238E27FC236}">
                    <a16:creationId xmlns:a16="http://schemas.microsoft.com/office/drawing/2014/main" id="{318AFC34-E4E9-0A13-6982-057484C86B2D}"/>
                  </a:ext>
                </a:extLst>
              </p:cNvPr>
              <p:cNvSpPr/>
              <p:nvPr/>
            </p:nvSpPr>
            <p:spPr>
              <a:xfrm>
                <a:off x="631198" y="1661977"/>
                <a:ext cx="58738" cy="58738"/>
              </a:xfrm>
              <a:prstGeom prst="ellipse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9" name="Circle">
              <a:extLst>
                <a:ext uri="{FF2B5EF4-FFF2-40B4-BE49-F238E27FC236}">
                  <a16:creationId xmlns:a16="http://schemas.microsoft.com/office/drawing/2014/main" id="{2C994B76-352E-F857-0752-98D398505E80}"/>
                </a:ext>
              </a:extLst>
            </p:cNvPr>
            <p:cNvSpPr/>
            <p:nvPr/>
          </p:nvSpPr>
          <p:spPr>
            <a:xfrm>
              <a:off x="8013589" y="27924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0" name="Circle">
              <a:extLst>
                <a:ext uri="{FF2B5EF4-FFF2-40B4-BE49-F238E27FC236}">
                  <a16:creationId xmlns:a16="http://schemas.microsoft.com/office/drawing/2014/main" id="{10825A34-B673-ACBE-2CE4-225E4AD9DC77}"/>
                </a:ext>
              </a:extLst>
            </p:cNvPr>
            <p:cNvSpPr/>
            <p:nvPr/>
          </p:nvSpPr>
          <p:spPr>
            <a:xfrm>
              <a:off x="8009525" y="29956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1" name="Circle">
              <a:extLst>
                <a:ext uri="{FF2B5EF4-FFF2-40B4-BE49-F238E27FC236}">
                  <a16:creationId xmlns:a16="http://schemas.microsoft.com/office/drawing/2014/main" id="{1AD475ED-D1DF-5B92-0314-322963FCB58B}"/>
                </a:ext>
              </a:extLst>
            </p:cNvPr>
            <p:cNvSpPr/>
            <p:nvPr/>
          </p:nvSpPr>
          <p:spPr>
            <a:xfrm>
              <a:off x="8009118" y="319091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2" name="Circle">
              <a:extLst>
                <a:ext uri="{FF2B5EF4-FFF2-40B4-BE49-F238E27FC236}">
                  <a16:creationId xmlns:a16="http://schemas.microsoft.com/office/drawing/2014/main" id="{686EC292-AE58-EB70-39F3-6F8FFE054D5D}"/>
                </a:ext>
              </a:extLst>
            </p:cNvPr>
            <p:cNvSpPr/>
            <p:nvPr/>
          </p:nvSpPr>
          <p:spPr>
            <a:xfrm>
              <a:off x="8008711" y="338613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3" name="Circle">
              <a:extLst>
                <a:ext uri="{FF2B5EF4-FFF2-40B4-BE49-F238E27FC236}">
                  <a16:creationId xmlns:a16="http://schemas.microsoft.com/office/drawing/2014/main" id="{2F1CF038-5BF7-63EC-EA5D-5251609C2E91}"/>
                </a:ext>
              </a:extLst>
            </p:cNvPr>
            <p:cNvSpPr/>
            <p:nvPr/>
          </p:nvSpPr>
          <p:spPr>
            <a:xfrm>
              <a:off x="8008304" y="358136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4" name="Circle">
              <a:extLst>
                <a:ext uri="{FF2B5EF4-FFF2-40B4-BE49-F238E27FC236}">
                  <a16:creationId xmlns:a16="http://schemas.microsoft.com/office/drawing/2014/main" id="{95E76B33-5DEE-9211-F0A0-95080C0B6E87}"/>
                </a:ext>
              </a:extLst>
            </p:cNvPr>
            <p:cNvSpPr/>
            <p:nvPr/>
          </p:nvSpPr>
          <p:spPr>
            <a:xfrm>
              <a:off x="8007897" y="37765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5" name="Circle">
              <a:extLst>
                <a:ext uri="{FF2B5EF4-FFF2-40B4-BE49-F238E27FC236}">
                  <a16:creationId xmlns:a16="http://schemas.microsoft.com/office/drawing/2014/main" id="{66189418-02E1-8E76-AAB8-96214AB97A38}"/>
                </a:ext>
              </a:extLst>
            </p:cNvPr>
            <p:cNvSpPr/>
            <p:nvPr/>
          </p:nvSpPr>
          <p:spPr>
            <a:xfrm>
              <a:off x="8007490" y="397181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" name="Circle">
              <a:extLst>
                <a:ext uri="{FF2B5EF4-FFF2-40B4-BE49-F238E27FC236}">
                  <a16:creationId xmlns:a16="http://schemas.microsoft.com/office/drawing/2014/main" id="{24401DBA-6725-685A-A131-095129EB3F58}"/>
                </a:ext>
              </a:extLst>
            </p:cNvPr>
            <p:cNvSpPr/>
            <p:nvPr/>
          </p:nvSpPr>
          <p:spPr>
            <a:xfrm>
              <a:off x="8007083" y="416703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7" name="Circle">
              <a:extLst>
                <a:ext uri="{FF2B5EF4-FFF2-40B4-BE49-F238E27FC236}">
                  <a16:creationId xmlns:a16="http://schemas.microsoft.com/office/drawing/2014/main" id="{4012B967-4DD4-94B2-9D7C-B850AF234763}"/>
                </a:ext>
              </a:extLst>
            </p:cNvPr>
            <p:cNvSpPr/>
            <p:nvPr/>
          </p:nvSpPr>
          <p:spPr>
            <a:xfrm>
              <a:off x="8006676" y="436226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3" name="Teardrop 1">
            <a:extLst>
              <a:ext uri="{FF2B5EF4-FFF2-40B4-BE49-F238E27FC236}">
                <a16:creationId xmlns:a16="http://schemas.microsoft.com/office/drawing/2014/main" id="{2A87EE7C-98A5-5590-72CE-3D6ECC6F7D4B}"/>
              </a:ext>
            </a:extLst>
          </p:cNvPr>
          <p:cNvSpPr/>
          <p:nvPr/>
        </p:nvSpPr>
        <p:spPr>
          <a:xfrm rot="16200000" flipH="1" flipV="1">
            <a:off x="5499292" y="233471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A2293B3-15EE-D90F-1D7C-DA1C51876EC3}"/>
              </a:ext>
            </a:extLst>
          </p:cNvPr>
          <p:cNvSpPr/>
          <p:nvPr/>
        </p:nvSpPr>
        <p:spPr bwMode="auto">
          <a:xfrm>
            <a:off x="-106106" y="236334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63B7F6D-9EFF-BBBA-BB4B-B4EB93E0CAE4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0518059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BA40C0-D817-3EBD-EB97-42F0232332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DD331A8A-7497-FFA5-2B16-ECE9F6FBBB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객실 조회 팝업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83CA83F6-A1DC-C9BD-EE3B-20854FCF95E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41F52801-8F9F-6E50-E65A-E377DB707E8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11ACBACB-0C76-47ED-256B-70720E694F9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 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A4CA6A7-71B2-DCA8-ACE4-2F1F7FC42D85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B5E2488-3277-4C42-EBAB-4595641EF730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5BA7464-48C9-89A5-D6F1-EEC60A8586C4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ED6B43B7-1D52-1B20-B3E2-E215720139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691883"/>
              </p:ext>
            </p:extLst>
          </p:nvPr>
        </p:nvGraphicFramePr>
        <p:xfrm>
          <a:off x="9406740" y="440717"/>
          <a:ext cx="2785260" cy="3525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시스템관리자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협력업체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1.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협력업체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-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해당 협력업체 프로퍼티 기준 출력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2.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 관리자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-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등록 시 설정한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프로퍼티명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출력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복수 선택 가능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적용 후 팝업 닫고 </a:t>
                      </a:r>
                      <a:r>
                        <a:rPr lang="ko-KR" altLang="en-US" sz="800" b="0" i="0" strike="noStrike" kern="120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부모창</a:t>
                      </a:r>
                      <a:r>
                        <a:rPr lang="ko-KR" altLang="en-US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grpSp>
        <p:nvGrpSpPr>
          <p:cNvPr id="17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0FC0CE1A-107B-5A4D-87A3-557927353A53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305511" y="1000417"/>
            <a:ext cx="5112935" cy="4588823"/>
            <a:chOff x="2920159" y="1261242"/>
            <a:chExt cx="4343991" cy="3098881"/>
          </a:xfrm>
        </p:grpSpPr>
        <p:sp>
          <p:nvSpPr>
            <p:cNvPr id="22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8791BDC-9BC9-4B73-0E4E-2C18B5D65604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2920159" y="1496299"/>
              <a:ext cx="4343986" cy="286382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38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2B31F19-5611-F276-34F0-79F3DEF055DC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2920475" y="1261242"/>
              <a:ext cx="4343675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객실 조회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39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63BEA3D-68E1-FFB8-A915-7B1B1E56AEFE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565B3BE3-01C3-7921-7406-41538C8C1703}"/>
              </a:ext>
            </a:extLst>
          </p:cNvPr>
          <p:cNvSpPr txBox="1"/>
          <p:nvPr/>
        </p:nvSpPr>
        <p:spPr>
          <a:xfrm>
            <a:off x="2350178" y="1395485"/>
            <a:ext cx="72006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객실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조회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A478BF4-54FB-933C-59C0-D3636B49962F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</a:p>
        </p:txBody>
      </p:sp>
      <p:cxnSp>
        <p:nvCxnSpPr>
          <p:cNvPr id="3" name="직선 연결선 18">
            <a:extLst>
              <a:ext uri="{FF2B5EF4-FFF2-40B4-BE49-F238E27FC236}">
                <a16:creationId xmlns:a16="http://schemas.microsoft.com/office/drawing/2014/main" id="{9F7997F7-FB0B-25F3-D717-48D519875B94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56F7607B-76F0-6DBF-75C1-C7E752028B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3581400"/>
              </p:ext>
            </p:extLst>
          </p:nvPr>
        </p:nvGraphicFramePr>
        <p:xfrm>
          <a:off x="2470091" y="1659393"/>
          <a:ext cx="4695737" cy="750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7651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3588086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</a:t>
                      </a: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 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조선호텔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조선 호텔 부산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 코드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1257979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 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075147"/>
                  </a:ext>
                </a:extLst>
              </a:tr>
            </a:tbl>
          </a:graphicData>
        </a:graphic>
      </p:graphicFrame>
      <p:sp>
        <p:nvSpPr>
          <p:cNvPr id="8" name="Text Box">
            <a:extLst>
              <a:ext uri="{FF2B5EF4-FFF2-40B4-BE49-F238E27FC236}">
                <a16:creationId xmlns:a16="http://schemas.microsoft.com/office/drawing/2014/main" id="{D9DC7326-F000-9C9C-27DF-2943E351325A}"/>
              </a:ext>
            </a:extLst>
          </p:cNvPr>
          <p:cNvSpPr>
            <a:spLocks/>
          </p:cNvSpPr>
          <p:nvPr/>
        </p:nvSpPr>
        <p:spPr bwMode="auto">
          <a:xfrm>
            <a:off x="3674036" y="1939782"/>
            <a:ext cx="3366790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객실 코드를 입력해주세요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4870CDE-1F23-688D-0B20-A160AC69D3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9770732"/>
              </p:ext>
            </p:extLst>
          </p:nvPr>
        </p:nvGraphicFramePr>
        <p:xfrm>
          <a:off x="2470092" y="2771836"/>
          <a:ext cx="4695617" cy="2179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51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2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9949">
                  <a:extLst>
                    <a:ext uri="{9D8B030D-6E8A-4147-A177-3AD203B41FA5}">
                      <a16:colId xmlns:a16="http://schemas.microsoft.com/office/drawing/2014/main" val="1197964097"/>
                    </a:ext>
                  </a:extLst>
                </a:gridCol>
                <a:gridCol w="1319949">
                  <a:extLst>
                    <a:ext uri="{9D8B030D-6E8A-4147-A177-3AD203B41FA5}">
                      <a16:colId xmlns:a16="http://schemas.microsoft.com/office/drawing/2014/main" val="892206883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val="4232283989"/>
                    </a:ext>
                  </a:extLst>
                </a:gridCol>
                <a:gridCol w="395329">
                  <a:extLst>
                    <a:ext uri="{9D8B030D-6E8A-4147-A177-3AD203B41FA5}">
                      <a16:colId xmlns:a16="http://schemas.microsoft.com/office/drawing/2014/main" val="112309262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객실코드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(</a:t>
                      </a: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국문</a:t>
                      </a:r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)</a:t>
                      </a: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 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(</a:t>
                      </a: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영문</a:t>
                      </a:r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)</a:t>
                      </a: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객실 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10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JOSUNDELUXE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디럭스 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스텐다드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뷰 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Deluxe Standard View King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객실코드 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객실코드 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객실코드 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객실코드 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객실코드 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객실코드 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객실코드 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객실코드 출력영역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객실코드 출력영역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객실 명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5CA51192-2889-5939-9379-5B4AC5C534D9}"/>
              </a:ext>
            </a:extLst>
          </p:cNvPr>
          <p:cNvSpPr/>
          <p:nvPr/>
        </p:nvSpPr>
        <p:spPr>
          <a:xfrm>
            <a:off x="4394115" y="5353697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닫기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44388F5-D10E-8DC3-4DCC-0BC514E4FCF4}"/>
              </a:ext>
            </a:extLst>
          </p:cNvPr>
          <p:cNvSpPr/>
          <p:nvPr/>
        </p:nvSpPr>
        <p:spPr>
          <a:xfrm>
            <a:off x="4883460" y="5353697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적용</a:t>
            </a: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2429D8F-8B9B-4D99-DBD0-71052FC446F6}"/>
              </a:ext>
            </a:extLst>
          </p:cNvPr>
          <p:cNvGrpSpPr/>
          <p:nvPr/>
        </p:nvGrpSpPr>
        <p:grpSpPr>
          <a:xfrm>
            <a:off x="7203583" y="2764681"/>
            <a:ext cx="90244" cy="2190572"/>
            <a:chOff x="8879645" y="4358558"/>
            <a:chExt cx="96675" cy="1950762"/>
          </a:xfrm>
        </p:grpSpPr>
        <p:sp>
          <p:nvSpPr>
            <p:cNvPr id="23" name="모서리가 둥근 직사각형 22">
              <a:extLst>
                <a:ext uri="{FF2B5EF4-FFF2-40B4-BE49-F238E27FC236}">
                  <a16:creationId xmlns:a16="http://schemas.microsoft.com/office/drawing/2014/main" id="{D4B5D8A3-7C84-C25E-1FA8-CFB456236652}"/>
                </a:ext>
              </a:extLst>
            </p:cNvPr>
            <p:cNvSpPr/>
            <p:nvPr/>
          </p:nvSpPr>
          <p:spPr>
            <a:xfrm>
              <a:off x="8879645" y="4358558"/>
              <a:ext cx="96675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24" name="모서리가 둥근 직사각형 170">
              <a:extLst>
                <a:ext uri="{FF2B5EF4-FFF2-40B4-BE49-F238E27FC236}">
                  <a16:creationId xmlns:a16="http://schemas.microsoft.com/office/drawing/2014/main" id="{B021EF18-AA48-8A7E-71B1-F2522F5AF7A1}"/>
                </a:ext>
              </a:extLst>
            </p:cNvPr>
            <p:cNvSpPr/>
            <p:nvPr/>
          </p:nvSpPr>
          <p:spPr>
            <a:xfrm>
              <a:off x="8913582" y="4437112"/>
              <a:ext cx="28800" cy="477767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25" name="Teardrop 1">
            <a:extLst>
              <a:ext uri="{FF2B5EF4-FFF2-40B4-BE49-F238E27FC236}">
                <a16:creationId xmlns:a16="http://schemas.microsoft.com/office/drawing/2014/main" id="{6E04676C-B47A-E0B3-ED33-B2239811F774}"/>
              </a:ext>
            </a:extLst>
          </p:cNvPr>
          <p:cNvSpPr/>
          <p:nvPr/>
        </p:nvSpPr>
        <p:spPr>
          <a:xfrm rot="16200000" flipH="1" flipV="1">
            <a:off x="4793173" y="524623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CB8686C-0E3B-8D27-3E9E-12301C75232B}"/>
              </a:ext>
            </a:extLst>
          </p:cNvPr>
          <p:cNvSpPr/>
          <p:nvPr/>
        </p:nvSpPr>
        <p:spPr>
          <a:xfrm>
            <a:off x="6348360" y="2486324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8B55FE8-03E7-47DF-5661-54E6F1C5930A}"/>
              </a:ext>
            </a:extLst>
          </p:cNvPr>
          <p:cNvSpPr/>
          <p:nvPr/>
        </p:nvSpPr>
        <p:spPr>
          <a:xfrm>
            <a:off x="6774688" y="2486324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28" name="Pagination">
            <a:extLst>
              <a:ext uri="{FF2B5EF4-FFF2-40B4-BE49-F238E27FC236}">
                <a16:creationId xmlns:a16="http://schemas.microsoft.com/office/drawing/2014/main" id="{1F995F4D-E685-3408-FC66-691DE08297E6}"/>
              </a:ext>
            </a:extLst>
          </p:cNvPr>
          <p:cNvSpPr txBox="1"/>
          <p:nvPr/>
        </p:nvSpPr>
        <p:spPr>
          <a:xfrm>
            <a:off x="4197402" y="5055905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69F1337-1454-1054-138A-04639B079917}"/>
              </a:ext>
            </a:extLst>
          </p:cNvPr>
          <p:cNvGrpSpPr/>
          <p:nvPr/>
        </p:nvGrpSpPr>
        <p:grpSpPr>
          <a:xfrm>
            <a:off x="2470091" y="2489577"/>
            <a:ext cx="1777609" cy="200055"/>
            <a:chOff x="1446413" y="1981347"/>
            <a:chExt cx="1777609" cy="20005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DD75A27-48A6-CED6-1C46-4FB85248BC97}"/>
                </a:ext>
              </a:extLst>
            </p:cNvPr>
            <p:cNvSpPr txBox="1"/>
            <p:nvPr/>
          </p:nvSpPr>
          <p:spPr>
            <a:xfrm>
              <a:off x="2318005" y="198134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52893B19-63AD-34C0-BE4C-EE10016B2B06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33" name="Text Box">
                <a:extLst>
                  <a:ext uri="{FF2B5EF4-FFF2-40B4-BE49-F238E27FC236}">
                    <a16:creationId xmlns:a16="http://schemas.microsoft.com/office/drawing/2014/main" id="{B78C1A13-205E-7B64-331D-18BDF543E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Chevron Left">
                <a:extLst>
                  <a:ext uri="{FF2B5EF4-FFF2-40B4-BE49-F238E27FC236}">
                    <a16:creationId xmlns:a16="http://schemas.microsoft.com/office/drawing/2014/main" id="{3EF732E3-B961-D46A-86DB-BD44847F73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5" name="Teardrop 1">
            <a:extLst>
              <a:ext uri="{FF2B5EF4-FFF2-40B4-BE49-F238E27FC236}">
                <a16:creationId xmlns:a16="http://schemas.microsoft.com/office/drawing/2014/main" id="{9A39995E-066D-2DB3-56F4-806ED1B5625B}"/>
              </a:ext>
            </a:extLst>
          </p:cNvPr>
          <p:cNvSpPr/>
          <p:nvPr/>
        </p:nvSpPr>
        <p:spPr>
          <a:xfrm rot="16200000" flipH="1" flipV="1">
            <a:off x="3498874" y="158152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5" name="Text Box">
            <a:extLst>
              <a:ext uri="{FF2B5EF4-FFF2-40B4-BE49-F238E27FC236}">
                <a16:creationId xmlns:a16="http://schemas.microsoft.com/office/drawing/2014/main" id="{609B4AE9-37A9-243A-48C2-346A3360FFEB}"/>
              </a:ext>
            </a:extLst>
          </p:cNvPr>
          <p:cNvSpPr>
            <a:spLocks/>
          </p:cNvSpPr>
          <p:nvPr/>
        </p:nvSpPr>
        <p:spPr bwMode="auto">
          <a:xfrm>
            <a:off x="3674036" y="2196281"/>
            <a:ext cx="3366790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객실명을 입력해주세요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61" name="Check" hidden="1">
            <a:extLst>
              <a:ext uri="{FF2B5EF4-FFF2-40B4-BE49-F238E27FC236}">
                <a16:creationId xmlns:a16="http://schemas.microsoft.com/office/drawing/2014/main" id="{78538C42-4A6E-50F0-252A-D91A7FDDBA98}"/>
              </a:ext>
            </a:extLst>
          </p:cNvPr>
          <p:cNvSpPr>
            <a:spLocks noEditPoints="1"/>
          </p:cNvSpPr>
          <p:nvPr/>
        </p:nvSpPr>
        <p:spPr bwMode="auto">
          <a:xfrm>
            <a:off x="8463162" y="4443454"/>
            <a:ext cx="88178" cy="89556"/>
          </a:xfrm>
          <a:custGeom>
            <a:avLst/>
            <a:gdLst>
              <a:gd name="T0" fmla="*/ 275 w 275"/>
              <a:gd name="T1" fmla="*/ 0 h 275"/>
              <a:gd name="T2" fmla="*/ 0 w 275"/>
              <a:gd name="T3" fmla="*/ 275 h 275"/>
              <a:gd name="T4" fmla="*/ 0 w 275"/>
              <a:gd name="T5" fmla="*/ 0 h 275"/>
              <a:gd name="T6" fmla="*/ 275 w 275"/>
              <a:gd name="T7" fmla="*/ 27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5" h="275">
                <a:moveTo>
                  <a:pt x="275" y="0"/>
                </a:moveTo>
                <a:lnTo>
                  <a:pt x="0" y="275"/>
                </a:lnTo>
                <a:moveTo>
                  <a:pt x="0" y="0"/>
                </a:moveTo>
                <a:lnTo>
                  <a:pt x="275" y="275"/>
                </a:lnTo>
              </a:path>
            </a:pathLst>
          </a:custGeom>
          <a:solidFill>
            <a:srgbClr val="FFFFFF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0CD692E9-94F4-ACC5-DDF0-6602EA848EBA}"/>
              </a:ext>
            </a:extLst>
          </p:cNvPr>
          <p:cNvGrpSpPr/>
          <p:nvPr/>
        </p:nvGrpSpPr>
        <p:grpSpPr>
          <a:xfrm>
            <a:off x="6835601" y="3747851"/>
            <a:ext cx="261610" cy="215444"/>
            <a:chOff x="8379357" y="4380152"/>
            <a:chExt cx="261610" cy="215444"/>
          </a:xfrm>
        </p:grpSpPr>
        <p:sp>
          <p:nvSpPr>
            <p:cNvPr id="59" name="Box">
              <a:extLst>
                <a:ext uri="{FF2B5EF4-FFF2-40B4-BE49-F238E27FC236}">
                  <a16:creationId xmlns:a16="http://schemas.microsoft.com/office/drawing/2014/main" id="{921DA91F-A447-8584-4A3A-AB2DF06477C8}"/>
                </a:ext>
              </a:extLst>
            </p:cNvPr>
            <p:cNvSpPr/>
            <p:nvPr/>
          </p:nvSpPr>
          <p:spPr>
            <a:xfrm>
              <a:off x="8441473" y="4422454"/>
              <a:ext cx="131556" cy="131556"/>
            </a:xfrm>
            <a:prstGeom prst="rect">
              <a:avLst/>
            </a:prstGeom>
            <a:solidFill>
              <a:srgbClr val="1588EC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46320532-0E4C-EDFF-22F2-0F8C829998CB}"/>
                </a:ext>
              </a:extLst>
            </p:cNvPr>
            <p:cNvSpPr txBox="1"/>
            <p:nvPr/>
          </p:nvSpPr>
          <p:spPr>
            <a:xfrm>
              <a:off x="8379357" y="4380152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sp>
        <p:nvSpPr>
          <p:cNvPr id="89" name="Box">
            <a:extLst>
              <a:ext uri="{FF2B5EF4-FFF2-40B4-BE49-F238E27FC236}">
                <a16:creationId xmlns:a16="http://schemas.microsoft.com/office/drawing/2014/main" id="{E97F97D0-02DB-9195-ED7B-B7F9DC767C0B}"/>
              </a:ext>
            </a:extLst>
          </p:cNvPr>
          <p:cNvSpPr/>
          <p:nvPr/>
        </p:nvSpPr>
        <p:spPr>
          <a:xfrm>
            <a:off x="6894602" y="3004610"/>
            <a:ext cx="131556" cy="131556"/>
          </a:xfrm>
          <a:prstGeom prst="rect">
            <a:avLst/>
          </a:prstGeom>
          <a:solidFill>
            <a:schemeClr val="bg1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6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EF6894F5-E44B-6762-CEDF-36DDB3306556}"/>
              </a:ext>
            </a:extLst>
          </p:cNvPr>
          <p:cNvGrpSpPr/>
          <p:nvPr/>
        </p:nvGrpSpPr>
        <p:grpSpPr>
          <a:xfrm>
            <a:off x="6835601" y="4152752"/>
            <a:ext cx="261610" cy="215444"/>
            <a:chOff x="8379357" y="4380152"/>
            <a:chExt cx="261610" cy="215444"/>
          </a:xfrm>
        </p:grpSpPr>
        <p:sp>
          <p:nvSpPr>
            <p:cNvPr id="93" name="Box">
              <a:extLst>
                <a:ext uri="{FF2B5EF4-FFF2-40B4-BE49-F238E27FC236}">
                  <a16:creationId xmlns:a16="http://schemas.microsoft.com/office/drawing/2014/main" id="{47F3168E-4613-79F5-9E8F-06BCD389A8E1}"/>
                </a:ext>
              </a:extLst>
            </p:cNvPr>
            <p:cNvSpPr/>
            <p:nvPr/>
          </p:nvSpPr>
          <p:spPr>
            <a:xfrm>
              <a:off x="8441473" y="4422454"/>
              <a:ext cx="131556" cy="131556"/>
            </a:xfrm>
            <a:prstGeom prst="rect">
              <a:avLst/>
            </a:prstGeom>
            <a:solidFill>
              <a:srgbClr val="1588EC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607E139C-9CD0-4F39-A9F9-DA4449949856}"/>
                </a:ext>
              </a:extLst>
            </p:cNvPr>
            <p:cNvSpPr txBox="1"/>
            <p:nvPr/>
          </p:nvSpPr>
          <p:spPr>
            <a:xfrm>
              <a:off x="8379357" y="4380152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3FB26EE1-4D39-E174-3BF1-172986A48CA8}"/>
              </a:ext>
            </a:extLst>
          </p:cNvPr>
          <p:cNvGrpSpPr/>
          <p:nvPr/>
        </p:nvGrpSpPr>
        <p:grpSpPr>
          <a:xfrm>
            <a:off x="6835601" y="4551954"/>
            <a:ext cx="261610" cy="215444"/>
            <a:chOff x="8379357" y="4380152"/>
            <a:chExt cx="261610" cy="215444"/>
          </a:xfrm>
        </p:grpSpPr>
        <p:sp>
          <p:nvSpPr>
            <p:cNvPr id="96" name="Box">
              <a:extLst>
                <a:ext uri="{FF2B5EF4-FFF2-40B4-BE49-F238E27FC236}">
                  <a16:creationId xmlns:a16="http://schemas.microsoft.com/office/drawing/2014/main" id="{0FF0B684-3FA4-3898-EB71-164E11F94829}"/>
                </a:ext>
              </a:extLst>
            </p:cNvPr>
            <p:cNvSpPr/>
            <p:nvPr/>
          </p:nvSpPr>
          <p:spPr>
            <a:xfrm>
              <a:off x="8441473" y="4422454"/>
              <a:ext cx="131556" cy="131556"/>
            </a:xfrm>
            <a:prstGeom prst="rect">
              <a:avLst/>
            </a:prstGeom>
            <a:solidFill>
              <a:srgbClr val="1588EC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0F97E1C-44D7-CD72-16EE-8944582874A4}"/>
                </a:ext>
              </a:extLst>
            </p:cNvPr>
            <p:cNvSpPr txBox="1"/>
            <p:nvPr/>
          </p:nvSpPr>
          <p:spPr>
            <a:xfrm>
              <a:off x="8379357" y="4380152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sp>
        <p:nvSpPr>
          <p:cNvPr id="98" name="Box">
            <a:extLst>
              <a:ext uri="{FF2B5EF4-FFF2-40B4-BE49-F238E27FC236}">
                <a16:creationId xmlns:a16="http://schemas.microsoft.com/office/drawing/2014/main" id="{BB8507CB-9C3A-7832-CC71-DA427570DAEE}"/>
              </a:ext>
            </a:extLst>
          </p:cNvPr>
          <p:cNvSpPr/>
          <p:nvPr/>
        </p:nvSpPr>
        <p:spPr>
          <a:xfrm>
            <a:off x="6894602" y="3203686"/>
            <a:ext cx="131556" cy="131556"/>
          </a:xfrm>
          <a:prstGeom prst="rect">
            <a:avLst/>
          </a:prstGeom>
          <a:solidFill>
            <a:schemeClr val="bg1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6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9" name="Box">
            <a:extLst>
              <a:ext uri="{FF2B5EF4-FFF2-40B4-BE49-F238E27FC236}">
                <a16:creationId xmlns:a16="http://schemas.microsoft.com/office/drawing/2014/main" id="{AB452C13-E4EE-6FE6-468C-20468975BC64}"/>
              </a:ext>
            </a:extLst>
          </p:cNvPr>
          <p:cNvSpPr/>
          <p:nvPr/>
        </p:nvSpPr>
        <p:spPr>
          <a:xfrm>
            <a:off x="6894602" y="3399388"/>
            <a:ext cx="131556" cy="131556"/>
          </a:xfrm>
          <a:prstGeom prst="rect">
            <a:avLst/>
          </a:prstGeom>
          <a:solidFill>
            <a:schemeClr val="bg1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6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0" name="Box">
            <a:extLst>
              <a:ext uri="{FF2B5EF4-FFF2-40B4-BE49-F238E27FC236}">
                <a16:creationId xmlns:a16="http://schemas.microsoft.com/office/drawing/2014/main" id="{A302CD52-8460-DE82-BC18-61A807EC1169}"/>
              </a:ext>
            </a:extLst>
          </p:cNvPr>
          <p:cNvSpPr/>
          <p:nvPr/>
        </p:nvSpPr>
        <p:spPr>
          <a:xfrm>
            <a:off x="6894602" y="3601838"/>
            <a:ext cx="131556" cy="131556"/>
          </a:xfrm>
          <a:prstGeom prst="rect">
            <a:avLst/>
          </a:prstGeom>
          <a:solidFill>
            <a:schemeClr val="bg1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6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1" name="Box">
            <a:extLst>
              <a:ext uri="{FF2B5EF4-FFF2-40B4-BE49-F238E27FC236}">
                <a16:creationId xmlns:a16="http://schemas.microsoft.com/office/drawing/2014/main" id="{CAB42F86-AB3C-683D-18C3-7AC633C01280}"/>
              </a:ext>
            </a:extLst>
          </p:cNvPr>
          <p:cNvSpPr/>
          <p:nvPr/>
        </p:nvSpPr>
        <p:spPr>
          <a:xfrm>
            <a:off x="6894602" y="3996616"/>
            <a:ext cx="131556" cy="131556"/>
          </a:xfrm>
          <a:prstGeom prst="rect">
            <a:avLst/>
          </a:prstGeom>
          <a:solidFill>
            <a:schemeClr val="bg1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6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2" name="Box">
            <a:extLst>
              <a:ext uri="{FF2B5EF4-FFF2-40B4-BE49-F238E27FC236}">
                <a16:creationId xmlns:a16="http://schemas.microsoft.com/office/drawing/2014/main" id="{58350C9A-57C9-9730-4967-6EA463D90AAC}"/>
              </a:ext>
            </a:extLst>
          </p:cNvPr>
          <p:cNvSpPr/>
          <p:nvPr/>
        </p:nvSpPr>
        <p:spPr>
          <a:xfrm>
            <a:off x="6894602" y="4398142"/>
            <a:ext cx="131556" cy="131556"/>
          </a:xfrm>
          <a:prstGeom prst="rect">
            <a:avLst/>
          </a:prstGeom>
          <a:solidFill>
            <a:schemeClr val="bg1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6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3" name="Box">
            <a:extLst>
              <a:ext uri="{FF2B5EF4-FFF2-40B4-BE49-F238E27FC236}">
                <a16:creationId xmlns:a16="http://schemas.microsoft.com/office/drawing/2014/main" id="{EA6CD92A-E8A4-26DD-4EA6-BCAB585A8B6B}"/>
              </a:ext>
            </a:extLst>
          </p:cNvPr>
          <p:cNvSpPr/>
          <p:nvPr/>
        </p:nvSpPr>
        <p:spPr>
          <a:xfrm>
            <a:off x="6894602" y="4789654"/>
            <a:ext cx="131556" cy="131556"/>
          </a:xfrm>
          <a:prstGeom prst="rect">
            <a:avLst/>
          </a:prstGeom>
          <a:solidFill>
            <a:schemeClr val="bg1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6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2" name="Click">
            <a:extLst>
              <a:ext uri="{FF2B5EF4-FFF2-40B4-BE49-F238E27FC236}">
                <a16:creationId xmlns:a16="http://schemas.microsoft.com/office/drawing/2014/main" id="{39955ACB-EA5C-026C-69CC-FF4849EC9EE2}"/>
              </a:ext>
            </a:extLst>
          </p:cNvPr>
          <p:cNvGrpSpPr>
            <a:grpSpLocks noChangeAspect="1"/>
          </p:cNvGrpSpPr>
          <p:nvPr/>
        </p:nvGrpSpPr>
        <p:grpSpPr>
          <a:xfrm>
            <a:off x="6925565" y="3790542"/>
            <a:ext cx="299298" cy="426545"/>
            <a:chOff x="5294313" y="2197100"/>
            <a:chExt cx="530225" cy="755651"/>
          </a:xfrm>
        </p:grpSpPr>
        <p:sp>
          <p:nvSpPr>
            <p:cNvPr id="53" name="Arrow Cursor">
              <a:extLst>
                <a:ext uri="{FF2B5EF4-FFF2-40B4-BE49-F238E27FC236}">
                  <a16:creationId xmlns:a16="http://schemas.microsoft.com/office/drawing/2014/main" id="{9FD1E9D2-270D-5805-DBC8-280EC5CE3E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54" name="Click">
              <a:extLst>
                <a:ext uri="{FF2B5EF4-FFF2-40B4-BE49-F238E27FC236}">
                  <a16:creationId xmlns:a16="http://schemas.microsoft.com/office/drawing/2014/main" id="{5614B9CD-7DD6-9042-D54C-D5BC31F419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04" name="Teardrop 1">
            <a:extLst>
              <a:ext uri="{FF2B5EF4-FFF2-40B4-BE49-F238E27FC236}">
                <a16:creationId xmlns:a16="http://schemas.microsoft.com/office/drawing/2014/main" id="{2BFA58E8-7A5D-4CC0-3111-4BC18A27A154}"/>
              </a:ext>
            </a:extLst>
          </p:cNvPr>
          <p:cNvSpPr/>
          <p:nvPr/>
        </p:nvSpPr>
        <p:spPr>
          <a:xfrm rot="16200000" flipH="1" flipV="1">
            <a:off x="6668420" y="3668371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4ECCA09-C559-B39A-DAAF-4F8F84AFB488}"/>
              </a:ext>
            </a:extLst>
          </p:cNvPr>
          <p:cNvSpPr/>
          <p:nvPr/>
        </p:nvSpPr>
        <p:spPr bwMode="auto">
          <a:xfrm>
            <a:off x="-106106" y="236334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EEC5DED-8316-FE07-1B4A-A920584D89CA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08750107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07806E-9B2F-0B3E-9740-8D9B1656D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1905B6B5-F1EC-4D9B-5BE8-F38FCF3552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유료 옵션 선택 팝업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0C4AE250-4399-34B2-BA8A-ED096AEFF0F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638DCFB6-AA23-966E-9191-D699DCFEE7C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EC82CF60-49B2-6282-F8B2-DBB9B059FE1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084E6F4-CC81-2B5A-543B-4E09714F6BC1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13C0D75-C85F-1AD3-F6F0-37D20D209773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DB7DCD6-28CE-FADA-FAB3-9AE1B836AB29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C49CB6B7-7D63-145A-9CED-CF03F9151D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1749464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시스템관리자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 예시 상태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 사항 적용 후 팝업 닫고 부모 창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F153893E-949D-7CFB-A18D-A3298CD0DA48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537E59B3-6BAC-3B6A-9A57-F53068B66C8C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794CE62C-90E9-BDB4-1FB6-FAAEF6A1D4F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294809" y="1700808"/>
            <a:ext cx="6077722" cy="2235314"/>
            <a:chOff x="2100467" y="1261242"/>
            <a:chExt cx="5163684" cy="1509531"/>
          </a:xfrm>
        </p:grpSpPr>
        <p:sp>
          <p:nvSpPr>
            <p:cNvPr id="26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A04167B-06D9-134E-5BA2-4910F707961C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2100467" y="1496301"/>
              <a:ext cx="5163679" cy="127447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27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7F354DD-E94A-9FCF-EEE7-B8333E6AD0E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2100467" y="1261242"/>
              <a:ext cx="5163684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룸서비스 선택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28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BBDC98F-E1FD-D749-E291-ED66F83AF63D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23FDD28E-82AC-C0FC-AFCD-2B1C0FC508FC}"/>
              </a:ext>
            </a:extLst>
          </p:cNvPr>
          <p:cNvSpPr txBox="1"/>
          <p:nvPr/>
        </p:nvSpPr>
        <p:spPr>
          <a:xfrm>
            <a:off x="2351584" y="2147970"/>
            <a:ext cx="232004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선택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6F65BBE-FC63-19A3-E0D2-B36AA5158DF2}"/>
              </a:ext>
            </a:extLst>
          </p:cNvPr>
          <p:cNvSpPr/>
          <p:nvPr/>
        </p:nvSpPr>
        <p:spPr>
          <a:xfrm>
            <a:off x="4910103" y="3654674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ACBDA60-C421-064F-CBC1-7F825DE7DBA0}"/>
              </a:ext>
            </a:extLst>
          </p:cNvPr>
          <p:cNvSpPr/>
          <p:nvPr/>
        </p:nvSpPr>
        <p:spPr>
          <a:xfrm>
            <a:off x="5413113" y="3654674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7940DBC8-ACDC-E02B-86AC-1BEB79F754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6893704"/>
              </p:ext>
            </p:extLst>
          </p:nvPr>
        </p:nvGraphicFramePr>
        <p:xfrm>
          <a:off x="2366816" y="2396964"/>
          <a:ext cx="5699712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9174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940324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940324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91599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727769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926879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10937">
                  <a:extLst>
                    <a:ext uri="{9D8B030D-6E8A-4147-A177-3AD203B41FA5}">
                      <a16:colId xmlns:a16="http://schemas.microsoft.com/office/drawing/2014/main" val="556215047"/>
                    </a:ext>
                  </a:extLst>
                </a:gridCol>
                <a:gridCol w="472706">
                  <a:extLst>
                    <a:ext uri="{9D8B030D-6E8A-4147-A177-3AD203B41FA5}">
                      <a16:colId xmlns:a16="http://schemas.microsoft.com/office/drawing/2014/main" val="71544957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옵션 코드명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통화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VAT 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포함 금액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  <a:endParaRPr lang="en-US" altLang="ko-KR" sz="800" b="1" i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84898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세탁서비스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Laundry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1SERVICE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  <a:endParaRPr kumimoji="0" lang="en-US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  <a:endParaRPr kumimoji="0" lang="en-US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9299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아이스커피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Iced Coffee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EA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  <a:endParaRPr kumimoji="0" lang="en-US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  <a:endParaRPr kumimoji="0" lang="en-US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생수 </a:t>
                      </a:r>
                      <a:r>
                        <a:rPr lang="en-US" altLang="ko-KR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300ml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Bottled water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EA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  <a:endParaRPr kumimoji="0" lang="en-US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9382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병맥주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350ml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Bottled beer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EA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4489530"/>
                  </a:ext>
                </a:extLst>
              </a:tr>
            </a:tbl>
          </a:graphicData>
        </a:graphic>
      </p:graphicFrame>
      <p:sp>
        <p:nvSpPr>
          <p:cNvPr id="36" name="모서리가 둥근 직사각형 35">
            <a:extLst>
              <a:ext uri="{FF2B5EF4-FFF2-40B4-BE49-F238E27FC236}">
                <a16:creationId xmlns:a16="http://schemas.microsoft.com/office/drawing/2014/main" id="{62D20982-439B-1FDD-6736-0FF481461DBC}"/>
              </a:ext>
            </a:extLst>
          </p:cNvPr>
          <p:cNvSpPr/>
          <p:nvPr/>
        </p:nvSpPr>
        <p:spPr>
          <a:xfrm>
            <a:off x="2391371" y="2625802"/>
            <a:ext cx="5648845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009545CD-2D54-E310-CF4E-C04007D2FB1C}"/>
              </a:ext>
            </a:extLst>
          </p:cNvPr>
          <p:cNvGrpSpPr/>
          <p:nvPr/>
        </p:nvGrpSpPr>
        <p:grpSpPr>
          <a:xfrm>
            <a:off x="8183892" y="2364937"/>
            <a:ext cx="139450" cy="1098827"/>
            <a:chOff x="3622653" y="2609508"/>
            <a:chExt cx="139450" cy="1538594"/>
          </a:xfrm>
        </p:grpSpPr>
        <p:sp>
          <p:nvSpPr>
            <p:cNvPr id="38" name="모서리가 둥근 직사각형 37">
              <a:extLst>
                <a:ext uri="{FF2B5EF4-FFF2-40B4-BE49-F238E27FC236}">
                  <a16:creationId xmlns:a16="http://schemas.microsoft.com/office/drawing/2014/main" id="{AE7273C7-7EA1-C4FD-3507-2C97D106E616}"/>
                </a:ext>
              </a:extLst>
            </p:cNvPr>
            <p:cNvSpPr/>
            <p:nvPr/>
          </p:nvSpPr>
          <p:spPr>
            <a:xfrm>
              <a:off x="3653277" y="2740696"/>
              <a:ext cx="81294" cy="20685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9" name="모서리가 둥근 직사각형 38">
              <a:extLst>
                <a:ext uri="{FF2B5EF4-FFF2-40B4-BE49-F238E27FC236}">
                  <a16:creationId xmlns:a16="http://schemas.microsoft.com/office/drawing/2014/main" id="{FA74B72D-DC11-8A20-C044-77E17E287CFB}"/>
                </a:ext>
              </a:extLst>
            </p:cNvPr>
            <p:cNvSpPr/>
            <p:nvPr/>
          </p:nvSpPr>
          <p:spPr>
            <a:xfrm>
              <a:off x="3622653" y="2609508"/>
              <a:ext cx="139450" cy="1538594"/>
            </a:xfrm>
            <a:prstGeom prst="round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3A05A8A9-9F21-40B0-33AA-0C9398204309}"/>
              </a:ext>
            </a:extLst>
          </p:cNvPr>
          <p:cNvSpPr txBox="1"/>
          <p:nvPr/>
        </p:nvSpPr>
        <p:spPr>
          <a:xfrm>
            <a:off x="4161011" y="2185040"/>
            <a:ext cx="70243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</a:t>
            </a:r>
            <a:r>
              <a:rPr lang="ko-KR" altLang="en-US" sz="700" i="1" dirty="0">
                <a:solidFill>
                  <a:srgbClr val="C00000"/>
                </a:solidFill>
                <a:latin typeface="+mn-ea"/>
                <a:ea typeface="+mn-ea"/>
              </a:rPr>
              <a:t>단일 </a:t>
            </a:r>
            <a:r>
              <a:rPr lang="ko-KR" altLang="en-US" sz="700" i="1" dirty="0" err="1">
                <a:solidFill>
                  <a:srgbClr val="C00000"/>
                </a:solidFill>
                <a:latin typeface="+mn-ea"/>
                <a:ea typeface="+mn-ea"/>
              </a:rPr>
              <a:t>셀렉트</a:t>
            </a:r>
            <a:endParaRPr lang="en-US" altLang="ko-KR" sz="700" b="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grpSp>
        <p:nvGrpSpPr>
          <p:cNvPr id="41" name="Click">
            <a:extLst>
              <a:ext uri="{FF2B5EF4-FFF2-40B4-BE49-F238E27FC236}">
                <a16:creationId xmlns:a16="http://schemas.microsoft.com/office/drawing/2014/main" id="{45096895-21DC-70BE-42B6-C5622F58FB0C}"/>
              </a:ext>
            </a:extLst>
          </p:cNvPr>
          <p:cNvGrpSpPr>
            <a:grpSpLocks noChangeAspect="1"/>
          </p:cNvGrpSpPr>
          <p:nvPr/>
        </p:nvGrpSpPr>
        <p:grpSpPr>
          <a:xfrm>
            <a:off x="2597393" y="2640656"/>
            <a:ext cx="299298" cy="426545"/>
            <a:chOff x="5294313" y="2197100"/>
            <a:chExt cx="530225" cy="755651"/>
          </a:xfrm>
        </p:grpSpPr>
        <p:sp>
          <p:nvSpPr>
            <p:cNvPr id="42" name="Arrow Cursor">
              <a:extLst>
                <a:ext uri="{FF2B5EF4-FFF2-40B4-BE49-F238E27FC236}">
                  <a16:creationId xmlns:a16="http://schemas.microsoft.com/office/drawing/2014/main" id="{D35BA383-B226-C82C-B5EE-EF290BB489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43" name="Click">
              <a:extLst>
                <a:ext uri="{FF2B5EF4-FFF2-40B4-BE49-F238E27FC236}">
                  <a16:creationId xmlns:a16="http://schemas.microsoft.com/office/drawing/2014/main" id="{54DA477C-AA07-6B03-B539-26D1555B69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340865F-FE53-7ABE-81DF-DB9178593F18}"/>
              </a:ext>
            </a:extLst>
          </p:cNvPr>
          <p:cNvSpPr/>
          <p:nvPr/>
        </p:nvSpPr>
        <p:spPr bwMode="auto">
          <a:xfrm>
            <a:off x="-106106" y="236334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4D15F4C-2B7F-C1E7-06CD-9A70BBA7D94C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667087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752B78-A30C-1D76-A9B0-526EC86ADA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EF2A5CF2-622A-B0A2-092E-0D21F1A37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유료 옵션 선택 팝업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4A739877-EA06-0BC7-6BD5-F0CFFC399EE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1E35B238-1309-7B1D-0926-B845207C5AA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D79D6663-4346-69BA-60CD-1E0C75BBBAC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F8CAFB5-111D-DDA5-0FE5-7B09A0C6A509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99F6285-4138-1BC9-5B8F-76BDA00DF305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CFC8A29-62AB-C6D5-B04A-C7F09217DB23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AED33097-6622-6E48-EF02-C0DFFA5DF1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1706704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시스템관리자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 예시 상태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 사항 적용 후 팝업 닫고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부모창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E33FF488-26BD-8CAB-2D1B-35412D6B9953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0F71BC3E-ED88-AFBC-31BE-92F05E1F0480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EBA494F0-D340-55DD-ABC4-742B353894EC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639616" y="1193686"/>
            <a:ext cx="5760640" cy="2235314"/>
            <a:chOff x="2369863" y="1261242"/>
            <a:chExt cx="4894288" cy="1509531"/>
          </a:xfrm>
        </p:grpSpPr>
        <p:sp>
          <p:nvSpPr>
            <p:cNvPr id="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1F21F6E5-9C86-B495-0B07-06BC4E4467D7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2369863" y="1496301"/>
              <a:ext cx="4894282" cy="127447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5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5B6A37E-2BB8-DA6E-2834-11C2B136F984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2369863" y="1261242"/>
              <a:ext cx="4894288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조식 선택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6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BAF706F-7775-374D-6FA0-73D1076C846C}"/>
                </a:ext>
              </a:extLst>
            </p:cNvPr>
            <p:cNvSpPr>
              <a:spLocks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3F369FF3-1AB4-1EA7-7747-ADB7ADF1E37F}"/>
              </a:ext>
            </a:extLst>
          </p:cNvPr>
          <p:cNvSpPr txBox="1"/>
          <p:nvPr/>
        </p:nvSpPr>
        <p:spPr>
          <a:xfrm>
            <a:off x="2641233" y="1640848"/>
            <a:ext cx="232004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선택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6986F88-AA59-4963-3988-FE65791DB871}"/>
              </a:ext>
            </a:extLst>
          </p:cNvPr>
          <p:cNvSpPr/>
          <p:nvPr/>
        </p:nvSpPr>
        <p:spPr>
          <a:xfrm>
            <a:off x="5025769" y="3147552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54D9C2B-03F3-5DC1-384F-320AC685419F}"/>
              </a:ext>
            </a:extLst>
          </p:cNvPr>
          <p:cNvSpPr/>
          <p:nvPr/>
        </p:nvSpPr>
        <p:spPr>
          <a:xfrm>
            <a:off x="5528779" y="3147552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61F5595-7FF1-60F9-262F-71A884C3E5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5565258"/>
              </p:ext>
            </p:extLst>
          </p:nvPr>
        </p:nvGraphicFramePr>
        <p:xfrm>
          <a:off x="2656465" y="1889842"/>
          <a:ext cx="5455759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738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74168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74168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39401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63855">
                  <a:extLst>
                    <a:ext uri="{9D8B030D-6E8A-4147-A177-3AD203B41FA5}">
                      <a16:colId xmlns:a16="http://schemas.microsoft.com/office/drawing/2014/main" val="418775656"/>
                    </a:ext>
                  </a:extLst>
                </a:gridCol>
                <a:gridCol w="862382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862382">
                  <a:extLst>
                    <a:ext uri="{9D8B030D-6E8A-4147-A177-3AD203B41FA5}">
                      <a16:colId xmlns:a16="http://schemas.microsoft.com/office/drawing/2014/main" val="441849509"/>
                    </a:ext>
                  </a:extLst>
                </a:gridCol>
                <a:gridCol w="862382">
                  <a:extLst>
                    <a:ext uri="{9D8B030D-6E8A-4147-A177-3AD203B41FA5}">
                      <a16:colId xmlns:a16="http://schemas.microsoft.com/office/drawing/2014/main" val="10190549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옵션 코드명</a:t>
                      </a:r>
                      <a:endParaRPr lang="en-US" altLang="ko-KR" sz="800" b="1" i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통화</a:t>
                      </a:r>
                      <a:endParaRPr lang="en-US" altLang="ko-KR" sz="800" b="1" i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800" b="1" i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VAT </a:t>
                      </a:r>
                      <a:r>
                        <a:rPr lang="ko-KR" altLang="en-US" sz="800" b="1" i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포함 금액</a:t>
                      </a:r>
                      <a:endParaRPr lang="en-US" altLang="ko-KR" sz="800" b="1" i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  <a:endParaRPr lang="en-US" altLang="ko-KR" sz="800" b="1" i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84898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브런치</a:t>
                      </a:r>
                      <a:endParaRPr lang="en-US" altLang="ko-KR" sz="800" b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kern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Brunch</a:t>
                      </a:r>
                      <a:endParaRPr lang="en-US" altLang="ko-KR" sz="800" b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9299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샌드위치</a:t>
                      </a:r>
                      <a:endParaRPr lang="en-US" altLang="ko-KR" sz="800" b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ko-KR" sz="800" b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Sandwich</a:t>
                      </a:r>
                      <a:endParaRPr lang="en-US" altLang="ko-KR" sz="800" b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한정식</a:t>
                      </a:r>
                      <a:endParaRPr lang="en-US" altLang="ko-KR" sz="800" b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ko-KR" sz="800" b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Korean table</a:t>
                      </a:r>
                      <a:endParaRPr lang="en-US" altLang="ko-KR" sz="800" b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9382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피자</a:t>
                      </a:r>
                      <a:endParaRPr lang="en-US" altLang="ko-KR" sz="800" b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" altLang="ko-KR" sz="80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pizza</a:t>
                      </a:r>
                      <a:endParaRPr lang="en-US" altLang="ko-KR" sz="800" b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4489530"/>
                  </a:ext>
                </a:extLst>
              </a:tr>
            </a:tbl>
          </a:graphicData>
        </a:graphic>
      </p:graphicFrame>
      <p:sp>
        <p:nvSpPr>
          <p:cNvPr id="84" name="모서리가 둥근 직사각형 83">
            <a:extLst>
              <a:ext uri="{FF2B5EF4-FFF2-40B4-BE49-F238E27FC236}">
                <a16:creationId xmlns:a16="http://schemas.microsoft.com/office/drawing/2014/main" id="{28CF28CE-CD87-34AC-7142-02FFA94264BC}"/>
              </a:ext>
            </a:extLst>
          </p:cNvPr>
          <p:cNvSpPr/>
          <p:nvPr/>
        </p:nvSpPr>
        <p:spPr>
          <a:xfrm>
            <a:off x="2696252" y="2334396"/>
            <a:ext cx="5397998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49B5F728-2D42-2324-9DAE-3EC9280DF959}"/>
              </a:ext>
            </a:extLst>
          </p:cNvPr>
          <p:cNvGrpSpPr/>
          <p:nvPr/>
        </p:nvGrpSpPr>
        <p:grpSpPr>
          <a:xfrm>
            <a:off x="8211615" y="1857815"/>
            <a:ext cx="139450" cy="1098827"/>
            <a:chOff x="3622653" y="2609508"/>
            <a:chExt cx="139450" cy="1538594"/>
          </a:xfrm>
        </p:grpSpPr>
        <p:sp>
          <p:nvSpPr>
            <p:cNvPr id="82" name="모서리가 둥근 직사각형 81">
              <a:extLst>
                <a:ext uri="{FF2B5EF4-FFF2-40B4-BE49-F238E27FC236}">
                  <a16:creationId xmlns:a16="http://schemas.microsoft.com/office/drawing/2014/main" id="{6979FE60-69F2-05C5-EC30-B7BB66279C9A}"/>
                </a:ext>
              </a:extLst>
            </p:cNvPr>
            <p:cNvSpPr/>
            <p:nvPr/>
          </p:nvSpPr>
          <p:spPr>
            <a:xfrm>
              <a:off x="3653277" y="2740696"/>
              <a:ext cx="81294" cy="20685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83" name="모서리가 둥근 직사각형 82">
              <a:extLst>
                <a:ext uri="{FF2B5EF4-FFF2-40B4-BE49-F238E27FC236}">
                  <a16:creationId xmlns:a16="http://schemas.microsoft.com/office/drawing/2014/main" id="{5745CF48-45C9-2C00-865C-EF522D824815}"/>
                </a:ext>
              </a:extLst>
            </p:cNvPr>
            <p:cNvSpPr/>
            <p:nvPr/>
          </p:nvSpPr>
          <p:spPr>
            <a:xfrm>
              <a:off x="3622653" y="2609508"/>
              <a:ext cx="139450" cy="1538594"/>
            </a:xfrm>
            <a:prstGeom prst="round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84725529-AF74-6FE7-D2C5-489EE02FE006}"/>
              </a:ext>
            </a:extLst>
          </p:cNvPr>
          <p:cNvSpPr txBox="1"/>
          <p:nvPr/>
        </p:nvSpPr>
        <p:spPr>
          <a:xfrm>
            <a:off x="4450660" y="1677918"/>
            <a:ext cx="70243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</a:t>
            </a:r>
            <a:r>
              <a:rPr lang="ko-KR" altLang="en-US" sz="700" i="1" dirty="0">
                <a:solidFill>
                  <a:srgbClr val="C00000"/>
                </a:solidFill>
                <a:latin typeface="+mn-ea"/>
                <a:ea typeface="+mn-ea"/>
              </a:rPr>
              <a:t>단일 </a:t>
            </a:r>
            <a:r>
              <a:rPr lang="ko-KR" altLang="en-US" sz="700" i="1" dirty="0" err="1">
                <a:solidFill>
                  <a:srgbClr val="C00000"/>
                </a:solidFill>
                <a:latin typeface="+mn-ea"/>
                <a:ea typeface="+mn-ea"/>
              </a:rPr>
              <a:t>셀렉트</a:t>
            </a:r>
            <a:endParaRPr lang="en-US" altLang="ko-KR" sz="700" b="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131" name="Teardrop 1">
            <a:extLst>
              <a:ext uri="{FF2B5EF4-FFF2-40B4-BE49-F238E27FC236}">
                <a16:creationId xmlns:a16="http://schemas.microsoft.com/office/drawing/2014/main" id="{555ACDE5-6E13-CED2-E1DF-BED12071C5DA}"/>
              </a:ext>
            </a:extLst>
          </p:cNvPr>
          <p:cNvSpPr/>
          <p:nvPr/>
        </p:nvSpPr>
        <p:spPr>
          <a:xfrm rot="16200000" flipH="1" flipV="1">
            <a:off x="3963824" y="229258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" name="Teardrop 1">
            <a:extLst>
              <a:ext uri="{FF2B5EF4-FFF2-40B4-BE49-F238E27FC236}">
                <a16:creationId xmlns:a16="http://schemas.microsoft.com/office/drawing/2014/main" id="{2D383618-0BA0-8593-0B02-3E18C55B587F}"/>
              </a:ext>
            </a:extLst>
          </p:cNvPr>
          <p:cNvSpPr/>
          <p:nvPr/>
        </p:nvSpPr>
        <p:spPr>
          <a:xfrm rot="16200000" flipH="1" flipV="1">
            <a:off x="5458006" y="3055485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25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F7BB9078-8032-5676-96AA-68CF16C5452E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2639607" y="3643881"/>
            <a:ext cx="5760645" cy="2235314"/>
            <a:chOff x="2369857" y="1261242"/>
            <a:chExt cx="4894293" cy="1509531"/>
          </a:xfrm>
        </p:grpSpPr>
        <p:sp>
          <p:nvSpPr>
            <p:cNvPr id="26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76C095B7-9C57-6B22-66A5-65C903CC082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2369857" y="1496301"/>
              <a:ext cx="4894288" cy="127447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27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FDD9070-26B2-E6C2-A98F-43FCC577469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2369857" y="1261242"/>
              <a:ext cx="4894293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객실 </a:t>
              </a:r>
              <a:r>
                <a:rPr lang="ko-KR" altLang="en-US" sz="900" dirty="0" err="1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어매니티</a:t>
              </a:r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 선택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28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0BDC36F-8D86-0A66-0444-602A467B5DC9}"/>
                </a:ext>
              </a:extLst>
            </p:cNvPr>
            <p:cNvSpPr>
              <a:spLocks noEditPoints="1"/>
            </p:cNvSpPr>
            <p:nvPr>
              <p:custDataLst>
                <p:tags r:id="rId5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1D08B4E3-CF45-9BF1-AC4B-A22070264C81}"/>
              </a:ext>
            </a:extLst>
          </p:cNvPr>
          <p:cNvSpPr txBox="1"/>
          <p:nvPr/>
        </p:nvSpPr>
        <p:spPr>
          <a:xfrm>
            <a:off x="2656465" y="4091043"/>
            <a:ext cx="232004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선택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51F349C9-21FC-9CCC-6B3D-41E6A600BD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0085079"/>
              </p:ext>
            </p:extLst>
          </p:nvPr>
        </p:nvGraphicFramePr>
        <p:xfrm>
          <a:off x="2671697" y="4340037"/>
          <a:ext cx="549074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8992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510417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586634">
                  <a:extLst>
                    <a:ext uri="{9D8B030D-6E8A-4147-A177-3AD203B41FA5}">
                      <a16:colId xmlns:a16="http://schemas.microsoft.com/office/drawing/2014/main" val="3794738167"/>
                    </a:ext>
                  </a:extLst>
                </a:gridCol>
                <a:gridCol w="759726">
                  <a:extLst>
                    <a:ext uri="{9D8B030D-6E8A-4147-A177-3AD203B41FA5}">
                      <a16:colId xmlns:a16="http://schemas.microsoft.com/office/drawing/2014/main" val="18174502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옵션코드명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통화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VAT 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포함 금액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  <a:endParaRPr lang="en-US" altLang="ko-KR" sz="800" b="1" i="0" kern="0" spc="-1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84898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유아 침대 가드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Bed guard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9299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커피 캡슐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coffee capsule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디퓨져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Diffuser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9382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입욕제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bath foam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9,001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4489530"/>
                  </a:ext>
                </a:extLst>
              </a:tr>
            </a:tbl>
          </a:graphicData>
        </a:graphic>
      </p:graphicFrame>
      <p:sp>
        <p:nvSpPr>
          <p:cNvPr id="36" name="모서리가 둥근 직사각형 35">
            <a:extLst>
              <a:ext uri="{FF2B5EF4-FFF2-40B4-BE49-F238E27FC236}">
                <a16:creationId xmlns:a16="http://schemas.microsoft.com/office/drawing/2014/main" id="{CFDC8435-D131-92DC-6A9F-AF749F644C38}"/>
              </a:ext>
            </a:extLst>
          </p:cNvPr>
          <p:cNvSpPr/>
          <p:nvPr/>
        </p:nvSpPr>
        <p:spPr>
          <a:xfrm>
            <a:off x="2696252" y="4568875"/>
            <a:ext cx="5397998" cy="167878"/>
          </a:xfrm>
          <a:prstGeom prst="roundRect">
            <a:avLst>
              <a:gd name="adj" fmla="val 50000"/>
            </a:avLst>
          </a:prstGeom>
          <a:solidFill>
            <a:schemeClr val="tx1">
              <a:alpha val="2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23E30778-9ABD-B79A-D1FE-5208627F3417}"/>
              </a:ext>
            </a:extLst>
          </p:cNvPr>
          <p:cNvGrpSpPr/>
          <p:nvPr/>
        </p:nvGrpSpPr>
        <p:grpSpPr>
          <a:xfrm>
            <a:off x="8211615" y="4308010"/>
            <a:ext cx="139450" cy="1098827"/>
            <a:chOff x="3622653" y="2609508"/>
            <a:chExt cx="139450" cy="1538594"/>
          </a:xfrm>
        </p:grpSpPr>
        <p:sp>
          <p:nvSpPr>
            <p:cNvPr id="38" name="모서리가 둥근 직사각형 37">
              <a:extLst>
                <a:ext uri="{FF2B5EF4-FFF2-40B4-BE49-F238E27FC236}">
                  <a16:creationId xmlns:a16="http://schemas.microsoft.com/office/drawing/2014/main" id="{2FAA3216-7F38-251C-1F9A-8C3BC71F49E6}"/>
                </a:ext>
              </a:extLst>
            </p:cNvPr>
            <p:cNvSpPr/>
            <p:nvPr/>
          </p:nvSpPr>
          <p:spPr>
            <a:xfrm>
              <a:off x="3653277" y="2740696"/>
              <a:ext cx="81294" cy="20685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9" name="모서리가 둥근 직사각형 38">
              <a:extLst>
                <a:ext uri="{FF2B5EF4-FFF2-40B4-BE49-F238E27FC236}">
                  <a16:creationId xmlns:a16="http://schemas.microsoft.com/office/drawing/2014/main" id="{2968A8EE-D49F-8FC1-4037-D93651899420}"/>
                </a:ext>
              </a:extLst>
            </p:cNvPr>
            <p:cNvSpPr/>
            <p:nvPr/>
          </p:nvSpPr>
          <p:spPr>
            <a:xfrm>
              <a:off x="3622653" y="2609508"/>
              <a:ext cx="139450" cy="1538594"/>
            </a:xfrm>
            <a:prstGeom prst="round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ore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F633D134-EAFF-4459-1B2F-9C22E6869481}"/>
              </a:ext>
            </a:extLst>
          </p:cNvPr>
          <p:cNvSpPr txBox="1"/>
          <p:nvPr/>
        </p:nvSpPr>
        <p:spPr>
          <a:xfrm>
            <a:off x="4465892" y="4128113"/>
            <a:ext cx="70243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0" i="1" dirty="0">
                <a:solidFill>
                  <a:srgbClr val="C00000"/>
                </a:solidFill>
                <a:latin typeface="+mn-ea"/>
                <a:ea typeface="+mn-ea"/>
              </a:rPr>
              <a:t>↓ </a:t>
            </a:r>
            <a:r>
              <a:rPr lang="ko-KR" altLang="en-US" sz="700" i="1" dirty="0">
                <a:solidFill>
                  <a:srgbClr val="C00000"/>
                </a:solidFill>
                <a:latin typeface="+mn-ea"/>
                <a:ea typeface="+mn-ea"/>
              </a:rPr>
              <a:t>단일 </a:t>
            </a:r>
            <a:r>
              <a:rPr lang="ko-KR" altLang="en-US" sz="700" i="1" dirty="0" err="1">
                <a:solidFill>
                  <a:srgbClr val="C00000"/>
                </a:solidFill>
                <a:latin typeface="+mn-ea"/>
                <a:ea typeface="+mn-ea"/>
              </a:rPr>
              <a:t>셀렉트</a:t>
            </a:r>
            <a:endParaRPr lang="en-US" altLang="ko-KR" sz="700" b="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grpSp>
        <p:nvGrpSpPr>
          <p:cNvPr id="41" name="Click">
            <a:extLst>
              <a:ext uri="{FF2B5EF4-FFF2-40B4-BE49-F238E27FC236}">
                <a16:creationId xmlns:a16="http://schemas.microsoft.com/office/drawing/2014/main" id="{79C9F81C-89D4-3878-8573-EDD31FF42FF2}"/>
              </a:ext>
            </a:extLst>
          </p:cNvPr>
          <p:cNvGrpSpPr>
            <a:grpSpLocks noChangeAspect="1"/>
          </p:cNvGrpSpPr>
          <p:nvPr/>
        </p:nvGrpSpPr>
        <p:grpSpPr>
          <a:xfrm>
            <a:off x="3287688" y="4583729"/>
            <a:ext cx="299298" cy="426545"/>
            <a:chOff x="5294313" y="2197100"/>
            <a:chExt cx="530225" cy="755651"/>
          </a:xfrm>
        </p:grpSpPr>
        <p:sp>
          <p:nvSpPr>
            <p:cNvPr id="42" name="Arrow Cursor">
              <a:extLst>
                <a:ext uri="{FF2B5EF4-FFF2-40B4-BE49-F238E27FC236}">
                  <a16:creationId xmlns:a16="http://schemas.microsoft.com/office/drawing/2014/main" id="{7D930DD5-C547-2E17-8E99-2BD46F2DE1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43" name="Click">
              <a:extLst>
                <a:ext uri="{FF2B5EF4-FFF2-40B4-BE49-F238E27FC236}">
                  <a16:creationId xmlns:a16="http://schemas.microsoft.com/office/drawing/2014/main" id="{5960B67D-B6AF-9D36-9B36-BEF6A57E96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07D5473-EC9A-CC83-C9D6-E3EB4F793BA6}"/>
              </a:ext>
            </a:extLst>
          </p:cNvPr>
          <p:cNvSpPr/>
          <p:nvPr/>
        </p:nvSpPr>
        <p:spPr>
          <a:xfrm>
            <a:off x="5025769" y="5627583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2C130C6-3AE5-7056-08E4-BF84D1C4E63E}"/>
              </a:ext>
            </a:extLst>
          </p:cNvPr>
          <p:cNvSpPr/>
          <p:nvPr/>
        </p:nvSpPr>
        <p:spPr>
          <a:xfrm>
            <a:off x="5528779" y="5627583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pSp>
        <p:nvGrpSpPr>
          <p:cNvPr id="126" name="Click">
            <a:extLst>
              <a:ext uri="{FF2B5EF4-FFF2-40B4-BE49-F238E27FC236}">
                <a16:creationId xmlns:a16="http://schemas.microsoft.com/office/drawing/2014/main" id="{3D6605A0-A63D-A42F-510C-3FF57557F922}"/>
              </a:ext>
            </a:extLst>
          </p:cNvPr>
          <p:cNvGrpSpPr>
            <a:grpSpLocks noChangeAspect="1"/>
          </p:cNvGrpSpPr>
          <p:nvPr/>
        </p:nvGrpSpPr>
        <p:grpSpPr>
          <a:xfrm>
            <a:off x="4667461" y="2333697"/>
            <a:ext cx="299298" cy="426545"/>
            <a:chOff x="5294313" y="2197100"/>
            <a:chExt cx="530225" cy="755651"/>
          </a:xfrm>
        </p:grpSpPr>
        <p:sp>
          <p:nvSpPr>
            <p:cNvPr id="127" name="Arrow Cursor">
              <a:extLst>
                <a:ext uri="{FF2B5EF4-FFF2-40B4-BE49-F238E27FC236}">
                  <a16:creationId xmlns:a16="http://schemas.microsoft.com/office/drawing/2014/main" id="{0F40EE32-B8AB-93CF-9332-29716B6BA4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28" name="Click">
              <a:extLst>
                <a:ext uri="{FF2B5EF4-FFF2-40B4-BE49-F238E27FC236}">
                  <a16:creationId xmlns:a16="http://schemas.microsoft.com/office/drawing/2014/main" id="{CC3FB8C1-7E99-5663-D3A7-272E09071C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8" name="직사각형 7">
            <a:extLst>
              <a:ext uri="{FF2B5EF4-FFF2-40B4-BE49-F238E27FC236}">
                <a16:creationId xmlns:a16="http://schemas.microsoft.com/office/drawing/2014/main" id="{A07C57DD-D2B9-A1CC-C7D7-6B96862DE651}"/>
              </a:ext>
            </a:extLst>
          </p:cNvPr>
          <p:cNvSpPr/>
          <p:nvPr/>
        </p:nvSpPr>
        <p:spPr bwMode="auto">
          <a:xfrm>
            <a:off x="-106106" y="236334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70B3C44D-330C-1C2C-DC99-B427FF07116C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4439799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BBF731-425F-DADC-2C17-0DA7B753D2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9D8172A8-BC11-8EFC-11B9-7C69412C2E21}"/>
              </a:ext>
            </a:extLst>
          </p:cNvPr>
          <p:cNvSpPr/>
          <p:nvPr/>
        </p:nvSpPr>
        <p:spPr>
          <a:xfrm>
            <a:off x="0" y="1974770"/>
            <a:ext cx="12191999" cy="2908460"/>
          </a:xfrm>
          <a:prstGeom prst="rect">
            <a:avLst/>
          </a:prstGeom>
          <a:solidFill>
            <a:srgbClr val="0E273B"/>
          </a:solidFill>
          <a:ln>
            <a:solidFill>
              <a:srgbClr val="0E273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권한 분기 처리 </a:t>
            </a:r>
            <a:r>
              <a:rPr lang="en-US" altLang="ko-KR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(</a:t>
            </a:r>
            <a:r>
              <a:rPr lang="ko-KR" altLang="en-US" sz="4000" dirty="0" err="1">
                <a:solidFill>
                  <a:schemeClr val="bg1"/>
                </a:solidFill>
                <a:latin typeface="NanumGothic" panose="020D0604000000000000" pitchFamily="34" charset="-127"/>
              </a:rPr>
              <a:t>슈퍼어드민</a:t>
            </a:r>
            <a:r>
              <a:rPr lang="en-US" altLang="ko-KR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/</a:t>
            </a:r>
            <a:r>
              <a:rPr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시스템 관리자</a:t>
            </a:r>
            <a:r>
              <a:rPr lang="en-US" altLang="ko-KR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)</a:t>
            </a:r>
            <a:endParaRPr kumimoji="1" lang="ko-Kore-KR" altLang="en-US" sz="400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3541688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8169B4-785C-2AF8-0A9E-743E9AE1C7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E3FA9888-69EE-2D65-510D-0DB0C4DC0E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리스트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D428F142-5190-8D6B-53AB-FC399FC7E27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CA451B27-2875-8DE6-5FDB-E58FCD9F37A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45AC7E15-530F-1ECD-DAE8-BFD1567BEAD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A684E64-3762-8189-C186-CE4E3BA932D6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26693F4-A119-2371-122D-6B38140B1A28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84CA88D-EAA2-3518-E65F-9509DCF025CF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B5872C62-C0BC-BA52-17CE-E006A54AA8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4849448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수정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상세 페이지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등록 페이지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CFDE9381-3082-964B-C99D-394627F4577F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32C2649B-3AE7-8A08-16B9-0BF0F58FE1E4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918F5256-43C6-9AB4-3C14-17ED799160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3108330"/>
              </p:ext>
            </p:extLst>
          </p:nvPr>
        </p:nvGraphicFramePr>
        <p:xfrm>
          <a:off x="1448266" y="908719"/>
          <a:ext cx="7816085" cy="10004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1350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831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호텔명</a:t>
                      </a: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 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6357643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판매 기간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867343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카테고리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◎ 룸 </a:t>
                      </a: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온리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◎ 패키지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3823879"/>
                  </a:ext>
                </a:extLst>
              </a:tr>
            </a:tbl>
          </a:graphicData>
        </a:graphic>
      </p:graphicFrame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B2994C64-4771-47A5-41D4-59A8C1CDB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321560"/>
              </p:ext>
            </p:extLst>
          </p:nvPr>
        </p:nvGraphicFramePr>
        <p:xfrm>
          <a:off x="1447441" y="2478318"/>
          <a:ext cx="7814439" cy="2575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20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1111749760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3461749064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383391093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56115015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1717449669"/>
                    </a:ext>
                  </a:extLst>
                </a:gridCol>
                <a:gridCol w="1293672">
                  <a:extLst>
                    <a:ext uri="{9D8B030D-6E8A-4147-A177-3AD203B41FA5}">
                      <a16:colId xmlns:a16="http://schemas.microsoft.com/office/drawing/2014/main" val="32728493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호텔</a:t>
                      </a:r>
                      <a:r>
                        <a:rPr lang="en-US" altLang="ko-KR" sz="7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kern="0" spc="-10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프로퍼티명</a:t>
                      </a:r>
                      <a:endParaRPr lang="ko-KR" altLang="en-US" sz="700" b="1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0" spc="-10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7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코드</a:t>
                      </a:r>
                      <a:endParaRPr lang="ko-KR" altLang="en-US" sz="700" b="1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kern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마켓 코드</a:t>
                      </a:r>
                      <a:endParaRPr lang="en-US" altLang="ko-KR" sz="700" b="1" i="0" kern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통화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기준 금액 </a:t>
                      </a:r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(VAT </a:t>
                      </a: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포함</a:t>
                      </a:r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)</a:t>
                      </a:r>
                      <a:endParaRPr lang="ko-KR" altLang="en-US" sz="700" b="1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판매기간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sng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RATE2025</a:t>
                      </a:r>
                      <a:r>
                        <a:rPr kumimoji="0" lang="en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-WKND-DELUXE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BIZ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100,000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852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코드명이 출력되는 영역입니다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USD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500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2031679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6D63AFA3-9A88-5AB8-03E4-B58A2836AC86}"/>
              </a:ext>
            </a:extLst>
          </p:cNvPr>
          <p:cNvSpPr/>
          <p:nvPr/>
        </p:nvSpPr>
        <p:spPr>
          <a:xfrm>
            <a:off x="8832304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775674D-CBC2-4F16-FF1B-C1E4D7A4CA7B}"/>
              </a:ext>
            </a:extLst>
          </p:cNvPr>
          <p:cNvSpPr/>
          <p:nvPr/>
        </p:nvSpPr>
        <p:spPr>
          <a:xfrm>
            <a:off x="8387256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0C57AB43-DD17-7C89-3BAE-EE95D368C5BF}"/>
              </a:ext>
            </a:extLst>
          </p:cNvPr>
          <p:cNvSpPr/>
          <p:nvPr/>
        </p:nvSpPr>
        <p:spPr>
          <a:xfrm>
            <a:off x="8730797" y="2251177"/>
            <a:ext cx="533555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 err="1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등록</a:t>
            </a:r>
          </a:p>
        </p:txBody>
      </p:sp>
      <p:sp>
        <p:nvSpPr>
          <p:cNvPr id="108" name="Pagination">
            <a:extLst>
              <a:ext uri="{FF2B5EF4-FFF2-40B4-BE49-F238E27FC236}">
                <a16:creationId xmlns:a16="http://schemas.microsoft.com/office/drawing/2014/main" id="{9E4AAE37-7A9D-0AC4-D42B-79286CBC8E4D}"/>
              </a:ext>
            </a:extLst>
          </p:cNvPr>
          <p:cNvSpPr txBox="1"/>
          <p:nvPr/>
        </p:nvSpPr>
        <p:spPr>
          <a:xfrm>
            <a:off x="4702956" y="5119620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C724E14-35AD-A3EE-450E-A01E2C880D0C}"/>
              </a:ext>
            </a:extLst>
          </p:cNvPr>
          <p:cNvGrpSpPr/>
          <p:nvPr/>
        </p:nvGrpSpPr>
        <p:grpSpPr>
          <a:xfrm>
            <a:off x="1446413" y="2228487"/>
            <a:ext cx="1842121" cy="200055"/>
            <a:chOff x="1446413" y="1985887"/>
            <a:chExt cx="1842121" cy="200055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A4E3476F-0998-BF88-431E-2249A63A4920}"/>
                </a:ext>
              </a:extLst>
            </p:cNvPr>
            <p:cNvSpPr txBox="1"/>
            <p:nvPr/>
          </p:nvSpPr>
          <p:spPr>
            <a:xfrm>
              <a:off x="2382517" y="198588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6B58D7A9-AC03-6064-BC9D-517011D6A2AA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6" name="Text Box">
                <a:extLst>
                  <a:ext uri="{FF2B5EF4-FFF2-40B4-BE49-F238E27FC236}">
                    <a16:creationId xmlns:a16="http://schemas.microsoft.com/office/drawing/2014/main" id="{696164F7-C035-CC3C-E650-9C17F51C2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" name="Chevron Left">
                <a:extLst>
                  <a:ext uri="{FF2B5EF4-FFF2-40B4-BE49-F238E27FC236}">
                    <a16:creationId xmlns:a16="http://schemas.microsoft.com/office/drawing/2014/main" id="{F556DD4D-6125-B846-50F8-D5D4E09E68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1" name="Teardrop 1">
            <a:extLst>
              <a:ext uri="{FF2B5EF4-FFF2-40B4-BE49-F238E27FC236}">
                <a16:creationId xmlns:a16="http://schemas.microsoft.com/office/drawing/2014/main" id="{AD041F2F-E236-7ECD-A08C-37C380083168}"/>
              </a:ext>
            </a:extLst>
          </p:cNvPr>
          <p:cNvSpPr/>
          <p:nvPr/>
        </p:nvSpPr>
        <p:spPr>
          <a:xfrm rot="16200000" flipH="1" flipV="1">
            <a:off x="8612074" y="2149567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" name="Teardrop 1">
            <a:extLst>
              <a:ext uri="{FF2B5EF4-FFF2-40B4-BE49-F238E27FC236}">
                <a16:creationId xmlns:a16="http://schemas.microsoft.com/office/drawing/2014/main" id="{7207A93A-B95E-504B-D306-9C0DB30F2732}"/>
              </a:ext>
            </a:extLst>
          </p:cNvPr>
          <p:cNvSpPr/>
          <p:nvPr/>
        </p:nvSpPr>
        <p:spPr>
          <a:xfrm rot="16200000" flipH="1" flipV="1">
            <a:off x="3209334" y="258408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4" name="Text Box">
            <a:extLst>
              <a:ext uri="{FF2B5EF4-FFF2-40B4-BE49-F238E27FC236}">
                <a16:creationId xmlns:a16="http://schemas.microsoft.com/office/drawing/2014/main" id="{22B5303C-1F74-843F-9B09-1AAAF272CC72}"/>
              </a:ext>
            </a:extLst>
          </p:cNvPr>
          <p:cNvSpPr>
            <a:spLocks/>
          </p:cNvSpPr>
          <p:nvPr/>
        </p:nvSpPr>
        <p:spPr bwMode="auto">
          <a:xfrm>
            <a:off x="2721031" y="1189843"/>
            <a:ext cx="566622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코드명을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88D22C27-F466-C936-CE7C-3A727EA730C5}"/>
              </a:ext>
            </a:extLst>
          </p:cNvPr>
          <p:cNvGrpSpPr/>
          <p:nvPr/>
        </p:nvGrpSpPr>
        <p:grpSpPr>
          <a:xfrm>
            <a:off x="2720883" y="1408614"/>
            <a:ext cx="2593082" cy="242067"/>
            <a:chOff x="2279979" y="1223052"/>
            <a:chExt cx="2593082" cy="242067"/>
          </a:xfrm>
        </p:grpSpPr>
        <p:sp>
          <p:nvSpPr>
            <p:cNvPr id="17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C94B65A-0C61-4B67-E588-F34FF879F124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AE0F791-5EF2-AA6E-62B8-CFF36AA8D5E9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23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706C351E-9B59-88E4-FA67-806BD7C1193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9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C439B0E-CBEE-E739-FC6F-8B46B9280286}"/>
                </a:ext>
              </a:extLst>
            </p:cNvPr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30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A28A446-E13A-165A-E3A9-D418B793ECDB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grpSp>
        <p:nvGrpSpPr>
          <p:cNvPr id="101" name="Click">
            <a:extLst>
              <a:ext uri="{FF2B5EF4-FFF2-40B4-BE49-F238E27FC236}">
                <a16:creationId xmlns:a16="http://schemas.microsoft.com/office/drawing/2014/main" id="{CBA69E58-A727-371C-110B-AC13B19FA2F8}"/>
              </a:ext>
            </a:extLst>
          </p:cNvPr>
          <p:cNvGrpSpPr>
            <a:grpSpLocks noChangeAspect="1"/>
          </p:cNvGrpSpPr>
          <p:nvPr/>
        </p:nvGrpSpPr>
        <p:grpSpPr>
          <a:xfrm>
            <a:off x="3710185" y="2703985"/>
            <a:ext cx="299298" cy="426545"/>
            <a:chOff x="5294313" y="2197100"/>
            <a:chExt cx="530225" cy="755651"/>
          </a:xfrm>
        </p:grpSpPr>
        <p:sp>
          <p:nvSpPr>
            <p:cNvPr id="106" name="Arrow Cursor">
              <a:extLst>
                <a:ext uri="{FF2B5EF4-FFF2-40B4-BE49-F238E27FC236}">
                  <a16:creationId xmlns:a16="http://schemas.microsoft.com/office/drawing/2014/main" id="{2AEB5532-EE4F-2467-D414-A1E08CFFE0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07" name="Click">
              <a:extLst>
                <a:ext uri="{FF2B5EF4-FFF2-40B4-BE49-F238E27FC236}">
                  <a16:creationId xmlns:a16="http://schemas.microsoft.com/office/drawing/2014/main" id="{BA313059-CA58-3BF4-E6FC-583CA0574C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4" name="Text Box">
            <a:extLst>
              <a:ext uri="{FF2B5EF4-FFF2-40B4-BE49-F238E27FC236}">
                <a16:creationId xmlns:a16="http://schemas.microsoft.com/office/drawing/2014/main" id="{8E672A67-D474-8196-5B5B-CC3D21FE7648}"/>
              </a:ext>
            </a:extLst>
          </p:cNvPr>
          <p:cNvSpPr>
            <a:spLocks/>
          </p:cNvSpPr>
          <p:nvPr/>
        </p:nvSpPr>
        <p:spPr bwMode="auto">
          <a:xfrm>
            <a:off x="2721031" y="944517"/>
            <a:ext cx="251087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호텔명을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25" name="Text Box">
            <a:extLst>
              <a:ext uri="{FF2B5EF4-FFF2-40B4-BE49-F238E27FC236}">
                <a16:creationId xmlns:a16="http://schemas.microsoft.com/office/drawing/2014/main" id="{E69D1F09-8695-90F6-C585-7FE67F459B72}"/>
              </a:ext>
            </a:extLst>
          </p:cNvPr>
          <p:cNvSpPr>
            <a:spLocks/>
          </p:cNvSpPr>
          <p:nvPr/>
        </p:nvSpPr>
        <p:spPr bwMode="auto">
          <a:xfrm>
            <a:off x="5285812" y="944517"/>
            <a:ext cx="251087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프로퍼티명을</a:t>
            </a: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729ECCE-7702-920C-72F7-BE056F1F9E7C}"/>
              </a:ext>
            </a:extLst>
          </p:cNvPr>
          <p:cNvSpPr/>
          <p:nvPr/>
        </p:nvSpPr>
        <p:spPr bwMode="auto">
          <a:xfrm>
            <a:off x="-106106" y="236334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0AD53E3-B46A-6972-868C-A4F7B7AB22F4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4989798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BA69C4-8174-EFAF-FC5F-0B95FFF63C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D2F497B5-8DC1-029A-4B0A-A7A9A4D59C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985CB4B7-3D23-96CA-17C2-0A9CA28663F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기본정보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A7C6AFCC-C572-8703-5B64-268907744A4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4E98682A-420A-A6BE-C18A-5F1CFBC17CA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35B7CBC-F31F-566F-519B-3DBEF4FC1343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967C89B-0742-2CAB-9C25-3F658CA5EC09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1DE5997-301D-DE65-936A-C11A1A4153D7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EEF5576A-AC2B-F41D-1D5D-F3C3578C76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0766173"/>
              </p:ext>
            </p:extLst>
          </p:nvPr>
        </p:nvGraphicFramePr>
        <p:xfrm>
          <a:off x="9406740" y="440717"/>
          <a:ext cx="2785260" cy="32709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프로퍼티 조회 팝업 호출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 조회 등록 후에만 객실조회 팝업 호출 허용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(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권한은 해당 안됨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)</a:t>
                      </a: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D16D55AE-1B42-259A-B704-553F99C5857C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60235761-4E2A-022E-9779-5C8D9844A1C7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F08DA142-CD99-1CAC-79D3-ADAD304BD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4582169"/>
              </p:ext>
            </p:extLst>
          </p:nvPr>
        </p:nvGraphicFramePr>
        <p:xfrm>
          <a:off x="1513108" y="1385400"/>
          <a:ext cx="7746199" cy="29076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98315987"/>
                    </a:ext>
                  </a:extLst>
                </a:gridCol>
                <a:gridCol w="2731259">
                  <a:extLst>
                    <a:ext uri="{9D8B030D-6E8A-4147-A177-3AD203B41FA5}">
                      <a16:colId xmlns:a16="http://schemas.microsoft.com/office/drawing/2014/main" val="983825583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호텔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 명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코드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19153686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코드 설명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 기간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마켓코드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952792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카테고리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룸 </a:t>
                      </a: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온리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패키지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숙박 일수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최소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: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          최대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: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5476886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통화 구분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KRW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USD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사용여부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4658785"/>
                  </a:ext>
                </a:extLst>
              </a:tr>
              <a:tr h="804511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87190963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391486D8-FCA3-C22F-CE82-905226155F05}"/>
              </a:ext>
            </a:extLst>
          </p:cNvPr>
          <p:cNvSpPr txBox="1"/>
          <p:nvPr/>
        </p:nvSpPr>
        <p:spPr>
          <a:xfrm>
            <a:off x="7801966" y="1144222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97279156-20D4-A4A9-F9ED-42C563D8A04B}"/>
              </a:ext>
            </a:extLst>
          </p:cNvPr>
          <p:cNvGrpSpPr/>
          <p:nvPr/>
        </p:nvGrpSpPr>
        <p:grpSpPr>
          <a:xfrm>
            <a:off x="2780110" y="2306293"/>
            <a:ext cx="2593082" cy="242067"/>
            <a:chOff x="2279979" y="1223052"/>
            <a:chExt cx="2593082" cy="242067"/>
          </a:xfrm>
        </p:grpSpPr>
        <p:sp>
          <p:nvSpPr>
            <p:cNvPr id="24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042F0419-BA2E-6467-59B4-680D0F9E192B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F0DC4EF-0E85-F30C-91FC-074989EC7EDA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26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F13BF3E-FABF-7DF3-325A-30595D5A440C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7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656BE3F-82B0-8C1F-8E25-7516FB66B858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28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A2224F7-3FDB-968B-3904-22DAE6EDAAFD}"/>
                </a:ext>
              </a:extLst>
            </p:cNvPr>
            <p:cNvSpPr>
              <a:spLocks noEditPoints="1"/>
            </p:cNvSpPr>
            <p:nvPr>
              <p:custDataLst>
                <p:tags r:id="rId5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sp>
        <p:nvSpPr>
          <p:cNvPr id="38" name="Text Box">
            <a:extLst>
              <a:ext uri="{FF2B5EF4-FFF2-40B4-BE49-F238E27FC236}">
                <a16:creationId xmlns:a16="http://schemas.microsoft.com/office/drawing/2014/main" id="{13A09CD6-C849-D3A9-45B9-1CEF73A4D883}"/>
              </a:ext>
            </a:extLst>
          </p:cNvPr>
          <p:cNvSpPr>
            <a:spLocks/>
          </p:cNvSpPr>
          <p:nvPr/>
        </p:nvSpPr>
        <p:spPr bwMode="auto">
          <a:xfrm>
            <a:off x="2780110" y="1745440"/>
            <a:ext cx="288384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코드명을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39" name="Text Box">
            <a:extLst>
              <a:ext uri="{FF2B5EF4-FFF2-40B4-BE49-F238E27FC236}">
                <a16:creationId xmlns:a16="http://schemas.microsoft.com/office/drawing/2014/main" id="{BE11EBA6-B176-B3A4-42EB-18753A6A80A1}"/>
              </a:ext>
            </a:extLst>
          </p:cNvPr>
          <p:cNvSpPr>
            <a:spLocks/>
          </p:cNvSpPr>
          <p:nvPr/>
        </p:nvSpPr>
        <p:spPr bwMode="auto">
          <a:xfrm>
            <a:off x="2780110" y="2034685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국문 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40" name="Text Box">
            <a:extLst>
              <a:ext uri="{FF2B5EF4-FFF2-40B4-BE49-F238E27FC236}">
                <a16:creationId xmlns:a16="http://schemas.microsoft.com/office/drawing/2014/main" id="{4F105753-807E-DF99-7AF0-6BE4BC3A3C9D}"/>
              </a:ext>
            </a:extLst>
          </p:cNvPr>
          <p:cNvSpPr>
            <a:spLocks/>
          </p:cNvSpPr>
          <p:nvPr/>
        </p:nvSpPr>
        <p:spPr bwMode="auto">
          <a:xfrm>
            <a:off x="5571306" y="2034685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영문 설명을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049D742-C432-E6ED-77E1-61B035BA2DB2}"/>
              </a:ext>
            </a:extLst>
          </p:cNvPr>
          <p:cNvSpPr/>
          <p:nvPr/>
        </p:nvSpPr>
        <p:spPr>
          <a:xfrm>
            <a:off x="5702120" y="1745440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중복확인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891E36D-BCF3-B6AE-E0DE-4FD3CDF91693}"/>
              </a:ext>
            </a:extLst>
          </p:cNvPr>
          <p:cNvSpPr/>
          <p:nvPr/>
        </p:nvSpPr>
        <p:spPr>
          <a:xfrm>
            <a:off x="2780641" y="2640255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sp>
        <p:nvSpPr>
          <p:cNvPr id="44" name="Text Box">
            <a:extLst>
              <a:ext uri="{FF2B5EF4-FFF2-40B4-BE49-F238E27FC236}">
                <a16:creationId xmlns:a16="http://schemas.microsoft.com/office/drawing/2014/main" id="{226DDA22-83FA-85B6-B9B2-5DBAB3545350}"/>
              </a:ext>
            </a:extLst>
          </p:cNvPr>
          <p:cNvSpPr>
            <a:spLocks/>
          </p:cNvSpPr>
          <p:nvPr/>
        </p:nvSpPr>
        <p:spPr bwMode="auto">
          <a:xfrm>
            <a:off x="6888088" y="2936774"/>
            <a:ext cx="72360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최소 일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5" name="Text Box">
            <a:extLst>
              <a:ext uri="{FF2B5EF4-FFF2-40B4-BE49-F238E27FC236}">
                <a16:creationId xmlns:a16="http://schemas.microsoft.com/office/drawing/2014/main" id="{FA1C5753-8D8A-5FAB-CD3D-0463133FDF0F}"/>
              </a:ext>
            </a:extLst>
          </p:cNvPr>
          <p:cNvSpPr>
            <a:spLocks/>
          </p:cNvSpPr>
          <p:nvPr/>
        </p:nvSpPr>
        <p:spPr bwMode="auto">
          <a:xfrm>
            <a:off x="7937565" y="2936774"/>
            <a:ext cx="72360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최대 일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D886AE01-C52D-21ED-DE6C-AAA1921C99F2}"/>
              </a:ext>
            </a:extLst>
          </p:cNvPr>
          <p:cNvGrpSpPr/>
          <p:nvPr/>
        </p:nvGrpSpPr>
        <p:grpSpPr>
          <a:xfrm>
            <a:off x="1512625" y="848538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7C037DA8-7AD2-52FC-A7D8-61F78234421B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EAAC7F3A-F612-6448-CE23-062676D64340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8F144F51-C0E0-FAAF-3788-761984B746EA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F6E6F06-99F5-0145-0D68-59731688B3BC}"/>
              </a:ext>
            </a:extLst>
          </p:cNvPr>
          <p:cNvSpPr/>
          <p:nvPr/>
        </p:nvSpPr>
        <p:spPr>
          <a:xfrm>
            <a:off x="2780641" y="3536489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7657E7B7-D7B2-F900-41E2-5E1E4A51F118}"/>
              </a:ext>
            </a:extLst>
          </p:cNvPr>
          <p:cNvGrpSpPr/>
          <p:nvPr/>
        </p:nvGrpSpPr>
        <p:grpSpPr>
          <a:xfrm rot="10800000">
            <a:off x="1343512" y="1110385"/>
            <a:ext cx="360000" cy="372571"/>
            <a:chOff x="3180625" y="5062589"/>
            <a:chExt cx="360000" cy="372571"/>
          </a:xfrm>
        </p:grpSpPr>
        <p:cxnSp>
          <p:nvCxnSpPr>
            <p:cNvPr id="16" name="직선 연결선 206">
              <a:extLst>
                <a:ext uri="{FF2B5EF4-FFF2-40B4-BE49-F238E27FC236}">
                  <a16:creationId xmlns:a16="http://schemas.microsoft.com/office/drawing/2014/main" id="{633D3834-364C-AE4B-51DF-52AFEE2B9C37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화살표 연결선 16">
              <a:extLst>
                <a:ext uri="{FF2B5EF4-FFF2-40B4-BE49-F238E27FC236}">
                  <a16:creationId xmlns:a16="http://schemas.microsoft.com/office/drawing/2014/main" id="{9D3E8AB2-1785-EA9A-336C-A8CACF967632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Click">
            <a:extLst>
              <a:ext uri="{FF2B5EF4-FFF2-40B4-BE49-F238E27FC236}">
                <a16:creationId xmlns:a16="http://schemas.microsoft.com/office/drawing/2014/main" id="{1EFE7E6D-87BB-FB1C-AAD2-0F11A307D975}"/>
              </a:ext>
            </a:extLst>
          </p:cNvPr>
          <p:cNvGrpSpPr>
            <a:grpSpLocks noChangeAspect="1"/>
          </p:cNvGrpSpPr>
          <p:nvPr/>
        </p:nvGrpSpPr>
        <p:grpSpPr>
          <a:xfrm>
            <a:off x="4350710" y="947942"/>
            <a:ext cx="299298" cy="426545"/>
            <a:chOff x="5294313" y="2197100"/>
            <a:chExt cx="530225" cy="755651"/>
          </a:xfrm>
        </p:grpSpPr>
        <p:sp>
          <p:nvSpPr>
            <p:cNvPr id="29" name="Arrow Cursor">
              <a:extLst>
                <a:ext uri="{FF2B5EF4-FFF2-40B4-BE49-F238E27FC236}">
                  <a16:creationId xmlns:a16="http://schemas.microsoft.com/office/drawing/2014/main" id="{BDE94A41-4983-E3CD-5519-EC78F99E50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30" name="Click">
              <a:extLst>
                <a:ext uri="{FF2B5EF4-FFF2-40B4-BE49-F238E27FC236}">
                  <a16:creationId xmlns:a16="http://schemas.microsoft.com/office/drawing/2014/main" id="{A167A7BC-B342-566B-9A91-966BB592A0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0DF40B4E-3BD1-7526-8093-C7F2C0C14860}"/>
              </a:ext>
            </a:extLst>
          </p:cNvPr>
          <p:cNvSpPr/>
          <p:nvPr/>
        </p:nvSpPr>
        <p:spPr>
          <a:xfrm>
            <a:off x="47328" y="6682109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dirty="0"/>
              <a:t>▾</a:t>
            </a:r>
            <a:r>
              <a:rPr lang="ko-KR" altLang="en-US" sz="700" dirty="0"/>
              <a:t> 다음 페이지에서 계속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5334349-81B1-FA36-9D41-026955AC2964}"/>
              </a:ext>
            </a:extLst>
          </p:cNvPr>
          <p:cNvSpPr txBox="1"/>
          <p:nvPr/>
        </p:nvSpPr>
        <p:spPr>
          <a:xfrm>
            <a:off x="1427884" y="1144222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22FDB930-FA05-7020-90F9-47476768B483}"/>
              </a:ext>
            </a:extLst>
          </p:cNvPr>
          <p:cNvGraphicFramePr>
            <a:graphicFrameLocks noGrp="1"/>
          </p:cNvGraphicFramePr>
          <p:nvPr/>
        </p:nvGraphicFramePr>
        <p:xfrm>
          <a:off x="2787213" y="3797112"/>
          <a:ext cx="6231070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6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1662491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1737806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1586693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568068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객실 코드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등록된 객실이 존재하지 않습니다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.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ED4E432D-9CE0-D0FC-FDEA-CF2480773135}"/>
              </a:ext>
            </a:extLst>
          </p:cNvPr>
          <p:cNvSpPr/>
          <p:nvPr/>
        </p:nvSpPr>
        <p:spPr>
          <a:xfrm>
            <a:off x="2793820" y="1446990"/>
            <a:ext cx="523901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DF94932-C72B-ACE4-E65D-85CD90FA221B}"/>
              </a:ext>
            </a:extLst>
          </p:cNvPr>
          <p:cNvSpPr/>
          <p:nvPr/>
        </p:nvSpPr>
        <p:spPr>
          <a:xfrm>
            <a:off x="8486960" y="3536489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grpSp>
        <p:nvGrpSpPr>
          <p:cNvPr id="47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<a:extLst>
              <a:ext uri="{FF2B5EF4-FFF2-40B4-BE49-F238E27FC236}">
                <a16:creationId xmlns:a16="http://schemas.microsoft.com/office/drawing/2014/main" id="{8AAD43CD-3E5E-895B-E0E8-29A604C530D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423592" y="4653136"/>
            <a:ext cx="2453527" cy="1135134"/>
            <a:chOff x="773534" y="1261242"/>
            <a:chExt cx="3044398" cy="1224806"/>
          </a:xfrm>
        </p:grpSpPr>
        <p:sp>
          <p:nvSpPr>
            <p:cNvPr id="48" name="Window Body">
              <a:extLst>
                <a:ext uri="{FF2B5EF4-FFF2-40B4-BE49-F238E27FC236}">
                  <a16:creationId xmlns:a16="http://schemas.microsoft.com/office/drawing/2014/main" id="{1C96BCA6-588B-1EF6-0F63-F61827C9CDE4}"/>
                </a:ext>
              </a:extLst>
            </p:cNvPr>
            <p:cNvSpPr/>
            <p:nvPr/>
          </p:nvSpPr>
          <p:spPr>
            <a:xfrm>
              <a:off x="1050286" y="1498986"/>
              <a:ext cx="2767646" cy="98706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" name="Text">
              <a:extLst>
                <a:ext uri="{FF2B5EF4-FFF2-40B4-BE49-F238E27FC236}">
                  <a16:creationId xmlns:a16="http://schemas.microsoft.com/office/drawing/2014/main" id="{0D4CFE08-ED40-7D9F-19FD-96EDFD0410FF}"/>
                </a:ext>
              </a:extLst>
            </p:cNvPr>
            <p:cNvSpPr txBox="1"/>
            <p:nvPr/>
          </p:nvSpPr>
          <p:spPr>
            <a:xfrm>
              <a:off x="1200336" y="1621453"/>
              <a:ext cx="2538685" cy="321088"/>
            </a:xfrm>
            <a:prstGeom prst="rect">
              <a:avLst/>
            </a:prstGeom>
            <a:noFill/>
          </p:spPr>
          <p:txBody>
            <a:bodyPr wrap="square" lIns="73152" tIns="36576" rIns="73152" bIns="36576" rtlCol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ct val="150000"/>
                </a:lnSpc>
              </a:pPr>
              <a:r>
                <a:rPr lang="ko-KR" alt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프로퍼티 설정 후 객실 선택이 가능 합니다</a:t>
              </a:r>
              <a:r>
                <a:rPr lang="en-US" altLang="ko-KR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8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51" name="Title Bar">
              <a:extLst>
                <a:ext uri="{FF2B5EF4-FFF2-40B4-BE49-F238E27FC236}">
                  <a16:creationId xmlns:a16="http://schemas.microsoft.com/office/drawing/2014/main" id="{C70AFDBE-2448-C93E-6FC5-3E5E34AF3725}"/>
                </a:ext>
              </a:extLst>
            </p:cNvPr>
            <p:cNvSpPr/>
            <p:nvPr/>
          </p:nvSpPr>
          <p:spPr>
            <a:xfrm>
              <a:off x="1050287" y="1261242"/>
              <a:ext cx="2767645" cy="23774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Alert</a:t>
              </a:r>
            </a:p>
          </p:txBody>
        </p:sp>
        <p:sp>
          <p:nvSpPr>
            <p:cNvPr id="52" name="Close Button">
              <a:extLst>
                <a:ext uri="{FF2B5EF4-FFF2-40B4-BE49-F238E27FC236}">
                  <a16:creationId xmlns:a16="http://schemas.microsoft.com/office/drawing/2014/main" id="{F017D55F-9EC4-9AE6-1CE7-99637F2E24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048" y="1332489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3" name="Icons">
              <a:extLst>
                <a:ext uri="{FF2B5EF4-FFF2-40B4-BE49-F238E27FC236}">
                  <a16:creationId xmlns:a16="http://schemas.microsoft.com/office/drawing/2014/main" id="{720493F1-5650-9576-BEAB-15C0B1FF7F74}"/>
                </a:ext>
              </a:extLst>
            </p:cNvPr>
            <p:cNvGrpSpPr/>
            <p:nvPr/>
          </p:nvGrpSpPr>
          <p:grpSpPr>
            <a:xfrm>
              <a:off x="773534" y="1669713"/>
              <a:ext cx="457200" cy="396875"/>
              <a:chOff x="773534" y="1669713"/>
              <a:chExt cx="457200" cy="396875"/>
            </a:xfrm>
          </p:grpSpPr>
          <p:sp>
            <p:nvSpPr>
              <p:cNvPr id="56" name="Warning Icon" hidden="1">
                <a:extLst>
                  <a:ext uri="{FF2B5EF4-FFF2-40B4-BE49-F238E27FC236}">
                    <a16:creationId xmlns:a16="http://schemas.microsoft.com/office/drawing/2014/main" id="{C5D47FAA-6B45-EDF1-CF34-DD1A3471F9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" name="Error Icon" hidden="1">
                <a:extLst>
                  <a:ext uri="{FF2B5EF4-FFF2-40B4-BE49-F238E27FC236}">
                    <a16:creationId xmlns:a16="http://schemas.microsoft.com/office/drawing/2014/main" id="{E10204C8-11CD-D96E-C306-A2E3D70FC59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" name="Question Icon" hidden="1">
                <a:extLst>
                  <a:ext uri="{FF2B5EF4-FFF2-40B4-BE49-F238E27FC236}">
                    <a16:creationId xmlns:a16="http://schemas.microsoft.com/office/drawing/2014/main" id="{7B51B9B4-DD5C-CED2-CE76-84A661899A2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" name="Button 1">
              <a:extLst>
                <a:ext uri="{FF2B5EF4-FFF2-40B4-BE49-F238E27FC236}">
                  <a16:creationId xmlns:a16="http://schemas.microsoft.com/office/drawing/2014/main" id="{F1B1F861-88F3-3560-F115-419EE16F4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851" y="2085507"/>
              <a:ext cx="663029" cy="240384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sz="800" dirty="0">
                <a:solidFill>
                  <a:srgbClr val="5F5F5F"/>
                </a:solidFill>
                <a:effectLst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60" name="꺾인 연결선[E] 59">
            <a:extLst>
              <a:ext uri="{FF2B5EF4-FFF2-40B4-BE49-F238E27FC236}">
                <a16:creationId xmlns:a16="http://schemas.microsoft.com/office/drawing/2014/main" id="{13CD0A8F-1EE8-78A7-BAC3-1277055EA5ED}"/>
              </a:ext>
            </a:extLst>
          </p:cNvPr>
          <p:cNvCxnSpPr>
            <a:cxnSpLocks/>
            <a:stCxn id="11" idx="3"/>
            <a:endCxn id="51" idx="0"/>
          </p:cNvCxnSpPr>
          <p:nvPr/>
        </p:nvCxnSpPr>
        <p:spPr>
          <a:xfrm>
            <a:off x="3317723" y="3626499"/>
            <a:ext cx="444152" cy="1026637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ardrop 1">
            <a:extLst>
              <a:ext uri="{FF2B5EF4-FFF2-40B4-BE49-F238E27FC236}">
                <a16:creationId xmlns:a16="http://schemas.microsoft.com/office/drawing/2014/main" id="{7204DE58-5AB9-F9AC-DFD5-258FF56E1B28}"/>
              </a:ext>
            </a:extLst>
          </p:cNvPr>
          <p:cNvSpPr/>
          <p:nvPr/>
        </p:nvSpPr>
        <p:spPr>
          <a:xfrm rot="16200000" flipH="1" flipV="1">
            <a:off x="2691232" y="1366459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4" name="Teardrop 1">
            <a:extLst>
              <a:ext uri="{FF2B5EF4-FFF2-40B4-BE49-F238E27FC236}">
                <a16:creationId xmlns:a16="http://schemas.microsoft.com/office/drawing/2014/main" id="{2239B7B1-6D5C-7E76-7A50-35024AC2CEC7}"/>
              </a:ext>
            </a:extLst>
          </p:cNvPr>
          <p:cNvSpPr/>
          <p:nvPr/>
        </p:nvSpPr>
        <p:spPr>
          <a:xfrm rot="16200000" flipH="1" flipV="1">
            <a:off x="2663803" y="346513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B306DBB-C6CF-6B34-DD5B-78974A0D3ED2}"/>
              </a:ext>
            </a:extLst>
          </p:cNvPr>
          <p:cNvSpPr/>
          <p:nvPr/>
        </p:nvSpPr>
        <p:spPr bwMode="auto">
          <a:xfrm>
            <a:off x="-106106" y="236334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88D6A6A-3C41-51E2-B401-88C35C50B2E4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1767585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21EF9C-787F-0984-F801-588205BF7E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8CD697B0-E66D-7905-B246-67CB40F748A9}"/>
              </a:ext>
            </a:extLst>
          </p:cNvPr>
          <p:cNvSpPr/>
          <p:nvPr/>
        </p:nvSpPr>
        <p:spPr>
          <a:xfrm>
            <a:off x="47328" y="499683"/>
            <a:ext cx="1368152" cy="6285838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8" name="제목 17">
            <a:extLst>
              <a:ext uri="{FF2B5EF4-FFF2-40B4-BE49-F238E27FC236}">
                <a16:creationId xmlns:a16="http://schemas.microsoft.com/office/drawing/2014/main" id="{D09D47AA-A505-8DFE-B4FB-B6C72062EA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CD08F78E-0CE2-5D09-C147-F733EAB58A9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요금정보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4B12C12C-2522-CEF9-E97E-CF9FBB9C2B7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98972F91-77C6-9C5C-127A-C8DC6AFBD6C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D3EA9668-4381-F3D8-117B-A4FB1CE170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2580792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A303F749-4E1F-5D1E-DC7E-D99417977DEC}"/>
              </a:ext>
            </a:extLst>
          </p:cNvPr>
          <p:cNvGrpSpPr/>
          <p:nvPr/>
        </p:nvGrpSpPr>
        <p:grpSpPr>
          <a:xfrm>
            <a:off x="1512625" y="848538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4B608CC8-7795-A6B2-26FE-FBEB8AE994C8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B18A7B96-B6C4-68D3-4B83-21BBBC9FDBE1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EAEB5DDE-77FC-4818-3E80-3AD7DEEC866C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1E4E73B-E259-0C15-F6D9-17371BB313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100599"/>
              </p:ext>
            </p:extLst>
          </p:nvPr>
        </p:nvGraphicFramePr>
        <p:xfrm>
          <a:off x="1513108" y="1425556"/>
          <a:ext cx="7746199" cy="2562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547683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요일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금액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금액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TAX :                       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단가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10032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성인 추가 요금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176474"/>
                  </a:ext>
                </a:extLst>
              </a:tr>
              <a:tr h="9580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아동 추가 요금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8312223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42ADD534-F382-4D49-831B-EED9C7AD034A}"/>
              </a:ext>
            </a:extLst>
          </p:cNvPr>
          <p:cNvSpPr txBox="1"/>
          <p:nvPr/>
        </p:nvSpPr>
        <p:spPr>
          <a:xfrm>
            <a:off x="1427884" y="118367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일반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4" name="Text Box">
            <a:extLst>
              <a:ext uri="{FF2B5EF4-FFF2-40B4-BE49-F238E27FC236}">
                <a16:creationId xmlns:a16="http://schemas.microsoft.com/office/drawing/2014/main" id="{88B9A895-8910-AF86-4E38-EBA51CEE3A7F}"/>
              </a:ext>
            </a:extLst>
          </p:cNvPr>
          <p:cNvSpPr>
            <a:spLocks/>
          </p:cNvSpPr>
          <p:nvPr/>
        </p:nvSpPr>
        <p:spPr bwMode="auto">
          <a:xfrm>
            <a:off x="3075567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3ED6657A-89C9-E9C2-A716-6AD17C707C6F}"/>
              </a:ext>
            </a:extLst>
          </p:cNvPr>
          <p:cNvGrpSpPr/>
          <p:nvPr/>
        </p:nvGrpSpPr>
        <p:grpSpPr>
          <a:xfrm>
            <a:off x="2773798" y="1467655"/>
            <a:ext cx="458681" cy="215444"/>
            <a:chOff x="2796305" y="2278069"/>
            <a:chExt cx="458681" cy="215444"/>
          </a:xfrm>
        </p:grpSpPr>
        <p:grpSp>
          <p:nvGrpSpPr>
            <p:cNvPr id="2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27EA26E4-01A2-1E78-1E11-5317C8B80294}"/>
                </a:ext>
              </a:extLst>
            </p:cNvPr>
            <p:cNvGrpSpPr/>
            <p:nvPr>
              <p:custDataLst>
                <p:tags r:id="rId8"/>
              </p:custDataLst>
            </p:nvPr>
          </p:nvGrpSpPr>
          <p:grpSpPr>
            <a:xfrm>
              <a:off x="2856129" y="2303049"/>
              <a:ext cx="398857" cy="166199"/>
              <a:chOff x="554563" y="2615322"/>
              <a:chExt cx="398858" cy="166199"/>
            </a:xfrm>
          </p:grpSpPr>
          <p:sp>
            <p:nvSpPr>
              <p:cNvPr id="34" name="Box">
                <a:extLst>
                  <a:ext uri="{FF2B5EF4-FFF2-40B4-BE49-F238E27FC236}">
                    <a16:creationId xmlns:a16="http://schemas.microsoft.com/office/drawing/2014/main" id="{0004D1E9-FE50-4D3F-3ABF-D8313D0D80E0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abel">
                <a:extLst>
                  <a:ext uri="{FF2B5EF4-FFF2-40B4-BE49-F238E27FC236}">
                    <a16:creationId xmlns:a16="http://schemas.microsoft.com/office/drawing/2014/main" id="{3870D265-E4AB-71F0-DA31-BE3C97C288D2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92004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전체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" name="Check" hidden="1">
                <a:extLst>
                  <a:ext uri="{FF2B5EF4-FFF2-40B4-BE49-F238E27FC236}">
                    <a16:creationId xmlns:a16="http://schemas.microsoft.com/office/drawing/2014/main" id="{B55C295C-895D-26D3-E37E-72AA6AA963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CE1D461-8ED8-69AE-8A8F-C8FF5540B0E4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E2BA02C8-0782-E9C8-2FC1-6A5D78A45109}"/>
              </a:ext>
            </a:extLst>
          </p:cNvPr>
          <p:cNvGrpSpPr/>
          <p:nvPr/>
        </p:nvGrpSpPr>
        <p:grpSpPr>
          <a:xfrm>
            <a:off x="3162546" y="1467655"/>
            <a:ext cx="498757" cy="215444"/>
            <a:chOff x="2796305" y="2278069"/>
            <a:chExt cx="498757" cy="215444"/>
          </a:xfrm>
        </p:grpSpPr>
        <p:grpSp>
          <p:nvGrpSpPr>
            <p:cNvPr id="4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40234BC4-1559-39D2-4635-909683A6CB6A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2856129" y="2303049"/>
              <a:ext cx="438933" cy="166199"/>
              <a:chOff x="554563" y="2615322"/>
              <a:chExt cx="438934" cy="166199"/>
            </a:xfrm>
          </p:grpSpPr>
          <p:sp>
            <p:nvSpPr>
              <p:cNvPr id="48" name="Box">
                <a:extLst>
                  <a:ext uri="{FF2B5EF4-FFF2-40B4-BE49-F238E27FC236}">
                    <a16:creationId xmlns:a16="http://schemas.microsoft.com/office/drawing/2014/main" id="{C20B8422-7315-2C8B-B7E3-7936D9C14F12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" name="Label">
                <a:extLst>
                  <a:ext uri="{FF2B5EF4-FFF2-40B4-BE49-F238E27FC236}">
                    <a16:creationId xmlns:a16="http://schemas.microsoft.com/office/drawing/2014/main" id="{DE517F88-C0B1-02DD-39A1-BCF7823BCBD9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320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MON</a:t>
                </a:r>
              </a:p>
            </p:txBody>
          </p:sp>
          <p:sp>
            <p:nvSpPr>
              <p:cNvPr id="51" name="Check" hidden="1">
                <a:extLst>
                  <a:ext uri="{FF2B5EF4-FFF2-40B4-BE49-F238E27FC236}">
                    <a16:creationId xmlns:a16="http://schemas.microsoft.com/office/drawing/2014/main" id="{FE5E9F5E-2EB3-78BB-3949-AF26132DB6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A18FABFC-B302-1BA2-11C9-82E6EF98CB8C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18F060F4-B51B-5BA5-DF7E-C3FE360D23BC}"/>
              </a:ext>
            </a:extLst>
          </p:cNvPr>
          <p:cNvGrpSpPr/>
          <p:nvPr/>
        </p:nvGrpSpPr>
        <p:grpSpPr>
          <a:xfrm>
            <a:off x="3591370" y="1467655"/>
            <a:ext cx="445857" cy="215444"/>
            <a:chOff x="2796305" y="2278069"/>
            <a:chExt cx="445857" cy="215444"/>
          </a:xfrm>
        </p:grpSpPr>
        <p:grpSp>
          <p:nvGrpSpPr>
            <p:cNvPr id="5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BFD19041-BDA0-B6C2-8E25-47D2150549F4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2856129" y="2303049"/>
              <a:ext cx="386033" cy="166199"/>
              <a:chOff x="554563" y="2615322"/>
              <a:chExt cx="386034" cy="166199"/>
            </a:xfrm>
          </p:grpSpPr>
          <p:sp>
            <p:nvSpPr>
              <p:cNvPr id="55" name="Box">
                <a:extLst>
                  <a:ext uri="{FF2B5EF4-FFF2-40B4-BE49-F238E27FC236}">
                    <a16:creationId xmlns:a16="http://schemas.microsoft.com/office/drawing/2014/main" id="{08F9350B-7E7F-9F2B-63AD-4F85297F81F8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Label">
                <a:extLst>
                  <a:ext uri="{FF2B5EF4-FFF2-40B4-BE49-F238E27FC236}">
                    <a16:creationId xmlns:a16="http://schemas.microsoft.com/office/drawing/2014/main" id="{0F74B258-D961-A7B0-B0B0-D555E43A33DA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791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TUE</a:t>
                </a:r>
              </a:p>
            </p:txBody>
          </p:sp>
          <p:sp>
            <p:nvSpPr>
              <p:cNvPr id="57" name="Check" hidden="1">
                <a:extLst>
                  <a:ext uri="{FF2B5EF4-FFF2-40B4-BE49-F238E27FC236}">
                    <a16:creationId xmlns:a16="http://schemas.microsoft.com/office/drawing/2014/main" id="{D166CFB0-0EFB-6C24-DEC5-8945A2480C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48291268-EDFF-BA33-4152-1A88998724F4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8214319C-E98D-692A-D734-34D5E4798E50}"/>
              </a:ext>
            </a:extLst>
          </p:cNvPr>
          <p:cNvGrpSpPr/>
          <p:nvPr/>
        </p:nvGrpSpPr>
        <p:grpSpPr>
          <a:xfrm>
            <a:off x="3967294" y="1467047"/>
            <a:ext cx="479521" cy="215444"/>
            <a:chOff x="2796305" y="2278069"/>
            <a:chExt cx="479521" cy="215444"/>
          </a:xfrm>
        </p:grpSpPr>
        <p:grpSp>
          <p:nvGrpSpPr>
            <p:cNvPr id="5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2B51B234-D52C-190D-A6D3-390DD66B22B7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2856129" y="2303049"/>
              <a:ext cx="419697" cy="166199"/>
              <a:chOff x="554563" y="2615322"/>
              <a:chExt cx="419698" cy="166199"/>
            </a:xfrm>
          </p:grpSpPr>
          <p:sp>
            <p:nvSpPr>
              <p:cNvPr id="61" name="Box">
                <a:extLst>
                  <a:ext uri="{FF2B5EF4-FFF2-40B4-BE49-F238E27FC236}">
                    <a16:creationId xmlns:a16="http://schemas.microsoft.com/office/drawing/2014/main" id="{38139692-D2DD-71DC-C903-F716E3C4C59F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Label">
                <a:extLst>
                  <a:ext uri="{FF2B5EF4-FFF2-40B4-BE49-F238E27FC236}">
                    <a16:creationId xmlns:a16="http://schemas.microsoft.com/office/drawing/2014/main" id="{374AC67A-B9BE-3995-34A6-976F597A959E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12844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WED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" name="Check" hidden="1">
                <a:extLst>
                  <a:ext uri="{FF2B5EF4-FFF2-40B4-BE49-F238E27FC236}">
                    <a16:creationId xmlns:a16="http://schemas.microsoft.com/office/drawing/2014/main" id="{983A71D5-A1ED-D857-A97F-A7F0CD729F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75CF87CD-D0DB-51AD-B43D-3EFD7FB7F323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7B5DFCFE-21D5-9B34-A69E-6507942E6207}"/>
              </a:ext>
            </a:extLst>
          </p:cNvPr>
          <p:cNvGrpSpPr/>
          <p:nvPr/>
        </p:nvGrpSpPr>
        <p:grpSpPr>
          <a:xfrm>
            <a:off x="4376882" y="1466439"/>
            <a:ext cx="461887" cy="215444"/>
            <a:chOff x="2796305" y="2278069"/>
            <a:chExt cx="461887" cy="215444"/>
          </a:xfrm>
        </p:grpSpPr>
        <p:grpSp>
          <p:nvGrpSpPr>
            <p:cNvPr id="6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EF5A9D60-428A-31DF-6A91-6987DC1390F1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2856129" y="2303049"/>
              <a:ext cx="402063" cy="166199"/>
              <a:chOff x="554563" y="2615322"/>
              <a:chExt cx="402064" cy="166199"/>
            </a:xfrm>
          </p:grpSpPr>
          <p:sp>
            <p:nvSpPr>
              <p:cNvPr id="67" name="Box">
                <a:extLst>
                  <a:ext uri="{FF2B5EF4-FFF2-40B4-BE49-F238E27FC236}">
                    <a16:creationId xmlns:a16="http://schemas.microsoft.com/office/drawing/2014/main" id="{F0727235-F47D-7294-2172-48C54F7615F7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" name="Label">
                <a:extLst>
                  <a:ext uri="{FF2B5EF4-FFF2-40B4-BE49-F238E27FC236}">
                    <a16:creationId xmlns:a16="http://schemas.microsoft.com/office/drawing/2014/main" id="{BAFE00EF-F9E6-2B65-7E14-17B780B372C1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9521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THU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9" name="Check" hidden="1">
                <a:extLst>
                  <a:ext uri="{FF2B5EF4-FFF2-40B4-BE49-F238E27FC236}">
                    <a16:creationId xmlns:a16="http://schemas.microsoft.com/office/drawing/2014/main" id="{A4A7B3EA-3656-E351-92F8-F54F44C7C4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D555F605-B9A9-8329-3770-B433E8C0A0E4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CD25362F-F0F3-1D89-46E8-4591DED16472}"/>
              </a:ext>
            </a:extLst>
          </p:cNvPr>
          <p:cNvGrpSpPr/>
          <p:nvPr/>
        </p:nvGrpSpPr>
        <p:grpSpPr>
          <a:xfrm>
            <a:off x="4768836" y="1465831"/>
            <a:ext cx="418606" cy="215444"/>
            <a:chOff x="2796305" y="2278069"/>
            <a:chExt cx="418606" cy="215444"/>
          </a:xfrm>
        </p:grpSpPr>
        <p:grpSp>
          <p:nvGrpSpPr>
            <p:cNvPr id="71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8A825C11-DCAF-EFDD-7AF3-807366118F9E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2856129" y="2303049"/>
              <a:ext cx="358782" cy="166199"/>
              <a:chOff x="554563" y="2615322"/>
              <a:chExt cx="358783" cy="166199"/>
            </a:xfrm>
          </p:grpSpPr>
          <p:sp>
            <p:nvSpPr>
              <p:cNvPr id="73" name="Box">
                <a:extLst>
                  <a:ext uri="{FF2B5EF4-FFF2-40B4-BE49-F238E27FC236}">
                    <a16:creationId xmlns:a16="http://schemas.microsoft.com/office/drawing/2014/main" id="{9C95680B-6994-B6F4-E044-94C1A774A852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" name="Label">
                <a:extLst>
                  <a:ext uri="{FF2B5EF4-FFF2-40B4-BE49-F238E27FC236}">
                    <a16:creationId xmlns:a16="http://schemas.microsoft.com/office/drawing/2014/main" id="{C8C80CDF-02EB-2E0D-774E-CAB2E019AFCA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51929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FRI</a:t>
                </a:r>
              </a:p>
            </p:txBody>
          </p:sp>
          <p:sp>
            <p:nvSpPr>
              <p:cNvPr id="75" name="Check" hidden="1">
                <a:extLst>
                  <a:ext uri="{FF2B5EF4-FFF2-40B4-BE49-F238E27FC236}">
                    <a16:creationId xmlns:a16="http://schemas.microsoft.com/office/drawing/2014/main" id="{4749ED84-A0C8-FE8E-81EF-BDAF047672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0C1DC603-D305-3DE2-4031-F725AC5B27BC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7280F796-F6ED-7091-8F12-054A2120C1B3}"/>
              </a:ext>
            </a:extLst>
          </p:cNvPr>
          <p:cNvGrpSpPr/>
          <p:nvPr/>
        </p:nvGrpSpPr>
        <p:grpSpPr>
          <a:xfrm>
            <a:off x="5117509" y="1465223"/>
            <a:ext cx="445857" cy="215444"/>
            <a:chOff x="2796305" y="2278069"/>
            <a:chExt cx="445857" cy="215444"/>
          </a:xfrm>
        </p:grpSpPr>
        <p:grpSp>
          <p:nvGrpSpPr>
            <p:cNvPr id="77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4FE23C18-56E9-FCF0-B130-7DBEE8B3A8DB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2856129" y="2303049"/>
              <a:ext cx="386033" cy="166199"/>
              <a:chOff x="554563" y="2615322"/>
              <a:chExt cx="386034" cy="166199"/>
            </a:xfrm>
          </p:grpSpPr>
          <p:sp>
            <p:nvSpPr>
              <p:cNvPr id="79" name="Box">
                <a:extLst>
                  <a:ext uri="{FF2B5EF4-FFF2-40B4-BE49-F238E27FC236}">
                    <a16:creationId xmlns:a16="http://schemas.microsoft.com/office/drawing/2014/main" id="{A44DE37A-75A7-97BB-8529-8790561A6B0A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" name="Label">
                <a:extLst>
                  <a:ext uri="{FF2B5EF4-FFF2-40B4-BE49-F238E27FC236}">
                    <a16:creationId xmlns:a16="http://schemas.microsoft.com/office/drawing/2014/main" id="{42B1B41F-4372-46F4-F9A7-074E8E028841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791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SAT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" name="Check" hidden="1">
                <a:extLst>
                  <a:ext uri="{FF2B5EF4-FFF2-40B4-BE49-F238E27FC236}">
                    <a16:creationId xmlns:a16="http://schemas.microsoft.com/office/drawing/2014/main" id="{4E1A0BE2-E7D9-FCB7-E88C-3D7E7FCD26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898A6833-CB32-8F20-A690-A6F899BB4403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39EC60CD-11A4-78C9-75F9-715707D20464}"/>
              </a:ext>
            </a:extLst>
          </p:cNvPr>
          <p:cNvGrpSpPr/>
          <p:nvPr/>
        </p:nvGrpSpPr>
        <p:grpSpPr>
          <a:xfrm>
            <a:off x="5493430" y="1464615"/>
            <a:ext cx="466697" cy="215444"/>
            <a:chOff x="2796305" y="2278069"/>
            <a:chExt cx="466697" cy="215444"/>
          </a:xfrm>
        </p:grpSpPr>
        <p:grpSp>
          <p:nvGrpSpPr>
            <p:cNvPr id="8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C96D7F6E-7E07-655A-08C6-1A903BD31AB4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2856129" y="2303049"/>
              <a:ext cx="406873" cy="166199"/>
              <a:chOff x="554563" y="2615322"/>
              <a:chExt cx="406874" cy="166199"/>
            </a:xfrm>
          </p:grpSpPr>
          <p:sp>
            <p:nvSpPr>
              <p:cNvPr id="85" name="Box">
                <a:extLst>
                  <a:ext uri="{FF2B5EF4-FFF2-40B4-BE49-F238E27FC236}">
                    <a16:creationId xmlns:a16="http://schemas.microsoft.com/office/drawing/2014/main" id="{318AD998-4929-E2E7-3F41-8658D3501BF0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" name="Label">
                <a:extLst>
                  <a:ext uri="{FF2B5EF4-FFF2-40B4-BE49-F238E27FC236}">
                    <a16:creationId xmlns:a16="http://schemas.microsoft.com/office/drawing/2014/main" id="{0C38192B-69BE-9555-71BB-E25F2B306551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0002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SUN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7" name="Check" hidden="1">
                <a:extLst>
                  <a:ext uri="{FF2B5EF4-FFF2-40B4-BE49-F238E27FC236}">
                    <a16:creationId xmlns:a16="http://schemas.microsoft.com/office/drawing/2014/main" id="{51DFE52E-B95C-5ACE-D97A-69501AAED9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EB7E1F8F-CF23-78DA-E010-DBAD5632E9ED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sp>
        <p:nvSpPr>
          <p:cNvPr id="98" name="TextBox 97">
            <a:extLst>
              <a:ext uri="{FF2B5EF4-FFF2-40B4-BE49-F238E27FC236}">
                <a16:creationId xmlns:a16="http://schemas.microsoft.com/office/drawing/2014/main" id="{C2845C98-B2DE-0DE4-A1BF-553604340B02}"/>
              </a:ext>
            </a:extLst>
          </p:cNvPr>
          <p:cNvSpPr txBox="1"/>
          <p:nvPr/>
        </p:nvSpPr>
        <p:spPr>
          <a:xfrm>
            <a:off x="1427884" y="417707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en" altLang="en-US" sz="800" b="1" dirty="0">
                <a:latin typeface="+mn-ea"/>
                <a:ea typeface="+mn-ea"/>
              </a:rPr>
              <a:t>D</a:t>
            </a:r>
            <a:r>
              <a:rPr lang="en" altLang="ko-KR" sz="800" b="1" dirty="0">
                <a:latin typeface="+mn-ea"/>
                <a:ea typeface="+mn-ea"/>
              </a:rPr>
              <a:t>own/Up sale</a:t>
            </a:r>
            <a:r>
              <a:rPr kumimoji="1" lang="ko-KR" altLang="en-US" sz="800" b="1" dirty="0">
                <a:latin typeface="+mn-ea"/>
                <a:ea typeface="+mn-ea"/>
              </a:rPr>
              <a:t>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99" name="표 98">
            <a:extLst>
              <a:ext uri="{FF2B5EF4-FFF2-40B4-BE49-F238E27FC236}">
                <a16:creationId xmlns:a16="http://schemas.microsoft.com/office/drawing/2014/main" id="{0C8F0362-6EF5-C770-580C-2F8AB238A88E}"/>
              </a:ext>
            </a:extLst>
          </p:cNvPr>
          <p:cNvGraphicFramePr>
            <a:graphicFrameLocks noGrp="1"/>
          </p:cNvGraphicFramePr>
          <p:nvPr/>
        </p:nvGraphicFramePr>
        <p:xfrm>
          <a:off x="1513108" y="4431285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872028281"/>
                    </a:ext>
                  </a:extLst>
                </a:gridCol>
                <a:gridCol w="3379331">
                  <a:extLst>
                    <a:ext uri="{9D8B030D-6E8A-4147-A177-3AD203B41FA5}">
                      <a16:colId xmlns:a16="http://schemas.microsoft.com/office/drawing/2014/main" val="242730794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       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처리 방식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소수점                             자리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</a:tbl>
          </a:graphicData>
        </a:graphic>
      </p:graphicFrame>
      <p:grpSp>
        <p:nvGrpSpPr>
          <p:cNvPr id="100" name="그룹 99">
            <a:extLst>
              <a:ext uri="{FF2B5EF4-FFF2-40B4-BE49-F238E27FC236}">
                <a16:creationId xmlns:a16="http://schemas.microsoft.com/office/drawing/2014/main" id="{23795D88-FDB6-C036-B15D-21C0CCFF448C}"/>
              </a:ext>
            </a:extLst>
          </p:cNvPr>
          <p:cNvGrpSpPr/>
          <p:nvPr/>
        </p:nvGrpSpPr>
        <p:grpSpPr>
          <a:xfrm>
            <a:off x="2787213" y="4492648"/>
            <a:ext cx="446018" cy="493298"/>
            <a:chOff x="1290369" y="2868764"/>
            <a:chExt cx="446018" cy="493298"/>
          </a:xfrm>
        </p:grpSpPr>
        <p:sp>
          <p:nvSpPr>
            <p:cNvPr id="101" name="Text Box">
              <a:extLst>
                <a:ext uri="{FF2B5EF4-FFF2-40B4-BE49-F238E27FC236}">
                  <a16:creationId xmlns:a16="http://schemas.microsoft.com/office/drawing/2014/main" id="{5C7F973A-7E8C-F149-C4EF-A7E9651B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49329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+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-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2" name="Chevron Left">
              <a:extLst>
                <a:ext uri="{FF2B5EF4-FFF2-40B4-BE49-F238E27FC236}">
                  <a16:creationId xmlns:a16="http://schemas.microsoft.com/office/drawing/2014/main" id="{2FB5A7E1-1E67-5611-2934-DC9E02A59ECE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3" name="Text Box">
            <a:extLst>
              <a:ext uri="{FF2B5EF4-FFF2-40B4-BE49-F238E27FC236}">
                <a16:creationId xmlns:a16="http://schemas.microsoft.com/office/drawing/2014/main" id="{7B12572E-5DB4-7FC1-D90F-C7955A909CEE}"/>
              </a:ext>
            </a:extLst>
          </p:cNvPr>
          <p:cNvSpPr>
            <a:spLocks/>
          </p:cNvSpPr>
          <p:nvPr/>
        </p:nvSpPr>
        <p:spPr bwMode="auto">
          <a:xfrm>
            <a:off x="3269973" y="4489318"/>
            <a:ext cx="863999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219CCA77-9E7E-8EFB-E888-2B5BA576E2A1}"/>
              </a:ext>
            </a:extLst>
          </p:cNvPr>
          <p:cNvGrpSpPr/>
          <p:nvPr/>
        </p:nvGrpSpPr>
        <p:grpSpPr>
          <a:xfrm>
            <a:off x="4164008" y="4492648"/>
            <a:ext cx="446018" cy="493298"/>
            <a:chOff x="1290369" y="2868764"/>
            <a:chExt cx="446018" cy="493298"/>
          </a:xfrm>
        </p:grpSpPr>
        <p:sp>
          <p:nvSpPr>
            <p:cNvPr id="105" name="Text Box">
              <a:extLst>
                <a:ext uri="{FF2B5EF4-FFF2-40B4-BE49-F238E27FC236}">
                  <a16:creationId xmlns:a16="http://schemas.microsoft.com/office/drawing/2014/main" id="{845EFCEF-A780-7131-D059-7BCD5DA72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49329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정액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정률</a:t>
              </a: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(%)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6" name="Chevron Left">
              <a:extLst>
                <a:ext uri="{FF2B5EF4-FFF2-40B4-BE49-F238E27FC236}">
                  <a16:creationId xmlns:a16="http://schemas.microsoft.com/office/drawing/2014/main" id="{BAE62A95-47BF-96C7-D1FC-5667F31C19B9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" name="Text Box">
            <a:extLst>
              <a:ext uri="{FF2B5EF4-FFF2-40B4-BE49-F238E27FC236}">
                <a16:creationId xmlns:a16="http://schemas.microsoft.com/office/drawing/2014/main" id="{7F1F4B9F-C195-824C-9CF6-50F862F61446}"/>
              </a:ext>
            </a:extLst>
          </p:cNvPr>
          <p:cNvSpPr>
            <a:spLocks/>
          </p:cNvSpPr>
          <p:nvPr/>
        </p:nvSpPr>
        <p:spPr bwMode="auto">
          <a:xfrm>
            <a:off x="6282118" y="4491949"/>
            <a:ext cx="64807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133C4DF6-0D84-965B-C2C0-8125AB673FBB}"/>
              </a:ext>
            </a:extLst>
          </p:cNvPr>
          <p:cNvGrpSpPr/>
          <p:nvPr/>
        </p:nvGrpSpPr>
        <p:grpSpPr>
          <a:xfrm>
            <a:off x="7248128" y="4496405"/>
            <a:ext cx="446018" cy="790255"/>
            <a:chOff x="1290369" y="2868763"/>
            <a:chExt cx="446018" cy="790255"/>
          </a:xfrm>
        </p:grpSpPr>
        <p:sp>
          <p:nvSpPr>
            <p:cNvPr id="109" name="Text Box">
              <a:extLst>
                <a:ext uri="{FF2B5EF4-FFF2-40B4-BE49-F238E27FC236}">
                  <a16:creationId xmlns:a16="http://schemas.microsoft.com/office/drawing/2014/main" id="{3DEC2E63-572B-4D36-0311-7035FD77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3"/>
              <a:ext cx="446018" cy="790255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올림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내림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반 올림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반 내림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절사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0" name="Chevron Left">
              <a:extLst>
                <a:ext uri="{FF2B5EF4-FFF2-40B4-BE49-F238E27FC236}">
                  <a16:creationId xmlns:a16="http://schemas.microsoft.com/office/drawing/2014/main" id="{02E9F1AC-D8D1-BB69-3821-CD10B49A6C07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2BC4A70-FD46-C193-C558-AC84C8575E48}"/>
              </a:ext>
            </a:extLst>
          </p:cNvPr>
          <p:cNvGrpSpPr/>
          <p:nvPr/>
        </p:nvGrpSpPr>
        <p:grpSpPr>
          <a:xfrm rot="10800000">
            <a:off x="1343512" y="1112212"/>
            <a:ext cx="360000" cy="372571"/>
            <a:chOff x="3180625" y="5062589"/>
            <a:chExt cx="360000" cy="372571"/>
          </a:xfrm>
        </p:grpSpPr>
        <p:cxnSp>
          <p:nvCxnSpPr>
            <p:cNvPr id="112" name="직선 연결선 206">
              <a:extLst>
                <a:ext uri="{FF2B5EF4-FFF2-40B4-BE49-F238E27FC236}">
                  <a16:creationId xmlns:a16="http://schemas.microsoft.com/office/drawing/2014/main" id="{6AD15AA0-F0EB-B050-D66A-141D3F25BA3E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A700A341-265F-25BB-F7C4-4CDDCC77D9AC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781C01C3-AEC0-BDC7-64E1-A7936AC0E8D8}"/>
              </a:ext>
            </a:extLst>
          </p:cNvPr>
          <p:cNvSpPr txBox="1"/>
          <p:nvPr/>
        </p:nvSpPr>
        <p:spPr>
          <a:xfrm>
            <a:off x="2218460" y="1183679"/>
            <a:ext cx="200247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0" lang="en-US" altLang="ko-KR" sz="800" i="0" u="none" strike="noStrike" kern="0" cap="none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※</a:t>
            </a:r>
            <a:r>
              <a:rPr kumimoji="0" lang="ko-KR" altLang="en-US" sz="800" i="0" u="none" strike="noStrike" kern="0" cap="none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 </a:t>
            </a:r>
            <a:r>
              <a:rPr kumimoji="0" lang="ko-KR" altLang="en-US" sz="800" kern="0" dirty="0">
                <a:solidFill>
                  <a:srgbClr val="FF0000"/>
                </a:solidFill>
                <a:latin typeface="+mn-ea"/>
                <a:ea typeface="+mn-ea"/>
              </a:rPr>
              <a:t>금액은 </a:t>
            </a:r>
            <a:r>
              <a:rPr kumimoji="1" lang="en-US" altLang="ko-KR" sz="800" dirty="0">
                <a:solidFill>
                  <a:srgbClr val="FF0000"/>
                </a:solidFill>
                <a:latin typeface="+mn-ea"/>
                <a:ea typeface="+mn-ea"/>
              </a:rPr>
              <a:t>VAT</a:t>
            </a:r>
            <a:r>
              <a:rPr kumimoji="1" lang="ko-KR" altLang="en-US" sz="800" dirty="0">
                <a:solidFill>
                  <a:srgbClr val="FF0000"/>
                </a:solidFill>
                <a:latin typeface="+mn-ea"/>
                <a:ea typeface="+mn-ea"/>
              </a:rPr>
              <a:t> </a:t>
            </a:r>
            <a:r>
              <a:rPr lang="ko-KR" altLang="en-US" sz="800" dirty="0">
                <a:solidFill>
                  <a:srgbClr val="FF0000"/>
                </a:solidFill>
                <a:latin typeface="+mn-ea"/>
                <a:ea typeface="+mn-ea"/>
              </a:rPr>
              <a:t>포함 금액으로 입력하세요</a:t>
            </a:r>
            <a:r>
              <a:rPr lang="en-US" altLang="ko-KR" sz="800" dirty="0">
                <a:solidFill>
                  <a:srgbClr val="FF0000"/>
                </a:solidFill>
                <a:latin typeface="+mn-ea"/>
                <a:ea typeface="+mn-ea"/>
              </a:rPr>
              <a:t>.</a:t>
            </a:r>
            <a:endParaRPr kumimoji="1" lang="ko-KR" altLang="en-US" sz="8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graphicFrame>
        <p:nvGraphicFramePr>
          <p:cNvPr id="121" name="표 120">
            <a:extLst>
              <a:ext uri="{FF2B5EF4-FFF2-40B4-BE49-F238E27FC236}">
                <a16:creationId xmlns:a16="http://schemas.microsoft.com/office/drawing/2014/main" id="{E937AD30-6967-F7FC-47F5-1BB383C14E07}"/>
              </a:ext>
            </a:extLst>
          </p:cNvPr>
          <p:cNvGraphicFramePr>
            <a:graphicFrameLocks noGrp="1"/>
          </p:cNvGraphicFramePr>
          <p:nvPr/>
        </p:nvGraphicFramePr>
        <p:xfrm>
          <a:off x="2774278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24" name="Text Box">
            <a:extLst>
              <a:ext uri="{FF2B5EF4-FFF2-40B4-BE49-F238E27FC236}">
                <a16:creationId xmlns:a16="http://schemas.microsoft.com/office/drawing/2014/main" id="{AB9EED02-005E-2234-F060-7E38039C18A2}"/>
              </a:ext>
            </a:extLst>
          </p:cNvPr>
          <p:cNvSpPr>
            <a:spLocks/>
          </p:cNvSpPr>
          <p:nvPr/>
        </p:nvSpPr>
        <p:spPr bwMode="auto">
          <a:xfrm>
            <a:off x="4287351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5" name="Text Box">
            <a:extLst>
              <a:ext uri="{FF2B5EF4-FFF2-40B4-BE49-F238E27FC236}">
                <a16:creationId xmlns:a16="http://schemas.microsoft.com/office/drawing/2014/main" id="{34CF4DAF-5C4E-E563-259B-A021D69BD7D2}"/>
              </a:ext>
            </a:extLst>
          </p:cNvPr>
          <p:cNvSpPr>
            <a:spLocks/>
          </p:cNvSpPr>
          <p:nvPr/>
        </p:nvSpPr>
        <p:spPr bwMode="auto">
          <a:xfrm>
            <a:off x="5501185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6" name="Text Box">
            <a:extLst>
              <a:ext uri="{FF2B5EF4-FFF2-40B4-BE49-F238E27FC236}">
                <a16:creationId xmlns:a16="http://schemas.microsoft.com/office/drawing/2014/main" id="{3CD64C49-1E28-2322-47AB-7228E740EFD9}"/>
              </a:ext>
            </a:extLst>
          </p:cNvPr>
          <p:cNvSpPr>
            <a:spLocks/>
          </p:cNvSpPr>
          <p:nvPr/>
        </p:nvSpPr>
        <p:spPr bwMode="auto">
          <a:xfrm>
            <a:off x="3056923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7" name="Text Box">
            <a:extLst>
              <a:ext uri="{FF2B5EF4-FFF2-40B4-BE49-F238E27FC236}">
                <a16:creationId xmlns:a16="http://schemas.microsoft.com/office/drawing/2014/main" id="{2A85E040-93DD-3D75-B521-7A269D8A5FBC}"/>
              </a:ext>
            </a:extLst>
          </p:cNvPr>
          <p:cNvSpPr>
            <a:spLocks/>
          </p:cNvSpPr>
          <p:nvPr/>
        </p:nvSpPr>
        <p:spPr bwMode="auto">
          <a:xfrm>
            <a:off x="3056923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8" name="Text Box">
            <a:extLst>
              <a:ext uri="{FF2B5EF4-FFF2-40B4-BE49-F238E27FC236}">
                <a16:creationId xmlns:a16="http://schemas.microsoft.com/office/drawing/2014/main" id="{DF80EF3C-8DAD-46AE-545D-657D31D2E42B}"/>
              </a:ext>
            </a:extLst>
          </p:cNvPr>
          <p:cNvSpPr>
            <a:spLocks/>
          </p:cNvSpPr>
          <p:nvPr/>
        </p:nvSpPr>
        <p:spPr bwMode="auto">
          <a:xfrm>
            <a:off x="3056923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41" name="표 140">
            <a:extLst>
              <a:ext uri="{FF2B5EF4-FFF2-40B4-BE49-F238E27FC236}">
                <a16:creationId xmlns:a16="http://schemas.microsoft.com/office/drawing/2014/main" id="{09B82869-64DB-DC5D-7021-FBF1E940510E}"/>
              </a:ext>
            </a:extLst>
          </p:cNvPr>
          <p:cNvGraphicFramePr>
            <a:graphicFrameLocks noGrp="1"/>
          </p:cNvGraphicFramePr>
          <p:nvPr/>
        </p:nvGraphicFramePr>
        <p:xfrm>
          <a:off x="3907618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42" name="Text Box">
            <a:extLst>
              <a:ext uri="{FF2B5EF4-FFF2-40B4-BE49-F238E27FC236}">
                <a16:creationId xmlns:a16="http://schemas.microsoft.com/office/drawing/2014/main" id="{F34D6677-DE6D-04CE-5CA4-4DFC63939F9F}"/>
              </a:ext>
            </a:extLst>
          </p:cNvPr>
          <p:cNvSpPr>
            <a:spLocks/>
          </p:cNvSpPr>
          <p:nvPr/>
        </p:nvSpPr>
        <p:spPr bwMode="auto">
          <a:xfrm>
            <a:off x="4190263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3" name="Text Box">
            <a:extLst>
              <a:ext uri="{FF2B5EF4-FFF2-40B4-BE49-F238E27FC236}">
                <a16:creationId xmlns:a16="http://schemas.microsoft.com/office/drawing/2014/main" id="{2BBFD07D-5D11-03FB-EBA3-21D505DB73E1}"/>
              </a:ext>
            </a:extLst>
          </p:cNvPr>
          <p:cNvSpPr>
            <a:spLocks/>
          </p:cNvSpPr>
          <p:nvPr/>
        </p:nvSpPr>
        <p:spPr bwMode="auto">
          <a:xfrm>
            <a:off x="4190263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4" name="Text Box">
            <a:extLst>
              <a:ext uri="{FF2B5EF4-FFF2-40B4-BE49-F238E27FC236}">
                <a16:creationId xmlns:a16="http://schemas.microsoft.com/office/drawing/2014/main" id="{7B69F003-A2DD-487F-ACA0-E9D53D7BA17D}"/>
              </a:ext>
            </a:extLst>
          </p:cNvPr>
          <p:cNvSpPr>
            <a:spLocks/>
          </p:cNvSpPr>
          <p:nvPr/>
        </p:nvSpPr>
        <p:spPr bwMode="auto">
          <a:xfrm>
            <a:off x="4190263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45" name="표 144">
            <a:extLst>
              <a:ext uri="{FF2B5EF4-FFF2-40B4-BE49-F238E27FC236}">
                <a16:creationId xmlns:a16="http://schemas.microsoft.com/office/drawing/2014/main" id="{682A334C-EFD5-B252-0DCD-216A8E1B3F50}"/>
              </a:ext>
            </a:extLst>
          </p:cNvPr>
          <p:cNvGraphicFramePr>
            <a:graphicFrameLocks noGrp="1"/>
          </p:cNvGraphicFramePr>
          <p:nvPr/>
        </p:nvGraphicFramePr>
        <p:xfrm>
          <a:off x="5037739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46" name="Text Box">
            <a:extLst>
              <a:ext uri="{FF2B5EF4-FFF2-40B4-BE49-F238E27FC236}">
                <a16:creationId xmlns:a16="http://schemas.microsoft.com/office/drawing/2014/main" id="{96BB5E85-6BE3-8363-438E-A805FA2E4CD5}"/>
              </a:ext>
            </a:extLst>
          </p:cNvPr>
          <p:cNvSpPr>
            <a:spLocks/>
          </p:cNvSpPr>
          <p:nvPr/>
        </p:nvSpPr>
        <p:spPr bwMode="auto">
          <a:xfrm>
            <a:off x="5320384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7" name="Text Box">
            <a:extLst>
              <a:ext uri="{FF2B5EF4-FFF2-40B4-BE49-F238E27FC236}">
                <a16:creationId xmlns:a16="http://schemas.microsoft.com/office/drawing/2014/main" id="{A92044BB-25AA-5B44-0F89-467BC7FA9F82}"/>
              </a:ext>
            </a:extLst>
          </p:cNvPr>
          <p:cNvSpPr>
            <a:spLocks/>
          </p:cNvSpPr>
          <p:nvPr/>
        </p:nvSpPr>
        <p:spPr bwMode="auto">
          <a:xfrm>
            <a:off x="5320384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8" name="Text Box">
            <a:extLst>
              <a:ext uri="{FF2B5EF4-FFF2-40B4-BE49-F238E27FC236}">
                <a16:creationId xmlns:a16="http://schemas.microsoft.com/office/drawing/2014/main" id="{E4FDA59D-0F80-897A-061F-51A210A70EF4}"/>
              </a:ext>
            </a:extLst>
          </p:cNvPr>
          <p:cNvSpPr>
            <a:spLocks/>
          </p:cNvSpPr>
          <p:nvPr/>
        </p:nvSpPr>
        <p:spPr bwMode="auto">
          <a:xfrm>
            <a:off x="5320384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49" name="표 148">
            <a:extLst>
              <a:ext uri="{FF2B5EF4-FFF2-40B4-BE49-F238E27FC236}">
                <a16:creationId xmlns:a16="http://schemas.microsoft.com/office/drawing/2014/main" id="{FD3E1D7F-741E-35B4-C81D-DEC5D32D40DB}"/>
              </a:ext>
            </a:extLst>
          </p:cNvPr>
          <p:cNvGraphicFramePr>
            <a:graphicFrameLocks noGrp="1"/>
          </p:cNvGraphicFramePr>
          <p:nvPr/>
        </p:nvGraphicFramePr>
        <p:xfrm>
          <a:off x="6174300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50" name="Text Box">
            <a:extLst>
              <a:ext uri="{FF2B5EF4-FFF2-40B4-BE49-F238E27FC236}">
                <a16:creationId xmlns:a16="http://schemas.microsoft.com/office/drawing/2014/main" id="{BC9AF8E0-1CCE-7EE9-0619-8D47F3E6B507}"/>
              </a:ext>
            </a:extLst>
          </p:cNvPr>
          <p:cNvSpPr>
            <a:spLocks/>
          </p:cNvSpPr>
          <p:nvPr/>
        </p:nvSpPr>
        <p:spPr bwMode="auto">
          <a:xfrm>
            <a:off x="6456945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1" name="Text Box">
            <a:extLst>
              <a:ext uri="{FF2B5EF4-FFF2-40B4-BE49-F238E27FC236}">
                <a16:creationId xmlns:a16="http://schemas.microsoft.com/office/drawing/2014/main" id="{7BACB444-5730-76C2-C9C3-C4B5E357BA93}"/>
              </a:ext>
            </a:extLst>
          </p:cNvPr>
          <p:cNvSpPr>
            <a:spLocks/>
          </p:cNvSpPr>
          <p:nvPr/>
        </p:nvSpPr>
        <p:spPr bwMode="auto">
          <a:xfrm>
            <a:off x="6456945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2" name="Text Box">
            <a:extLst>
              <a:ext uri="{FF2B5EF4-FFF2-40B4-BE49-F238E27FC236}">
                <a16:creationId xmlns:a16="http://schemas.microsoft.com/office/drawing/2014/main" id="{E8A6A75E-31C5-94AC-FEF8-858640EDAE4F}"/>
              </a:ext>
            </a:extLst>
          </p:cNvPr>
          <p:cNvSpPr>
            <a:spLocks/>
          </p:cNvSpPr>
          <p:nvPr/>
        </p:nvSpPr>
        <p:spPr bwMode="auto">
          <a:xfrm>
            <a:off x="6456945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53" name="표 152">
            <a:extLst>
              <a:ext uri="{FF2B5EF4-FFF2-40B4-BE49-F238E27FC236}">
                <a16:creationId xmlns:a16="http://schemas.microsoft.com/office/drawing/2014/main" id="{DAF41D04-B2AC-C7CD-1FCC-F2FCEAB3956B}"/>
              </a:ext>
            </a:extLst>
          </p:cNvPr>
          <p:cNvGraphicFramePr>
            <a:graphicFrameLocks noGrp="1"/>
          </p:cNvGraphicFramePr>
          <p:nvPr/>
        </p:nvGraphicFramePr>
        <p:xfrm>
          <a:off x="7307641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54" name="Text Box">
            <a:extLst>
              <a:ext uri="{FF2B5EF4-FFF2-40B4-BE49-F238E27FC236}">
                <a16:creationId xmlns:a16="http://schemas.microsoft.com/office/drawing/2014/main" id="{46EA2EC5-CD31-F694-0F13-84C9058E7463}"/>
              </a:ext>
            </a:extLst>
          </p:cNvPr>
          <p:cNvSpPr>
            <a:spLocks/>
          </p:cNvSpPr>
          <p:nvPr/>
        </p:nvSpPr>
        <p:spPr bwMode="auto">
          <a:xfrm>
            <a:off x="7590286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5" name="Text Box">
            <a:extLst>
              <a:ext uri="{FF2B5EF4-FFF2-40B4-BE49-F238E27FC236}">
                <a16:creationId xmlns:a16="http://schemas.microsoft.com/office/drawing/2014/main" id="{3285F9E8-EBD3-0EE4-D6B5-A59469D5225C}"/>
              </a:ext>
            </a:extLst>
          </p:cNvPr>
          <p:cNvSpPr>
            <a:spLocks/>
          </p:cNvSpPr>
          <p:nvPr/>
        </p:nvSpPr>
        <p:spPr bwMode="auto">
          <a:xfrm>
            <a:off x="7590286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6" name="Text Box">
            <a:extLst>
              <a:ext uri="{FF2B5EF4-FFF2-40B4-BE49-F238E27FC236}">
                <a16:creationId xmlns:a16="http://schemas.microsoft.com/office/drawing/2014/main" id="{1A0ACAE4-833C-D219-A38E-0E2B56BED660}"/>
              </a:ext>
            </a:extLst>
          </p:cNvPr>
          <p:cNvSpPr>
            <a:spLocks/>
          </p:cNvSpPr>
          <p:nvPr/>
        </p:nvSpPr>
        <p:spPr bwMode="auto">
          <a:xfrm>
            <a:off x="7590286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57" name="표 156">
            <a:extLst>
              <a:ext uri="{FF2B5EF4-FFF2-40B4-BE49-F238E27FC236}">
                <a16:creationId xmlns:a16="http://schemas.microsoft.com/office/drawing/2014/main" id="{5206D130-AE8D-963F-C97E-89F6378B6E74}"/>
              </a:ext>
            </a:extLst>
          </p:cNvPr>
          <p:cNvGraphicFramePr>
            <a:graphicFrameLocks noGrp="1"/>
          </p:cNvGraphicFramePr>
          <p:nvPr/>
        </p:nvGraphicFramePr>
        <p:xfrm>
          <a:off x="2774278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58" name="Text Box">
            <a:extLst>
              <a:ext uri="{FF2B5EF4-FFF2-40B4-BE49-F238E27FC236}">
                <a16:creationId xmlns:a16="http://schemas.microsoft.com/office/drawing/2014/main" id="{D83CB7EC-D694-B5C6-D0A2-EE1454AC98E9}"/>
              </a:ext>
            </a:extLst>
          </p:cNvPr>
          <p:cNvSpPr>
            <a:spLocks/>
          </p:cNvSpPr>
          <p:nvPr/>
        </p:nvSpPr>
        <p:spPr bwMode="auto">
          <a:xfrm>
            <a:off x="3056923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5067927F-03D6-607A-12EC-1858E1731528}"/>
              </a:ext>
            </a:extLst>
          </p:cNvPr>
          <p:cNvSpPr>
            <a:spLocks/>
          </p:cNvSpPr>
          <p:nvPr/>
        </p:nvSpPr>
        <p:spPr bwMode="auto">
          <a:xfrm>
            <a:off x="3056923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4EB2D8D6-7230-BEDA-FAB4-AB4057E429B7}"/>
              </a:ext>
            </a:extLst>
          </p:cNvPr>
          <p:cNvSpPr>
            <a:spLocks/>
          </p:cNvSpPr>
          <p:nvPr/>
        </p:nvSpPr>
        <p:spPr bwMode="auto">
          <a:xfrm>
            <a:off x="3056923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61" name="표 160">
            <a:extLst>
              <a:ext uri="{FF2B5EF4-FFF2-40B4-BE49-F238E27FC236}">
                <a16:creationId xmlns:a16="http://schemas.microsoft.com/office/drawing/2014/main" id="{C2C43798-94FF-DC3C-7DC7-1F5F46573BDD}"/>
              </a:ext>
            </a:extLst>
          </p:cNvPr>
          <p:cNvGraphicFramePr>
            <a:graphicFrameLocks noGrp="1"/>
          </p:cNvGraphicFramePr>
          <p:nvPr/>
        </p:nvGraphicFramePr>
        <p:xfrm>
          <a:off x="3907618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62" name="Text Box">
            <a:extLst>
              <a:ext uri="{FF2B5EF4-FFF2-40B4-BE49-F238E27FC236}">
                <a16:creationId xmlns:a16="http://schemas.microsoft.com/office/drawing/2014/main" id="{B8833283-2FF3-73A1-7024-C0C748E87FD8}"/>
              </a:ext>
            </a:extLst>
          </p:cNvPr>
          <p:cNvSpPr>
            <a:spLocks/>
          </p:cNvSpPr>
          <p:nvPr/>
        </p:nvSpPr>
        <p:spPr bwMode="auto">
          <a:xfrm>
            <a:off x="4190263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3" name="Text Box">
            <a:extLst>
              <a:ext uri="{FF2B5EF4-FFF2-40B4-BE49-F238E27FC236}">
                <a16:creationId xmlns:a16="http://schemas.microsoft.com/office/drawing/2014/main" id="{87A054CF-2C8A-8C9E-EA53-6196AA970C51}"/>
              </a:ext>
            </a:extLst>
          </p:cNvPr>
          <p:cNvSpPr>
            <a:spLocks/>
          </p:cNvSpPr>
          <p:nvPr/>
        </p:nvSpPr>
        <p:spPr bwMode="auto">
          <a:xfrm>
            <a:off x="4190263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4" name="Text Box">
            <a:extLst>
              <a:ext uri="{FF2B5EF4-FFF2-40B4-BE49-F238E27FC236}">
                <a16:creationId xmlns:a16="http://schemas.microsoft.com/office/drawing/2014/main" id="{3B930188-BCF1-FA9B-4403-8E8055175C5E}"/>
              </a:ext>
            </a:extLst>
          </p:cNvPr>
          <p:cNvSpPr>
            <a:spLocks/>
          </p:cNvSpPr>
          <p:nvPr/>
        </p:nvSpPr>
        <p:spPr bwMode="auto">
          <a:xfrm>
            <a:off x="4190263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09E60C05-F929-24AA-8523-9C94BB1773C7}"/>
              </a:ext>
            </a:extLst>
          </p:cNvPr>
          <p:cNvGraphicFramePr>
            <a:graphicFrameLocks noGrp="1"/>
          </p:cNvGraphicFramePr>
          <p:nvPr/>
        </p:nvGraphicFramePr>
        <p:xfrm>
          <a:off x="5037739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66" name="Text Box">
            <a:extLst>
              <a:ext uri="{FF2B5EF4-FFF2-40B4-BE49-F238E27FC236}">
                <a16:creationId xmlns:a16="http://schemas.microsoft.com/office/drawing/2014/main" id="{13ADBC0D-83F8-FFAF-A03C-4944713E8B31}"/>
              </a:ext>
            </a:extLst>
          </p:cNvPr>
          <p:cNvSpPr>
            <a:spLocks/>
          </p:cNvSpPr>
          <p:nvPr/>
        </p:nvSpPr>
        <p:spPr bwMode="auto">
          <a:xfrm>
            <a:off x="5320384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7" name="Text Box">
            <a:extLst>
              <a:ext uri="{FF2B5EF4-FFF2-40B4-BE49-F238E27FC236}">
                <a16:creationId xmlns:a16="http://schemas.microsoft.com/office/drawing/2014/main" id="{09F9DD8B-8E17-37BF-BB63-C8E615C9EBF2}"/>
              </a:ext>
            </a:extLst>
          </p:cNvPr>
          <p:cNvSpPr>
            <a:spLocks/>
          </p:cNvSpPr>
          <p:nvPr/>
        </p:nvSpPr>
        <p:spPr bwMode="auto">
          <a:xfrm>
            <a:off x="5320384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8" name="Text Box">
            <a:extLst>
              <a:ext uri="{FF2B5EF4-FFF2-40B4-BE49-F238E27FC236}">
                <a16:creationId xmlns:a16="http://schemas.microsoft.com/office/drawing/2014/main" id="{30417EF3-20C1-31FE-8B1D-5A21BF940F3F}"/>
              </a:ext>
            </a:extLst>
          </p:cNvPr>
          <p:cNvSpPr>
            <a:spLocks/>
          </p:cNvSpPr>
          <p:nvPr/>
        </p:nvSpPr>
        <p:spPr bwMode="auto">
          <a:xfrm>
            <a:off x="5320384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69" name="표 168">
            <a:extLst>
              <a:ext uri="{FF2B5EF4-FFF2-40B4-BE49-F238E27FC236}">
                <a16:creationId xmlns:a16="http://schemas.microsoft.com/office/drawing/2014/main" id="{21323BA1-9D99-0F47-B717-C6FE10A08B8D}"/>
              </a:ext>
            </a:extLst>
          </p:cNvPr>
          <p:cNvGraphicFramePr>
            <a:graphicFrameLocks noGrp="1"/>
          </p:cNvGraphicFramePr>
          <p:nvPr/>
        </p:nvGraphicFramePr>
        <p:xfrm>
          <a:off x="6174300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70" name="Text Box">
            <a:extLst>
              <a:ext uri="{FF2B5EF4-FFF2-40B4-BE49-F238E27FC236}">
                <a16:creationId xmlns:a16="http://schemas.microsoft.com/office/drawing/2014/main" id="{0D77E311-D2DE-C883-A187-CCF6E4F9BBD2}"/>
              </a:ext>
            </a:extLst>
          </p:cNvPr>
          <p:cNvSpPr>
            <a:spLocks/>
          </p:cNvSpPr>
          <p:nvPr/>
        </p:nvSpPr>
        <p:spPr bwMode="auto">
          <a:xfrm>
            <a:off x="6456945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1" name="Text Box">
            <a:extLst>
              <a:ext uri="{FF2B5EF4-FFF2-40B4-BE49-F238E27FC236}">
                <a16:creationId xmlns:a16="http://schemas.microsoft.com/office/drawing/2014/main" id="{C30BA049-EE86-6FED-004C-E21074F8ABDB}"/>
              </a:ext>
            </a:extLst>
          </p:cNvPr>
          <p:cNvSpPr>
            <a:spLocks/>
          </p:cNvSpPr>
          <p:nvPr/>
        </p:nvSpPr>
        <p:spPr bwMode="auto">
          <a:xfrm>
            <a:off x="6456945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2" name="Text Box">
            <a:extLst>
              <a:ext uri="{FF2B5EF4-FFF2-40B4-BE49-F238E27FC236}">
                <a16:creationId xmlns:a16="http://schemas.microsoft.com/office/drawing/2014/main" id="{7224F417-67A0-5EC6-56F0-FA35908ACAED}"/>
              </a:ext>
            </a:extLst>
          </p:cNvPr>
          <p:cNvSpPr>
            <a:spLocks/>
          </p:cNvSpPr>
          <p:nvPr/>
        </p:nvSpPr>
        <p:spPr bwMode="auto">
          <a:xfrm>
            <a:off x="6456945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73" name="표 172">
            <a:extLst>
              <a:ext uri="{FF2B5EF4-FFF2-40B4-BE49-F238E27FC236}">
                <a16:creationId xmlns:a16="http://schemas.microsoft.com/office/drawing/2014/main" id="{AD38FD26-09C2-D927-D26A-32C9DA2C64A5}"/>
              </a:ext>
            </a:extLst>
          </p:cNvPr>
          <p:cNvGraphicFramePr>
            <a:graphicFrameLocks noGrp="1"/>
          </p:cNvGraphicFramePr>
          <p:nvPr/>
        </p:nvGraphicFramePr>
        <p:xfrm>
          <a:off x="7307641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74" name="Text Box">
            <a:extLst>
              <a:ext uri="{FF2B5EF4-FFF2-40B4-BE49-F238E27FC236}">
                <a16:creationId xmlns:a16="http://schemas.microsoft.com/office/drawing/2014/main" id="{277B8013-5E15-2AB7-F8EB-5AF58B144560}"/>
              </a:ext>
            </a:extLst>
          </p:cNvPr>
          <p:cNvSpPr>
            <a:spLocks/>
          </p:cNvSpPr>
          <p:nvPr/>
        </p:nvSpPr>
        <p:spPr bwMode="auto">
          <a:xfrm>
            <a:off x="7590286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5" name="Text Box">
            <a:extLst>
              <a:ext uri="{FF2B5EF4-FFF2-40B4-BE49-F238E27FC236}">
                <a16:creationId xmlns:a16="http://schemas.microsoft.com/office/drawing/2014/main" id="{B96DAA81-0057-0AEC-933A-AB74862B18EF}"/>
              </a:ext>
            </a:extLst>
          </p:cNvPr>
          <p:cNvSpPr>
            <a:spLocks/>
          </p:cNvSpPr>
          <p:nvPr/>
        </p:nvSpPr>
        <p:spPr bwMode="auto">
          <a:xfrm>
            <a:off x="7590286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6" name="Text Box">
            <a:extLst>
              <a:ext uri="{FF2B5EF4-FFF2-40B4-BE49-F238E27FC236}">
                <a16:creationId xmlns:a16="http://schemas.microsoft.com/office/drawing/2014/main" id="{1274193C-D129-5276-E528-561A7A7A39D7}"/>
              </a:ext>
            </a:extLst>
          </p:cNvPr>
          <p:cNvSpPr>
            <a:spLocks/>
          </p:cNvSpPr>
          <p:nvPr/>
        </p:nvSpPr>
        <p:spPr bwMode="auto">
          <a:xfrm>
            <a:off x="7590286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D928F82E-E5A0-6CA3-31F4-EBA3EEA39EB1}"/>
              </a:ext>
            </a:extLst>
          </p:cNvPr>
          <p:cNvSpPr txBox="1"/>
          <p:nvPr/>
        </p:nvSpPr>
        <p:spPr>
          <a:xfrm>
            <a:off x="5958307" y="1470313"/>
            <a:ext cx="94128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0" lang="ko-KR" altLang="en-US" sz="700" b="0" i="1" u="none" strike="noStrike" kern="0" cap="none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← 디폴트 전체 체크</a:t>
            </a:r>
            <a:endParaRPr kumimoji="1" lang="ko-KR" altLang="en-US" sz="70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17DEFEF9-0C2E-042B-4754-EB78EC6B1EF0}"/>
              </a:ext>
            </a:extLst>
          </p:cNvPr>
          <p:cNvSpPr/>
          <p:nvPr/>
        </p:nvSpPr>
        <p:spPr>
          <a:xfrm>
            <a:off x="47328" y="491100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dirty="0"/>
              <a:t>▲ 이전 페이지에서 계속</a:t>
            </a: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639D44A4-2E83-A54A-12E2-7D741810CCC7}"/>
              </a:ext>
            </a:extLst>
          </p:cNvPr>
          <p:cNvSpPr/>
          <p:nvPr/>
        </p:nvSpPr>
        <p:spPr>
          <a:xfrm>
            <a:off x="47328" y="6682109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dirty="0"/>
              <a:t>▾</a:t>
            </a:r>
            <a:r>
              <a:rPr lang="ko-KR" altLang="en-US" sz="700" dirty="0"/>
              <a:t> 다음 페이지에서 계속</a:t>
            </a:r>
          </a:p>
        </p:txBody>
      </p:sp>
    </p:spTree>
    <p:extLst>
      <p:ext uri="{BB962C8B-B14F-4D97-AF65-F5344CB8AC3E}">
        <p14:creationId xmlns:p14="http://schemas.microsoft.com/office/powerpoint/2010/main" val="360994728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7148F6-DEC5-C1AE-94F6-75C25C7BA8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직사각형 41">
            <a:extLst>
              <a:ext uri="{FF2B5EF4-FFF2-40B4-BE49-F238E27FC236}">
                <a16:creationId xmlns:a16="http://schemas.microsoft.com/office/drawing/2014/main" id="{BE77C6AB-0BBF-1A78-3E7C-7289FB72ED08}"/>
              </a:ext>
            </a:extLst>
          </p:cNvPr>
          <p:cNvSpPr/>
          <p:nvPr/>
        </p:nvSpPr>
        <p:spPr>
          <a:xfrm>
            <a:off x="47328" y="499683"/>
            <a:ext cx="1368152" cy="6285838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8" name="제목 17">
            <a:extLst>
              <a:ext uri="{FF2B5EF4-FFF2-40B4-BE49-F238E27FC236}">
                <a16:creationId xmlns:a16="http://schemas.microsoft.com/office/drawing/2014/main" id="{8B317F13-B444-9E01-4A19-38F9B1552E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64790AD0-A961-DD5C-AA97-7842AD64F3F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옵션 요금 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DB062884-3003-EFAB-1CA8-BFC080E5A8E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8ECBEFE4-6D75-E770-4B6B-E05D9BB66EA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FFA7B4A1-1E35-F614-65E1-49AEF31B96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532410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89520E93-FB87-DFC8-6CBE-E5EB3DFC3E53}"/>
              </a:ext>
            </a:extLst>
          </p:cNvPr>
          <p:cNvGrpSpPr/>
          <p:nvPr/>
        </p:nvGrpSpPr>
        <p:grpSpPr>
          <a:xfrm>
            <a:off x="1512625" y="764704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69D68D48-39E6-1D74-68D0-3A6A04579FE2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E251394F-2661-CF64-92E7-C425D4A4DA26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5B02FDA4-D057-6AA3-9791-081562C14220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B54FC89C-19C3-9ABA-C2C0-E901F6BB3F64}"/>
              </a:ext>
            </a:extLst>
          </p:cNvPr>
          <p:cNvGrpSpPr/>
          <p:nvPr/>
        </p:nvGrpSpPr>
        <p:grpSpPr>
          <a:xfrm rot="10800000">
            <a:off x="1343512" y="1028378"/>
            <a:ext cx="360000" cy="372571"/>
            <a:chOff x="3180625" y="5062589"/>
            <a:chExt cx="360000" cy="372571"/>
          </a:xfrm>
        </p:grpSpPr>
        <p:cxnSp>
          <p:nvCxnSpPr>
            <p:cNvPr id="112" name="직선 연결선 206">
              <a:extLst>
                <a:ext uri="{FF2B5EF4-FFF2-40B4-BE49-F238E27FC236}">
                  <a16:creationId xmlns:a16="http://schemas.microsoft.com/office/drawing/2014/main" id="{1CF7128F-5ACB-4AEE-DD0C-32BD3058D5E6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3B246AA7-59FF-362D-86DF-48A714930F13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5A51AD9-B94D-912D-5A13-9C01C36082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3948181"/>
              </p:ext>
            </p:extLst>
          </p:nvPr>
        </p:nvGraphicFramePr>
        <p:xfrm>
          <a:off x="1513108" y="1348401"/>
          <a:ext cx="7746199" cy="2446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547683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7920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룸서비스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86409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조식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176474"/>
                  </a:ext>
                </a:extLst>
              </a:tr>
              <a:tr h="79049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어메니티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831222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8300273A-52E5-7B82-D3C0-C93E15D39748}"/>
              </a:ext>
            </a:extLst>
          </p:cNvPr>
          <p:cNvSpPr txBox="1"/>
          <p:nvPr/>
        </p:nvSpPr>
        <p:spPr>
          <a:xfrm>
            <a:off x="1427884" y="1106525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유료 옵션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A186DCB-3E93-EFAB-8FB3-7B84BCB15016}"/>
              </a:ext>
            </a:extLst>
          </p:cNvPr>
          <p:cNvSpPr/>
          <p:nvPr/>
        </p:nvSpPr>
        <p:spPr>
          <a:xfrm>
            <a:off x="47328" y="491100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dirty="0"/>
              <a:t>▲ 이전 페이지에서 계속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60CF702-193E-AAF2-6C68-920500E2B3F7}"/>
              </a:ext>
            </a:extLst>
          </p:cNvPr>
          <p:cNvSpPr/>
          <p:nvPr/>
        </p:nvSpPr>
        <p:spPr>
          <a:xfrm>
            <a:off x="4959999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082F322-92EF-3C7B-80B8-8A212B72953D}"/>
              </a:ext>
            </a:extLst>
          </p:cNvPr>
          <p:cNvSpPr/>
          <p:nvPr/>
        </p:nvSpPr>
        <p:spPr>
          <a:xfrm>
            <a:off x="5571306" y="6425401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등록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BB147681-DF48-0EE0-8CD1-E9114FD145D8}"/>
              </a:ext>
            </a:extLst>
          </p:cNvPr>
          <p:cNvSpPr/>
          <p:nvPr/>
        </p:nvSpPr>
        <p:spPr>
          <a:xfrm>
            <a:off x="2787213" y="2204635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119" name="표 118">
            <a:extLst>
              <a:ext uri="{FF2B5EF4-FFF2-40B4-BE49-F238E27FC236}">
                <a16:creationId xmlns:a16="http://schemas.microsoft.com/office/drawing/2014/main" id="{9EB6E67C-CEEB-D9FB-3BB2-D45DF89D25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063573"/>
              </p:ext>
            </p:extLst>
          </p:nvPr>
        </p:nvGraphicFramePr>
        <p:xfrm>
          <a:off x="2787213" y="2437036"/>
          <a:ext cx="5973083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 grid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등록된 유료 옵션이 없습니다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</a:tbl>
          </a:graphicData>
        </a:graphic>
      </p:graphicFrame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72067F20-FFB5-964E-E83E-C461F92AFA8D}"/>
              </a:ext>
            </a:extLst>
          </p:cNvPr>
          <p:cNvSpPr/>
          <p:nvPr/>
        </p:nvSpPr>
        <p:spPr>
          <a:xfrm>
            <a:off x="2787213" y="1400932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123" name="표 122">
            <a:extLst>
              <a:ext uri="{FF2B5EF4-FFF2-40B4-BE49-F238E27FC236}">
                <a16:creationId xmlns:a16="http://schemas.microsoft.com/office/drawing/2014/main" id="{6504654F-81EC-15C4-9DE6-49985F9D85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6792865"/>
              </p:ext>
            </p:extLst>
          </p:nvPr>
        </p:nvGraphicFramePr>
        <p:xfrm>
          <a:off x="2787213" y="1633333"/>
          <a:ext cx="5973083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 grid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등록된 유료 옵션이 없습니다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</a:tbl>
          </a:graphicData>
        </a:graphic>
      </p:graphicFrame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5E2B52A1-DBAB-FB6D-E84E-77C9CCE2F850}"/>
              </a:ext>
            </a:extLst>
          </p:cNvPr>
          <p:cNvSpPr/>
          <p:nvPr/>
        </p:nvSpPr>
        <p:spPr>
          <a:xfrm>
            <a:off x="2787213" y="3060528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130" name="표 129">
            <a:extLst>
              <a:ext uri="{FF2B5EF4-FFF2-40B4-BE49-F238E27FC236}">
                <a16:creationId xmlns:a16="http://schemas.microsoft.com/office/drawing/2014/main" id="{E26A09F5-5D0F-C962-A1A7-6EA32776B8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4404808"/>
              </p:ext>
            </p:extLst>
          </p:nvPr>
        </p:nvGraphicFramePr>
        <p:xfrm>
          <a:off x="2787213" y="3292929"/>
          <a:ext cx="5973083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 grid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등록된 유료 옵션이 없습니다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</a:tbl>
          </a:graphicData>
        </a:graphic>
      </p:graphicFrame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12954A2A-5BE3-B676-2586-C7F3D2FCC901}"/>
              </a:ext>
            </a:extLst>
          </p:cNvPr>
          <p:cNvGrpSpPr/>
          <p:nvPr/>
        </p:nvGrpSpPr>
        <p:grpSpPr>
          <a:xfrm>
            <a:off x="8832304" y="3299906"/>
            <a:ext cx="78452" cy="460177"/>
            <a:chOff x="8882980" y="4358558"/>
            <a:chExt cx="84043" cy="1950762"/>
          </a:xfrm>
        </p:grpSpPr>
        <p:sp>
          <p:nvSpPr>
            <p:cNvPr id="132" name="모서리가 둥근 직사각형 131">
              <a:extLst>
                <a:ext uri="{FF2B5EF4-FFF2-40B4-BE49-F238E27FC236}">
                  <a16:creationId xmlns:a16="http://schemas.microsoft.com/office/drawing/2014/main" id="{C805CCCB-931E-CEA2-07B4-AF87C9409587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33" name="모서리가 둥근 직사각형 170">
              <a:extLst>
                <a:ext uri="{FF2B5EF4-FFF2-40B4-BE49-F238E27FC236}">
                  <a16:creationId xmlns:a16="http://schemas.microsoft.com/office/drawing/2014/main" id="{484A2E80-3429-A34F-06B5-D026FFA431E0}"/>
                </a:ext>
              </a:extLst>
            </p:cNvPr>
            <p:cNvSpPr/>
            <p:nvPr/>
          </p:nvSpPr>
          <p:spPr>
            <a:xfrm>
              <a:off x="8915210" y="5005462"/>
              <a:ext cx="19671" cy="394848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02BDFF16-D7B0-F5C2-2F9F-CC807E801FC1}"/>
              </a:ext>
            </a:extLst>
          </p:cNvPr>
          <p:cNvGrpSpPr/>
          <p:nvPr/>
        </p:nvGrpSpPr>
        <p:grpSpPr>
          <a:xfrm>
            <a:off x="8832304" y="2490281"/>
            <a:ext cx="78452" cy="460177"/>
            <a:chOff x="8882980" y="4358558"/>
            <a:chExt cx="84043" cy="1950762"/>
          </a:xfrm>
        </p:grpSpPr>
        <p:sp>
          <p:nvSpPr>
            <p:cNvPr id="135" name="모서리가 둥근 직사각형 134">
              <a:extLst>
                <a:ext uri="{FF2B5EF4-FFF2-40B4-BE49-F238E27FC236}">
                  <a16:creationId xmlns:a16="http://schemas.microsoft.com/office/drawing/2014/main" id="{9CD83DA1-FE94-D320-47C3-F755E1201CC6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36" name="모서리가 둥근 직사각형 170">
              <a:extLst>
                <a:ext uri="{FF2B5EF4-FFF2-40B4-BE49-F238E27FC236}">
                  <a16:creationId xmlns:a16="http://schemas.microsoft.com/office/drawing/2014/main" id="{D141D992-A71C-0510-5335-15A874916FE2}"/>
                </a:ext>
              </a:extLst>
            </p:cNvPr>
            <p:cNvSpPr/>
            <p:nvPr/>
          </p:nvSpPr>
          <p:spPr>
            <a:xfrm>
              <a:off x="8915210" y="5005462"/>
              <a:ext cx="19671" cy="394848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59F833E2-908B-3417-0A27-E29B0C3BC97B}"/>
              </a:ext>
            </a:extLst>
          </p:cNvPr>
          <p:cNvGrpSpPr/>
          <p:nvPr/>
        </p:nvGrpSpPr>
        <p:grpSpPr>
          <a:xfrm>
            <a:off x="8832304" y="1633031"/>
            <a:ext cx="78452" cy="460177"/>
            <a:chOff x="8882980" y="4358558"/>
            <a:chExt cx="84043" cy="1950762"/>
          </a:xfrm>
        </p:grpSpPr>
        <p:sp>
          <p:nvSpPr>
            <p:cNvPr id="138" name="모서리가 둥근 직사각형 137">
              <a:extLst>
                <a:ext uri="{FF2B5EF4-FFF2-40B4-BE49-F238E27FC236}">
                  <a16:creationId xmlns:a16="http://schemas.microsoft.com/office/drawing/2014/main" id="{8192C894-F791-2F2E-F740-352420F9C318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39" name="모서리가 둥근 직사각형 170">
              <a:extLst>
                <a:ext uri="{FF2B5EF4-FFF2-40B4-BE49-F238E27FC236}">
                  <a16:creationId xmlns:a16="http://schemas.microsoft.com/office/drawing/2014/main" id="{EA786CA9-4B6D-DB0D-A698-6E36EE7A46C8}"/>
                </a:ext>
              </a:extLst>
            </p:cNvPr>
            <p:cNvSpPr/>
            <p:nvPr/>
          </p:nvSpPr>
          <p:spPr>
            <a:xfrm>
              <a:off x="8915210" y="5005462"/>
              <a:ext cx="19671" cy="394848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71EEBD0E-14F7-BE43-A754-C661CC530E0F}"/>
              </a:ext>
            </a:extLst>
          </p:cNvPr>
          <p:cNvSpPr/>
          <p:nvPr/>
        </p:nvSpPr>
        <p:spPr>
          <a:xfrm>
            <a:off x="8206887" y="1399892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11CFB70-D06B-10A2-2F1A-1C05D51016E1}"/>
              </a:ext>
            </a:extLst>
          </p:cNvPr>
          <p:cNvSpPr/>
          <p:nvPr/>
        </p:nvSpPr>
        <p:spPr>
          <a:xfrm>
            <a:off x="8206887" y="2210120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95D694E-D68F-A385-67AF-ED3A433E4E3D}"/>
              </a:ext>
            </a:extLst>
          </p:cNvPr>
          <p:cNvSpPr/>
          <p:nvPr/>
        </p:nvSpPr>
        <p:spPr>
          <a:xfrm>
            <a:off x="8206887" y="3060859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</p:spTree>
    <p:extLst>
      <p:ext uri="{BB962C8B-B14F-4D97-AF65-F5344CB8AC3E}">
        <p14:creationId xmlns:p14="http://schemas.microsoft.com/office/powerpoint/2010/main" val="167647087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D66C94-4DAE-1D13-5066-91D777E5D5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328A7A9A-836A-D070-A2AD-AE0A6DD163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468C8AB6-EDE9-AA2F-47AB-F67A930A0B1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기본정보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E4142A9E-4AD3-F4EB-55C3-3022D25656D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337543D5-805F-C98F-4C78-3B05DD19E81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8F489E1-B4CE-18B9-A536-CD9F9A8FF6F2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923EC18-9610-0E1C-288D-DABB48E32917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3E40A7C-5F4F-198F-BE4B-6B892B4BEACB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04345B90-150E-E6FF-A1A3-6B46F4183C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7829738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2991530C-3951-B737-8F5B-846375AEDBDA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A29EDF5F-1A21-CB02-3C86-1044FC8FC30E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FB4CA87C-A99E-0134-969E-005F8276199B}"/>
              </a:ext>
            </a:extLst>
          </p:cNvPr>
          <p:cNvGraphicFramePr>
            <a:graphicFrameLocks noGrp="1"/>
          </p:cNvGraphicFramePr>
          <p:nvPr/>
        </p:nvGraphicFramePr>
        <p:xfrm>
          <a:off x="1513108" y="1385400"/>
          <a:ext cx="7746199" cy="3339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98315987"/>
                    </a:ext>
                  </a:extLst>
                </a:gridCol>
                <a:gridCol w="2731259">
                  <a:extLst>
                    <a:ext uri="{9D8B030D-6E8A-4147-A177-3AD203B41FA5}">
                      <a16:colId xmlns:a16="http://schemas.microsoft.com/office/drawing/2014/main" val="983825583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호텔</a:t>
                      </a:r>
                      <a:r>
                        <a:rPr lang="en-US" altLang="ko-KR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 명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조선호텔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더 </a:t>
                      </a: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웨스틴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조선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코드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RATE2025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-WKND-DELUXE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19153686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코드 설명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 기간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61761234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마켓코드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</a:t>
                      </a:r>
                      <a:r>
                        <a:rPr lang="en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BIZ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952792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</a:t>
                      </a: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카테고리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룸 </a:t>
                      </a: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온리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패키지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숙박 일수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최소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: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최대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: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5476886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통화 구분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KRW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USD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사용여부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4658785"/>
                  </a:ext>
                </a:extLst>
              </a:tr>
              <a:tr h="1236559"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87190963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AB0CA25A-9E6D-3542-D62A-D601537898C3}"/>
              </a:ext>
            </a:extLst>
          </p:cNvPr>
          <p:cNvSpPr txBox="1"/>
          <p:nvPr/>
        </p:nvSpPr>
        <p:spPr>
          <a:xfrm>
            <a:off x="7801966" y="1144222"/>
            <a:ext cx="153439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en-US" altLang="en-US" sz="8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kumimoji="1" lang="en-US" altLang="ko-KR" sz="800" dirty="0">
                <a:latin typeface="+mn-ea"/>
                <a:ea typeface="+mn-ea"/>
              </a:rPr>
              <a:t>"</a:t>
            </a:r>
            <a:r>
              <a:rPr kumimoji="1" lang="ko-KR" altLang="en-US" sz="800" dirty="0">
                <a:latin typeface="+mn-ea"/>
                <a:ea typeface="+mn-ea"/>
              </a:rPr>
              <a:t>은 필수 입력 항목입니다</a:t>
            </a:r>
            <a:r>
              <a:rPr kumimoji="1" lang="en-US" altLang="ko-KR" sz="800" dirty="0">
                <a:latin typeface="+mn-ea"/>
                <a:ea typeface="+mn-ea"/>
              </a:rPr>
              <a:t>.</a:t>
            </a:r>
            <a:r>
              <a:rPr kumimoji="1" lang="ko-KR" altLang="en-US" sz="800" dirty="0">
                <a:latin typeface="+mn-ea"/>
                <a:ea typeface="+mn-ea"/>
              </a:rPr>
              <a:t> </a:t>
            </a:r>
            <a:endParaRPr kumimoji="1" lang="ko-Kore-KR" altLang="en-US" sz="800" dirty="0">
              <a:latin typeface="+mn-ea"/>
              <a:ea typeface="+mn-ea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998960BF-173E-C8B8-5AE0-CB0F843BB70E}"/>
              </a:ext>
            </a:extLst>
          </p:cNvPr>
          <p:cNvGrpSpPr/>
          <p:nvPr/>
        </p:nvGrpSpPr>
        <p:grpSpPr>
          <a:xfrm>
            <a:off x="2780110" y="2306293"/>
            <a:ext cx="2593082" cy="242067"/>
            <a:chOff x="2279979" y="1223052"/>
            <a:chExt cx="2593082" cy="242067"/>
          </a:xfrm>
        </p:grpSpPr>
        <p:sp>
          <p:nvSpPr>
            <p:cNvPr id="24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356596C-D16F-9BDB-8ABC-1C9B5F2A0038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>
                  <a:solidFill>
                    <a:schemeClr val="tx1"/>
                  </a:solidFill>
                  <a:cs typeface="Calibri" pitchFamily="34" charset="0"/>
                </a:rPr>
                <a:t>2024-12-01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11BCBC0-7CE4-80A6-5F45-79740631ADC2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26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114E502-B9FF-D283-93B4-FF2C138BDFF4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>
                  <a:solidFill>
                    <a:schemeClr val="tx1"/>
                  </a:solidFill>
                  <a:cs typeface="Calibri" pitchFamily="34" charset="0"/>
                </a:rPr>
                <a:t>2024-12-31</a:t>
              </a:r>
            </a:p>
          </p:txBody>
        </p:sp>
        <p:sp>
          <p:nvSpPr>
            <p:cNvPr id="27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E18F9C-143D-44B9-9668-8F28B1F5AF18}"/>
                </a:ext>
              </a:extLst>
            </p:cNvPr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28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0555F26-650F-7888-F013-DEAD5DEF2A01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sp>
        <p:nvSpPr>
          <p:cNvPr id="39" name="Text Box">
            <a:extLst>
              <a:ext uri="{FF2B5EF4-FFF2-40B4-BE49-F238E27FC236}">
                <a16:creationId xmlns:a16="http://schemas.microsoft.com/office/drawing/2014/main" id="{5FAB3DD4-A845-AB64-BD61-012B951D7B82}"/>
              </a:ext>
            </a:extLst>
          </p:cNvPr>
          <p:cNvSpPr>
            <a:spLocks/>
          </p:cNvSpPr>
          <p:nvPr/>
        </p:nvSpPr>
        <p:spPr bwMode="auto">
          <a:xfrm>
            <a:off x="2780110" y="2034685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2025</a:t>
            </a: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년 주말요금 </a:t>
            </a:r>
            <a:r>
              <a:rPr kumimoji="0" lang="ko-KR" altLang="en-US" sz="700" kern="0" dirty="0" err="1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듀렉스</a:t>
            </a: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클래스</a:t>
            </a:r>
            <a:endParaRPr kumimoji="0" lang="en-US" altLang="ko-KR" sz="700" kern="0" dirty="0">
              <a:solidFill>
                <a:schemeClr val="tx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40" name="Text Box">
            <a:extLst>
              <a:ext uri="{FF2B5EF4-FFF2-40B4-BE49-F238E27FC236}">
                <a16:creationId xmlns:a16="http://schemas.microsoft.com/office/drawing/2014/main" id="{E55A5786-8D3D-8F3A-92FA-A3AE4374DCD6}"/>
              </a:ext>
            </a:extLst>
          </p:cNvPr>
          <p:cNvSpPr>
            <a:spLocks/>
          </p:cNvSpPr>
          <p:nvPr/>
        </p:nvSpPr>
        <p:spPr bwMode="auto">
          <a:xfrm>
            <a:off x="5571306" y="2034685"/>
            <a:ext cx="2710684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2025 Weekend deluxe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70CAEE0-B988-9961-DF01-E5E5281EF5F4}"/>
              </a:ext>
            </a:extLst>
          </p:cNvPr>
          <p:cNvSpPr/>
          <p:nvPr/>
        </p:nvSpPr>
        <p:spPr>
          <a:xfrm>
            <a:off x="2780641" y="2640255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sp>
        <p:nvSpPr>
          <p:cNvPr id="44" name="Text Box">
            <a:extLst>
              <a:ext uri="{FF2B5EF4-FFF2-40B4-BE49-F238E27FC236}">
                <a16:creationId xmlns:a16="http://schemas.microsoft.com/office/drawing/2014/main" id="{426CF150-9BB6-13BF-400E-C7341C53AC65}"/>
              </a:ext>
            </a:extLst>
          </p:cNvPr>
          <p:cNvSpPr>
            <a:spLocks/>
          </p:cNvSpPr>
          <p:nvPr/>
        </p:nvSpPr>
        <p:spPr bwMode="auto">
          <a:xfrm>
            <a:off x="6926648" y="2936774"/>
            <a:ext cx="33756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</a:p>
        </p:txBody>
      </p:sp>
      <p:sp>
        <p:nvSpPr>
          <p:cNvPr id="45" name="Text Box">
            <a:extLst>
              <a:ext uri="{FF2B5EF4-FFF2-40B4-BE49-F238E27FC236}">
                <a16:creationId xmlns:a16="http://schemas.microsoft.com/office/drawing/2014/main" id="{017D1CAD-3990-4DFD-9DF4-7CEFDE6789A0}"/>
              </a:ext>
            </a:extLst>
          </p:cNvPr>
          <p:cNvSpPr>
            <a:spLocks/>
          </p:cNvSpPr>
          <p:nvPr/>
        </p:nvSpPr>
        <p:spPr bwMode="auto">
          <a:xfrm>
            <a:off x="7608168" y="2936774"/>
            <a:ext cx="337566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15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649AD912-3243-1887-2482-A906429C35A4}"/>
              </a:ext>
            </a:extLst>
          </p:cNvPr>
          <p:cNvGrpSpPr/>
          <p:nvPr/>
        </p:nvGrpSpPr>
        <p:grpSpPr>
          <a:xfrm>
            <a:off x="1512625" y="848538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0396FE0F-0410-2CBC-5790-9AE489F78650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5B2B4ACF-9B34-8CC1-845A-1096CFB606EE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95A79887-9CB7-3CE5-C15A-07BA3507120E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2791E55-4923-211D-9099-9F97A62C7D4D}"/>
              </a:ext>
            </a:extLst>
          </p:cNvPr>
          <p:cNvSpPr/>
          <p:nvPr/>
        </p:nvSpPr>
        <p:spPr>
          <a:xfrm>
            <a:off x="2780641" y="3536489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6E4257C2-D8DE-2A04-DA4C-3F1582C4AAC5}"/>
              </a:ext>
            </a:extLst>
          </p:cNvPr>
          <p:cNvGrpSpPr/>
          <p:nvPr/>
        </p:nvGrpSpPr>
        <p:grpSpPr>
          <a:xfrm rot="10800000">
            <a:off x="1343512" y="1110385"/>
            <a:ext cx="360000" cy="372571"/>
            <a:chOff x="3180625" y="5062589"/>
            <a:chExt cx="360000" cy="372571"/>
          </a:xfrm>
        </p:grpSpPr>
        <p:cxnSp>
          <p:nvCxnSpPr>
            <p:cNvPr id="16" name="직선 연결선 206">
              <a:extLst>
                <a:ext uri="{FF2B5EF4-FFF2-40B4-BE49-F238E27FC236}">
                  <a16:creationId xmlns:a16="http://schemas.microsoft.com/office/drawing/2014/main" id="{07A0997B-295F-51AF-91E7-F528AD41A3FD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화살표 연결선 16">
              <a:extLst>
                <a:ext uri="{FF2B5EF4-FFF2-40B4-BE49-F238E27FC236}">
                  <a16:creationId xmlns:a16="http://schemas.microsoft.com/office/drawing/2014/main" id="{3441396E-46BB-C67A-677B-5960DE4FC08B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982E746-6D29-10F4-46CF-D763073F0733}"/>
              </a:ext>
            </a:extLst>
          </p:cNvPr>
          <p:cNvSpPr/>
          <p:nvPr/>
        </p:nvSpPr>
        <p:spPr>
          <a:xfrm>
            <a:off x="47328" y="6694159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dirty="0"/>
              <a:t>▾</a:t>
            </a:r>
            <a:r>
              <a:rPr lang="ko-KR" altLang="en-US" sz="700" dirty="0"/>
              <a:t> 다음 페이지에서 계속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F9DEA1E-E960-1B9A-F1E4-5B01DF404A58}"/>
              </a:ext>
            </a:extLst>
          </p:cNvPr>
          <p:cNvSpPr txBox="1"/>
          <p:nvPr/>
        </p:nvSpPr>
        <p:spPr>
          <a:xfrm>
            <a:off x="1427884" y="1144222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기본정보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D63D75DC-A28D-1882-68B3-50C8F64B6328}"/>
              </a:ext>
            </a:extLst>
          </p:cNvPr>
          <p:cNvGraphicFramePr>
            <a:graphicFrameLocks noGrp="1"/>
          </p:cNvGraphicFramePr>
          <p:nvPr/>
        </p:nvGraphicFramePr>
        <p:xfrm>
          <a:off x="2787213" y="3797112"/>
          <a:ext cx="6231070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6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1662491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1737806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1586693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568068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객실 코드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디럭스 </a:t>
                      </a:r>
                      <a:r>
                        <a:rPr lang="ko-KR" altLang="en-US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스텐다는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뷰 킹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Deluxe Standard View King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2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출력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출력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9382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2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0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출력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명 출력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20315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6C2F052A-5FF1-DEC3-AE8A-E8C81CDBCE8E}"/>
              </a:ext>
            </a:extLst>
          </p:cNvPr>
          <p:cNvSpPr/>
          <p:nvPr/>
        </p:nvSpPr>
        <p:spPr>
          <a:xfrm>
            <a:off x="8527240" y="4041754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DFB6388B-5FE0-C0AF-954D-5F070A018342}"/>
              </a:ext>
            </a:extLst>
          </p:cNvPr>
          <p:cNvSpPr/>
          <p:nvPr/>
        </p:nvSpPr>
        <p:spPr>
          <a:xfrm>
            <a:off x="8527240" y="4254479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ED35A18-CB21-B582-3793-BC423333536F}"/>
              </a:ext>
            </a:extLst>
          </p:cNvPr>
          <p:cNvGrpSpPr/>
          <p:nvPr/>
        </p:nvGrpSpPr>
        <p:grpSpPr>
          <a:xfrm>
            <a:off x="9099569" y="3797112"/>
            <a:ext cx="78452" cy="817845"/>
            <a:chOff x="8882980" y="4358558"/>
            <a:chExt cx="84043" cy="1950762"/>
          </a:xfrm>
        </p:grpSpPr>
        <p:sp>
          <p:nvSpPr>
            <p:cNvPr id="43" name="모서리가 둥근 직사각형 42">
              <a:extLst>
                <a:ext uri="{FF2B5EF4-FFF2-40B4-BE49-F238E27FC236}">
                  <a16:creationId xmlns:a16="http://schemas.microsoft.com/office/drawing/2014/main" id="{99D46DE1-937B-2467-7E3F-BB2F98DA756E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7" name="모서리가 둥근 직사각형 170">
              <a:extLst>
                <a:ext uri="{FF2B5EF4-FFF2-40B4-BE49-F238E27FC236}">
                  <a16:creationId xmlns:a16="http://schemas.microsoft.com/office/drawing/2014/main" id="{4E6DADA8-0B6B-D164-4DFB-54D082C098E7}"/>
                </a:ext>
              </a:extLst>
            </p:cNvPr>
            <p:cNvSpPr/>
            <p:nvPr/>
          </p:nvSpPr>
          <p:spPr>
            <a:xfrm>
              <a:off x="8915166" y="5005460"/>
              <a:ext cx="19671" cy="39484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69326BDE-584A-F608-7380-2A85F414DE14}"/>
              </a:ext>
            </a:extLst>
          </p:cNvPr>
          <p:cNvSpPr/>
          <p:nvPr/>
        </p:nvSpPr>
        <p:spPr>
          <a:xfrm>
            <a:off x="8527240" y="4462297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C3CB331-80CF-2920-5C07-E975F836B99A}"/>
              </a:ext>
            </a:extLst>
          </p:cNvPr>
          <p:cNvSpPr/>
          <p:nvPr/>
        </p:nvSpPr>
        <p:spPr>
          <a:xfrm>
            <a:off x="8481201" y="3536489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AA9D565-0EA7-55C1-DEA2-27E9C3EAE9B8}"/>
              </a:ext>
            </a:extLst>
          </p:cNvPr>
          <p:cNvSpPr/>
          <p:nvPr/>
        </p:nvSpPr>
        <p:spPr bwMode="auto">
          <a:xfrm>
            <a:off x="-106106" y="236334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034B5FEF-68BA-3324-8C67-D2D0C4790036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7402810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810900-E7F1-DEAA-96BF-F30F1BCF47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0E2DEB9D-AF33-164B-7878-DC39A008963D}"/>
              </a:ext>
            </a:extLst>
          </p:cNvPr>
          <p:cNvSpPr/>
          <p:nvPr/>
        </p:nvSpPr>
        <p:spPr>
          <a:xfrm>
            <a:off x="47328" y="499683"/>
            <a:ext cx="1368152" cy="6285838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8" name="제목 17">
            <a:extLst>
              <a:ext uri="{FF2B5EF4-FFF2-40B4-BE49-F238E27FC236}">
                <a16:creationId xmlns:a16="http://schemas.microsoft.com/office/drawing/2014/main" id="{359CD349-C148-BAD8-C8C6-2EAF3B5B2D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C6DF195D-EF0D-C740-2A50-B52B22CD872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요금정보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A4A847B4-5E6F-71AD-0030-3A6CCC68E15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F7F99A4E-9DC7-C9BC-6BDC-BEB1AD0D9C6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DEE7C85A-F344-D337-7518-34256D1925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974936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9A4D96E1-71D7-6A38-D476-AB6053858065}"/>
              </a:ext>
            </a:extLst>
          </p:cNvPr>
          <p:cNvGrpSpPr/>
          <p:nvPr/>
        </p:nvGrpSpPr>
        <p:grpSpPr>
          <a:xfrm>
            <a:off x="1512625" y="848538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090C65FE-8394-A3D2-1FDD-BE59316FCF01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DBB46119-11EE-B380-2024-735BFC802772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78FFF1D0-EACE-306C-C4B0-1F1DDCAB5942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832D1F3-D530-4CD4-67C0-6BAA4A4F43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1864152"/>
              </p:ext>
            </p:extLst>
          </p:nvPr>
        </p:nvGraphicFramePr>
        <p:xfrm>
          <a:off x="1513108" y="1425556"/>
          <a:ext cx="7746199" cy="2562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847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907723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요일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금액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금액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TAX :                       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단가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10032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성인 추가 요금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176474"/>
                  </a:ext>
                </a:extLst>
              </a:tr>
              <a:tr h="9580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아동 추가 요금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8312223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AF00AAD3-BEAF-2587-CEDE-EA2BA095522D}"/>
              </a:ext>
            </a:extLst>
          </p:cNvPr>
          <p:cNvSpPr txBox="1"/>
          <p:nvPr/>
        </p:nvSpPr>
        <p:spPr>
          <a:xfrm>
            <a:off x="1427884" y="118367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일반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4" name="Text Box">
            <a:extLst>
              <a:ext uri="{FF2B5EF4-FFF2-40B4-BE49-F238E27FC236}">
                <a16:creationId xmlns:a16="http://schemas.microsoft.com/office/drawing/2014/main" id="{5BAC7D35-4F53-BCEE-981B-AE81A286CBC6}"/>
              </a:ext>
            </a:extLst>
          </p:cNvPr>
          <p:cNvSpPr>
            <a:spLocks/>
          </p:cNvSpPr>
          <p:nvPr/>
        </p:nvSpPr>
        <p:spPr bwMode="auto">
          <a:xfrm>
            <a:off x="2725361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51A92478-95D1-D47C-4258-B09762F2A0EC}"/>
              </a:ext>
            </a:extLst>
          </p:cNvPr>
          <p:cNvGrpSpPr/>
          <p:nvPr/>
        </p:nvGrpSpPr>
        <p:grpSpPr>
          <a:xfrm>
            <a:off x="2423592" y="1467655"/>
            <a:ext cx="458681" cy="215444"/>
            <a:chOff x="2796305" y="2278069"/>
            <a:chExt cx="458681" cy="215444"/>
          </a:xfrm>
        </p:grpSpPr>
        <p:grpSp>
          <p:nvGrpSpPr>
            <p:cNvPr id="2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29190C18-C089-E354-ED2E-D391972593C7}"/>
                </a:ext>
              </a:extLst>
            </p:cNvPr>
            <p:cNvGrpSpPr/>
            <p:nvPr>
              <p:custDataLst>
                <p:tags r:id="rId8"/>
              </p:custDataLst>
            </p:nvPr>
          </p:nvGrpSpPr>
          <p:grpSpPr>
            <a:xfrm>
              <a:off x="2856129" y="2303049"/>
              <a:ext cx="398857" cy="166199"/>
              <a:chOff x="554563" y="2615322"/>
              <a:chExt cx="398858" cy="166199"/>
            </a:xfrm>
          </p:grpSpPr>
          <p:sp>
            <p:nvSpPr>
              <p:cNvPr id="34" name="Box">
                <a:extLst>
                  <a:ext uri="{FF2B5EF4-FFF2-40B4-BE49-F238E27FC236}">
                    <a16:creationId xmlns:a16="http://schemas.microsoft.com/office/drawing/2014/main" id="{1023559D-DDE3-D4D8-58A3-871ACA52B28E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abel">
                <a:extLst>
                  <a:ext uri="{FF2B5EF4-FFF2-40B4-BE49-F238E27FC236}">
                    <a16:creationId xmlns:a16="http://schemas.microsoft.com/office/drawing/2014/main" id="{26DC30CF-2646-2E99-645E-89D9324D54FE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92004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전체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" name="Check" hidden="1">
                <a:extLst>
                  <a:ext uri="{FF2B5EF4-FFF2-40B4-BE49-F238E27FC236}">
                    <a16:creationId xmlns:a16="http://schemas.microsoft.com/office/drawing/2014/main" id="{2D350036-665F-F6D8-C233-C88881E91F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3E3ED7D9-A489-AEF4-7754-8CFAC4BBE0E0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264F9341-550C-BA3C-0F08-811D68DA4191}"/>
              </a:ext>
            </a:extLst>
          </p:cNvPr>
          <p:cNvGrpSpPr/>
          <p:nvPr/>
        </p:nvGrpSpPr>
        <p:grpSpPr>
          <a:xfrm>
            <a:off x="2812340" y="1467655"/>
            <a:ext cx="498757" cy="215444"/>
            <a:chOff x="2796305" y="2278069"/>
            <a:chExt cx="498757" cy="215444"/>
          </a:xfrm>
        </p:grpSpPr>
        <p:grpSp>
          <p:nvGrpSpPr>
            <p:cNvPr id="4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B90624F2-5D26-B547-41B7-7658D4E5D5C1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2856129" y="2303049"/>
              <a:ext cx="438933" cy="166199"/>
              <a:chOff x="554563" y="2615322"/>
              <a:chExt cx="438934" cy="166199"/>
            </a:xfrm>
          </p:grpSpPr>
          <p:sp>
            <p:nvSpPr>
              <p:cNvPr id="48" name="Box">
                <a:extLst>
                  <a:ext uri="{FF2B5EF4-FFF2-40B4-BE49-F238E27FC236}">
                    <a16:creationId xmlns:a16="http://schemas.microsoft.com/office/drawing/2014/main" id="{600396EA-4414-391D-5659-C4EB6E97B674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" name="Label">
                <a:extLst>
                  <a:ext uri="{FF2B5EF4-FFF2-40B4-BE49-F238E27FC236}">
                    <a16:creationId xmlns:a16="http://schemas.microsoft.com/office/drawing/2014/main" id="{4DAA8202-8C03-21C5-9656-AD3C4EE7DF3B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320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MON</a:t>
                </a:r>
              </a:p>
            </p:txBody>
          </p:sp>
          <p:sp>
            <p:nvSpPr>
              <p:cNvPr id="51" name="Check" hidden="1">
                <a:extLst>
                  <a:ext uri="{FF2B5EF4-FFF2-40B4-BE49-F238E27FC236}">
                    <a16:creationId xmlns:a16="http://schemas.microsoft.com/office/drawing/2014/main" id="{15FAD082-CD3C-FB02-EBD7-3DD7EEE4FF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E443BF75-7D73-E082-EA1B-F399C8F32DD5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4AD34119-B314-1CF4-4844-4AD8272200ED}"/>
              </a:ext>
            </a:extLst>
          </p:cNvPr>
          <p:cNvGrpSpPr/>
          <p:nvPr/>
        </p:nvGrpSpPr>
        <p:grpSpPr>
          <a:xfrm>
            <a:off x="3241164" y="1467655"/>
            <a:ext cx="445857" cy="215444"/>
            <a:chOff x="2796305" y="2278069"/>
            <a:chExt cx="445857" cy="215444"/>
          </a:xfrm>
        </p:grpSpPr>
        <p:grpSp>
          <p:nvGrpSpPr>
            <p:cNvPr id="5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62BDC99F-75AB-A4A4-1B05-9A029CF96227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2856129" y="2303049"/>
              <a:ext cx="386033" cy="166199"/>
              <a:chOff x="554563" y="2615322"/>
              <a:chExt cx="386034" cy="166199"/>
            </a:xfrm>
          </p:grpSpPr>
          <p:sp>
            <p:nvSpPr>
              <p:cNvPr id="55" name="Box">
                <a:extLst>
                  <a:ext uri="{FF2B5EF4-FFF2-40B4-BE49-F238E27FC236}">
                    <a16:creationId xmlns:a16="http://schemas.microsoft.com/office/drawing/2014/main" id="{06CC09A6-FFC0-0DF4-D196-3A5D84C5C408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" name="Label">
                <a:extLst>
                  <a:ext uri="{FF2B5EF4-FFF2-40B4-BE49-F238E27FC236}">
                    <a16:creationId xmlns:a16="http://schemas.microsoft.com/office/drawing/2014/main" id="{FF3BFD56-3066-0AD0-903A-B2CD93A6C499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791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TUE</a:t>
                </a:r>
              </a:p>
            </p:txBody>
          </p:sp>
          <p:sp>
            <p:nvSpPr>
              <p:cNvPr id="57" name="Check" hidden="1">
                <a:extLst>
                  <a:ext uri="{FF2B5EF4-FFF2-40B4-BE49-F238E27FC236}">
                    <a16:creationId xmlns:a16="http://schemas.microsoft.com/office/drawing/2014/main" id="{71655FC8-89B6-97AC-DF9B-133E7CF41B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4228DD51-208B-3C1E-DB50-60D01DE5CA5E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910D26A6-C3F4-FA9C-E178-C277ECAAC8A3}"/>
              </a:ext>
            </a:extLst>
          </p:cNvPr>
          <p:cNvGrpSpPr/>
          <p:nvPr/>
        </p:nvGrpSpPr>
        <p:grpSpPr>
          <a:xfrm>
            <a:off x="3617088" y="1467047"/>
            <a:ext cx="479521" cy="215444"/>
            <a:chOff x="2796305" y="2278069"/>
            <a:chExt cx="479521" cy="215444"/>
          </a:xfrm>
        </p:grpSpPr>
        <p:grpSp>
          <p:nvGrpSpPr>
            <p:cNvPr id="59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50651940-760A-407C-39C9-99E244C6AD10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2856129" y="2303049"/>
              <a:ext cx="419697" cy="166199"/>
              <a:chOff x="554563" y="2615322"/>
              <a:chExt cx="419698" cy="166199"/>
            </a:xfrm>
          </p:grpSpPr>
          <p:sp>
            <p:nvSpPr>
              <p:cNvPr id="61" name="Box">
                <a:extLst>
                  <a:ext uri="{FF2B5EF4-FFF2-40B4-BE49-F238E27FC236}">
                    <a16:creationId xmlns:a16="http://schemas.microsoft.com/office/drawing/2014/main" id="{0C7AAA31-3147-7B85-40DE-43EA699006BD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Label">
                <a:extLst>
                  <a:ext uri="{FF2B5EF4-FFF2-40B4-BE49-F238E27FC236}">
                    <a16:creationId xmlns:a16="http://schemas.microsoft.com/office/drawing/2014/main" id="{5E701279-2414-19F6-78E5-B8A82C5E15D3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12844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WED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" name="Check" hidden="1">
                <a:extLst>
                  <a:ext uri="{FF2B5EF4-FFF2-40B4-BE49-F238E27FC236}">
                    <a16:creationId xmlns:a16="http://schemas.microsoft.com/office/drawing/2014/main" id="{2AD82277-120B-0BC9-DBE9-2859247DF0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12023F26-57EE-61D5-3C67-0401696DDC47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121CF170-0FC6-6D91-F9F7-379EE9C7F76D}"/>
              </a:ext>
            </a:extLst>
          </p:cNvPr>
          <p:cNvGrpSpPr/>
          <p:nvPr/>
        </p:nvGrpSpPr>
        <p:grpSpPr>
          <a:xfrm>
            <a:off x="4026676" y="1466439"/>
            <a:ext cx="461887" cy="215444"/>
            <a:chOff x="2796305" y="2278069"/>
            <a:chExt cx="461887" cy="215444"/>
          </a:xfrm>
        </p:grpSpPr>
        <p:grpSp>
          <p:nvGrpSpPr>
            <p:cNvPr id="6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29185290-BC00-F783-5ABE-F0908F5AB163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2856129" y="2303049"/>
              <a:ext cx="402063" cy="166199"/>
              <a:chOff x="554563" y="2615322"/>
              <a:chExt cx="402064" cy="166199"/>
            </a:xfrm>
          </p:grpSpPr>
          <p:sp>
            <p:nvSpPr>
              <p:cNvPr id="67" name="Box">
                <a:extLst>
                  <a:ext uri="{FF2B5EF4-FFF2-40B4-BE49-F238E27FC236}">
                    <a16:creationId xmlns:a16="http://schemas.microsoft.com/office/drawing/2014/main" id="{EB24A7E4-28C1-BC82-3AAF-735E30C58F1D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" name="Label">
                <a:extLst>
                  <a:ext uri="{FF2B5EF4-FFF2-40B4-BE49-F238E27FC236}">
                    <a16:creationId xmlns:a16="http://schemas.microsoft.com/office/drawing/2014/main" id="{B3E3DF65-4464-B9EB-73CC-DEC722AF739C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9521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THU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9" name="Check" hidden="1">
                <a:extLst>
                  <a:ext uri="{FF2B5EF4-FFF2-40B4-BE49-F238E27FC236}">
                    <a16:creationId xmlns:a16="http://schemas.microsoft.com/office/drawing/2014/main" id="{911F725F-9A2F-ADC4-5115-AF72470855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09D8A39-DA73-29D3-48FA-4CD9B2AA38AE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7C66147C-23AE-4898-5CC8-68A5679A14C3}"/>
              </a:ext>
            </a:extLst>
          </p:cNvPr>
          <p:cNvGrpSpPr/>
          <p:nvPr/>
        </p:nvGrpSpPr>
        <p:grpSpPr>
          <a:xfrm>
            <a:off x="4418630" y="1465831"/>
            <a:ext cx="418606" cy="215444"/>
            <a:chOff x="2796305" y="2278069"/>
            <a:chExt cx="418606" cy="215444"/>
          </a:xfrm>
        </p:grpSpPr>
        <p:grpSp>
          <p:nvGrpSpPr>
            <p:cNvPr id="71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7DC91443-A7DE-471F-A86F-B3D898D49C49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2856129" y="2303049"/>
              <a:ext cx="358782" cy="166199"/>
              <a:chOff x="554563" y="2615322"/>
              <a:chExt cx="358783" cy="166199"/>
            </a:xfrm>
          </p:grpSpPr>
          <p:sp>
            <p:nvSpPr>
              <p:cNvPr id="73" name="Box">
                <a:extLst>
                  <a:ext uri="{FF2B5EF4-FFF2-40B4-BE49-F238E27FC236}">
                    <a16:creationId xmlns:a16="http://schemas.microsoft.com/office/drawing/2014/main" id="{6D61FC22-D267-1D50-951C-0DF5513721AD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" name="Label">
                <a:extLst>
                  <a:ext uri="{FF2B5EF4-FFF2-40B4-BE49-F238E27FC236}">
                    <a16:creationId xmlns:a16="http://schemas.microsoft.com/office/drawing/2014/main" id="{7DBE2B0D-12E8-222B-2BC7-CB134F55646D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51929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FRI</a:t>
                </a:r>
              </a:p>
            </p:txBody>
          </p:sp>
          <p:sp>
            <p:nvSpPr>
              <p:cNvPr id="75" name="Check" hidden="1">
                <a:extLst>
                  <a:ext uri="{FF2B5EF4-FFF2-40B4-BE49-F238E27FC236}">
                    <a16:creationId xmlns:a16="http://schemas.microsoft.com/office/drawing/2014/main" id="{8EE3C017-90BF-077F-FA12-C89B84629D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C8BEF17-6ADF-595F-C951-3324A46EFCE3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F42CB701-394F-DA79-B609-8B7E71283525}"/>
              </a:ext>
            </a:extLst>
          </p:cNvPr>
          <p:cNvGrpSpPr/>
          <p:nvPr/>
        </p:nvGrpSpPr>
        <p:grpSpPr>
          <a:xfrm>
            <a:off x="4767303" y="1465223"/>
            <a:ext cx="445857" cy="215444"/>
            <a:chOff x="2796305" y="2278069"/>
            <a:chExt cx="445857" cy="215444"/>
          </a:xfrm>
        </p:grpSpPr>
        <p:grpSp>
          <p:nvGrpSpPr>
            <p:cNvPr id="77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C975C280-6E94-8C07-6CCF-AC5B6AE73159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2856129" y="2303049"/>
              <a:ext cx="386033" cy="166199"/>
              <a:chOff x="554563" y="2615322"/>
              <a:chExt cx="386034" cy="166199"/>
            </a:xfrm>
          </p:grpSpPr>
          <p:sp>
            <p:nvSpPr>
              <p:cNvPr id="79" name="Box">
                <a:extLst>
                  <a:ext uri="{FF2B5EF4-FFF2-40B4-BE49-F238E27FC236}">
                    <a16:creationId xmlns:a16="http://schemas.microsoft.com/office/drawing/2014/main" id="{3BF256E2-9D5C-A8D3-070A-F4190C423A2B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" name="Label">
                <a:extLst>
                  <a:ext uri="{FF2B5EF4-FFF2-40B4-BE49-F238E27FC236}">
                    <a16:creationId xmlns:a16="http://schemas.microsoft.com/office/drawing/2014/main" id="{D194159B-2D30-0DD9-40EC-80928D1E971E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27918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SAT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" name="Check" hidden="1">
                <a:extLst>
                  <a:ext uri="{FF2B5EF4-FFF2-40B4-BE49-F238E27FC236}">
                    <a16:creationId xmlns:a16="http://schemas.microsoft.com/office/drawing/2014/main" id="{9FDC00A0-EDB3-D01A-CCB7-64899CBE16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4E1089C-C60B-3ECC-2EE6-628A77F3C053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FC03CC53-0C87-C7B2-DE0D-F880E99AECA1}"/>
              </a:ext>
            </a:extLst>
          </p:cNvPr>
          <p:cNvGrpSpPr/>
          <p:nvPr/>
        </p:nvGrpSpPr>
        <p:grpSpPr>
          <a:xfrm>
            <a:off x="5143224" y="1464615"/>
            <a:ext cx="466697" cy="215444"/>
            <a:chOff x="2796305" y="2278069"/>
            <a:chExt cx="466697" cy="215444"/>
          </a:xfrm>
        </p:grpSpPr>
        <p:grpSp>
          <p:nvGrpSpPr>
            <p:cNvPr id="83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.4&quot; minHeight=&quot;10.4&quot; /&gt;&lt;/SmartSettings&gt;">
              <a:extLst>
                <a:ext uri="{FF2B5EF4-FFF2-40B4-BE49-F238E27FC236}">
                  <a16:creationId xmlns:a16="http://schemas.microsoft.com/office/drawing/2014/main" id="{0822F5C2-1B9E-EF59-8FC8-26EEE1AC7E41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2856129" y="2303049"/>
              <a:ext cx="406873" cy="166199"/>
              <a:chOff x="554563" y="2615322"/>
              <a:chExt cx="406874" cy="166199"/>
            </a:xfrm>
          </p:grpSpPr>
          <p:sp>
            <p:nvSpPr>
              <p:cNvPr id="85" name="Box">
                <a:extLst>
                  <a:ext uri="{FF2B5EF4-FFF2-40B4-BE49-F238E27FC236}">
                    <a16:creationId xmlns:a16="http://schemas.microsoft.com/office/drawing/2014/main" id="{1D2F074B-8E44-CB97-C8AF-E8E1E7BF069A}"/>
                  </a:ext>
                </a:extLst>
              </p:cNvPr>
              <p:cNvSpPr/>
              <p:nvPr/>
            </p:nvSpPr>
            <p:spPr>
              <a:xfrm>
                <a:off x="554563" y="2632644"/>
                <a:ext cx="131556" cy="131556"/>
              </a:xfrm>
              <a:prstGeom prst="rect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" name="Label">
                <a:extLst>
                  <a:ext uri="{FF2B5EF4-FFF2-40B4-BE49-F238E27FC236}">
                    <a16:creationId xmlns:a16="http://schemas.microsoft.com/office/drawing/2014/main" id="{8F48A8F0-6621-A3ED-6140-0B2282E63502}"/>
                  </a:ext>
                </a:extLst>
              </p:cNvPr>
              <p:cNvSpPr txBox="1"/>
              <p:nvPr/>
            </p:nvSpPr>
            <p:spPr>
              <a:xfrm>
                <a:off x="661417" y="2615322"/>
                <a:ext cx="300020" cy="166199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6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SUN</a:t>
                </a:r>
                <a:endParaRPr lang="en-US" sz="6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7" name="Check" hidden="1">
                <a:extLst>
                  <a:ext uri="{FF2B5EF4-FFF2-40B4-BE49-F238E27FC236}">
                    <a16:creationId xmlns:a16="http://schemas.microsoft.com/office/drawing/2014/main" id="{05AED0F5-94C4-D992-2656-CBFBF540B7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252" y="2653644"/>
                <a:ext cx="88178" cy="89556"/>
              </a:xfrm>
              <a:custGeom>
                <a:avLst/>
                <a:gdLst>
                  <a:gd name="T0" fmla="*/ 275 w 275"/>
                  <a:gd name="T1" fmla="*/ 0 h 275"/>
                  <a:gd name="T2" fmla="*/ 0 w 275"/>
                  <a:gd name="T3" fmla="*/ 275 h 275"/>
                  <a:gd name="T4" fmla="*/ 0 w 275"/>
                  <a:gd name="T5" fmla="*/ 0 h 275"/>
                  <a:gd name="T6" fmla="*/ 275 w 275"/>
                  <a:gd name="T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275">
                    <a:moveTo>
                      <a:pt x="275" y="0"/>
                    </a:moveTo>
                    <a:lnTo>
                      <a:pt x="0" y="275"/>
                    </a:lnTo>
                    <a:moveTo>
                      <a:pt x="0" y="0"/>
                    </a:moveTo>
                    <a:lnTo>
                      <a:pt x="275" y="275"/>
                    </a:lnTo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0C785796-C844-9832-16AD-EDD2531B9ED7}"/>
                </a:ext>
              </a:extLst>
            </p:cNvPr>
            <p:cNvSpPr txBox="1"/>
            <p:nvPr/>
          </p:nvSpPr>
          <p:spPr>
            <a:xfrm>
              <a:off x="2796305" y="2278069"/>
              <a:ext cx="26161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ko-KR" altLang="en-US" sz="800" b="1" dirty="0">
                  <a:solidFill>
                    <a:schemeClr val="bg1"/>
                  </a:solidFill>
                  <a:latin typeface="+mn-ea"/>
                  <a:ea typeface="+mn-ea"/>
                </a:rPr>
                <a:t>✓</a:t>
              </a:r>
            </a:p>
          </p:txBody>
        </p:sp>
      </p:grpSp>
      <p:sp>
        <p:nvSpPr>
          <p:cNvPr id="98" name="TextBox 97">
            <a:extLst>
              <a:ext uri="{FF2B5EF4-FFF2-40B4-BE49-F238E27FC236}">
                <a16:creationId xmlns:a16="http://schemas.microsoft.com/office/drawing/2014/main" id="{9EC1A5BE-12CC-C192-8560-9EEFE5A9C518}"/>
              </a:ext>
            </a:extLst>
          </p:cNvPr>
          <p:cNvSpPr txBox="1"/>
          <p:nvPr/>
        </p:nvSpPr>
        <p:spPr>
          <a:xfrm>
            <a:off x="1427884" y="4177079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en" altLang="en-US" sz="800" b="1" dirty="0">
                <a:latin typeface="+mn-ea"/>
                <a:ea typeface="+mn-ea"/>
              </a:rPr>
              <a:t>D</a:t>
            </a:r>
            <a:r>
              <a:rPr lang="en" altLang="ko-KR" sz="800" b="1" dirty="0">
                <a:latin typeface="+mn-ea"/>
                <a:ea typeface="+mn-ea"/>
              </a:rPr>
              <a:t>own/Up sale</a:t>
            </a:r>
            <a:r>
              <a:rPr kumimoji="1" lang="ko-KR" altLang="en-US" sz="800" b="1" dirty="0">
                <a:latin typeface="+mn-ea"/>
                <a:ea typeface="+mn-ea"/>
              </a:rPr>
              <a:t>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99" name="표 98">
            <a:extLst>
              <a:ext uri="{FF2B5EF4-FFF2-40B4-BE49-F238E27FC236}">
                <a16:creationId xmlns:a16="http://schemas.microsoft.com/office/drawing/2014/main" id="{28BAB207-BBBC-5C3E-7BFB-E745F3918068}"/>
              </a:ext>
            </a:extLst>
          </p:cNvPr>
          <p:cNvGraphicFramePr>
            <a:graphicFrameLocks noGrp="1"/>
          </p:cNvGraphicFramePr>
          <p:nvPr/>
        </p:nvGraphicFramePr>
        <p:xfrm>
          <a:off x="1513108" y="4431285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872028281"/>
                    </a:ext>
                  </a:extLst>
                </a:gridCol>
                <a:gridCol w="3379331">
                  <a:extLst>
                    <a:ext uri="{9D8B030D-6E8A-4147-A177-3AD203B41FA5}">
                      <a16:colId xmlns:a16="http://schemas.microsoft.com/office/drawing/2014/main" val="242730794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       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처리 방식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소수점                             자리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</a:tbl>
          </a:graphicData>
        </a:graphic>
      </p:graphicFrame>
      <p:grpSp>
        <p:nvGrpSpPr>
          <p:cNvPr id="100" name="그룹 99">
            <a:extLst>
              <a:ext uri="{FF2B5EF4-FFF2-40B4-BE49-F238E27FC236}">
                <a16:creationId xmlns:a16="http://schemas.microsoft.com/office/drawing/2014/main" id="{2F2FD215-428C-532B-9044-084C2EFBF378}"/>
              </a:ext>
            </a:extLst>
          </p:cNvPr>
          <p:cNvGrpSpPr/>
          <p:nvPr/>
        </p:nvGrpSpPr>
        <p:grpSpPr>
          <a:xfrm>
            <a:off x="2787213" y="4492648"/>
            <a:ext cx="446018" cy="176384"/>
            <a:chOff x="1290369" y="2868764"/>
            <a:chExt cx="446018" cy="176384"/>
          </a:xfrm>
        </p:grpSpPr>
        <p:sp>
          <p:nvSpPr>
            <p:cNvPr id="101" name="Text Box">
              <a:extLst>
                <a:ext uri="{FF2B5EF4-FFF2-40B4-BE49-F238E27FC236}">
                  <a16:creationId xmlns:a16="http://schemas.microsoft.com/office/drawing/2014/main" id="{B4C5B648-CAC2-0FD4-BCF7-DAD260733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176384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+</a:t>
              </a:r>
            </a:p>
          </p:txBody>
        </p:sp>
        <p:sp>
          <p:nvSpPr>
            <p:cNvPr id="102" name="Chevron Left">
              <a:extLst>
                <a:ext uri="{FF2B5EF4-FFF2-40B4-BE49-F238E27FC236}">
                  <a16:creationId xmlns:a16="http://schemas.microsoft.com/office/drawing/2014/main" id="{ABDAA75D-2689-48B1-A426-0A1124B7C729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3" name="Text Box">
            <a:extLst>
              <a:ext uri="{FF2B5EF4-FFF2-40B4-BE49-F238E27FC236}">
                <a16:creationId xmlns:a16="http://schemas.microsoft.com/office/drawing/2014/main" id="{C0302AF4-EA7B-14AE-25DB-A875EB2F0152}"/>
              </a:ext>
            </a:extLst>
          </p:cNvPr>
          <p:cNvSpPr>
            <a:spLocks/>
          </p:cNvSpPr>
          <p:nvPr/>
        </p:nvSpPr>
        <p:spPr bwMode="auto">
          <a:xfrm>
            <a:off x="3269973" y="4489318"/>
            <a:ext cx="863999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F1DEC060-463C-5CCD-9BD9-5BE6F12ED6AB}"/>
              </a:ext>
            </a:extLst>
          </p:cNvPr>
          <p:cNvGrpSpPr/>
          <p:nvPr/>
        </p:nvGrpSpPr>
        <p:grpSpPr>
          <a:xfrm>
            <a:off x="4164008" y="4492648"/>
            <a:ext cx="604828" cy="176384"/>
            <a:chOff x="1290369" y="2868764"/>
            <a:chExt cx="604828" cy="176384"/>
          </a:xfrm>
        </p:grpSpPr>
        <p:sp>
          <p:nvSpPr>
            <p:cNvPr id="105" name="Text Box">
              <a:extLst>
                <a:ext uri="{FF2B5EF4-FFF2-40B4-BE49-F238E27FC236}">
                  <a16:creationId xmlns:a16="http://schemas.microsoft.com/office/drawing/2014/main" id="{62FA7179-665A-3995-598C-54C7481B0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604828" cy="176384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정률</a:t>
              </a: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(%)</a:t>
              </a:r>
            </a:p>
          </p:txBody>
        </p:sp>
        <p:sp>
          <p:nvSpPr>
            <p:cNvPr id="106" name="Chevron Left">
              <a:extLst>
                <a:ext uri="{FF2B5EF4-FFF2-40B4-BE49-F238E27FC236}">
                  <a16:creationId xmlns:a16="http://schemas.microsoft.com/office/drawing/2014/main" id="{BEBD586B-1914-4033-F28A-FCBE395E29B2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777767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" name="Text Box">
            <a:extLst>
              <a:ext uri="{FF2B5EF4-FFF2-40B4-BE49-F238E27FC236}">
                <a16:creationId xmlns:a16="http://schemas.microsoft.com/office/drawing/2014/main" id="{EB6A0FE7-8F3C-9A84-D521-E2E6516CB3CE}"/>
              </a:ext>
            </a:extLst>
          </p:cNvPr>
          <p:cNvSpPr>
            <a:spLocks/>
          </p:cNvSpPr>
          <p:nvPr/>
        </p:nvSpPr>
        <p:spPr bwMode="auto">
          <a:xfrm>
            <a:off x="6282118" y="4491949"/>
            <a:ext cx="64807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</a:p>
        </p:txBody>
      </p: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3B378540-6973-FDA3-4A40-D6DD8DF3D17D}"/>
              </a:ext>
            </a:extLst>
          </p:cNvPr>
          <p:cNvGrpSpPr/>
          <p:nvPr/>
        </p:nvGrpSpPr>
        <p:grpSpPr>
          <a:xfrm>
            <a:off x="7248128" y="4496406"/>
            <a:ext cx="446018" cy="175258"/>
            <a:chOff x="1290369" y="2868764"/>
            <a:chExt cx="446018" cy="175258"/>
          </a:xfrm>
        </p:grpSpPr>
        <p:sp>
          <p:nvSpPr>
            <p:cNvPr id="109" name="Text Box">
              <a:extLst>
                <a:ext uri="{FF2B5EF4-FFF2-40B4-BE49-F238E27FC236}">
                  <a16:creationId xmlns:a16="http://schemas.microsoft.com/office/drawing/2014/main" id="{6393F4AC-8803-0D2E-68AB-191A20E81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17525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올림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0" name="Chevron Left">
              <a:extLst>
                <a:ext uri="{FF2B5EF4-FFF2-40B4-BE49-F238E27FC236}">
                  <a16:creationId xmlns:a16="http://schemas.microsoft.com/office/drawing/2014/main" id="{8C40F214-A65A-7FC6-C126-F2F9652A474E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7851DF00-A41E-9527-E027-59A61C7BF6A5}"/>
              </a:ext>
            </a:extLst>
          </p:cNvPr>
          <p:cNvGrpSpPr/>
          <p:nvPr/>
        </p:nvGrpSpPr>
        <p:grpSpPr>
          <a:xfrm rot="10800000">
            <a:off x="1343512" y="1112212"/>
            <a:ext cx="360000" cy="372571"/>
            <a:chOff x="3180625" y="5062589"/>
            <a:chExt cx="360000" cy="372571"/>
          </a:xfrm>
        </p:grpSpPr>
        <p:cxnSp>
          <p:nvCxnSpPr>
            <p:cNvPr id="112" name="직선 연결선 206">
              <a:extLst>
                <a:ext uri="{FF2B5EF4-FFF2-40B4-BE49-F238E27FC236}">
                  <a16:creationId xmlns:a16="http://schemas.microsoft.com/office/drawing/2014/main" id="{779C63AF-DF83-10FE-88E7-182DE2BE1436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A5789250-8391-59B9-5B5A-B7010E992B2F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90114492-078F-0B61-6CEA-77A83BF1F05E}"/>
              </a:ext>
            </a:extLst>
          </p:cNvPr>
          <p:cNvSpPr txBox="1"/>
          <p:nvPr/>
        </p:nvSpPr>
        <p:spPr>
          <a:xfrm>
            <a:off x="2218460" y="1183679"/>
            <a:ext cx="200247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0" lang="en-US" altLang="ko-KR" sz="800" i="0" u="none" strike="noStrike" kern="0" cap="none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※</a:t>
            </a:r>
            <a:r>
              <a:rPr kumimoji="0" lang="ko-KR" altLang="en-US" sz="800" i="0" u="none" strike="noStrike" kern="0" cap="none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 </a:t>
            </a:r>
            <a:r>
              <a:rPr kumimoji="0" lang="ko-KR" altLang="en-US" sz="800" kern="0" dirty="0">
                <a:solidFill>
                  <a:srgbClr val="FF0000"/>
                </a:solidFill>
                <a:latin typeface="+mn-ea"/>
                <a:ea typeface="+mn-ea"/>
              </a:rPr>
              <a:t>금액은 </a:t>
            </a:r>
            <a:r>
              <a:rPr kumimoji="1" lang="en-US" altLang="ko-KR" sz="800" dirty="0">
                <a:solidFill>
                  <a:srgbClr val="FF0000"/>
                </a:solidFill>
                <a:latin typeface="+mn-ea"/>
                <a:ea typeface="+mn-ea"/>
              </a:rPr>
              <a:t>VAT</a:t>
            </a:r>
            <a:r>
              <a:rPr kumimoji="1" lang="ko-KR" altLang="en-US" sz="800" dirty="0">
                <a:solidFill>
                  <a:srgbClr val="FF0000"/>
                </a:solidFill>
                <a:latin typeface="+mn-ea"/>
                <a:ea typeface="+mn-ea"/>
              </a:rPr>
              <a:t> </a:t>
            </a:r>
            <a:r>
              <a:rPr lang="ko-KR" altLang="en-US" sz="800" dirty="0">
                <a:solidFill>
                  <a:srgbClr val="FF0000"/>
                </a:solidFill>
                <a:latin typeface="+mn-ea"/>
                <a:ea typeface="+mn-ea"/>
              </a:rPr>
              <a:t>포함 금액으로 입력하세요</a:t>
            </a:r>
            <a:r>
              <a:rPr lang="en-US" altLang="ko-KR" sz="800" dirty="0">
                <a:solidFill>
                  <a:srgbClr val="FF0000"/>
                </a:solidFill>
                <a:latin typeface="+mn-ea"/>
                <a:ea typeface="+mn-ea"/>
              </a:rPr>
              <a:t>.</a:t>
            </a:r>
            <a:endParaRPr kumimoji="1" lang="ko-KR" altLang="en-US" sz="8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graphicFrame>
        <p:nvGraphicFramePr>
          <p:cNvPr id="121" name="표 120">
            <a:extLst>
              <a:ext uri="{FF2B5EF4-FFF2-40B4-BE49-F238E27FC236}">
                <a16:creationId xmlns:a16="http://schemas.microsoft.com/office/drawing/2014/main" id="{3113AF9C-E64A-49C3-5997-29A180F06E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1199203"/>
              </p:ext>
            </p:extLst>
          </p:nvPr>
        </p:nvGraphicFramePr>
        <p:xfrm>
          <a:off x="2424072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24" name="Text Box">
            <a:extLst>
              <a:ext uri="{FF2B5EF4-FFF2-40B4-BE49-F238E27FC236}">
                <a16:creationId xmlns:a16="http://schemas.microsoft.com/office/drawing/2014/main" id="{E8CE4085-3E71-A960-1B63-BBF0DAF9C092}"/>
              </a:ext>
            </a:extLst>
          </p:cNvPr>
          <p:cNvSpPr>
            <a:spLocks/>
          </p:cNvSpPr>
          <p:nvPr/>
        </p:nvSpPr>
        <p:spPr bwMode="auto">
          <a:xfrm>
            <a:off x="3937145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</a:p>
        </p:txBody>
      </p:sp>
      <p:sp>
        <p:nvSpPr>
          <p:cNvPr id="125" name="Text Box">
            <a:extLst>
              <a:ext uri="{FF2B5EF4-FFF2-40B4-BE49-F238E27FC236}">
                <a16:creationId xmlns:a16="http://schemas.microsoft.com/office/drawing/2014/main" id="{C9A3A1DF-B7ED-62EC-2067-145A3A91AA34}"/>
              </a:ext>
            </a:extLst>
          </p:cNvPr>
          <p:cNvSpPr>
            <a:spLocks/>
          </p:cNvSpPr>
          <p:nvPr/>
        </p:nvSpPr>
        <p:spPr bwMode="auto">
          <a:xfrm>
            <a:off x="5150979" y="1785612"/>
            <a:ext cx="87254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sp>
        <p:nvSpPr>
          <p:cNvPr id="126" name="Text Box">
            <a:extLst>
              <a:ext uri="{FF2B5EF4-FFF2-40B4-BE49-F238E27FC236}">
                <a16:creationId xmlns:a16="http://schemas.microsoft.com/office/drawing/2014/main" id="{3A598921-03B9-820E-3F59-383D1E2A0C6B}"/>
              </a:ext>
            </a:extLst>
          </p:cNvPr>
          <p:cNvSpPr>
            <a:spLocks/>
          </p:cNvSpPr>
          <p:nvPr/>
        </p:nvSpPr>
        <p:spPr bwMode="auto">
          <a:xfrm>
            <a:off x="2706717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127" name="Text Box">
            <a:extLst>
              <a:ext uri="{FF2B5EF4-FFF2-40B4-BE49-F238E27FC236}">
                <a16:creationId xmlns:a16="http://schemas.microsoft.com/office/drawing/2014/main" id="{FCBF38F8-198F-6133-7F2C-FE0CE007EAEF}"/>
              </a:ext>
            </a:extLst>
          </p:cNvPr>
          <p:cNvSpPr>
            <a:spLocks/>
          </p:cNvSpPr>
          <p:nvPr/>
        </p:nvSpPr>
        <p:spPr bwMode="auto">
          <a:xfrm>
            <a:off x="2706717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28" name="Text Box">
            <a:extLst>
              <a:ext uri="{FF2B5EF4-FFF2-40B4-BE49-F238E27FC236}">
                <a16:creationId xmlns:a16="http://schemas.microsoft.com/office/drawing/2014/main" id="{3C4D38DD-F9B3-40D8-FF34-9B76B05CF3D9}"/>
              </a:ext>
            </a:extLst>
          </p:cNvPr>
          <p:cNvSpPr>
            <a:spLocks/>
          </p:cNvSpPr>
          <p:nvPr/>
        </p:nvSpPr>
        <p:spPr bwMode="auto">
          <a:xfrm>
            <a:off x="2706717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141" name="표 140">
            <a:extLst>
              <a:ext uri="{FF2B5EF4-FFF2-40B4-BE49-F238E27FC236}">
                <a16:creationId xmlns:a16="http://schemas.microsoft.com/office/drawing/2014/main" id="{70F9AC5E-7260-B3BD-2BD3-B88FE3F46D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3843227"/>
              </p:ext>
            </p:extLst>
          </p:nvPr>
        </p:nvGraphicFramePr>
        <p:xfrm>
          <a:off x="3557412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42" name="Text Box">
            <a:extLst>
              <a:ext uri="{FF2B5EF4-FFF2-40B4-BE49-F238E27FC236}">
                <a16:creationId xmlns:a16="http://schemas.microsoft.com/office/drawing/2014/main" id="{E1EDC847-D7C4-F62D-65E0-236BDA52EEC6}"/>
              </a:ext>
            </a:extLst>
          </p:cNvPr>
          <p:cNvSpPr>
            <a:spLocks/>
          </p:cNvSpPr>
          <p:nvPr/>
        </p:nvSpPr>
        <p:spPr bwMode="auto">
          <a:xfrm>
            <a:off x="3840057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143" name="Text Box">
            <a:extLst>
              <a:ext uri="{FF2B5EF4-FFF2-40B4-BE49-F238E27FC236}">
                <a16:creationId xmlns:a16="http://schemas.microsoft.com/office/drawing/2014/main" id="{4E7D4C24-101E-67E6-5DCA-CA26BB642962}"/>
              </a:ext>
            </a:extLst>
          </p:cNvPr>
          <p:cNvSpPr>
            <a:spLocks/>
          </p:cNvSpPr>
          <p:nvPr/>
        </p:nvSpPr>
        <p:spPr bwMode="auto">
          <a:xfrm>
            <a:off x="3840057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4" name="Text Box">
            <a:extLst>
              <a:ext uri="{FF2B5EF4-FFF2-40B4-BE49-F238E27FC236}">
                <a16:creationId xmlns:a16="http://schemas.microsoft.com/office/drawing/2014/main" id="{39739BBC-2B4B-1FDE-05BC-49283D6AD9F9}"/>
              </a:ext>
            </a:extLst>
          </p:cNvPr>
          <p:cNvSpPr>
            <a:spLocks/>
          </p:cNvSpPr>
          <p:nvPr/>
        </p:nvSpPr>
        <p:spPr bwMode="auto">
          <a:xfrm>
            <a:off x="3840057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145" name="표 144">
            <a:extLst>
              <a:ext uri="{FF2B5EF4-FFF2-40B4-BE49-F238E27FC236}">
                <a16:creationId xmlns:a16="http://schemas.microsoft.com/office/drawing/2014/main" id="{EC6BE809-9127-628E-CA78-FAF3931A79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3671273"/>
              </p:ext>
            </p:extLst>
          </p:nvPr>
        </p:nvGraphicFramePr>
        <p:xfrm>
          <a:off x="4687533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46" name="Text Box">
            <a:extLst>
              <a:ext uri="{FF2B5EF4-FFF2-40B4-BE49-F238E27FC236}">
                <a16:creationId xmlns:a16="http://schemas.microsoft.com/office/drawing/2014/main" id="{BC1F34E5-9715-0FF0-9FF9-21300C8EE0A0}"/>
              </a:ext>
            </a:extLst>
          </p:cNvPr>
          <p:cNvSpPr>
            <a:spLocks/>
          </p:cNvSpPr>
          <p:nvPr/>
        </p:nvSpPr>
        <p:spPr bwMode="auto">
          <a:xfrm>
            <a:off x="4970178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147" name="Text Box">
            <a:extLst>
              <a:ext uri="{FF2B5EF4-FFF2-40B4-BE49-F238E27FC236}">
                <a16:creationId xmlns:a16="http://schemas.microsoft.com/office/drawing/2014/main" id="{9B3112EE-5FF3-789F-2834-D66BB4873434}"/>
              </a:ext>
            </a:extLst>
          </p:cNvPr>
          <p:cNvSpPr>
            <a:spLocks/>
          </p:cNvSpPr>
          <p:nvPr/>
        </p:nvSpPr>
        <p:spPr bwMode="auto">
          <a:xfrm>
            <a:off x="4970178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48" name="Text Box">
            <a:extLst>
              <a:ext uri="{FF2B5EF4-FFF2-40B4-BE49-F238E27FC236}">
                <a16:creationId xmlns:a16="http://schemas.microsoft.com/office/drawing/2014/main" id="{B7E400F1-5AA2-CEE2-3A5F-60AAB34DB1F6}"/>
              </a:ext>
            </a:extLst>
          </p:cNvPr>
          <p:cNvSpPr>
            <a:spLocks/>
          </p:cNvSpPr>
          <p:nvPr/>
        </p:nvSpPr>
        <p:spPr bwMode="auto">
          <a:xfrm>
            <a:off x="4970178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149" name="표 148">
            <a:extLst>
              <a:ext uri="{FF2B5EF4-FFF2-40B4-BE49-F238E27FC236}">
                <a16:creationId xmlns:a16="http://schemas.microsoft.com/office/drawing/2014/main" id="{0AC04CB6-4243-66ED-E443-2793EDC256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4426310"/>
              </p:ext>
            </p:extLst>
          </p:nvPr>
        </p:nvGraphicFramePr>
        <p:xfrm>
          <a:off x="5824094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50" name="Text Box">
            <a:extLst>
              <a:ext uri="{FF2B5EF4-FFF2-40B4-BE49-F238E27FC236}">
                <a16:creationId xmlns:a16="http://schemas.microsoft.com/office/drawing/2014/main" id="{9618C1DD-1839-07BA-8F4A-7979D4AD017E}"/>
              </a:ext>
            </a:extLst>
          </p:cNvPr>
          <p:cNvSpPr>
            <a:spLocks/>
          </p:cNvSpPr>
          <p:nvPr/>
        </p:nvSpPr>
        <p:spPr bwMode="auto">
          <a:xfrm>
            <a:off x="6106739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151" name="Text Box">
            <a:extLst>
              <a:ext uri="{FF2B5EF4-FFF2-40B4-BE49-F238E27FC236}">
                <a16:creationId xmlns:a16="http://schemas.microsoft.com/office/drawing/2014/main" id="{717087C3-D69B-969B-AE57-F41D620F359F}"/>
              </a:ext>
            </a:extLst>
          </p:cNvPr>
          <p:cNvSpPr>
            <a:spLocks/>
          </p:cNvSpPr>
          <p:nvPr/>
        </p:nvSpPr>
        <p:spPr bwMode="auto">
          <a:xfrm>
            <a:off x="6106739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2" name="Text Box">
            <a:extLst>
              <a:ext uri="{FF2B5EF4-FFF2-40B4-BE49-F238E27FC236}">
                <a16:creationId xmlns:a16="http://schemas.microsoft.com/office/drawing/2014/main" id="{51C81FB7-EC3F-427E-D7C0-417002A1A41E}"/>
              </a:ext>
            </a:extLst>
          </p:cNvPr>
          <p:cNvSpPr>
            <a:spLocks/>
          </p:cNvSpPr>
          <p:nvPr/>
        </p:nvSpPr>
        <p:spPr bwMode="auto">
          <a:xfrm>
            <a:off x="6106739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153" name="표 152">
            <a:extLst>
              <a:ext uri="{FF2B5EF4-FFF2-40B4-BE49-F238E27FC236}">
                <a16:creationId xmlns:a16="http://schemas.microsoft.com/office/drawing/2014/main" id="{507D9CCB-EBA5-B882-9971-E6CD7DCA23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6243058"/>
              </p:ext>
            </p:extLst>
          </p:nvPr>
        </p:nvGraphicFramePr>
        <p:xfrm>
          <a:off x="6957435" y="2100717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54" name="Text Box">
            <a:extLst>
              <a:ext uri="{FF2B5EF4-FFF2-40B4-BE49-F238E27FC236}">
                <a16:creationId xmlns:a16="http://schemas.microsoft.com/office/drawing/2014/main" id="{487EEEC6-C38B-EC95-91D9-EDDA2DE6C3C7}"/>
              </a:ext>
            </a:extLst>
          </p:cNvPr>
          <p:cNvSpPr>
            <a:spLocks/>
          </p:cNvSpPr>
          <p:nvPr/>
        </p:nvSpPr>
        <p:spPr bwMode="auto">
          <a:xfrm>
            <a:off x="7240080" y="2337408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155" name="Text Box">
            <a:extLst>
              <a:ext uri="{FF2B5EF4-FFF2-40B4-BE49-F238E27FC236}">
                <a16:creationId xmlns:a16="http://schemas.microsoft.com/office/drawing/2014/main" id="{B7D08B3D-BFC0-6C61-F389-ADF18D63ED95}"/>
              </a:ext>
            </a:extLst>
          </p:cNvPr>
          <p:cNvSpPr>
            <a:spLocks/>
          </p:cNvSpPr>
          <p:nvPr/>
        </p:nvSpPr>
        <p:spPr bwMode="auto">
          <a:xfrm>
            <a:off x="7240080" y="2553129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6" name="Text Box">
            <a:extLst>
              <a:ext uri="{FF2B5EF4-FFF2-40B4-BE49-F238E27FC236}">
                <a16:creationId xmlns:a16="http://schemas.microsoft.com/office/drawing/2014/main" id="{8D94417F-5644-4B54-1FCB-A65AA244FE98}"/>
              </a:ext>
            </a:extLst>
          </p:cNvPr>
          <p:cNvSpPr>
            <a:spLocks/>
          </p:cNvSpPr>
          <p:nvPr/>
        </p:nvSpPr>
        <p:spPr bwMode="auto">
          <a:xfrm>
            <a:off x="7240080" y="276563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157" name="표 156">
            <a:extLst>
              <a:ext uri="{FF2B5EF4-FFF2-40B4-BE49-F238E27FC236}">
                <a16:creationId xmlns:a16="http://schemas.microsoft.com/office/drawing/2014/main" id="{3E7F38AF-30F0-1D5D-0386-F31E3FA637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4715360"/>
              </p:ext>
            </p:extLst>
          </p:nvPr>
        </p:nvGraphicFramePr>
        <p:xfrm>
          <a:off x="2424072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58" name="Text Box">
            <a:extLst>
              <a:ext uri="{FF2B5EF4-FFF2-40B4-BE49-F238E27FC236}">
                <a16:creationId xmlns:a16="http://schemas.microsoft.com/office/drawing/2014/main" id="{61CE948C-AA95-84D7-E196-0CB50E35A5EC}"/>
              </a:ext>
            </a:extLst>
          </p:cNvPr>
          <p:cNvSpPr>
            <a:spLocks/>
          </p:cNvSpPr>
          <p:nvPr/>
        </p:nvSpPr>
        <p:spPr bwMode="auto">
          <a:xfrm>
            <a:off x="2706717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CFB37DC4-71BD-F68F-9E33-9CA46311ABA3}"/>
              </a:ext>
            </a:extLst>
          </p:cNvPr>
          <p:cNvSpPr>
            <a:spLocks/>
          </p:cNvSpPr>
          <p:nvPr/>
        </p:nvSpPr>
        <p:spPr bwMode="auto">
          <a:xfrm>
            <a:off x="2706717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CC7F9561-5D36-2305-9D9B-3B98DFF86390}"/>
              </a:ext>
            </a:extLst>
          </p:cNvPr>
          <p:cNvSpPr>
            <a:spLocks/>
          </p:cNvSpPr>
          <p:nvPr/>
        </p:nvSpPr>
        <p:spPr bwMode="auto">
          <a:xfrm>
            <a:off x="2706717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161" name="표 160">
            <a:extLst>
              <a:ext uri="{FF2B5EF4-FFF2-40B4-BE49-F238E27FC236}">
                <a16:creationId xmlns:a16="http://schemas.microsoft.com/office/drawing/2014/main" id="{8976F57D-A0AC-29FC-3F2A-A5EE5FBAC3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524943"/>
              </p:ext>
            </p:extLst>
          </p:nvPr>
        </p:nvGraphicFramePr>
        <p:xfrm>
          <a:off x="3557412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62" name="Text Box">
            <a:extLst>
              <a:ext uri="{FF2B5EF4-FFF2-40B4-BE49-F238E27FC236}">
                <a16:creationId xmlns:a16="http://schemas.microsoft.com/office/drawing/2014/main" id="{149186A8-EAB9-6105-2AA6-2418B68A1B96}"/>
              </a:ext>
            </a:extLst>
          </p:cNvPr>
          <p:cNvSpPr>
            <a:spLocks/>
          </p:cNvSpPr>
          <p:nvPr/>
        </p:nvSpPr>
        <p:spPr bwMode="auto">
          <a:xfrm>
            <a:off x="3840057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163" name="Text Box">
            <a:extLst>
              <a:ext uri="{FF2B5EF4-FFF2-40B4-BE49-F238E27FC236}">
                <a16:creationId xmlns:a16="http://schemas.microsoft.com/office/drawing/2014/main" id="{A5F31734-4AC5-8C4C-A5CF-B5C35A6E0CDF}"/>
              </a:ext>
            </a:extLst>
          </p:cNvPr>
          <p:cNvSpPr>
            <a:spLocks/>
          </p:cNvSpPr>
          <p:nvPr/>
        </p:nvSpPr>
        <p:spPr bwMode="auto">
          <a:xfrm>
            <a:off x="3840057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4" name="Text Box">
            <a:extLst>
              <a:ext uri="{FF2B5EF4-FFF2-40B4-BE49-F238E27FC236}">
                <a16:creationId xmlns:a16="http://schemas.microsoft.com/office/drawing/2014/main" id="{C5162A7F-A816-A767-50CE-DAB728EB4829}"/>
              </a:ext>
            </a:extLst>
          </p:cNvPr>
          <p:cNvSpPr>
            <a:spLocks/>
          </p:cNvSpPr>
          <p:nvPr/>
        </p:nvSpPr>
        <p:spPr bwMode="auto">
          <a:xfrm>
            <a:off x="3840057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EDC4982B-B882-2CC0-5FA5-7E705F9996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0696229"/>
              </p:ext>
            </p:extLst>
          </p:nvPr>
        </p:nvGraphicFramePr>
        <p:xfrm>
          <a:off x="4687533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66" name="Text Box">
            <a:extLst>
              <a:ext uri="{FF2B5EF4-FFF2-40B4-BE49-F238E27FC236}">
                <a16:creationId xmlns:a16="http://schemas.microsoft.com/office/drawing/2014/main" id="{210A14B6-08A5-9873-49D8-6FFF006EF70E}"/>
              </a:ext>
            </a:extLst>
          </p:cNvPr>
          <p:cNvSpPr>
            <a:spLocks/>
          </p:cNvSpPr>
          <p:nvPr/>
        </p:nvSpPr>
        <p:spPr bwMode="auto">
          <a:xfrm>
            <a:off x="4970178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167" name="Text Box">
            <a:extLst>
              <a:ext uri="{FF2B5EF4-FFF2-40B4-BE49-F238E27FC236}">
                <a16:creationId xmlns:a16="http://schemas.microsoft.com/office/drawing/2014/main" id="{15EBB3B8-7494-6C99-0B72-F1FA63168634}"/>
              </a:ext>
            </a:extLst>
          </p:cNvPr>
          <p:cNvSpPr>
            <a:spLocks/>
          </p:cNvSpPr>
          <p:nvPr/>
        </p:nvSpPr>
        <p:spPr bwMode="auto">
          <a:xfrm>
            <a:off x="4970178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8" name="Text Box">
            <a:extLst>
              <a:ext uri="{FF2B5EF4-FFF2-40B4-BE49-F238E27FC236}">
                <a16:creationId xmlns:a16="http://schemas.microsoft.com/office/drawing/2014/main" id="{179EE80B-20E6-98B0-025D-22411D34DC3B}"/>
              </a:ext>
            </a:extLst>
          </p:cNvPr>
          <p:cNvSpPr>
            <a:spLocks/>
          </p:cNvSpPr>
          <p:nvPr/>
        </p:nvSpPr>
        <p:spPr bwMode="auto">
          <a:xfrm>
            <a:off x="4970178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169" name="표 168">
            <a:extLst>
              <a:ext uri="{FF2B5EF4-FFF2-40B4-BE49-F238E27FC236}">
                <a16:creationId xmlns:a16="http://schemas.microsoft.com/office/drawing/2014/main" id="{08E4C727-935E-B5B0-67E5-ABA747395C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5703720"/>
              </p:ext>
            </p:extLst>
          </p:nvPr>
        </p:nvGraphicFramePr>
        <p:xfrm>
          <a:off x="5824094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70" name="Text Box">
            <a:extLst>
              <a:ext uri="{FF2B5EF4-FFF2-40B4-BE49-F238E27FC236}">
                <a16:creationId xmlns:a16="http://schemas.microsoft.com/office/drawing/2014/main" id="{738BCEC3-F63C-1F65-9E12-A5DB91F750E3}"/>
              </a:ext>
            </a:extLst>
          </p:cNvPr>
          <p:cNvSpPr>
            <a:spLocks/>
          </p:cNvSpPr>
          <p:nvPr/>
        </p:nvSpPr>
        <p:spPr bwMode="auto">
          <a:xfrm>
            <a:off x="6106739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171" name="Text Box">
            <a:extLst>
              <a:ext uri="{FF2B5EF4-FFF2-40B4-BE49-F238E27FC236}">
                <a16:creationId xmlns:a16="http://schemas.microsoft.com/office/drawing/2014/main" id="{7639DD99-03E2-AB92-1A8D-89A018D9A950}"/>
              </a:ext>
            </a:extLst>
          </p:cNvPr>
          <p:cNvSpPr>
            <a:spLocks/>
          </p:cNvSpPr>
          <p:nvPr/>
        </p:nvSpPr>
        <p:spPr bwMode="auto">
          <a:xfrm>
            <a:off x="6106739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2" name="Text Box">
            <a:extLst>
              <a:ext uri="{FF2B5EF4-FFF2-40B4-BE49-F238E27FC236}">
                <a16:creationId xmlns:a16="http://schemas.microsoft.com/office/drawing/2014/main" id="{409FCFF2-5BC7-459D-0315-8505D82042BD}"/>
              </a:ext>
            </a:extLst>
          </p:cNvPr>
          <p:cNvSpPr>
            <a:spLocks/>
          </p:cNvSpPr>
          <p:nvPr/>
        </p:nvSpPr>
        <p:spPr bwMode="auto">
          <a:xfrm>
            <a:off x="6106739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graphicFrame>
        <p:nvGraphicFramePr>
          <p:cNvPr id="173" name="표 172">
            <a:extLst>
              <a:ext uri="{FF2B5EF4-FFF2-40B4-BE49-F238E27FC236}">
                <a16:creationId xmlns:a16="http://schemas.microsoft.com/office/drawing/2014/main" id="{7B962976-5444-ECFC-D99A-4C6E6F1547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193279"/>
              </p:ext>
            </p:extLst>
          </p:nvPr>
        </p:nvGraphicFramePr>
        <p:xfrm>
          <a:off x="6957435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74" name="Text Box">
            <a:extLst>
              <a:ext uri="{FF2B5EF4-FFF2-40B4-BE49-F238E27FC236}">
                <a16:creationId xmlns:a16="http://schemas.microsoft.com/office/drawing/2014/main" id="{2352C152-0414-28E3-3C24-EA2BDB640788}"/>
              </a:ext>
            </a:extLst>
          </p:cNvPr>
          <p:cNvSpPr>
            <a:spLocks/>
          </p:cNvSpPr>
          <p:nvPr/>
        </p:nvSpPr>
        <p:spPr bwMode="auto">
          <a:xfrm>
            <a:off x="7240080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10,000</a:t>
            </a:r>
          </a:p>
        </p:txBody>
      </p:sp>
      <p:sp>
        <p:nvSpPr>
          <p:cNvPr id="175" name="Text Box">
            <a:extLst>
              <a:ext uri="{FF2B5EF4-FFF2-40B4-BE49-F238E27FC236}">
                <a16:creationId xmlns:a16="http://schemas.microsoft.com/office/drawing/2014/main" id="{F7E0BB62-7560-ABBE-394C-FE221DD9DE36}"/>
              </a:ext>
            </a:extLst>
          </p:cNvPr>
          <p:cNvSpPr>
            <a:spLocks/>
          </p:cNvSpPr>
          <p:nvPr/>
        </p:nvSpPr>
        <p:spPr bwMode="auto">
          <a:xfrm>
            <a:off x="7240080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909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6" name="Text Box">
            <a:extLst>
              <a:ext uri="{FF2B5EF4-FFF2-40B4-BE49-F238E27FC236}">
                <a16:creationId xmlns:a16="http://schemas.microsoft.com/office/drawing/2014/main" id="{3DCA89FC-867B-04B6-C5A5-A6754DAAFBDA}"/>
              </a:ext>
            </a:extLst>
          </p:cNvPr>
          <p:cNvSpPr>
            <a:spLocks/>
          </p:cNvSpPr>
          <p:nvPr/>
        </p:nvSpPr>
        <p:spPr bwMode="auto">
          <a:xfrm>
            <a:off x="7240080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9,001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AB56E163-1B70-F43A-6D0C-6DE72AB83629}"/>
              </a:ext>
            </a:extLst>
          </p:cNvPr>
          <p:cNvSpPr txBox="1"/>
          <p:nvPr/>
        </p:nvSpPr>
        <p:spPr>
          <a:xfrm>
            <a:off x="5608101" y="1470313"/>
            <a:ext cx="94128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0" lang="ko-KR" altLang="en-US" sz="700" b="0" i="1" u="none" strike="noStrike" kern="0" cap="none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← 디폴트 전체 체크</a:t>
            </a:r>
            <a:endParaRPr kumimoji="1" lang="ko-KR" altLang="en-US" sz="700" i="1" dirty="0">
              <a:solidFill>
                <a:srgbClr val="C00000"/>
              </a:solidFill>
              <a:latin typeface="+mn-ea"/>
              <a:ea typeface="+mn-ea"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8E82F252-7DC1-0FBF-1AAA-95206D81F254}"/>
              </a:ext>
            </a:extLst>
          </p:cNvPr>
          <p:cNvSpPr/>
          <p:nvPr/>
        </p:nvSpPr>
        <p:spPr>
          <a:xfrm>
            <a:off x="47328" y="491100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dirty="0"/>
              <a:t>▲ 이전 페이지에서 계속</a:t>
            </a: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46CDC833-484E-B717-350C-7FB15BA1A0E4}"/>
              </a:ext>
            </a:extLst>
          </p:cNvPr>
          <p:cNvSpPr/>
          <p:nvPr/>
        </p:nvSpPr>
        <p:spPr>
          <a:xfrm>
            <a:off x="47328" y="6682109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dirty="0"/>
              <a:t>▾</a:t>
            </a:r>
            <a:r>
              <a:rPr lang="ko-KR" altLang="en-US" sz="700" dirty="0"/>
              <a:t> 다음 페이지에서 계속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0E9DA00-B2DC-BB6B-289C-DEC3A8255D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1790086"/>
              </p:ext>
            </p:extLst>
          </p:nvPr>
        </p:nvGraphicFramePr>
        <p:xfrm>
          <a:off x="8085082" y="3076292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아동 엑스트라 요금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4" name="Text Box">
            <a:extLst>
              <a:ext uri="{FF2B5EF4-FFF2-40B4-BE49-F238E27FC236}">
                <a16:creationId xmlns:a16="http://schemas.microsoft.com/office/drawing/2014/main" id="{B356F56C-7FB5-DCD0-5930-24B86951593D}"/>
              </a:ext>
            </a:extLst>
          </p:cNvPr>
          <p:cNvSpPr>
            <a:spLocks/>
          </p:cNvSpPr>
          <p:nvPr/>
        </p:nvSpPr>
        <p:spPr bwMode="auto">
          <a:xfrm>
            <a:off x="8367727" y="3312983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" name="Text Box">
            <a:extLst>
              <a:ext uri="{FF2B5EF4-FFF2-40B4-BE49-F238E27FC236}">
                <a16:creationId xmlns:a16="http://schemas.microsoft.com/office/drawing/2014/main" id="{DFE1E583-772F-D06B-10B1-F107E4BE8159}"/>
              </a:ext>
            </a:extLst>
          </p:cNvPr>
          <p:cNvSpPr>
            <a:spLocks/>
          </p:cNvSpPr>
          <p:nvPr/>
        </p:nvSpPr>
        <p:spPr bwMode="auto">
          <a:xfrm>
            <a:off x="8367727" y="352870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" name="Text Box">
            <a:extLst>
              <a:ext uri="{FF2B5EF4-FFF2-40B4-BE49-F238E27FC236}">
                <a16:creationId xmlns:a16="http://schemas.microsoft.com/office/drawing/2014/main" id="{8B4FCF1D-D69B-3F1D-D3FA-443C967C3CD7}"/>
              </a:ext>
            </a:extLst>
          </p:cNvPr>
          <p:cNvSpPr>
            <a:spLocks/>
          </p:cNvSpPr>
          <p:nvPr/>
        </p:nvSpPr>
        <p:spPr bwMode="auto">
          <a:xfrm>
            <a:off x="8367727" y="3741206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2C665BF7-A2F6-CC81-7BC1-551F687D86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0588037"/>
              </p:ext>
            </p:extLst>
          </p:nvPr>
        </p:nvGraphicFramePr>
        <p:xfrm>
          <a:off x="8085082" y="2098830"/>
          <a:ext cx="1111922" cy="8640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013">
                  <a:extLst>
                    <a:ext uri="{9D8B030D-6E8A-4147-A177-3AD203B41FA5}">
                      <a16:colId xmlns:a16="http://schemas.microsoft.com/office/drawing/2014/main" val="3990837443"/>
                    </a:ext>
                  </a:extLst>
                </a:gridCol>
                <a:gridCol w="848909">
                  <a:extLst>
                    <a:ext uri="{9D8B030D-6E8A-4147-A177-3AD203B41FA5}">
                      <a16:colId xmlns:a16="http://schemas.microsoft.com/office/drawing/2014/main" val="355424783"/>
                    </a:ext>
                  </a:extLst>
                </a:gridCol>
              </a:tblGrid>
              <a:tr h="216024">
                <a:tc gridSpan="2"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성인 엑스트라 요금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266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금액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032949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TAX</a:t>
                      </a: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90224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단가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641098"/>
                  </a:ext>
                </a:extLst>
              </a:tr>
            </a:tbl>
          </a:graphicData>
        </a:graphic>
      </p:graphicFrame>
      <p:sp>
        <p:nvSpPr>
          <p:cNvPr id="13" name="Text Box">
            <a:extLst>
              <a:ext uri="{FF2B5EF4-FFF2-40B4-BE49-F238E27FC236}">
                <a16:creationId xmlns:a16="http://schemas.microsoft.com/office/drawing/2014/main" id="{C766FCC0-7349-EDAB-A30F-09ED89497928}"/>
              </a:ext>
            </a:extLst>
          </p:cNvPr>
          <p:cNvSpPr>
            <a:spLocks/>
          </p:cNvSpPr>
          <p:nvPr/>
        </p:nvSpPr>
        <p:spPr bwMode="auto">
          <a:xfrm>
            <a:off x="8367727" y="2335521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Text Box">
            <a:extLst>
              <a:ext uri="{FF2B5EF4-FFF2-40B4-BE49-F238E27FC236}">
                <a16:creationId xmlns:a16="http://schemas.microsoft.com/office/drawing/2014/main" id="{A29FA2E2-F9D5-4F05-C374-A4370EA3E74E}"/>
              </a:ext>
            </a:extLst>
          </p:cNvPr>
          <p:cNvSpPr>
            <a:spLocks/>
          </p:cNvSpPr>
          <p:nvPr/>
        </p:nvSpPr>
        <p:spPr bwMode="auto">
          <a:xfrm>
            <a:off x="8367727" y="2551242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Text Box">
            <a:extLst>
              <a:ext uri="{FF2B5EF4-FFF2-40B4-BE49-F238E27FC236}">
                <a16:creationId xmlns:a16="http://schemas.microsoft.com/office/drawing/2014/main" id="{CBAA2DB3-0C54-DAEF-3273-F4B547F07B63}"/>
              </a:ext>
            </a:extLst>
          </p:cNvPr>
          <p:cNvSpPr>
            <a:spLocks/>
          </p:cNvSpPr>
          <p:nvPr/>
        </p:nvSpPr>
        <p:spPr bwMode="auto">
          <a:xfrm>
            <a:off x="8367727" y="2763744"/>
            <a:ext cx="79605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 가능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8961237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A6E6F-998F-1168-8B1B-517D325DCD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직사각형 41">
            <a:extLst>
              <a:ext uri="{FF2B5EF4-FFF2-40B4-BE49-F238E27FC236}">
                <a16:creationId xmlns:a16="http://schemas.microsoft.com/office/drawing/2014/main" id="{85EC4EF2-514D-3F40-66FC-7539C26D024E}"/>
              </a:ext>
            </a:extLst>
          </p:cNvPr>
          <p:cNvSpPr/>
          <p:nvPr/>
        </p:nvSpPr>
        <p:spPr>
          <a:xfrm>
            <a:off x="47328" y="499683"/>
            <a:ext cx="1368152" cy="6285838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8" name="제목 17">
            <a:extLst>
              <a:ext uri="{FF2B5EF4-FFF2-40B4-BE49-F238E27FC236}">
                <a16:creationId xmlns:a16="http://schemas.microsoft.com/office/drawing/2014/main" id="{5C9C5D0B-F116-FC78-F33D-EAF1F0AE3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관리 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81BE6A5B-5B86-FEF3-F0EE-60E53812CD6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옵션 요금 정보</a:t>
            </a:r>
            <a:r>
              <a:rPr lang="en-US" altLang="ko-KR" dirty="0"/>
              <a:t>(</a:t>
            </a:r>
            <a:r>
              <a:rPr lang="ko-KR" altLang="en-US" dirty="0"/>
              <a:t>탭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97D75E3E-C0C9-FAC8-5860-1168CCD806C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4C2165F4-0A97-7F82-107D-CF115BF7288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15071180-1A6A-A6A2-5A43-DA4E68AC2E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4378102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8E27E319-666F-4B51-94FE-3874BCC09355}"/>
              </a:ext>
            </a:extLst>
          </p:cNvPr>
          <p:cNvGrpSpPr/>
          <p:nvPr/>
        </p:nvGrpSpPr>
        <p:grpSpPr>
          <a:xfrm>
            <a:off x="1512625" y="764704"/>
            <a:ext cx="3035049" cy="261847"/>
            <a:chOff x="1512625" y="1375459"/>
            <a:chExt cx="3035049" cy="261847"/>
          </a:xfrm>
        </p:grpSpPr>
        <p:sp>
          <p:nvSpPr>
            <p:cNvPr id="7" name="양쪽 모서리가 둥근 사각형 6">
              <a:extLst>
                <a:ext uri="{FF2B5EF4-FFF2-40B4-BE49-F238E27FC236}">
                  <a16:creationId xmlns:a16="http://schemas.microsoft.com/office/drawing/2014/main" id="{1A983733-D265-2F8C-B795-D8971018868B}"/>
                </a:ext>
              </a:extLst>
            </p:cNvPr>
            <p:cNvSpPr/>
            <p:nvPr/>
          </p:nvSpPr>
          <p:spPr>
            <a:xfrm>
              <a:off x="1512625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기본정보</a:t>
              </a:r>
            </a:p>
          </p:txBody>
        </p:sp>
        <p:sp>
          <p:nvSpPr>
            <p:cNvPr id="8" name="양쪽 모서리가 둥근 사각형 7">
              <a:extLst>
                <a:ext uri="{FF2B5EF4-FFF2-40B4-BE49-F238E27FC236}">
                  <a16:creationId xmlns:a16="http://schemas.microsoft.com/office/drawing/2014/main" id="{1BF2C6C5-C1C2-FEDE-BF18-65974EADBEC8}"/>
                </a:ext>
              </a:extLst>
            </p:cNvPr>
            <p:cNvSpPr/>
            <p:nvPr/>
          </p:nvSpPr>
          <p:spPr>
            <a:xfrm>
              <a:off x="2524308" y="1375459"/>
              <a:ext cx="1011683" cy="261847"/>
            </a:xfrm>
            <a:prstGeom prst="round2Same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요금정보</a:t>
              </a:r>
            </a:p>
          </p:txBody>
        </p:sp>
        <p:sp>
          <p:nvSpPr>
            <p:cNvPr id="9" name="양쪽 모서리가 둥근 사각형 8">
              <a:extLst>
                <a:ext uri="{FF2B5EF4-FFF2-40B4-BE49-F238E27FC236}">
                  <a16:creationId xmlns:a16="http://schemas.microsoft.com/office/drawing/2014/main" id="{28CC1585-79D1-2AF4-F24B-B821B9345AA3}"/>
                </a:ext>
              </a:extLst>
            </p:cNvPr>
            <p:cNvSpPr/>
            <p:nvPr/>
          </p:nvSpPr>
          <p:spPr>
            <a:xfrm>
              <a:off x="3535991" y="1375459"/>
              <a:ext cx="1011683" cy="261847"/>
            </a:xfrm>
            <a:prstGeom prst="round2Same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8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옵션 요금 정보</a:t>
              </a:r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8164560B-67C2-E083-0817-55502168D8F5}"/>
              </a:ext>
            </a:extLst>
          </p:cNvPr>
          <p:cNvGrpSpPr/>
          <p:nvPr/>
        </p:nvGrpSpPr>
        <p:grpSpPr>
          <a:xfrm rot="10800000">
            <a:off x="1343512" y="1028378"/>
            <a:ext cx="360000" cy="372571"/>
            <a:chOff x="3180625" y="5062589"/>
            <a:chExt cx="360000" cy="372571"/>
          </a:xfrm>
        </p:grpSpPr>
        <p:cxnSp>
          <p:nvCxnSpPr>
            <p:cNvPr id="112" name="직선 연결선 206">
              <a:extLst>
                <a:ext uri="{FF2B5EF4-FFF2-40B4-BE49-F238E27FC236}">
                  <a16:creationId xmlns:a16="http://schemas.microsoft.com/office/drawing/2014/main" id="{AA67F429-790E-611D-FA3F-5754A1ACF570}"/>
                </a:ext>
              </a:extLst>
            </p:cNvPr>
            <p:cNvCxnSpPr/>
            <p:nvPr/>
          </p:nvCxnSpPr>
          <p:spPr>
            <a:xfrm>
              <a:off x="3180625" y="5435160"/>
              <a:ext cx="360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F0C79038-9FC0-24D5-7C39-AD9059DED97A}"/>
                </a:ext>
              </a:extLst>
            </p:cNvPr>
            <p:cNvCxnSpPr/>
            <p:nvPr/>
          </p:nvCxnSpPr>
          <p:spPr>
            <a:xfrm>
              <a:off x="3360625" y="5062589"/>
              <a:ext cx="0" cy="372571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F460939-AB3E-DAC4-124C-23E94C3876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4692952"/>
              </p:ext>
            </p:extLst>
          </p:nvPr>
        </p:nvGraphicFramePr>
        <p:xfrm>
          <a:off x="1513108" y="1348401"/>
          <a:ext cx="7746199" cy="3312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6547683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</a:tblGrid>
              <a:tr h="122413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룸서비스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982388"/>
                  </a:ext>
                </a:extLst>
              </a:tr>
              <a:tr h="122572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조식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176474"/>
                  </a:ext>
                </a:extLst>
              </a:tr>
              <a:tr h="86250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객실 </a:t>
                      </a:r>
                      <a:r>
                        <a:rPr lang="ko-KR" altLang="en-US" sz="800" b="1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어메니티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831222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DBBB9280-5254-790D-688D-0083C6EFEFF2}"/>
              </a:ext>
            </a:extLst>
          </p:cNvPr>
          <p:cNvSpPr txBox="1"/>
          <p:nvPr/>
        </p:nvSpPr>
        <p:spPr>
          <a:xfrm>
            <a:off x="1427884" y="1106525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ko-KR" altLang="en-US" sz="800" b="1" dirty="0">
                <a:latin typeface="+mn-ea"/>
                <a:ea typeface="+mn-ea"/>
              </a:rPr>
              <a:t>유료 옵션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FBA6C23-4D8D-6773-BF85-0EFCED4AF64E}"/>
              </a:ext>
            </a:extLst>
          </p:cNvPr>
          <p:cNvSpPr/>
          <p:nvPr/>
        </p:nvSpPr>
        <p:spPr>
          <a:xfrm>
            <a:off x="2787213" y="1400116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2F06E5C-C659-AAA3-AC30-A3E363245342}"/>
              </a:ext>
            </a:extLst>
          </p:cNvPr>
          <p:cNvSpPr/>
          <p:nvPr/>
        </p:nvSpPr>
        <p:spPr>
          <a:xfrm>
            <a:off x="47328" y="491100"/>
            <a:ext cx="9290121" cy="11921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dirty="0"/>
              <a:t>▲ 이전 페이지에서 계속</a:t>
            </a:r>
          </a:p>
        </p:txBody>
      </p:sp>
      <p:graphicFrame>
        <p:nvGraphicFramePr>
          <p:cNvPr id="92" name="표 91">
            <a:extLst>
              <a:ext uri="{FF2B5EF4-FFF2-40B4-BE49-F238E27FC236}">
                <a16:creationId xmlns:a16="http://schemas.microsoft.com/office/drawing/2014/main" id="{59B1C341-1ADC-DA34-5136-2291E3DEA6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4033317"/>
              </p:ext>
            </p:extLst>
          </p:nvPr>
        </p:nvGraphicFramePr>
        <p:xfrm>
          <a:off x="2787213" y="1627311"/>
          <a:ext cx="5973083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아이스커피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Iced Coffee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9,091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2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생수 </a:t>
                      </a:r>
                      <a:r>
                        <a:rPr lang="en-US" altLang="ko-KR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300ml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Bottled water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9,091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9382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3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병맥주 </a:t>
                      </a:r>
                      <a:r>
                        <a:rPr lang="en-US" altLang="ko-KR" sz="800" b="0" kern="0" spc="-3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350ml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Bottled beer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9,091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4489530"/>
                  </a:ext>
                </a:extLst>
              </a:tr>
            </a:tbl>
          </a:graphicData>
        </a:graphic>
      </p:graphicFrame>
      <p:sp>
        <p:nvSpPr>
          <p:cNvPr id="94" name="직사각형 93">
            <a:extLst>
              <a:ext uri="{FF2B5EF4-FFF2-40B4-BE49-F238E27FC236}">
                <a16:creationId xmlns:a16="http://schemas.microsoft.com/office/drawing/2014/main" id="{6CCBB7AC-327B-8AFA-51DF-F405E144E208}"/>
              </a:ext>
            </a:extLst>
          </p:cNvPr>
          <p:cNvSpPr/>
          <p:nvPr/>
        </p:nvSpPr>
        <p:spPr>
          <a:xfrm>
            <a:off x="8242126" y="1871953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245B374C-7773-BED0-5CD6-40C6E900922E}"/>
              </a:ext>
            </a:extLst>
          </p:cNvPr>
          <p:cNvSpPr/>
          <p:nvPr/>
        </p:nvSpPr>
        <p:spPr>
          <a:xfrm>
            <a:off x="8242126" y="2084678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4C3ED323-15CE-206D-8ABB-02E5EA226B5E}"/>
              </a:ext>
            </a:extLst>
          </p:cNvPr>
          <p:cNvSpPr/>
          <p:nvPr/>
        </p:nvSpPr>
        <p:spPr>
          <a:xfrm>
            <a:off x="8242126" y="2297403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26B22709-015A-FDA0-AEEF-3FC9EB158A12}"/>
              </a:ext>
            </a:extLst>
          </p:cNvPr>
          <p:cNvSpPr/>
          <p:nvPr/>
        </p:nvSpPr>
        <p:spPr>
          <a:xfrm>
            <a:off x="2787213" y="2613095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114" name="표 113">
            <a:extLst>
              <a:ext uri="{FF2B5EF4-FFF2-40B4-BE49-F238E27FC236}">
                <a16:creationId xmlns:a16="http://schemas.microsoft.com/office/drawing/2014/main" id="{CBE703B8-5F6F-07E1-9190-B8D37875F5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0946638"/>
              </p:ext>
            </p:extLst>
          </p:nvPr>
        </p:nvGraphicFramePr>
        <p:xfrm>
          <a:off x="2787213" y="2840290"/>
          <a:ext cx="5973083" cy="64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브런치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kern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Brunch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9,091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2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 출력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샌드위치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Sandwich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1EA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10,000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909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9,091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938241"/>
                  </a:ext>
                </a:extLst>
              </a:tr>
            </a:tbl>
          </a:graphicData>
        </a:graphic>
      </p:graphicFrame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03392DE2-BBAF-2701-E090-0844F7B0FF41}"/>
              </a:ext>
            </a:extLst>
          </p:cNvPr>
          <p:cNvSpPr/>
          <p:nvPr/>
        </p:nvSpPr>
        <p:spPr>
          <a:xfrm>
            <a:off x="8242126" y="3084932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13CBA4AE-B1EF-4F7D-F8AB-D2352422AA6B}"/>
              </a:ext>
            </a:extLst>
          </p:cNvPr>
          <p:cNvSpPr/>
          <p:nvPr/>
        </p:nvSpPr>
        <p:spPr>
          <a:xfrm>
            <a:off x="8242126" y="3297657"/>
            <a:ext cx="443869" cy="148777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94BFDEF7-A145-86FD-DBBF-D1361304F806}"/>
              </a:ext>
            </a:extLst>
          </p:cNvPr>
          <p:cNvSpPr/>
          <p:nvPr/>
        </p:nvSpPr>
        <p:spPr>
          <a:xfrm>
            <a:off x="2787213" y="3837591"/>
            <a:ext cx="537082" cy="1800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추가</a:t>
            </a:r>
          </a:p>
        </p:txBody>
      </p:sp>
      <p:graphicFrame>
        <p:nvGraphicFramePr>
          <p:cNvPr id="119" name="표 118">
            <a:extLst>
              <a:ext uri="{FF2B5EF4-FFF2-40B4-BE49-F238E27FC236}">
                <a16:creationId xmlns:a16="http://schemas.microsoft.com/office/drawing/2014/main" id="{D358C379-5608-D649-09F4-32866E6459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3737260"/>
              </p:ext>
            </p:extLst>
          </p:nvPr>
        </p:nvGraphicFramePr>
        <p:xfrm>
          <a:off x="2787213" y="4069992"/>
          <a:ext cx="5973083" cy="42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012">
                  <a:extLst>
                    <a:ext uri="{9D8B030D-6E8A-4147-A177-3AD203B41FA5}">
                      <a16:colId xmlns:a16="http://schemas.microsoft.com/office/drawing/2014/main" val="1229692784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922635206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3588987532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123898862"/>
                    </a:ext>
                  </a:extLst>
                </a:gridCol>
                <a:gridCol w="429578">
                  <a:extLst>
                    <a:ext uri="{9D8B030D-6E8A-4147-A177-3AD203B41FA5}">
                      <a16:colId xmlns:a16="http://schemas.microsoft.com/office/drawing/2014/main" val="2798931265"/>
                    </a:ext>
                  </a:extLst>
                </a:gridCol>
                <a:gridCol w="391478">
                  <a:extLst>
                    <a:ext uri="{9D8B030D-6E8A-4147-A177-3AD203B41FA5}">
                      <a16:colId xmlns:a16="http://schemas.microsoft.com/office/drawing/2014/main" val="2774196380"/>
                    </a:ext>
                  </a:extLst>
                </a:gridCol>
                <a:gridCol w="825818">
                  <a:extLst>
                    <a:ext uri="{9D8B030D-6E8A-4147-A177-3AD203B41FA5}">
                      <a16:colId xmlns:a16="http://schemas.microsoft.com/office/drawing/2014/main" val="3209948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408621005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68523937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val="27383023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NO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코드명</a:t>
                      </a:r>
                      <a:endParaRPr kumimoji="0" lang="en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서비스명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통화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수량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금액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(VAT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포함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TAX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단가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삭제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422695"/>
                  </a:ext>
                </a:extLst>
              </a:tr>
              <a:tr h="0">
                <a:tc grid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등록된 유료 옵션이 없습니다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78897"/>
                  </a:ext>
                </a:extLst>
              </a:tr>
            </a:tbl>
          </a:graphicData>
        </a:graphic>
      </p:graphicFrame>
      <p:grpSp>
        <p:nvGrpSpPr>
          <p:cNvPr id="30" name="그룹 29">
            <a:extLst>
              <a:ext uri="{FF2B5EF4-FFF2-40B4-BE49-F238E27FC236}">
                <a16:creationId xmlns:a16="http://schemas.microsoft.com/office/drawing/2014/main" id="{2FCFB385-CA53-0597-A429-ADE943B97FCB}"/>
              </a:ext>
            </a:extLst>
          </p:cNvPr>
          <p:cNvGrpSpPr/>
          <p:nvPr/>
        </p:nvGrpSpPr>
        <p:grpSpPr>
          <a:xfrm>
            <a:off x="8832304" y="1628335"/>
            <a:ext cx="78452" cy="817845"/>
            <a:chOff x="8882980" y="4358558"/>
            <a:chExt cx="84043" cy="1950762"/>
          </a:xfrm>
        </p:grpSpPr>
        <p:sp>
          <p:nvSpPr>
            <p:cNvPr id="32" name="모서리가 둥근 직사각형 31">
              <a:extLst>
                <a:ext uri="{FF2B5EF4-FFF2-40B4-BE49-F238E27FC236}">
                  <a16:creationId xmlns:a16="http://schemas.microsoft.com/office/drawing/2014/main" id="{F248971A-9720-E3F2-CE5E-0EDA506D5B3B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3" name="모서리가 둥근 직사각형 170">
              <a:extLst>
                <a:ext uri="{FF2B5EF4-FFF2-40B4-BE49-F238E27FC236}">
                  <a16:creationId xmlns:a16="http://schemas.microsoft.com/office/drawing/2014/main" id="{F1A44994-0D88-1BC8-0436-C8822D873F53}"/>
                </a:ext>
              </a:extLst>
            </p:cNvPr>
            <p:cNvSpPr/>
            <p:nvPr/>
          </p:nvSpPr>
          <p:spPr>
            <a:xfrm>
              <a:off x="8915166" y="5005460"/>
              <a:ext cx="19671" cy="39484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A093173E-05AF-AF92-5CA1-F0EC4992F989}"/>
              </a:ext>
            </a:extLst>
          </p:cNvPr>
          <p:cNvGrpSpPr/>
          <p:nvPr/>
        </p:nvGrpSpPr>
        <p:grpSpPr>
          <a:xfrm>
            <a:off x="8832304" y="2832218"/>
            <a:ext cx="78452" cy="817845"/>
            <a:chOff x="8882980" y="4358558"/>
            <a:chExt cx="84043" cy="1950762"/>
          </a:xfrm>
        </p:grpSpPr>
        <p:sp>
          <p:nvSpPr>
            <p:cNvPr id="35" name="모서리가 둥근 직사각형 34">
              <a:extLst>
                <a:ext uri="{FF2B5EF4-FFF2-40B4-BE49-F238E27FC236}">
                  <a16:creationId xmlns:a16="http://schemas.microsoft.com/office/drawing/2014/main" id="{13A3A7F3-B567-4AAB-9DD0-655EA65B128C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6" name="모서리가 둥근 직사각형 170">
              <a:extLst>
                <a:ext uri="{FF2B5EF4-FFF2-40B4-BE49-F238E27FC236}">
                  <a16:creationId xmlns:a16="http://schemas.microsoft.com/office/drawing/2014/main" id="{5E7ED871-C703-9ACF-9E24-0CC69F136CD9}"/>
                </a:ext>
              </a:extLst>
            </p:cNvPr>
            <p:cNvSpPr/>
            <p:nvPr/>
          </p:nvSpPr>
          <p:spPr>
            <a:xfrm>
              <a:off x="8915166" y="5005460"/>
              <a:ext cx="19671" cy="39484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E2DF224E-ED17-D3D0-CE3F-0B86B8BE883A}"/>
              </a:ext>
            </a:extLst>
          </p:cNvPr>
          <p:cNvGrpSpPr/>
          <p:nvPr/>
        </p:nvGrpSpPr>
        <p:grpSpPr>
          <a:xfrm>
            <a:off x="8832304" y="4077118"/>
            <a:ext cx="78452" cy="506195"/>
            <a:chOff x="8882980" y="4358558"/>
            <a:chExt cx="84043" cy="1950762"/>
          </a:xfrm>
        </p:grpSpPr>
        <p:sp>
          <p:nvSpPr>
            <p:cNvPr id="38" name="모서리가 둥근 직사각형 37">
              <a:extLst>
                <a:ext uri="{FF2B5EF4-FFF2-40B4-BE49-F238E27FC236}">
                  <a16:creationId xmlns:a16="http://schemas.microsoft.com/office/drawing/2014/main" id="{808DB326-F201-5B2B-8191-76E09FE6EA1C}"/>
                </a:ext>
              </a:extLst>
            </p:cNvPr>
            <p:cNvSpPr/>
            <p:nvPr/>
          </p:nvSpPr>
          <p:spPr>
            <a:xfrm>
              <a:off x="8882980" y="4358558"/>
              <a:ext cx="84043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9" name="모서리가 둥근 직사각형 170">
              <a:extLst>
                <a:ext uri="{FF2B5EF4-FFF2-40B4-BE49-F238E27FC236}">
                  <a16:creationId xmlns:a16="http://schemas.microsoft.com/office/drawing/2014/main" id="{D545378D-457C-4474-42AA-407C26D689A0}"/>
                </a:ext>
              </a:extLst>
            </p:cNvPr>
            <p:cNvSpPr/>
            <p:nvPr/>
          </p:nvSpPr>
          <p:spPr>
            <a:xfrm>
              <a:off x="8915166" y="5005460"/>
              <a:ext cx="19671" cy="39484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C42655B2-E5E8-5F66-E9DE-7514EFE58727}"/>
              </a:ext>
            </a:extLst>
          </p:cNvPr>
          <p:cNvSpPr/>
          <p:nvPr/>
        </p:nvSpPr>
        <p:spPr>
          <a:xfrm>
            <a:off x="4613083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CD10815E-7DAE-2B71-4D38-AC3B633B10FD}"/>
              </a:ext>
            </a:extLst>
          </p:cNvPr>
          <p:cNvSpPr/>
          <p:nvPr/>
        </p:nvSpPr>
        <p:spPr>
          <a:xfrm>
            <a:off x="5224390" y="6477696"/>
            <a:ext cx="520605" cy="19166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저장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B04C44B-9DD3-5DDA-317D-0C34D310BAD3}"/>
              </a:ext>
            </a:extLst>
          </p:cNvPr>
          <p:cNvSpPr/>
          <p:nvPr/>
        </p:nvSpPr>
        <p:spPr>
          <a:xfrm>
            <a:off x="5835697" y="6477696"/>
            <a:ext cx="520605" cy="191664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547C3E6-58AD-7E07-FD72-528C9FBF9D5E}"/>
              </a:ext>
            </a:extLst>
          </p:cNvPr>
          <p:cNvSpPr/>
          <p:nvPr/>
        </p:nvSpPr>
        <p:spPr>
          <a:xfrm>
            <a:off x="8223214" y="1396385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BB360D5-DE68-FF13-E025-14AC7D38F8FF}"/>
              </a:ext>
            </a:extLst>
          </p:cNvPr>
          <p:cNvSpPr/>
          <p:nvPr/>
        </p:nvSpPr>
        <p:spPr>
          <a:xfrm>
            <a:off x="8223214" y="2611727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D01CA32-C046-B07A-C7AF-116CC2786BB5}"/>
              </a:ext>
            </a:extLst>
          </p:cNvPr>
          <p:cNvSpPr/>
          <p:nvPr/>
        </p:nvSpPr>
        <p:spPr>
          <a:xfrm>
            <a:off x="8223214" y="3832856"/>
            <a:ext cx="537082" cy="1800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전체삭제</a:t>
            </a:r>
          </a:p>
        </p:txBody>
      </p:sp>
    </p:spTree>
    <p:extLst>
      <p:ext uri="{BB962C8B-B14F-4D97-AF65-F5344CB8AC3E}">
        <p14:creationId xmlns:p14="http://schemas.microsoft.com/office/powerpoint/2010/main" val="234665149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737E1E-C7DD-6EF2-E455-52298B2F5C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EC69F16E-B1C3-F6A4-1F4F-6B421A45AF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프로퍼티 조회 공통 팝업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830F994D-7B61-D274-A7C0-7A833E45206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 </a:t>
            </a:r>
            <a:r>
              <a:rPr lang="ko-KR" altLang="en-US" dirty="0" err="1"/>
              <a:t>레이트</a:t>
            </a:r>
            <a:r>
              <a:rPr lang="ko-KR" altLang="en-US" dirty="0"/>
              <a:t> 관리 </a:t>
            </a:r>
            <a:r>
              <a:rPr lang="en-US" altLang="ko-KR" dirty="0"/>
              <a:t>&gt;</a:t>
            </a:r>
            <a:r>
              <a:rPr lang="ko-KR" altLang="en-US" dirty="0"/>
              <a:t> </a:t>
            </a:r>
            <a:r>
              <a:rPr lang="ko-KR" altLang="en-US" dirty="0" err="1"/>
              <a:t>레이트</a:t>
            </a:r>
            <a:r>
              <a:rPr lang="ko-KR" altLang="en-US" dirty="0"/>
              <a:t>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8E853AC5-FD71-33D2-F57E-3EC9EA39983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1ED81FF8-973C-CA51-FA63-9B01ACBF232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282EA14-85FD-77FB-4D41-B0E9DBA14915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F2E272E-D60E-3507-9C10-209814142770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2EFC69E-B8ED-2634-CC1C-C18927B32B7E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 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582141AB-FBEE-35CB-B78D-7840078AA1A8}"/>
              </a:ext>
            </a:extLst>
          </p:cNvPr>
          <p:cNvGraphicFramePr>
            <a:graphicFrameLocks noGrp="1"/>
          </p:cNvGraphicFramePr>
          <p:nvPr/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시스템관리자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개만 선택 가능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선택한 항목 적용 후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부모창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grpSp>
        <p:nvGrpSpPr>
          <p:cNvPr id="17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0D4A9252-4C15-D2E6-7FB6-0A0EAD984B1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063552" y="1121242"/>
            <a:ext cx="4104451" cy="4251974"/>
            <a:chOff x="3776975" y="1261242"/>
            <a:chExt cx="3487175" cy="2871403"/>
          </a:xfrm>
        </p:grpSpPr>
        <p:sp>
          <p:nvSpPr>
            <p:cNvPr id="22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3DAE345-DCBC-3A54-2607-D2BC6773A24C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3776976" y="1496299"/>
              <a:ext cx="3487169" cy="263634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38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26C03AD-F4AC-A302-840E-86CC0B9D46C8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3776975" y="1261242"/>
              <a:ext cx="3487175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프로퍼티 조회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39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68A391D-0C26-6609-7744-F45EB388A3A1}"/>
                </a:ext>
              </a:extLst>
            </p:cNvPr>
            <p:cNvSpPr>
              <a:spLocks noEditPoints="1"/>
            </p:cNvSpPr>
            <p:nvPr>
              <p:custDataLst>
                <p:tags r:id="rId5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6F654C81-6085-C4A1-8D3B-932C2C8BB6F2}"/>
              </a:ext>
            </a:extLst>
          </p:cNvPr>
          <p:cNvSpPr txBox="1"/>
          <p:nvPr/>
        </p:nvSpPr>
        <p:spPr>
          <a:xfrm>
            <a:off x="2063553" y="1564774"/>
            <a:ext cx="91242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프로퍼티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조회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53A43E27-7A78-5180-8F35-81030DE750A5}"/>
              </a:ext>
            </a:extLst>
          </p:cNvPr>
          <p:cNvGraphicFramePr>
            <a:graphicFrameLocks noGrp="1"/>
          </p:cNvGraphicFramePr>
          <p:nvPr/>
        </p:nvGraphicFramePr>
        <p:xfrm>
          <a:off x="2166186" y="1859839"/>
          <a:ext cx="3838636" cy="2501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5474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2933162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 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0" name="Text Box">
            <a:extLst>
              <a:ext uri="{FF2B5EF4-FFF2-40B4-BE49-F238E27FC236}">
                <a16:creationId xmlns:a16="http://schemas.microsoft.com/office/drawing/2014/main" id="{E2C6CE8E-466C-1C95-3116-C56DDBB94DE5}"/>
              </a:ext>
            </a:extLst>
          </p:cNvPr>
          <p:cNvSpPr>
            <a:spLocks/>
          </p:cNvSpPr>
          <p:nvPr/>
        </p:nvSpPr>
        <p:spPr bwMode="auto">
          <a:xfrm>
            <a:off x="3143668" y="1895037"/>
            <a:ext cx="2736151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프로퍼티명을</a:t>
            </a: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입력해주세요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E54F606D-3CD8-EE3F-022B-230B8FE251E6}"/>
              </a:ext>
            </a:extLst>
          </p:cNvPr>
          <p:cNvGraphicFramePr>
            <a:graphicFrameLocks noGrp="1"/>
          </p:cNvGraphicFramePr>
          <p:nvPr/>
        </p:nvGraphicFramePr>
        <p:xfrm>
          <a:off x="2166186" y="2466217"/>
          <a:ext cx="3838634" cy="2179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7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06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81161">
                  <a:extLst>
                    <a:ext uri="{9D8B030D-6E8A-4147-A177-3AD203B41FA5}">
                      <a16:colId xmlns:a16="http://schemas.microsoft.com/office/drawing/2014/main" val="1197964097"/>
                    </a:ext>
                  </a:extLst>
                </a:gridCol>
                <a:gridCol w="581550">
                  <a:extLst>
                    <a:ext uri="{9D8B030D-6E8A-4147-A177-3AD203B41FA5}">
                      <a16:colId xmlns:a16="http://schemas.microsoft.com/office/drawing/2014/main" val="4232283989"/>
                    </a:ext>
                  </a:extLst>
                </a:gridCol>
                <a:gridCol w="407390">
                  <a:extLst>
                    <a:ext uri="{9D8B030D-6E8A-4147-A177-3AD203B41FA5}">
                      <a16:colId xmlns:a16="http://schemas.microsoft.com/office/drawing/2014/main" val="112309262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 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 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프로퍼티명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출력영역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호텔 명 출력영역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8530901E-E27B-0AEE-F3C1-A09C4A0A20AD}"/>
              </a:ext>
            </a:extLst>
          </p:cNvPr>
          <p:cNvSpPr/>
          <p:nvPr/>
        </p:nvSpPr>
        <p:spPr>
          <a:xfrm>
            <a:off x="3724689" y="5059533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닫기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82A415C-19CC-1DDB-344E-2E5CC10356B1}"/>
              </a:ext>
            </a:extLst>
          </p:cNvPr>
          <p:cNvSpPr/>
          <p:nvPr/>
        </p:nvSpPr>
        <p:spPr>
          <a:xfrm>
            <a:off x="4214034" y="5059533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적용</a:t>
            </a: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F228E870-4C9E-CEEC-E593-4B350F992532}"/>
              </a:ext>
            </a:extLst>
          </p:cNvPr>
          <p:cNvGrpSpPr/>
          <p:nvPr/>
        </p:nvGrpSpPr>
        <p:grpSpPr>
          <a:xfrm>
            <a:off x="6042577" y="2459062"/>
            <a:ext cx="90244" cy="2190572"/>
            <a:chOff x="8879645" y="4358558"/>
            <a:chExt cx="96675" cy="1950762"/>
          </a:xfrm>
        </p:grpSpPr>
        <p:sp>
          <p:nvSpPr>
            <p:cNvPr id="55" name="모서리가 둥근 직사각형 54">
              <a:extLst>
                <a:ext uri="{FF2B5EF4-FFF2-40B4-BE49-F238E27FC236}">
                  <a16:creationId xmlns:a16="http://schemas.microsoft.com/office/drawing/2014/main" id="{0AF36EE2-36E1-B478-508B-7A9A40E26004}"/>
                </a:ext>
              </a:extLst>
            </p:cNvPr>
            <p:cNvSpPr/>
            <p:nvPr/>
          </p:nvSpPr>
          <p:spPr>
            <a:xfrm>
              <a:off x="8879645" y="4358558"/>
              <a:ext cx="96675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56" name="모서리가 둥근 직사각형 170">
              <a:extLst>
                <a:ext uri="{FF2B5EF4-FFF2-40B4-BE49-F238E27FC236}">
                  <a16:creationId xmlns:a16="http://schemas.microsoft.com/office/drawing/2014/main" id="{BA5722BE-AF04-629A-F649-7635902AB3C9}"/>
                </a:ext>
              </a:extLst>
            </p:cNvPr>
            <p:cNvSpPr/>
            <p:nvPr/>
          </p:nvSpPr>
          <p:spPr>
            <a:xfrm>
              <a:off x="8913582" y="4437112"/>
              <a:ext cx="28800" cy="477767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57" name="Teardrop 1">
            <a:extLst>
              <a:ext uri="{FF2B5EF4-FFF2-40B4-BE49-F238E27FC236}">
                <a16:creationId xmlns:a16="http://schemas.microsoft.com/office/drawing/2014/main" id="{42027E61-D7C1-DEA7-8B45-B5F64EA95DBC}"/>
              </a:ext>
            </a:extLst>
          </p:cNvPr>
          <p:cNvSpPr/>
          <p:nvPr/>
        </p:nvSpPr>
        <p:spPr>
          <a:xfrm rot="16200000" flipH="1" flipV="1">
            <a:off x="4123747" y="4952066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57CD622-9858-1B28-FD90-F326C488D389}"/>
              </a:ext>
            </a:extLst>
          </p:cNvPr>
          <p:cNvSpPr/>
          <p:nvPr/>
        </p:nvSpPr>
        <p:spPr>
          <a:xfrm>
            <a:off x="5187354" y="218070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BAE382D2-95A8-BF24-34C7-3FEACA5DC9A6}"/>
              </a:ext>
            </a:extLst>
          </p:cNvPr>
          <p:cNvSpPr/>
          <p:nvPr/>
        </p:nvSpPr>
        <p:spPr>
          <a:xfrm>
            <a:off x="5613682" y="218070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60" name="Pagination">
            <a:extLst>
              <a:ext uri="{FF2B5EF4-FFF2-40B4-BE49-F238E27FC236}">
                <a16:creationId xmlns:a16="http://schemas.microsoft.com/office/drawing/2014/main" id="{40DD6780-C9E2-E1EE-356B-6E7BE038B2E8}"/>
              </a:ext>
            </a:extLst>
          </p:cNvPr>
          <p:cNvSpPr txBox="1"/>
          <p:nvPr/>
        </p:nvSpPr>
        <p:spPr>
          <a:xfrm>
            <a:off x="3503712" y="4761741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671E6BCC-371A-E73F-F964-87FEA55DF28D}"/>
              </a:ext>
            </a:extLst>
          </p:cNvPr>
          <p:cNvGrpSpPr/>
          <p:nvPr/>
        </p:nvGrpSpPr>
        <p:grpSpPr>
          <a:xfrm>
            <a:off x="2166186" y="2183958"/>
            <a:ext cx="1777609" cy="200055"/>
            <a:chOff x="1446413" y="1981347"/>
            <a:chExt cx="1777609" cy="200055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8A03DC3E-FCE7-E18A-491B-E38DDA0AF95B}"/>
                </a:ext>
              </a:extLst>
            </p:cNvPr>
            <p:cNvSpPr txBox="1"/>
            <p:nvPr/>
          </p:nvSpPr>
          <p:spPr>
            <a:xfrm>
              <a:off x="2318005" y="198134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A2A7C13A-EAE0-0AE5-F27C-FC65E064A94C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64" name="Text Box">
                <a:extLst>
                  <a:ext uri="{FF2B5EF4-FFF2-40B4-BE49-F238E27FC236}">
                    <a16:creationId xmlns:a16="http://schemas.microsoft.com/office/drawing/2014/main" id="{54E209D4-F6CC-2326-BEE0-7A8902B56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Chevron Left">
                <a:extLst>
                  <a:ext uri="{FF2B5EF4-FFF2-40B4-BE49-F238E27FC236}">
                    <a16:creationId xmlns:a16="http://schemas.microsoft.com/office/drawing/2014/main" id="{194EF1DA-39F4-49CC-FA57-11199BBDE2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6" name="Teardrop 1">
            <a:extLst>
              <a:ext uri="{FF2B5EF4-FFF2-40B4-BE49-F238E27FC236}">
                <a16:creationId xmlns:a16="http://schemas.microsoft.com/office/drawing/2014/main" id="{4E165DF6-CEAB-6E48-D415-73EE48A20E83}"/>
              </a:ext>
            </a:extLst>
          </p:cNvPr>
          <p:cNvSpPr/>
          <p:nvPr/>
        </p:nvSpPr>
        <p:spPr>
          <a:xfrm rot="16200000" flipH="1" flipV="1">
            <a:off x="5467561" y="2567554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F0109CE0-ACF7-B685-2071-478477C807B2}"/>
              </a:ext>
            </a:extLst>
          </p:cNvPr>
          <p:cNvGrpSpPr/>
          <p:nvPr/>
        </p:nvGrpSpPr>
        <p:grpSpPr>
          <a:xfrm>
            <a:off x="5749241" y="2714922"/>
            <a:ext cx="120020" cy="1882018"/>
            <a:chOff x="8006676" y="2589288"/>
            <a:chExt cx="120020" cy="1882018"/>
          </a:xfrm>
        </p:grpSpPr>
        <p:grpSp>
          <p:nvGrpSpPr>
            <p:cNvPr id="68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4C31CBE0-1EAE-DC9A-4906-F7F92166C4B0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8017653" y="2589288"/>
              <a:ext cx="109043" cy="109043"/>
              <a:chOff x="593892" y="1624671"/>
              <a:chExt cx="133350" cy="133350"/>
            </a:xfrm>
          </p:grpSpPr>
          <p:sp>
            <p:nvSpPr>
              <p:cNvPr id="79" name="Circle">
                <a:extLst>
                  <a:ext uri="{FF2B5EF4-FFF2-40B4-BE49-F238E27FC236}">
                    <a16:creationId xmlns:a16="http://schemas.microsoft.com/office/drawing/2014/main" id="{61FB120A-8C46-50F2-D909-4ED33C68C70C}"/>
                  </a:ext>
                </a:extLst>
              </p:cNvPr>
              <p:cNvSpPr/>
              <p:nvPr/>
            </p:nvSpPr>
            <p:spPr>
              <a:xfrm>
                <a:off x="593892" y="1624671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" name="Check">
                <a:extLst>
                  <a:ext uri="{FF2B5EF4-FFF2-40B4-BE49-F238E27FC236}">
                    <a16:creationId xmlns:a16="http://schemas.microsoft.com/office/drawing/2014/main" id="{4BE2E6D7-0987-B25E-4AEB-CFBFC2A06CA2}"/>
                  </a:ext>
                </a:extLst>
              </p:cNvPr>
              <p:cNvSpPr/>
              <p:nvPr/>
            </p:nvSpPr>
            <p:spPr>
              <a:xfrm>
                <a:off x="631198" y="1661977"/>
                <a:ext cx="58738" cy="58738"/>
              </a:xfrm>
              <a:prstGeom prst="ellipse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9" name="Circle">
              <a:extLst>
                <a:ext uri="{FF2B5EF4-FFF2-40B4-BE49-F238E27FC236}">
                  <a16:creationId xmlns:a16="http://schemas.microsoft.com/office/drawing/2014/main" id="{A004B568-CCC1-E0D8-BAFA-CC8EDB3B19B0}"/>
                </a:ext>
              </a:extLst>
            </p:cNvPr>
            <p:cNvSpPr/>
            <p:nvPr/>
          </p:nvSpPr>
          <p:spPr>
            <a:xfrm>
              <a:off x="8013589" y="27924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1" name="Circle">
              <a:extLst>
                <a:ext uri="{FF2B5EF4-FFF2-40B4-BE49-F238E27FC236}">
                  <a16:creationId xmlns:a16="http://schemas.microsoft.com/office/drawing/2014/main" id="{B9FF1C8C-3493-583B-3D64-11D64A47E394}"/>
                </a:ext>
              </a:extLst>
            </p:cNvPr>
            <p:cNvSpPr/>
            <p:nvPr/>
          </p:nvSpPr>
          <p:spPr>
            <a:xfrm>
              <a:off x="8009525" y="29956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Circle">
              <a:extLst>
                <a:ext uri="{FF2B5EF4-FFF2-40B4-BE49-F238E27FC236}">
                  <a16:creationId xmlns:a16="http://schemas.microsoft.com/office/drawing/2014/main" id="{5410B01F-199C-E6B0-99F7-085B6D2E452C}"/>
                </a:ext>
              </a:extLst>
            </p:cNvPr>
            <p:cNvSpPr/>
            <p:nvPr/>
          </p:nvSpPr>
          <p:spPr>
            <a:xfrm>
              <a:off x="8009118" y="319091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" name="Circle">
              <a:extLst>
                <a:ext uri="{FF2B5EF4-FFF2-40B4-BE49-F238E27FC236}">
                  <a16:creationId xmlns:a16="http://schemas.microsoft.com/office/drawing/2014/main" id="{BB203F63-2C48-FAEF-47F0-41B583D5B3F8}"/>
                </a:ext>
              </a:extLst>
            </p:cNvPr>
            <p:cNvSpPr/>
            <p:nvPr/>
          </p:nvSpPr>
          <p:spPr>
            <a:xfrm>
              <a:off x="8008711" y="338613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4" name="Circle">
              <a:extLst>
                <a:ext uri="{FF2B5EF4-FFF2-40B4-BE49-F238E27FC236}">
                  <a16:creationId xmlns:a16="http://schemas.microsoft.com/office/drawing/2014/main" id="{5A0A472A-404D-9555-09FA-4D43BE287FB1}"/>
                </a:ext>
              </a:extLst>
            </p:cNvPr>
            <p:cNvSpPr/>
            <p:nvPr/>
          </p:nvSpPr>
          <p:spPr>
            <a:xfrm>
              <a:off x="8008304" y="358136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" name="Circle">
              <a:extLst>
                <a:ext uri="{FF2B5EF4-FFF2-40B4-BE49-F238E27FC236}">
                  <a16:creationId xmlns:a16="http://schemas.microsoft.com/office/drawing/2014/main" id="{2755038F-733E-5AE5-70B7-5BA0CD4ADB32}"/>
                </a:ext>
              </a:extLst>
            </p:cNvPr>
            <p:cNvSpPr/>
            <p:nvPr/>
          </p:nvSpPr>
          <p:spPr>
            <a:xfrm>
              <a:off x="8007897" y="37765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6" name="Circle">
              <a:extLst>
                <a:ext uri="{FF2B5EF4-FFF2-40B4-BE49-F238E27FC236}">
                  <a16:creationId xmlns:a16="http://schemas.microsoft.com/office/drawing/2014/main" id="{FCC83DF4-F2B5-5112-A7F1-4EEAD0CA4023}"/>
                </a:ext>
              </a:extLst>
            </p:cNvPr>
            <p:cNvSpPr/>
            <p:nvPr/>
          </p:nvSpPr>
          <p:spPr>
            <a:xfrm>
              <a:off x="8007490" y="397181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Circle">
              <a:extLst>
                <a:ext uri="{FF2B5EF4-FFF2-40B4-BE49-F238E27FC236}">
                  <a16:creationId xmlns:a16="http://schemas.microsoft.com/office/drawing/2014/main" id="{B7A81F4C-A62B-7009-91FF-2EF795CC6896}"/>
                </a:ext>
              </a:extLst>
            </p:cNvPr>
            <p:cNvSpPr/>
            <p:nvPr/>
          </p:nvSpPr>
          <p:spPr>
            <a:xfrm>
              <a:off x="8007083" y="416703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" name="Circle">
              <a:extLst>
                <a:ext uri="{FF2B5EF4-FFF2-40B4-BE49-F238E27FC236}">
                  <a16:creationId xmlns:a16="http://schemas.microsoft.com/office/drawing/2014/main" id="{437436AF-01EE-DE66-629C-9B722293A660}"/>
                </a:ext>
              </a:extLst>
            </p:cNvPr>
            <p:cNvSpPr/>
            <p:nvPr/>
          </p:nvSpPr>
          <p:spPr>
            <a:xfrm>
              <a:off x="8006676" y="436226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DDA6758C-6AE8-854E-C897-67FD6CCED7CD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</a:p>
        </p:txBody>
      </p:sp>
      <p:cxnSp>
        <p:nvCxnSpPr>
          <p:cNvPr id="3" name="직선 연결선 18">
            <a:extLst>
              <a:ext uri="{FF2B5EF4-FFF2-40B4-BE49-F238E27FC236}">
                <a16:creationId xmlns:a16="http://schemas.microsoft.com/office/drawing/2014/main" id="{30B46284-1E5C-9F7F-06B2-1867CAE85F3E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Click">
            <a:extLst>
              <a:ext uri="{FF2B5EF4-FFF2-40B4-BE49-F238E27FC236}">
                <a16:creationId xmlns:a16="http://schemas.microsoft.com/office/drawing/2014/main" id="{621B2916-47A9-61BD-F6B3-D6D6E7FC7AC2}"/>
              </a:ext>
            </a:extLst>
          </p:cNvPr>
          <p:cNvGrpSpPr>
            <a:grpSpLocks noChangeAspect="1"/>
          </p:cNvGrpSpPr>
          <p:nvPr/>
        </p:nvGrpSpPr>
        <p:grpSpPr>
          <a:xfrm>
            <a:off x="5749241" y="2710103"/>
            <a:ext cx="299298" cy="426545"/>
            <a:chOff x="5294313" y="2197100"/>
            <a:chExt cx="530225" cy="755651"/>
          </a:xfrm>
        </p:grpSpPr>
        <p:sp>
          <p:nvSpPr>
            <p:cNvPr id="8" name="Arrow Cursor">
              <a:extLst>
                <a:ext uri="{FF2B5EF4-FFF2-40B4-BE49-F238E27FC236}">
                  <a16:creationId xmlns:a16="http://schemas.microsoft.com/office/drawing/2014/main" id="{5DB048E0-286A-5D23-48CA-E4209AD3DF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9" name="Click">
              <a:extLst>
                <a:ext uri="{FF2B5EF4-FFF2-40B4-BE49-F238E27FC236}">
                  <a16:creationId xmlns:a16="http://schemas.microsoft.com/office/drawing/2014/main" id="{504481A9-7F78-3358-EB12-BEA61E750C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" name="직사각형 4">
            <a:extLst>
              <a:ext uri="{FF2B5EF4-FFF2-40B4-BE49-F238E27FC236}">
                <a16:creationId xmlns:a16="http://schemas.microsoft.com/office/drawing/2014/main" id="{DAB19616-17B8-DDB1-9831-6AFF119EB976}"/>
              </a:ext>
            </a:extLst>
          </p:cNvPr>
          <p:cNvSpPr/>
          <p:nvPr/>
        </p:nvSpPr>
        <p:spPr bwMode="auto">
          <a:xfrm>
            <a:off x="-106106" y="236334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7B50CE1-0B85-18A7-5B46-A5EDC884FAEF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9454393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E2F1E1-F602-AD12-556F-E3B1BE6355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9789DCF-7934-967C-0B11-7A6082E01C3D}"/>
              </a:ext>
            </a:extLst>
          </p:cNvPr>
          <p:cNvSpPr txBox="1"/>
          <p:nvPr/>
        </p:nvSpPr>
        <p:spPr>
          <a:xfrm>
            <a:off x="69106" y="77935"/>
            <a:ext cx="314657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Validation check case </a:t>
            </a:r>
            <a:endParaRPr lang="ko-KR" altLang="en-US" sz="1000" b="1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29131A57-6709-74C9-CEA4-F985B68D8CD1}"/>
              </a:ext>
            </a:extLst>
          </p:cNvPr>
          <p:cNvSpPr txBox="1">
            <a:spLocks/>
          </p:cNvSpPr>
          <p:nvPr/>
        </p:nvSpPr>
        <p:spPr>
          <a:xfrm>
            <a:off x="4524788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00" b="0" i="0" kern="120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124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248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373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497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r>
              <a:rPr kumimoji="0" lang="ko-KR" altLang="en-US" dirty="0"/>
              <a:t>사용자 </a:t>
            </a:r>
            <a:r>
              <a:rPr kumimoji="0" lang="en-US" altLang="ko-KR" dirty="0"/>
              <a:t>&gt;</a:t>
            </a:r>
            <a:r>
              <a:rPr kumimoji="0" lang="ko-KR" altLang="en-US" dirty="0"/>
              <a:t> 모바일 회원 리스트 </a:t>
            </a:r>
            <a:r>
              <a:rPr kumimoji="0" lang="en-US" altLang="ko-KR" dirty="0"/>
              <a:t>&gt;</a:t>
            </a:r>
            <a:r>
              <a:rPr kumimoji="0" lang="ko-KR" altLang="en-US" dirty="0"/>
              <a:t> 회원정보 상세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908E2D5A-1163-0667-F9CF-C8DC7315CF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0941142"/>
              </p:ext>
            </p:extLst>
          </p:nvPr>
        </p:nvGraphicFramePr>
        <p:xfrm>
          <a:off x="119336" y="548680"/>
          <a:ext cx="11693545" cy="33398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0525">
                  <a:extLst>
                    <a:ext uri="{9D8B030D-6E8A-4147-A177-3AD203B41FA5}">
                      <a16:colId xmlns:a16="http://schemas.microsoft.com/office/drawing/2014/main" val="2033187375"/>
                    </a:ext>
                  </a:extLst>
                </a:gridCol>
                <a:gridCol w="1139190">
                  <a:extLst>
                    <a:ext uri="{9D8B030D-6E8A-4147-A177-3AD203B41FA5}">
                      <a16:colId xmlns:a16="http://schemas.microsoft.com/office/drawing/2014/main" val="1130626129"/>
                    </a:ext>
                  </a:extLst>
                </a:gridCol>
                <a:gridCol w="1844040">
                  <a:extLst>
                    <a:ext uri="{9D8B030D-6E8A-4147-A177-3AD203B41FA5}">
                      <a16:colId xmlns:a16="http://schemas.microsoft.com/office/drawing/2014/main" val="4216543346"/>
                    </a:ext>
                  </a:extLst>
                </a:gridCol>
                <a:gridCol w="643096">
                  <a:extLst>
                    <a:ext uri="{9D8B030D-6E8A-4147-A177-3AD203B41FA5}">
                      <a16:colId xmlns:a16="http://schemas.microsoft.com/office/drawing/2014/main" val="3811281932"/>
                    </a:ext>
                  </a:extLst>
                </a:gridCol>
                <a:gridCol w="3788261">
                  <a:extLst>
                    <a:ext uri="{9D8B030D-6E8A-4147-A177-3AD203B41FA5}">
                      <a16:colId xmlns:a16="http://schemas.microsoft.com/office/drawing/2014/main" val="2561323354"/>
                    </a:ext>
                  </a:extLst>
                </a:gridCol>
                <a:gridCol w="3888433">
                  <a:extLst>
                    <a:ext uri="{9D8B030D-6E8A-4147-A177-3AD203B41FA5}">
                      <a16:colId xmlns:a16="http://schemas.microsoft.com/office/drawing/2014/main" val="2481029093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액션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타입</a:t>
                      </a:r>
                      <a:endParaRPr kumimoji="0" lang="en-US" altLang="ko-KR" sz="800" b="1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메시지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국문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메시지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1866115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입력 항목 미 입력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필수 입력 값을 확인 하세요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Please check the required input values.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211779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  <a:endParaRPr kumimoji="0" lang="ko-KR" altLang="en-US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내용에 문제가 없는 경우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 /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 완료 되었습니다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register? / Registration has been completed.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2377627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  <a:endParaRPr kumimoji="0" lang="ko-KR" altLang="en-US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 미 선택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프로퍼티를 확인 하세요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Check out the properties.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200892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레이트코드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미 중복 체크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레이트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코드 중복체크는 필수 입니다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Rate code duplicate check is mandatory.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349922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중복체크 버튼 클릭 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레이트코드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정상 확인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 가능한 </a:t>
                      </a: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레이트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코드 입니다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This is the rate code available.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04059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삭제 버튼 클릭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정상 삭제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삭제 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삭제가 완료 되었습니다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delete it? / Deletion is complete.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70780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삭제 버튼 클릭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사용여부가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"Y"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경우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삭제 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사용여부가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"N"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경우에만 삭제 가능 합니다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delete it? / It can only be deleted if it is enabled or disabled.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1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숙박일 수 오 입력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숙박일수 최소 값이 최대 값 보다 클 경우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alert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숙박일수 최대 일수가 최소 일수 보다 큽니다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The maximum number of nights is greater than the minimum number of days.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52332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숙박일 수 오 입력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숙박일수에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입력 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alert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숙박일수는 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"0"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입력 할 수 없습니다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You cannot enter "0" for the number of nights spent.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2236074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판매기간 오 입력 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판매 종료일이 시작일 보다 빠른 경우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alert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 종료일이 판매 시작일 보다 빠를 수 없습니다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End-of-sale date cannot be earlier than start-of-sale date.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9579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5256380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BE1EF6-A889-8DD3-CBAB-797D893916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04FD199A-56F2-0614-5DB7-F4662DCB979C}"/>
              </a:ext>
            </a:extLst>
          </p:cNvPr>
          <p:cNvSpPr/>
          <p:nvPr/>
        </p:nvSpPr>
        <p:spPr>
          <a:xfrm>
            <a:off x="0" y="1974770"/>
            <a:ext cx="12191999" cy="2908460"/>
          </a:xfrm>
          <a:prstGeom prst="rect">
            <a:avLst/>
          </a:prstGeom>
          <a:solidFill>
            <a:srgbClr val="0E273B"/>
          </a:solidFill>
          <a:ln>
            <a:solidFill>
              <a:srgbClr val="0E273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프로모션 코드 관리</a:t>
            </a:r>
            <a:endParaRPr kumimoji="1" lang="ko-Kore-KR" altLang="en-US" sz="400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5018550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2270C8-0C8B-87D2-9DA0-1DB7721BBD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6EDA4D63-3944-6F12-E680-AC9C68F644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프로모션 코드 관리 리스트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B291B8B8-2E40-E660-F57B-9746A097800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프로모션관리 </a:t>
            </a:r>
            <a:r>
              <a:rPr lang="en-US" altLang="ko-KR" dirty="0"/>
              <a:t>&gt;</a:t>
            </a:r>
            <a:r>
              <a:rPr lang="ko-KR" altLang="en-US" dirty="0"/>
              <a:t> 프로모션 코드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E8C9F183-6C6E-AE71-A648-E3DF85307CF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F9A86D11-C575-04D2-3342-054A71FA50B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D64B345-E6F0-A62F-18D1-38B85D7B9A37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782D519-051F-6783-DC51-D55FE193BB4A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A230ABF-0562-03C8-686E-1D7D937F2475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7A852355-6F5F-335E-0289-368FEBD9AD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5575481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수정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상세 페이지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등록 페이지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C9C521AA-D22B-215D-D9D9-AAF6F2E536E7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코드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6E065D84-30F4-712A-9AC8-81481113C1CF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3182E3CE-2AD4-335A-B1AB-EBF355E4FA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2305228"/>
              </p:ext>
            </p:extLst>
          </p:nvPr>
        </p:nvGraphicFramePr>
        <p:xfrm>
          <a:off x="1448266" y="908719"/>
          <a:ext cx="7816085" cy="750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1350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902138806"/>
                    </a:ext>
                  </a:extLst>
                </a:gridCol>
                <a:gridCol w="2736303">
                  <a:extLst>
                    <a:ext uri="{9D8B030D-6E8A-4147-A177-3AD203B41FA5}">
                      <a16:colId xmlns:a16="http://schemas.microsoft.com/office/drawing/2014/main" val="3210125211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코드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기간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91772364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타입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◎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COMPANY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◎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PROMOTION</a:t>
                      </a:r>
                      <a:endParaRPr lang="ko-KR" altLang="en-US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◎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◎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</a:t>
                      </a:r>
                      <a:endParaRPr lang="ko-KR" altLang="en-US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6357643"/>
                  </a:ext>
                </a:extLst>
              </a:tr>
            </a:tbl>
          </a:graphicData>
        </a:graphic>
      </p:graphicFrame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A8CFE5B4-3D86-1207-4680-AB5E06D83E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8604724"/>
              </p:ext>
            </p:extLst>
          </p:nvPr>
        </p:nvGraphicFramePr>
        <p:xfrm>
          <a:off x="1447440" y="2067734"/>
          <a:ext cx="7816084" cy="2575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62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02382">
                  <a:extLst>
                    <a:ext uri="{9D8B030D-6E8A-4147-A177-3AD203B41FA5}">
                      <a16:colId xmlns:a16="http://schemas.microsoft.com/office/drawing/2014/main" val="1111749760"/>
                    </a:ext>
                  </a:extLst>
                </a:gridCol>
                <a:gridCol w="1502233">
                  <a:extLst>
                    <a:ext uri="{9D8B030D-6E8A-4147-A177-3AD203B41FA5}">
                      <a16:colId xmlns:a16="http://schemas.microsoft.com/office/drawing/2014/main" val="3833910930"/>
                    </a:ext>
                  </a:extLst>
                </a:gridCol>
                <a:gridCol w="1552307">
                  <a:extLst>
                    <a:ext uri="{9D8B030D-6E8A-4147-A177-3AD203B41FA5}">
                      <a16:colId xmlns:a16="http://schemas.microsoft.com/office/drawing/2014/main" val="4256029274"/>
                    </a:ext>
                  </a:extLst>
                </a:gridCol>
                <a:gridCol w="901339">
                  <a:extLst>
                    <a:ext uri="{9D8B030D-6E8A-4147-A177-3AD203B41FA5}">
                      <a16:colId xmlns:a16="http://schemas.microsoft.com/office/drawing/2014/main" val="1717449669"/>
                    </a:ext>
                  </a:extLst>
                </a:gridCol>
                <a:gridCol w="1801531">
                  <a:extLst>
                    <a:ext uri="{9D8B030D-6E8A-4147-A177-3AD203B41FA5}">
                      <a16:colId xmlns:a16="http://schemas.microsoft.com/office/drawing/2014/main" val="32728493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프로모션 코드</a:t>
                      </a:r>
                      <a:endParaRPr lang="ko-KR" altLang="en-US" sz="700" b="1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타입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기간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PROMOTION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1234</a:t>
                      </a:r>
                      <a:endParaRPr kumimoji="0" lang="en" altLang="ko-KR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PROMOTIONCODE1234</a:t>
                      </a:r>
                      <a:endParaRPr lang="en-US" altLang="ko-KR" sz="7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PROMOTION</a:t>
                      </a:r>
                      <a:endParaRPr kumimoji="0" lang="en-US" altLang="ko-KR" sz="5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PROMOTION</a:t>
                      </a:r>
                      <a:endParaRPr kumimoji="0" lang="en-US" altLang="ko-KR" sz="5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852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2031679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3B2727D0-C4B2-6211-B3A3-57952DAA81CD}"/>
              </a:ext>
            </a:extLst>
          </p:cNvPr>
          <p:cNvSpPr/>
          <p:nvPr/>
        </p:nvSpPr>
        <p:spPr>
          <a:xfrm>
            <a:off x="8832304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82DE2B3-0BB5-CC60-3A61-32A7C06D7475}"/>
              </a:ext>
            </a:extLst>
          </p:cNvPr>
          <p:cNvSpPr/>
          <p:nvPr/>
        </p:nvSpPr>
        <p:spPr>
          <a:xfrm>
            <a:off x="8387256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BFC6098-1141-44B6-DD42-68DD3687D4D4}"/>
              </a:ext>
            </a:extLst>
          </p:cNvPr>
          <p:cNvSpPr/>
          <p:nvPr/>
        </p:nvSpPr>
        <p:spPr>
          <a:xfrm>
            <a:off x="8616280" y="1840593"/>
            <a:ext cx="648073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 코드  등록</a:t>
            </a:r>
          </a:p>
        </p:txBody>
      </p:sp>
      <p:sp>
        <p:nvSpPr>
          <p:cNvPr id="108" name="Pagination">
            <a:extLst>
              <a:ext uri="{FF2B5EF4-FFF2-40B4-BE49-F238E27FC236}">
                <a16:creationId xmlns:a16="http://schemas.microsoft.com/office/drawing/2014/main" id="{E5CBC8C5-7BB9-C42E-07FE-B3B151855278}"/>
              </a:ext>
            </a:extLst>
          </p:cNvPr>
          <p:cNvSpPr txBox="1"/>
          <p:nvPr/>
        </p:nvSpPr>
        <p:spPr>
          <a:xfrm>
            <a:off x="4702956" y="4759580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EEB5940B-D730-892B-6A04-991DFC32AB43}"/>
              </a:ext>
            </a:extLst>
          </p:cNvPr>
          <p:cNvGrpSpPr/>
          <p:nvPr/>
        </p:nvGrpSpPr>
        <p:grpSpPr>
          <a:xfrm>
            <a:off x="1446413" y="1817903"/>
            <a:ext cx="1842121" cy="200055"/>
            <a:chOff x="1446413" y="1985887"/>
            <a:chExt cx="1842121" cy="200055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5B5D4833-F841-B9C2-F0F8-F07783B1853D}"/>
                </a:ext>
              </a:extLst>
            </p:cNvPr>
            <p:cNvSpPr txBox="1"/>
            <p:nvPr/>
          </p:nvSpPr>
          <p:spPr>
            <a:xfrm>
              <a:off x="2382517" y="198588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343F0981-1344-6CC3-F866-F62F110AFF24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6" name="Text Box">
                <a:extLst>
                  <a:ext uri="{FF2B5EF4-FFF2-40B4-BE49-F238E27FC236}">
                    <a16:creationId xmlns:a16="http://schemas.microsoft.com/office/drawing/2014/main" id="{3ACB83F6-B7B5-6239-8517-015196513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" name="Chevron Left">
                <a:extLst>
                  <a:ext uri="{FF2B5EF4-FFF2-40B4-BE49-F238E27FC236}">
                    <a16:creationId xmlns:a16="http://schemas.microsoft.com/office/drawing/2014/main" id="{74A9095D-CF67-8A3D-07D1-88BF09BCCF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1" name="Teardrop 1">
            <a:extLst>
              <a:ext uri="{FF2B5EF4-FFF2-40B4-BE49-F238E27FC236}">
                <a16:creationId xmlns:a16="http://schemas.microsoft.com/office/drawing/2014/main" id="{D49F1CBE-45E2-BBB2-B39B-BF5CDFCAC217}"/>
              </a:ext>
            </a:extLst>
          </p:cNvPr>
          <p:cNvSpPr/>
          <p:nvPr/>
        </p:nvSpPr>
        <p:spPr>
          <a:xfrm rot="16200000" flipH="1" flipV="1">
            <a:off x="8449960" y="173898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" name="Teardrop 1">
            <a:extLst>
              <a:ext uri="{FF2B5EF4-FFF2-40B4-BE49-F238E27FC236}">
                <a16:creationId xmlns:a16="http://schemas.microsoft.com/office/drawing/2014/main" id="{A3A0AC69-3C99-6A92-A412-040D0D440C25}"/>
              </a:ext>
            </a:extLst>
          </p:cNvPr>
          <p:cNvSpPr/>
          <p:nvPr/>
        </p:nvSpPr>
        <p:spPr>
          <a:xfrm rot="16200000" flipH="1" flipV="1">
            <a:off x="2039620" y="217350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01" name="Click">
            <a:extLst>
              <a:ext uri="{FF2B5EF4-FFF2-40B4-BE49-F238E27FC236}">
                <a16:creationId xmlns:a16="http://schemas.microsoft.com/office/drawing/2014/main" id="{CE95CAD0-BCAF-00EF-4B06-13D453646C61}"/>
              </a:ext>
            </a:extLst>
          </p:cNvPr>
          <p:cNvGrpSpPr>
            <a:grpSpLocks noChangeAspect="1"/>
          </p:cNvGrpSpPr>
          <p:nvPr/>
        </p:nvGrpSpPr>
        <p:grpSpPr>
          <a:xfrm>
            <a:off x="2627390" y="2339823"/>
            <a:ext cx="299298" cy="426545"/>
            <a:chOff x="5294313" y="2197100"/>
            <a:chExt cx="530225" cy="755651"/>
          </a:xfrm>
        </p:grpSpPr>
        <p:sp>
          <p:nvSpPr>
            <p:cNvPr id="106" name="Arrow Cursor">
              <a:extLst>
                <a:ext uri="{FF2B5EF4-FFF2-40B4-BE49-F238E27FC236}">
                  <a16:creationId xmlns:a16="http://schemas.microsoft.com/office/drawing/2014/main" id="{EFC3271F-F56E-B14F-4C16-09D9705B74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07" name="Click">
              <a:extLst>
                <a:ext uri="{FF2B5EF4-FFF2-40B4-BE49-F238E27FC236}">
                  <a16:creationId xmlns:a16="http://schemas.microsoft.com/office/drawing/2014/main" id="{46F686FC-94F4-F775-1B43-8E0A9475F7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4" name="Text Box">
            <a:extLst>
              <a:ext uri="{FF2B5EF4-FFF2-40B4-BE49-F238E27FC236}">
                <a16:creationId xmlns:a16="http://schemas.microsoft.com/office/drawing/2014/main" id="{1598EB32-A7F2-D743-1E5F-129CCF0A75EA}"/>
              </a:ext>
            </a:extLst>
          </p:cNvPr>
          <p:cNvSpPr>
            <a:spLocks/>
          </p:cNvSpPr>
          <p:nvPr/>
        </p:nvSpPr>
        <p:spPr bwMode="auto">
          <a:xfrm>
            <a:off x="2735873" y="944449"/>
            <a:ext cx="251087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 코드를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D3CE544-1171-7C7B-F2B0-B95FDF4A875F}"/>
              </a:ext>
            </a:extLst>
          </p:cNvPr>
          <p:cNvSpPr txBox="1"/>
          <p:nvPr/>
        </p:nvSpPr>
        <p:spPr>
          <a:xfrm>
            <a:off x="4135994" y="1771075"/>
            <a:ext cx="310533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↓ 로그인한 협력사 호텔</a:t>
            </a:r>
            <a:r>
              <a:rPr lang="en-US" altLang="ko-KR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/</a:t>
            </a:r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프로퍼티 명 기준 출력 </a:t>
            </a:r>
            <a:r>
              <a:rPr lang="en-US" altLang="ko-KR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(</a:t>
            </a:r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프로퍼티 컬럼 생략</a:t>
            </a:r>
            <a:r>
              <a:rPr lang="en-US" altLang="ko-KR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)</a:t>
            </a:r>
            <a:endParaRPr lang="ko-KR" altLang="en-US" sz="800" i="1" dirty="0">
              <a:solidFill>
                <a:srgbClr val="C00000"/>
              </a:solidFill>
              <a:highlight>
                <a:srgbClr val="FFFF00"/>
              </a:highlight>
              <a:latin typeface="+mn-ea"/>
              <a:ea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347FB6F-45B9-E580-930D-C0E22C9C134F}"/>
              </a:ext>
            </a:extLst>
          </p:cNvPr>
          <p:cNvSpPr/>
          <p:nvPr/>
        </p:nvSpPr>
        <p:spPr bwMode="auto">
          <a:xfrm>
            <a:off x="-106106" y="285293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D52E5D0-1F20-7E0F-F8AD-74DE9071C518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D5383FB5-8FF4-DF6E-A6F2-62C8E2911D52}"/>
              </a:ext>
            </a:extLst>
          </p:cNvPr>
          <p:cNvGrpSpPr/>
          <p:nvPr/>
        </p:nvGrpSpPr>
        <p:grpSpPr>
          <a:xfrm>
            <a:off x="2735873" y="1161980"/>
            <a:ext cx="2593082" cy="242067"/>
            <a:chOff x="2279979" y="1223052"/>
            <a:chExt cx="2593082" cy="242067"/>
          </a:xfrm>
        </p:grpSpPr>
        <p:sp>
          <p:nvSpPr>
            <p:cNvPr id="39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E338ACA-D7FA-652E-E70B-0AAA6645B5E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4C42390F-AD19-007B-EE4C-D1EDD784D10B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41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46596B8-5F3D-B85C-8E70-90FC598749DF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42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BBD5739-56D6-A67C-BF61-52EB76CE2BA9}"/>
                </a:ext>
              </a:extLst>
            </p:cNvPr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43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5AEDC2B-E94F-10F5-9C65-CCCC483D4D93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8504613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1AD910-9288-15B3-9C8E-B9BAE51509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5F87C59C-0AE0-50DF-ABD5-41F1AEEB2A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프로모션 코드 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16D74930-A6C5-D91A-C1B0-61FC649AA4E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프로모션관리 </a:t>
            </a:r>
            <a:r>
              <a:rPr lang="en-US" altLang="ko-KR" dirty="0"/>
              <a:t>&gt;</a:t>
            </a:r>
            <a:r>
              <a:rPr lang="ko-KR" altLang="en-US" dirty="0"/>
              <a:t> 프로모션 코드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16F79BD3-3E00-E27A-89EC-9F879C19C8E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875209DE-982B-B26C-C109-705CF3D0CD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33EDD09-CDFA-A2DE-A365-2F89E2B300BB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13B192D-B859-39BF-47FA-23246E3D4A4A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ECFD14C-3B34-3D14-1222-6F28CC3F36A8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8141C91A-BBB8-69C5-8B91-C04871F0C9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7102815"/>
              </p:ext>
            </p:extLst>
          </p:nvPr>
        </p:nvGraphicFramePr>
        <p:xfrm>
          <a:off x="9406740" y="440717"/>
          <a:ext cx="2785260" cy="14355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 조회 공통 팝업 호출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validation check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및 정상 저장 후 리스트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로그인 기준 협력사 프로퍼티 출력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53A10472-A58F-0E27-A3FB-DC6E2CDDC4C0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코드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4EC6E63A-CD78-ED7A-F429-A0EE8158CF2A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TextBox 160">
            <a:extLst>
              <a:ext uri="{FF2B5EF4-FFF2-40B4-BE49-F238E27FC236}">
                <a16:creationId xmlns:a16="http://schemas.microsoft.com/office/drawing/2014/main" id="{C586D143-9037-7E84-B5EB-B7B07981303F}"/>
              </a:ext>
            </a:extLst>
          </p:cNvPr>
          <p:cNvSpPr txBox="1"/>
          <p:nvPr/>
        </p:nvSpPr>
        <p:spPr>
          <a:xfrm>
            <a:off x="1462822" y="836712"/>
            <a:ext cx="13260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기본정보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62" name="표 161">
            <a:extLst>
              <a:ext uri="{FF2B5EF4-FFF2-40B4-BE49-F238E27FC236}">
                <a16:creationId xmlns:a16="http://schemas.microsoft.com/office/drawing/2014/main" id="{2FB159F2-37E1-815F-6F97-70FD10B89D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4911164"/>
              </p:ext>
            </p:extLst>
          </p:nvPr>
        </p:nvGraphicFramePr>
        <p:xfrm>
          <a:off x="1523668" y="1111053"/>
          <a:ext cx="7668676" cy="26796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5017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6553659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</a:tblGrid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</a:t>
                      </a: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글래드호텔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&gt;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글래드여의도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8005410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 </a:t>
                      </a:r>
                      <a:r>
                        <a:rPr lang="ko-KR" altLang="en-US" sz="800" b="0" i="0" kern="0" spc="-30" baseline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0" i="0" kern="0" spc="-30" baseline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코드를 입력하세요</a:t>
                      </a:r>
                      <a:r>
                        <a:rPr lang="en-US" altLang="ko-KR" sz="800" b="0" i="0" kern="0" spc="-30" baseline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코드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5582648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기간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6414276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설명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942806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타입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COMPANY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PROMOTION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8858915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0080729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최종 수정일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0993050"/>
                  </a:ext>
                </a:extLst>
              </a:tr>
            </a:tbl>
          </a:graphicData>
        </a:graphic>
      </p:graphicFrame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0E977579-BE26-EF91-5875-544EF0E18BE3}"/>
              </a:ext>
            </a:extLst>
          </p:cNvPr>
          <p:cNvSpPr/>
          <p:nvPr/>
        </p:nvSpPr>
        <p:spPr>
          <a:xfrm>
            <a:off x="4907338" y="6507610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269EF331-BFAC-6EF6-2BC7-E7BB09A703F5}"/>
              </a:ext>
            </a:extLst>
          </p:cNvPr>
          <p:cNvSpPr/>
          <p:nvPr/>
        </p:nvSpPr>
        <p:spPr>
          <a:xfrm>
            <a:off x="5410348" y="6507610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등록</a:t>
            </a:r>
          </a:p>
        </p:txBody>
      </p:sp>
      <p:sp>
        <p:nvSpPr>
          <p:cNvPr id="165" name="Text Box">
            <a:extLst>
              <a:ext uri="{FF2B5EF4-FFF2-40B4-BE49-F238E27FC236}">
                <a16:creationId xmlns:a16="http://schemas.microsoft.com/office/drawing/2014/main" id="{F4CA3A4C-96AD-337D-2FC5-F0149B50BF8E}"/>
              </a:ext>
            </a:extLst>
          </p:cNvPr>
          <p:cNvSpPr>
            <a:spLocks/>
          </p:cNvSpPr>
          <p:nvPr/>
        </p:nvSpPr>
        <p:spPr bwMode="auto">
          <a:xfrm>
            <a:off x="2752399" y="1762078"/>
            <a:ext cx="2168509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코드명을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75461E48-6545-848A-F90A-49BF4E209A08}"/>
              </a:ext>
            </a:extLst>
          </p:cNvPr>
          <p:cNvSpPr/>
          <p:nvPr/>
        </p:nvSpPr>
        <p:spPr>
          <a:xfrm>
            <a:off x="4976748" y="1759244"/>
            <a:ext cx="520224" cy="17971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중복확인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044EB674-C7E4-9D8E-F8D5-7EA87794F7F5}"/>
              </a:ext>
            </a:extLst>
          </p:cNvPr>
          <p:cNvSpPr txBox="1"/>
          <p:nvPr/>
        </p:nvSpPr>
        <p:spPr>
          <a:xfrm>
            <a:off x="7922445" y="842123"/>
            <a:ext cx="12698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  <a:ea typeface="+mn-ea"/>
              </a:rPr>
              <a:t>"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lang="en-US" altLang="ko-KR" sz="700" dirty="0">
                <a:latin typeface="+mn-ea"/>
                <a:ea typeface="+mn-ea"/>
              </a:rPr>
              <a:t>"</a:t>
            </a:r>
            <a:r>
              <a:rPr lang="ko-KR" altLang="en-US" sz="700" dirty="0">
                <a:latin typeface="+mn-ea"/>
                <a:ea typeface="+mn-ea"/>
              </a:rPr>
              <a:t>는 필수 입력 항목입니다</a:t>
            </a:r>
            <a:r>
              <a:rPr lang="en-US" altLang="ko-KR" sz="700" dirty="0">
                <a:latin typeface="+mn-ea"/>
                <a:ea typeface="+mn-ea"/>
              </a:rPr>
              <a:t>.</a:t>
            </a:r>
            <a:endParaRPr kumimoji="1" lang="ko-Kore-KR" altLang="en-US" sz="700" dirty="0">
              <a:latin typeface="+mn-ea"/>
              <a:ea typeface="+mn-ea"/>
            </a:endParaRPr>
          </a:p>
        </p:txBody>
      </p:sp>
      <p:sp>
        <p:nvSpPr>
          <p:cNvPr id="178" name="Teardrop 1">
            <a:extLst>
              <a:ext uri="{FF2B5EF4-FFF2-40B4-BE49-F238E27FC236}">
                <a16:creationId xmlns:a16="http://schemas.microsoft.com/office/drawing/2014/main" id="{F949129B-A648-BC69-5A50-48C30DB36A9A}"/>
              </a:ext>
            </a:extLst>
          </p:cNvPr>
          <p:cNvSpPr/>
          <p:nvPr/>
        </p:nvSpPr>
        <p:spPr>
          <a:xfrm rot="16200000" flipH="1" flipV="1">
            <a:off x="5305620" y="638353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9" name="Text Box">
            <a:extLst>
              <a:ext uri="{FF2B5EF4-FFF2-40B4-BE49-F238E27FC236}">
                <a16:creationId xmlns:a16="http://schemas.microsoft.com/office/drawing/2014/main" id="{285CFD1B-FED8-5A1E-A3C2-644C112B636E}"/>
              </a:ext>
            </a:extLst>
          </p:cNvPr>
          <p:cNvSpPr>
            <a:spLocks/>
          </p:cNvSpPr>
          <p:nvPr/>
        </p:nvSpPr>
        <p:spPr bwMode="auto">
          <a:xfrm>
            <a:off x="2752398" y="2373546"/>
            <a:ext cx="618698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국문 설명을 입력하세요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0" name="Text Box">
            <a:extLst>
              <a:ext uri="{FF2B5EF4-FFF2-40B4-BE49-F238E27FC236}">
                <a16:creationId xmlns:a16="http://schemas.microsoft.com/office/drawing/2014/main" id="{33C7154D-4D69-8919-8B36-F9C7F7F2592E}"/>
              </a:ext>
            </a:extLst>
          </p:cNvPr>
          <p:cNvSpPr>
            <a:spLocks/>
          </p:cNvSpPr>
          <p:nvPr/>
        </p:nvSpPr>
        <p:spPr bwMode="auto">
          <a:xfrm>
            <a:off x="2752398" y="2617765"/>
            <a:ext cx="618698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영문 설명을 입력하세요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A3314A0D-245F-8D37-B10D-9689FC4EF026}"/>
              </a:ext>
            </a:extLst>
          </p:cNvPr>
          <p:cNvSpPr/>
          <p:nvPr/>
        </p:nvSpPr>
        <p:spPr>
          <a:xfrm>
            <a:off x="2752398" y="1470132"/>
            <a:ext cx="520224" cy="17971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조회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609DAB62-8B28-E7BE-44BE-CB0BD3EF2AFD}"/>
              </a:ext>
            </a:extLst>
          </p:cNvPr>
          <p:cNvSpPr txBox="1"/>
          <p:nvPr/>
        </p:nvSpPr>
        <p:spPr>
          <a:xfrm>
            <a:off x="1427884" y="3861048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en" altLang="en-US" sz="800" b="1" dirty="0">
                <a:latin typeface="+mn-ea"/>
                <a:ea typeface="+mn-ea"/>
              </a:rPr>
              <a:t>D</a:t>
            </a:r>
            <a:r>
              <a:rPr lang="en" altLang="ko-KR" sz="800" b="1" dirty="0">
                <a:latin typeface="+mn-ea"/>
                <a:ea typeface="+mn-ea"/>
              </a:rPr>
              <a:t>own/Up sale</a:t>
            </a:r>
            <a:r>
              <a:rPr kumimoji="1" lang="ko-KR" altLang="en-US" sz="800" b="1" dirty="0">
                <a:latin typeface="+mn-ea"/>
                <a:ea typeface="+mn-ea"/>
              </a:rPr>
              <a:t>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193" name="표 192">
            <a:extLst>
              <a:ext uri="{FF2B5EF4-FFF2-40B4-BE49-F238E27FC236}">
                <a16:creationId xmlns:a16="http://schemas.microsoft.com/office/drawing/2014/main" id="{D6F85027-B781-035E-7CFE-7DCEEE4334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0754342"/>
              </p:ext>
            </p:extLst>
          </p:nvPr>
        </p:nvGraphicFramePr>
        <p:xfrm>
          <a:off x="1513108" y="4115254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872028281"/>
                    </a:ext>
                  </a:extLst>
                </a:gridCol>
                <a:gridCol w="3379331">
                  <a:extLst>
                    <a:ext uri="{9D8B030D-6E8A-4147-A177-3AD203B41FA5}">
                      <a16:colId xmlns:a16="http://schemas.microsoft.com/office/drawing/2014/main" val="242730794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       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처리 방식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소수점                             자리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</a:tbl>
          </a:graphicData>
        </a:graphic>
      </p:graphicFrame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84615A7F-4701-4405-EE42-0439D01A7977}"/>
              </a:ext>
            </a:extLst>
          </p:cNvPr>
          <p:cNvGrpSpPr/>
          <p:nvPr/>
        </p:nvGrpSpPr>
        <p:grpSpPr>
          <a:xfrm>
            <a:off x="2787213" y="4176617"/>
            <a:ext cx="446018" cy="493298"/>
            <a:chOff x="1290369" y="2868764"/>
            <a:chExt cx="446018" cy="493298"/>
          </a:xfrm>
        </p:grpSpPr>
        <p:sp>
          <p:nvSpPr>
            <p:cNvPr id="195" name="Text Box">
              <a:extLst>
                <a:ext uri="{FF2B5EF4-FFF2-40B4-BE49-F238E27FC236}">
                  <a16:creationId xmlns:a16="http://schemas.microsoft.com/office/drawing/2014/main" id="{7C136BE5-5BA5-1FC9-D33B-8A4086871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49329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+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-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6" name="Chevron Left">
              <a:extLst>
                <a:ext uri="{FF2B5EF4-FFF2-40B4-BE49-F238E27FC236}">
                  <a16:creationId xmlns:a16="http://schemas.microsoft.com/office/drawing/2014/main" id="{A647B684-C169-C591-05C2-16FB1E812541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7" name="Text Box">
            <a:extLst>
              <a:ext uri="{FF2B5EF4-FFF2-40B4-BE49-F238E27FC236}">
                <a16:creationId xmlns:a16="http://schemas.microsoft.com/office/drawing/2014/main" id="{2AEFD44E-D7F2-84BE-E404-54B653B18D29}"/>
              </a:ext>
            </a:extLst>
          </p:cNvPr>
          <p:cNvSpPr>
            <a:spLocks/>
          </p:cNvSpPr>
          <p:nvPr/>
        </p:nvSpPr>
        <p:spPr bwMode="auto">
          <a:xfrm>
            <a:off x="3269973" y="4173287"/>
            <a:ext cx="863999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6F44EC0E-AFE7-6012-CF02-40688EC768AA}"/>
              </a:ext>
            </a:extLst>
          </p:cNvPr>
          <p:cNvGrpSpPr/>
          <p:nvPr/>
        </p:nvGrpSpPr>
        <p:grpSpPr>
          <a:xfrm>
            <a:off x="4164008" y="4176617"/>
            <a:ext cx="446018" cy="493298"/>
            <a:chOff x="1290369" y="2868764"/>
            <a:chExt cx="446018" cy="493298"/>
          </a:xfrm>
        </p:grpSpPr>
        <p:sp>
          <p:nvSpPr>
            <p:cNvPr id="199" name="Text Box">
              <a:extLst>
                <a:ext uri="{FF2B5EF4-FFF2-40B4-BE49-F238E27FC236}">
                  <a16:creationId xmlns:a16="http://schemas.microsoft.com/office/drawing/2014/main" id="{6AEA4952-57C5-F413-3A8D-55A73439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49329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정액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정률</a:t>
              </a: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(%)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0" name="Chevron Left">
              <a:extLst>
                <a:ext uri="{FF2B5EF4-FFF2-40B4-BE49-F238E27FC236}">
                  <a16:creationId xmlns:a16="http://schemas.microsoft.com/office/drawing/2014/main" id="{4DD1A24B-715F-35E7-91E4-11A88C037CD4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1" name="Text Box">
            <a:extLst>
              <a:ext uri="{FF2B5EF4-FFF2-40B4-BE49-F238E27FC236}">
                <a16:creationId xmlns:a16="http://schemas.microsoft.com/office/drawing/2014/main" id="{BDC3C5F1-366F-8991-FA56-77432F0DE109}"/>
              </a:ext>
            </a:extLst>
          </p:cNvPr>
          <p:cNvSpPr>
            <a:spLocks/>
          </p:cNvSpPr>
          <p:nvPr/>
        </p:nvSpPr>
        <p:spPr bwMode="auto">
          <a:xfrm>
            <a:off x="6282118" y="4175918"/>
            <a:ext cx="64807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E0F460D3-404B-2151-2550-56C62EB448C8}"/>
              </a:ext>
            </a:extLst>
          </p:cNvPr>
          <p:cNvGrpSpPr/>
          <p:nvPr/>
        </p:nvGrpSpPr>
        <p:grpSpPr>
          <a:xfrm>
            <a:off x="7248128" y="4180374"/>
            <a:ext cx="446018" cy="790255"/>
            <a:chOff x="1290369" y="2868763"/>
            <a:chExt cx="446018" cy="790255"/>
          </a:xfrm>
        </p:grpSpPr>
        <p:sp>
          <p:nvSpPr>
            <p:cNvPr id="203" name="Text Box">
              <a:extLst>
                <a:ext uri="{FF2B5EF4-FFF2-40B4-BE49-F238E27FC236}">
                  <a16:creationId xmlns:a16="http://schemas.microsoft.com/office/drawing/2014/main" id="{F4B51C26-B43C-0248-F67C-8564F0D5F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3"/>
              <a:ext cx="446018" cy="790255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올림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내림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반 올림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반 내림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절사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4" name="Chevron Left">
              <a:extLst>
                <a:ext uri="{FF2B5EF4-FFF2-40B4-BE49-F238E27FC236}">
                  <a16:creationId xmlns:a16="http://schemas.microsoft.com/office/drawing/2014/main" id="{BD1C9BDA-C1D7-C4EE-50AA-B1398D7E43C2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5" name="Teardrop 1">
            <a:extLst>
              <a:ext uri="{FF2B5EF4-FFF2-40B4-BE49-F238E27FC236}">
                <a16:creationId xmlns:a16="http://schemas.microsoft.com/office/drawing/2014/main" id="{AD5E95F5-94A1-5236-053C-7D28CDEAD96A}"/>
              </a:ext>
            </a:extLst>
          </p:cNvPr>
          <p:cNvSpPr/>
          <p:nvPr/>
        </p:nvSpPr>
        <p:spPr>
          <a:xfrm rot="16200000" flipH="1" flipV="1">
            <a:off x="2651891" y="139706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1E51ED67-6F34-6A90-B14E-CA65C93FEF87}"/>
              </a:ext>
            </a:extLst>
          </p:cNvPr>
          <p:cNvSpPr txBox="1"/>
          <p:nvPr/>
        </p:nvSpPr>
        <p:spPr>
          <a:xfrm>
            <a:off x="3368239" y="923608"/>
            <a:ext cx="310533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↓ 로그인한 협력사 호텔</a:t>
            </a:r>
            <a:r>
              <a:rPr lang="en-US" altLang="ko-KR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/</a:t>
            </a:r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프로퍼티 명 기준 출력 </a:t>
            </a:r>
            <a:r>
              <a:rPr lang="en-US" altLang="ko-KR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(</a:t>
            </a:r>
            <a:r>
              <a:rPr lang="ko-KR" altLang="en-US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프로퍼티 컬럼 생략</a:t>
            </a:r>
            <a:r>
              <a:rPr lang="en-US" altLang="ko-KR" sz="800" i="1" dirty="0">
                <a:solidFill>
                  <a:srgbClr val="C00000"/>
                </a:solidFill>
                <a:highlight>
                  <a:srgbClr val="FFFF00"/>
                </a:highlight>
                <a:latin typeface="+mn-ea"/>
                <a:ea typeface="+mn-ea"/>
              </a:rPr>
              <a:t>)</a:t>
            </a:r>
            <a:endParaRPr lang="ko-KR" altLang="en-US" sz="800" i="1" dirty="0">
              <a:solidFill>
                <a:srgbClr val="C00000"/>
              </a:solidFill>
              <a:highlight>
                <a:srgbClr val="FFFF00"/>
              </a:highlight>
              <a:latin typeface="+mn-ea"/>
              <a:ea typeface="+mn-ea"/>
            </a:endParaRPr>
          </a:p>
        </p:txBody>
      </p:sp>
      <p:grpSp>
        <p:nvGrpSpPr>
          <p:cNvPr id="207" name="그룹 206">
            <a:extLst>
              <a:ext uri="{FF2B5EF4-FFF2-40B4-BE49-F238E27FC236}">
                <a16:creationId xmlns:a16="http://schemas.microsoft.com/office/drawing/2014/main" id="{28D8A1C1-9E28-542F-14F9-1EFE34C55CD5}"/>
              </a:ext>
            </a:extLst>
          </p:cNvPr>
          <p:cNvGrpSpPr/>
          <p:nvPr/>
        </p:nvGrpSpPr>
        <p:grpSpPr>
          <a:xfrm>
            <a:off x="2755605" y="2037756"/>
            <a:ext cx="2593082" cy="242067"/>
            <a:chOff x="2279979" y="1223052"/>
            <a:chExt cx="2593082" cy="242067"/>
          </a:xfrm>
        </p:grpSpPr>
        <p:sp>
          <p:nvSpPr>
            <p:cNvPr id="208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946C82B-5936-3240-EDB7-D33DD1903152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A8FF9414-39BA-73A2-8A97-DC3DB0887279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210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6FC56D-7083-45AF-1C53-75C72846D72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11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C47296E-E1D0-7B0D-288B-7C53F65E7558}"/>
                </a:ext>
              </a:extLst>
            </p:cNvPr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212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221CED5-8522-F2BE-18C1-2658F732A22B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sp>
        <p:nvSpPr>
          <p:cNvPr id="213" name="Teardrop 1">
            <a:extLst>
              <a:ext uri="{FF2B5EF4-FFF2-40B4-BE49-F238E27FC236}">
                <a16:creationId xmlns:a16="http://schemas.microsoft.com/office/drawing/2014/main" id="{50A940DE-BDEC-84C7-AD80-4EBA749FF19C}"/>
              </a:ext>
            </a:extLst>
          </p:cNvPr>
          <p:cNvSpPr/>
          <p:nvPr/>
        </p:nvSpPr>
        <p:spPr>
          <a:xfrm rot="16200000" flipH="1" flipV="1">
            <a:off x="2518529" y="102149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961B951-DE83-B869-A439-0835C30C78E2}"/>
              </a:ext>
            </a:extLst>
          </p:cNvPr>
          <p:cNvSpPr/>
          <p:nvPr/>
        </p:nvSpPr>
        <p:spPr bwMode="auto">
          <a:xfrm>
            <a:off x="-106106" y="285293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E6EF8BB-6B9F-4DCE-03CC-22F01608A5B5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7583550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381AD5-4DE8-206F-1209-FD433C5ED1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EE8F60F6-6B46-CAFA-B7A7-931C9B5D42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프로모션 코드 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50BDECA9-26BA-F265-40CA-69C13CD759B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프로모션관리 </a:t>
            </a:r>
            <a:r>
              <a:rPr lang="en-US" altLang="ko-KR" dirty="0"/>
              <a:t>&gt;</a:t>
            </a:r>
            <a:r>
              <a:rPr lang="ko-KR" altLang="en-US" dirty="0"/>
              <a:t> 프로모션 코드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B6562671-25FC-FBF2-39D9-F3348D75A06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849222B4-9907-01C0-CDE3-0854D90BD46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FE604BE-3F59-CEE8-CA0A-34AEB37015FF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FAE27B1-9458-A19E-9EB0-5357BBDDECF9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CDD2071-F2DE-E492-86E1-D04118BF5D44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BA3CF317-6986-A0B7-C085-E0F0A41708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4695114"/>
              </p:ext>
            </p:extLst>
          </p:nvPr>
        </p:nvGraphicFramePr>
        <p:xfrm>
          <a:off x="9406740" y="440717"/>
          <a:ext cx="2785260" cy="14355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Validation check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및 정상 저장 후 리스트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일경우만 삭제 허용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6D1A8A0A-FBA5-4F58-2EE2-3B99C45B6AD5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코드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E0F3DE53-F3D0-5C81-CC35-89154D1714D5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TextBox 160">
            <a:extLst>
              <a:ext uri="{FF2B5EF4-FFF2-40B4-BE49-F238E27FC236}">
                <a16:creationId xmlns:a16="http://schemas.microsoft.com/office/drawing/2014/main" id="{68DF2F5A-FD8A-778A-7035-6CD5ACBA779C}"/>
              </a:ext>
            </a:extLst>
          </p:cNvPr>
          <p:cNvSpPr txBox="1"/>
          <p:nvPr/>
        </p:nvSpPr>
        <p:spPr>
          <a:xfrm>
            <a:off x="1462822" y="847091"/>
            <a:ext cx="13260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기본정보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62" name="표 161">
            <a:extLst>
              <a:ext uri="{FF2B5EF4-FFF2-40B4-BE49-F238E27FC236}">
                <a16:creationId xmlns:a16="http://schemas.microsoft.com/office/drawing/2014/main" id="{81D95BFB-3069-45E0-FAE2-12C32D8DA9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2135726"/>
              </p:ext>
            </p:extLst>
          </p:nvPr>
        </p:nvGraphicFramePr>
        <p:xfrm>
          <a:off x="1523668" y="1121432"/>
          <a:ext cx="7668676" cy="26796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5017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6553659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</a:tblGrid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</a:t>
                      </a: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글래드호텔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&gt;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글래드여의도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8005410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RATE2025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-WKND-DELUXE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코드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PROMOTIONCODE1234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4795277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기간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6326500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설명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942806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타입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COMPANY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PROMOTION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8858915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0080729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최종 수정일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YYYY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-MM-DD </a:t>
                      </a:r>
                      <a:r>
                        <a:rPr lang="en-US" altLang="ko-KR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HH:MM:SS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0993050"/>
                  </a:ext>
                </a:extLst>
              </a:tr>
            </a:tbl>
          </a:graphicData>
        </a:graphic>
      </p:graphicFrame>
      <p:sp>
        <p:nvSpPr>
          <p:cNvPr id="176" name="TextBox 175">
            <a:extLst>
              <a:ext uri="{FF2B5EF4-FFF2-40B4-BE49-F238E27FC236}">
                <a16:creationId xmlns:a16="http://schemas.microsoft.com/office/drawing/2014/main" id="{6ABD4C8D-D3CD-DB21-FF79-3382E1F1D896}"/>
              </a:ext>
            </a:extLst>
          </p:cNvPr>
          <p:cNvSpPr txBox="1"/>
          <p:nvPr/>
        </p:nvSpPr>
        <p:spPr>
          <a:xfrm>
            <a:off x="7922445" y="852502"/>
            <a:ext cx="12698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  <a:ea typeface="+mn-ea"/>
              </a:rPr>
              <a:t>"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lang="en-US" altLang="ko-KR" sz="700" dirty="0">
                <a:latin typeface="+mn-ea"/>
                <a:ea typeface="+mn-ea"/>
              </a:rPr>
              <a:t>"</a:t>
            </a:r>
            <a:r>
              <a:rPr lang="ko-KR" altLang="en-US" sz="700" dirty="0">
                <a:latin typeface="+mn-ea"/>
                <a:ea typeface="+mn-ea"/>
              </a:rPr>
              <a:t>는 필수 입력 항목입니다</a:t>
            </a:r>
            <a:r>
              <a:rPr lang="en-US" altLang="ko-KR" sz="700" dirty="0">
                <a:latin typeface="+mn-ea"/>
                <a:ea typeface="+mn-ea"/>
              </a:rPr>
              <a:t>.</a:t>
            </a:r>
            <a:endParaRPr kumimoji="1" lang="ko-Kore-KR" altLang="en-US" sz="700" dirty="0">
              <a:latin typeface="+mn-ea"/>
              <a:ea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F2CCF8F-5C93-7A9C-FFC6-DF97737CBFDC}"/>
              </a:ext>
            </a:extLst>
          </p:cNvPr>
          <p:cNvSpPr/>
          <p:nvPr/>
        </p:nvSpPr>
        <p:spPr>
          <a:xfrm>
            <a:off x="4655840" y="6490301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E32FA9A-A7D2-E858-8E3B-90144A95821C}"/>
              </a:ext>
            </a:extLst>
          </p:cNvPr>
          <p:cNvSpPr/>
          <p:nvPr/>
        </p:nvSpPr>
        <p:spPr>
          <a:xfrm>
            <a:off x="5138045" y="6490301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저장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6211BADD-9053-34F2-5ACB-450970646E48}"/>
              </a:ext>
            </a:extLst>
          </p:cNvPr>
          <p:cNvSpPr/>
          <p:nvPr/>
        </p:nvSpPr>
        <p:spPr>
          <a:xfrm>
            <a:off x="5604577" y="6490301"/>
            <a:ext cx="391138" cy="144000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7" name="Teardrop 1">
            <a:extLst>
              <a:ext uri="{FF2B5EF4-FFF2-40B4-BE49-F238E27FC236}">
                <a16:creationId xmlns:a16="http://schemas.microsoft.com/office/drawing/2014/main" id="{408EB2AF-E91D-4DF5-2AE5-B78F9693DE0A}"/>
              </a:ext>
            </a:extLst>
          </p:cNvPr>
          <p:cNvSpPr/>
          <p:nvPr/>
        </p:nvSpPr>
        <p:spPr>
          <a:xfrm rot="16200000" flipH="1" flipV="1">
            <a:off x="5513644" y="636124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Teardrop 1">
            <a:extLst>
              <a:ext uri="{FF2B5EF4-FFF2-40B4-BE49-F238E27FC236}">
                <a16:creationId xmlns:a16="http://schemas.microsoft.com/office/drawing/2014/main" id="{DE3AAFB8-513D-7DD6-9279-629F43FC720D}"/>
              </a:ext>
            </a:extLst>
          </p:cNvPr>
          <p:cNvSpPr/>
          <p:nvPr/>
        </p:nvSpPr>
        <p:spPr>
          <a:xfrm rot="16200000" flipH="1" flipV="1">
            <a:off x="5032632" y="636124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" name="Text Box">
            <a:extLst>
              <a:ext uri="{FF2B5EF4-FFF2-40B4-BE49-F238E27FC236}">
                <a16:creationId xmlns:a16="http://schemas.microsoft.com/office/drawing/2014/main" id="{F843393D-4407-509D-8B5C-A302F6D93D5B}"/>
              </a:ext>
            </a:extLst>
          </p:cNvPr>
          <p:cNvSpPr>
            <a:spLocks/>
          </p:cNvSpPr>
          <p:nvPr/>
        </p:nvSpPr>
        <p:spPr bwMode="auto">
          <a:xfrm>
            <a:off x="2752398" y="2382423"/>
            <a:ext cx="618698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프로모션코드 국문 설명 입력 필드</a:t>
            </a:r>
          </a:p>
        </p:txBody>
      </p:sp>
      <p:sp>
        <p:nvSpPr>
          <p:cNvPr id="22" name="Text Box">
            <a:extLst>
              <a:ext uri="{FF2B5EF4-FFF2-40B4-BE49-F238E27FC236}">
                <a16:creationId xmlns:a16="http://schemas.microsoft.com/office/drawing/2014/main" id="{479F4B2E-AC70-F664-07CC-427C8F42EEE0}"/>
              </a:ext>
            </a:extLst>
          </p:cNvPr>
          <p:cNvSpPr>
            <a:spLocks/>
          </p:cNvSpPr>
          <p:nvPr/>
        </p:nvSpPr>
        <p:spPr bwMode="auto">
          <a:xfrm>
            <a:off x="2752398" y="2626642"/>
            <a:ext cx="618698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프로모션코드 영문 설명 입력 필드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A9A357E-48D0-625E-8963-C65F2BDBCD47}"/>
              </a:ext>
            </a:extLst>
          </p:cNvPr>
          <p:cNvSpPr/>
          <p:nvPr/>
        </p:nvSpPr>
        <p:spPr>
          <a:xfrm>
            <a:off x="3988847" y="1480511"/>
            <a:ext cx="520224" cy="17971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4B2546F-AFC9-255F-07E3-F50BEB1616AD}"/>
              </a:ext>
            </a:extLst>
          </p:cNvPr>
          <p:cNvSpPr txBox="1"/>
          <p:nvPr/>
        </p:nvSpPr>
        <p:spPr>
          <a:xfrm>
            <a:off x="1427884" y="3831587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en" altLang="en-US" sz="800" b="1" dirty="0">
                <a:latin typeface="+mn-ea"/>
                <a:ea typeface="+mn-ea"/>
              </a:rPr>
              <a:t>D</a:t>
            </a:r>
            <a:r>
              <a:rPr lang="en" altLang="ko-KR" sz="800" b="1" dirty="0">
                <a:latin typeface="+mn-ea"/>
                <a:ea typeface="+mn-ea"/>
              </a:rPr>
              <a:t>own/Up sale</a:t>
            </a:r>
            <a:r>
              <a:rPr kumimoji="1" lang="ko-KR" altLang="en-US" sz="800" b="1" dirty="0">
                <a:latin typeface="+mn-ea"/>
                <a:ea typeface="+mn-ea"/>
              </a:rPr>
              <a:t>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270FFF8C-C6FD-9A5E-0CBA-94A8CD6C0E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0785948"/>
              </p:ext>
            </p:extLst>
          </p:nvPr>
        </p:nvGraphicFramePr>
        <p:xfrm>
          <a:off x="1513108" y="4085793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872028281"/>
                    </a:ext>
                  </a:extLst>
                </a:gridCol>
                <a:gridCol w="3379331">
                  <a:extLst>
                    <a:ext uri="{9D8B030D-6E8A-4147-A177-3AD203B41FA5}">
                      <a16:colId xmlns:a16="http://schemas.microsoft.com/office/drawing/2014/main" val="242730794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       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처리 방식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소수점                             자리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</a:tbl>
          </a:graphicData>
        </a:graphic>
      </p:graphicFrame>
      <p:grpSp>
        <p:nvGrpSpPr>
          <p:cNvPr id="26" name="그룹 25">
            <a:extLst>
              <a:ext uri="{FF2B5EF4-FFF2-40B4-BE49-F238E27FC236}">
                <a16:creationId xmlns:a16="http://schemas.microsoft.com/office/drawing/2014/main" id="{F98D97DB-3825-B7A9-1571-C6BE1057EB2D}"/>
              </a:ext>
            </a:extLst>
          </p:cNvPr>
          <p:cNvGrpSpPr/>
          <p:nvPr/>
        </p:nvGrpSpPr>
        <p:grpSpPr>
          <a:xfrm>
            <a:off x="2787213" y="4147156"/>
            <a:ext cx="446018" cy="493298"/>
            <a:chOff x="1290369" y="2868764"/>
            <a:chExt cx="446018" cy="493298"/>
          </a:xfrm>
        </p:grpSpPr>
        <p:sp>
          <p:nvSpPr>
            <p:cNvPr id="27" name="Text Box">
              <a:extLst>
                <a:ext uri="{FF2B5EF4-FFF2-40B4-BE49-F238E27FC236}">
                  <a16:creationId xmlns:a16="http://schemas.microsoft.com/office/drawing/2014/main" id="{E685C438-8A30-3B9B-3A5C-4BA80DA43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49329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+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-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Chevron Left">
              <a:extLst>
                <a:ext uri="{FF2B5EF4-FFF2-40B4-BE49-F238E27FC236}">
                  <a16:creationId xmlns:a16="http://schemas.microsoft.com/office/drawing/2014/main" id="{4442F172-0DB9-3260-E6D8-645680FFEBFB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" name="Text Box">
            <a:extLst>
              <a:ext uri="{FF2B5EF4-FFF2-40B4-BE49-F238E27FC236}">
                <a16:creationId xmlns:a16="http://schemas.microsoft.com/office/drawing/2014/main" id="{740E8EDC-B199-DA2F-5824-7BA97C5A094E}"/>
              </a:ext>
            </a:extLst>
          </p:cNvPr>
          <p:cNvSpPr>
            <a:spLocks/>
          </p:cNvSpPr>
          <p:nvPr/>
        </p:nvSpPr>
        <p:spPr bwMode="auto">
          <a:xfrm>
            <a:off x="3269973" y="4143826"/>
            <a:ext cx="863999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D7FB6B02-4FB0-E5D3-DFC2-A4A439CF5194}"/>
              </a:ext>
            </a:extLst>
          </p:cNvPr>
          <p:cNvGrpSpPr/>
          <p:nvPr/>
        </p:nvGrpSpPr>
        <p:grpSpPr>
          <a:xfrm>
            <a:off x="4164008" y="4147156"/>
            <a:ext cx="446018" cy="493298"/>
            <a:chOff x="1290369" y="2868764"/>
            <a:chExt cx="446018" cy="493298"/>
          </a:xfrm>
        </p:grpSpPr>
        <p:sp>
          <p:nvSpPr>
            <p:cNvPr id="34" name="Text Box">
              <a:extLst>
                <a:ext uri="{FF2B5EF4-FFF2-40B4-BE49-F238E27FC236}">
                  <a16:creationId xmlns:a16="http://schemas.microsoft.com/office/drawing/2014/main" id="{8CA0B372-EB9B-CACC-45CA-41C2044F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49329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정액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정률</a:t>
              </a: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(%)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Chevron Left">
              <a:extLst>
                <a:ext uri="{FF2B5EF4-FFF2-40B4-BE49-F238E27FC236}">
                  <a16:creationId xmlns:a16="http://schemas.microsoft.com/office/drawing/2014/main" id="{2BFD88D0-684A-E588-3E6B-A93DEC2E15B1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" name="Text Box">
            <a:extLst>
              <a:ext uri="{FF2B5EF4-FFF2-40B4-BE49-F238E27FC236}">
                <a16:creationId xmlns:a16="http://schemas.microsoft.com/office/drawing/2014/main" id="{3B3A97DF-3C8F-EF25-AA76-49B804DCEB1C}"/>
              </a:ext>
            </a:extLst>
          </p:cNvPr>
          <p:cNvSpPr>
            <a:spLocks/>
          </p:cNvSpPr>
          <p:nvPr/>
        </p:nvSpPr>
        <p:spPr bwMode="auto">
          <a:xfrm>
            <a:off x="6282118" y="4146457"/>
            <a:ext cx="64807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45F591EE-52E7-4F99-861E-A8861458E920}"/>
              </a:ext>
            </a:extLst>
          </p:cNvPr>
          <p:cNvGrpSpPr/>
          <p:nvPr/>
        </p:nvGrpSpPr>
        <p:grpSpPr>
          <a:xfrm>
            <a:off x="7248128" y="4150913"/>
            <a:ext cx="446018" cy="790255"/>
            <a:chOff x="1290369" y="2868763"/>
            <a:chExt cx="446018" cy="790255"/>
          </a:xfrm>
        </p:grpSpPr>
        <p:sp>
          <p:nvSpPr>
            <p:cNvPr id="38" name="Text Box">
              <a:extLst>
                <a:ext uri="{FF2B5EF4-FFF2-40B4-BE49-F238E27FC236}">
                  <a16:creationId xmlns:a16="http://schemas.microsoft.com/office/drawing/2014/main" id="{249BB1B0-205B-AAC6-EA77-92336E894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3"/>
              <a:ext cx="446018" cy="790255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올림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내림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반 올림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반 내림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절사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9" name="Chevron Left">
              <a:extLst>
                <a:ext uri="{FF2B5EF4-FFF2-40B4-BE49-F238E27FC236}">
                  <a16:creationId xmlns:a16="http://schemas.microsoft.com/office/drawing/2014/main" id="{4633FE7A-47E6-76D4-7BEE-EF57EC0DFBE1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A3523BE9-E887-650F-672D-8506A35A7518}"/>
              </a:ext>
            </a:extLst>
          </p:cNvPr>
          <p:cNvGrpSpPr/>
          <p:nvPr/>
        </p:nvGrpSpPr>
        <p:grpSpPr>
          <a:xfrm>
            <a:off x="2755605" y="2037756"/>
            <a:ext cx="2593082" cy="242067"/>
            <a:chOff x="2279979" y="1223052"/>
            <a:chExt cx="2593082" cy="242067"/>
          </a:xfrm>
        </p:grpSpPr>
        <p:sp>
          <p:nvSpPr>
            <p:cNvPr id="41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C7027AE-C0AD-A53E-D391-E0BFCA74FB2A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/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/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E6D1BB4-8949-3A62-E565-89C73A804211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43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78C88C0-ECF9-7A70-5F4E-952749FBD9D2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/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/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44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8466690-8A3F-5128-9C93-D1B0783637CF}"/>
                </a:ext>
              </a:extLst>
            </p:cNvPr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45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253F4F6-D25F-E163-5777-4F382535BE94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91F9DD96-47F6-98D0-0417-1D5F9F7A153F}"/>
              </a:ext>
            </a:extLst>
          </p:cNvPr>
          <p:cNvSpPr/>
          <p:nvPr/>
        </p:nvSpPr>
        <p:spPr bwMode="auto">
          <a:xfrm>
            <a:off x="-106106" y="285293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A3D9338-0D4E-8E18-7322-2A43E56D3E35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6475879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BA03BE-B4E4-3E7C-BAEC-8497A2CF27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589010C5-E8A1-7130-EFC4-C4BB9714FDF1}"/>
              </a:ext>
            </a:extLst>
          </p:cNvPr>
          <p:cNvSpPr/>
          <p:nvPr/>
        </p:nvSpPr>
        <p:spPr>
          <a:xfrm>
            <a:off x="0" y="1974770"/>
            <a:ext cx="12191999" cy="2908460"/>
          </a:xfrm>
          <a:prstGeom prst="rect">
            <a:avLst/>
          </a:prstGeom>
          <a:solidFill>
            <a:srgbClr val="0E273B"/>
          </a:solidFill>
          <a:ln>
            <a:solidFill>
              <a:srgbClr val="0E273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권한 분기 처리 </a:t>
            </a:r>
            <a:r>
              <a:rPr lang="en-US" altLang="ko-KR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(</a:t>
            </a:r>
            <a:r>
              <a:rPr lang="ko-KR" altLang="en-US" sz="4000" dirty="0" err="1">
                <a:solidFill>
                  <a:schemeClr val="bg1"/>
                </a:solidFill>
                <a:latin typeface="NanumGothic" panose="020D0604000000000000" pitchFamily="34" charset="-127"/>
              </a:rPr>
              <a:t>슈퍼어드민</a:t>
            </a:r>
            <a:r>
              <a:rPr lang="en-US" altLang="ko-KR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/</a:t>
            </a:r>
            <a:r>
              <a:rPr lang="ko-KR" altLang="en-US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시스템 관리자</a:t>
            </a:r>
            <a:r>
              <a:rPr lang="en-US" altLang="ko-KR" sz="4000" dirty="0">
                <a:solidFill>
                  <a:schemeClr val="bg1"/>
                </a:solidFill>
                <a:latin typeface="NanumGothic" panose="020D0604000000000000" pitchFamily="34" charset="-127"/>
              </a:rPr>
              <a:t>)</a:t>
            </a:r>
            <a:endParaRPr kumimoji="1" lang="ko-Kore-KR" altLang="en-US" sz="4000" dirty="0">
              <a:solidFill>
                <a:schemeClr val="bg1"/>
              </a:solidFill>
              <a:latin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2000082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95B82D-58F5-78A5-E60B-51E8EA4E52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C122FFEE-8C79-80F0-7785-B36C1E20EB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프로모션 코드 관리 리스트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315B5FFB-B81A-1360-72AA-68235CF4F3A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프로모션관리 </a:t>
            </a:r>
            <a:r>
              <a:rPr lang="en-US" altLang="ko-KR" dirty="0"/>
              <a:t>&gt;</a:t>
            </a:r>
            <a:r>
              <a:rPr lang="ko-KR" altLang="en-US" dirty="0"/>
              <a:t> 프로모션 코드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ADE6C9BF-455D-F991-F920-0D74ABCA2BC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113C8789-5664-AE29-53A5-233F6C55C25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91BC74D-879B-2C38-E427-EB13B5B3A493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034ADA3-4E10-D8C9-0E3A-510ADB87BB49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8263F7E-2529-680C-291A-73B772F885F3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708C856D-9B73-F8D6-8515-3EF77D99D7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8707051"/>
              </p:ext>
            </p:extLst>
          </p:nvPr>
        </p:nvGraphicFramePr>
        <p:xfrm>
          <a:off x="9406740" y="440717"/>
          <a:ext cx="2785260" cy="3163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수정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상세 페이지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등록 페이지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05181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0459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91346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50371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51284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99271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12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853797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28408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C77235BB-639F-73B3-B731-1F95E3A59753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코드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28205029-FB93-ED16-81CD-39D5CD82B975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7DCCA15C-BB97-F9E3-E84D-1FCEA0CF4E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3818810"/>
              </p:ext>
            </p:extLst>
          </p:nvPr>
        </p:nvGraphicFramePr>
        <p:xfrm>
          <a:off x="1448266" y="908719"/>
          <a:ext cx="7816085" cy="10004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1350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val="757189270"/>
                    </a:ext>
                  </a:extLst>
                </a:gridCol>
                <a:gridCol w="2520279">
                  <a:extLst>
                    <a:ext uri="{9D8B030D-6E8A-4147-A177-3AD203B41FA5}">
                      <a16:colId xmlns:a16="http://schemas.microsoft.com/office/drawing/2014/main" val="984075331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</a:t>
                      </a: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1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4740288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코드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기간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86944743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타입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◎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COMPANY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◎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PROMOTION</a:t>
                      </a:r>
                      <a:endParaRPr lang="ko-KR" altLang="en-US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◎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◎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</a:t>
                      </a:r>
                      <a:endParaRPr lang="ko-KR" altLang="en-US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6357643"/>
                  </a:ext>
                </a:extLst>
              </a:tr>
            </a:tbl>
          </a:graphicData>
        </a:graphic>
      </p:graphicFrame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24E99B28-3B91-A522-2AFB-BA0A7EA210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6350894"/>
              </p:ext>
            </p:extLst>
          </p:nvPr>
        </p:nvGraphicFramePr>
        <p:xfrm>
          <a:off x="1447441" y="2283758"/>
          <a:ext cx="7816085" cy="2575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29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82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15095">
                  <a:extLst>
                    <a:ext uri="{9D8B030D-6E8A-4147-A177-3AD203B41FA5}">
                      <a16:colId xmlns:a16="http://schemas.microsoft.com/office/drawing/2014/main" val="1111749760"/>
                    </a:ext>
                  </a:extLst>
                </a:gridCol>
                <a:gridCol w="1399984">
                  <a:extLst>
                    <a:ext uri="{9D8B030D-6E8A-4147-A177-3AD203B41FA5}">
                      <a16:colId xmlns:a16="http://schemas.microsoft.com/office/drawing/2014/main" val="3833910930"/>
                    </a:ext>
                  </a:extLst>
                </a:gridCol>
                <a:gridCol w="972878">
                  <a:extLst>
                    <a:ext uri="{9D8B030D-6E8A-4147-A177-3AD203B41FA5}">
                      <a16:colId xmlns:a16="http://schemas.microsoft.com/office/drawing/2014/main" val="4256029274"/>
                    </a:ext>
                  </a:extLst>
                </a:gridCol>
                <a:gridCol w="795991">
                  <a:extLst>
                    <a:ext uri="{9D8B030D-6E8A-4147-A177-3AD203B41FA5}">
                      <a16:colId xmlns:a16="http://schemas.microsoft.com/office/drawing/2014/main" val="1717449669"/>
                    </a:ext>
                  </a:extLst>
                </a:gridCol>
                <a:gridCol w="1590968">
                  <a:extLst>
                    <a:ext uri="{9D8B030D-6E8A-4147-A177-3AD203B41FA5}">
                      <a16:colId xmlns:a16="http://schemas.microsoft.com/office/drawing/2014/main" val="32728493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호텔</a:t>
                      </a:r>
                      <a:r>
                        <a:rPr lang="en-US" altLang="ko-KR" sz="7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kern="0" spc="-10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프로퍼티명</a:t>
                      </a:r>
                      <a:endParaRPr lang="ko-KR" altLang="en-US" sz="700" b="1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0" spc="-1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프로모션 코드</a:t>
                      </a:r>
                      <a:endParaRPr lang="ko-KR" altLang="en-US" sz="700" b="1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타입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기간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PROMOTION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1234</a:t>
                      </a:r>
                      <a:endParaRPr kumimoji="0" lang="en" altLang="ko-KR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PROMOTIONCODE1234</a:t>
                      </a:r>
                      <a:endParaRPr lang="en-US" altLang="ko-KR" sz="7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PROMOTION</a:t>
                      </a:r>
                      <a:endParaRPr kumimoji="0" lang="en-US" altLang="ko-KR" sz="5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PROMOTION</a:t>
                      </a:r>
                      <a:endParaRPr kumimoji="0" lang="en-US" altLang="ko-KR" sz="5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11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852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글래드호텔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글래드여의도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코드가 출력되는 영역입니다</a:t>
                      </a:r>
                      <a:r>
                        <a:rPr kumimoji="0" lang="en-US" altLang="ko-KR" sz="700" b="0" i="0" u="sng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srgbClr val="0432FF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-100" normalizeH="0" baseline="0" noProof="0" dirty="0">
                        <a:ln>
                          <a:noFill/>
                        </a:ln>
                        <a:solidFill>
                          <a:srgbClr val="0432FF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코드 출력영역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COMPANY</a:t>
                      </a:r>
                      <a:endParaRPr kumimoji="0" lang="en-US" altLang="ko-KR" sz="6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2031679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CA9AF517-38C5-513E-E2D7-E8D728FD217C}"/>
              </a:ext>
            </a:extLst>
          </p:cNvPr>
          <p:cNvSpPr/>
          <p:nvPr/>
        </p:nvSpPr>
        <p:spPr>
          <a:xfrm>
            <a:off x="8832304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9421EA3-71F2-B5F4-81D8-9E97BC0CA981}"/>
              </a:ext>
            </a:extLst>
          </p:cNvPr>
          <p:cNvSpPr/>
          <p:nvPr/>
        </p:nvSpPr>
        <p:spPr>
          <a:xfrm>
            <a:off x="8387256" y="664175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7FF8DCAD-BA86-DD3B-AC17-C4CED583A4E9}"/>
              </a:ext>
            </a:extLst>
          </p:cNvPr>
          <p:cNvSpPr/>
          <p:nvPr/>
        </p:nvSpPr>
        <p:spPr>
          <a:xfrm>
            <a:off x="8616280" y="2056617"/>
            <a:ext cx="648073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 코드  등록</a:t>
            </a:r>
          </a:p>
        </p:txBody>
      </p:sp>
      <p:sp>
        <p:nvSpPr>
          <p:cNvPr id="108" name="Pagination">
            <a:extLst>
              <a:ext uri="{FF2B5EF4-FFF2-40B4-BE49-F238E27FC236}">
                <a16:creationId xmlns:a16="http://schemas.microsoft.com/office/drawing/2014/main" id="{62EBCC2B-0321-34BD-354A-102E9D65FE94}"/>
              </a:ext>
            </a:extLst>
          </p:cNvPr>
          <p:cNvSpPr txBox="1"/>
          <p:nvPr/>
        </p:nvSpPr>
        <p:spPr>
          <a:xfrm>
            <a:off x="4702956" y="4975604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0158A02-95FA-3441-F7DB-BC35D3A80D16}"/>
              </a:ext>
            </a:extLst>
          </p:cNvPr>
          <p:cNvGrpSpPr/>
          <p:nvPr/>
        </p:nvGrpSpPr>
        <p:grpSpPr>
          <a:xfrm>
            <a:off x="1446413" y="2033927"/>
            <a:ext cx="1842121" cy="200055"/>
            <a:chOff x="1446413" y="1985887"/>
            <a:chExt cx="1842121" cy="200055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750B441C-EC32-A193-840F-D204D7187C33}"/>
                </a:ext>
              </a:extLst>
            </p:cNvPr>
            <p:cNvSpPr txBox="1"/>
            <p:nvPr/>
          </p:nvSpPr>
          <p:spPr>
            <a:xfrm>
              <a:off x="2382517" y="198588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105EE9C8-04EF-DCF3-177B-0FBD995010F5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6" name="Text Box">
                <a:extLst>
                  <a:ext uri="{FF2B5EF4-FFF2-40B4-BE49-F238E27FC236}">
                    <a16:creationId xmlns:a16="http://schemas.microsoft.com/office/drawing/2014/main" id="{FD540BF2-A270-5C39-FDF2-6E752657D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" name="Chevron Left">
                <a:extLst>
                  <a:ext uri="{FF2B5EF4-FFF2-40B4-BE49-F238E27FC236}">
                    <a16:creationId xmlns:a16="http://schemas.microsoft.com/office/drawing/2014/main" id="{4918AD0D-BAAF-DB16-F64B-248692E35E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1" name="Teardrop 1">
            <a:extLst>
              <a:ext uri="{FF2B5EF4-FFF2-40B4-BE49-F238E27FC236}">
                <a16:creationId xmlns:a16="http://schemas.microsoft.com/office/drawing/2014/main" id="{B9AE9AAF-88C6-2DFF-F6E1-A0DDFED9B956}"/>
              </a:ext>
            </a:extLst>
          </p:cNvPr>
          <p:cNvSpPr/>
          <p:nvPr/>
        </p:nvSpPr>
        <p:spPr>
          <a:xfrm rot="16200000" flipH="1" flipV="1">
            <a:off x="8457798" y="1955007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5" name="Teardrop 1">
            <a:extLst>
              <a:ext uri="{FF2B5EF4-FFF2-40B4-BE49-F238E27FC236}">
                <a16:creationId xmlns:a16="http://schemas.microsoft.com/office/drawing/2014/main" id="{74C47618-060F-67A4-0199-4A8F2A3AC0BB}"/>
              </a:ext>
            </a:extLst>
          </p:cNvPr>
          <p:cNvSpPr/>
          <p:nvPr/>
        </p:nvSpPr>
        <p:spPr>
          <a:xfrm rot="16200000" flipH="1" flipV="1">
            <a:off x="3282150" y="236465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101" name="Click">
            <a:extLst>
              <a:ext uri="{FF2B5EF4-FFF2-40B4-BE49-F238E27FC236}">
                <a16:creationId xmlns:a16="http://schemas.microsoft.com/office/drawing/2014/main" id="{453F28C8-A502-1C5A-8122-233FB610CC0D}"/>
              </a:ext>
            </a:extLst>
          </p:cNvPr>
          <p:cNvGrpSpPr>
            <a:grpSpLocks noChangeAspect="1"/>
          </p:cNvGrpSpPr>
          <p:nvPr/>
        </p:nvGrpSpPr>
        <p:grpSpPr>
          <a:xfrm>
            <a:off x="3791679" y="2530973"/>
            <a:ext cx="299298" cy="426545"/>
            <a:chOff x="5294313" y="2197100"/>
            <a:chExt cx="530225" cy="755651"/>
          </a:xfrm>
        </p:grpSpPr>
        <p:sp>
          <p:nvSpPr>
            <p:cNvPr id="106" name="Arrow Cursor">
              <a:extLst>
                <a:ext uri="{FF2B5EF4-FFF2-40B4-BE49-F238E27FC236}">
                  <a16:creationId xmlns:a16="http://schemas.microsoft.com/office/drawing/2014/main" id="{94D1C507-3181-8D4E-BBDE-39F2611977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07" name="Click">
              <a:extLst>
                <a:ext uri="{FF2B5EF4-FFF2-40B4-BE49-F238E27FC236}">
                  <a16:creationId xmlns:a16="http://schemas.microsoft.com/office/drawing/2014/main" id="{1E9FF67A-D2DB-A42B-CBA0-7B512E74EF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4" name="Text Box">
            <a:extLst>
              <a:ext uri="{FF2B5EF4-FFF2-40B4-BE49-F238E27FC236}">
                <a16:creationId xmlns:a16="http://schemas.microsoft.com/office/drawing/2014/main" id="{36058DC4-9BDA-366A-53DA-75B18D95D798}"/>
              </a:ext>
            </a:extLst>
          </p:cNvPr>
          <p:cNvSpPr>
            <a:spLocks/>
          </p:cNvSpPr>
          <p:nvPr/>
        </p:nvSpPr>
        <p:spPr bwMode="auto">
          <a:xfrm>
            <a:off x="2735873" y="1194028"/>
            <a:ext cx="251087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 코드를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8" name="Text Box">
            <a:extLst>
              <a:ext uri="{FF2B5EF4-FFF2-40B4-BE49-F238E27FC236}">
                <a16:creationId xmlns:a16="http://schemas.microsoft.com/office/drawing/2014/main" id="{2D9420EE-2552-8013-4189-C3FB70A6571C}"/>
              </a:ext>
            </a:extLst>
          </p:cNvPr>
          <p:cNvSpPr>
            <a:spLocks/>
          </p:cNvSpPr>
          <p:nvPr/>
        </p:nvSpPr>
        <p:spPr bwMode="auto">
          <a:xfrm>
            <a:off x="2735873" y="941108"/>
            <a:ext cx="155992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호텔명을 입력하세요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0" name="Text Box">
            <a:extLst>
              <a:ext uri="{FF2B5EF4-FFF2-40B4-BE49-F238E27FC236}">
                <a16:creationId xmlns:a16="http://schemas.microsoft.com/office/drawing/2014/main" id="{47E1271A-7BE2-ED82-982F-C38949345140}"/>
              </a:ext>
            </a:extLst>
          </p:cNvPr>
          <p:cNvSpPr>
            <a:spLocks/>
          </p:cNvSpPr>
          <p:nvPr/>
        </p:nvSpPr>
        <p:spPr bwMode="auto">
          <a:xfrm>
            <a:off x="4376604" y="941108"/>
            <a:ext cx="1559927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프로퍼티명을</a:t>
            </a: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56541F4C-8352-9F94-8505-0A3B6C28C7F5}"/>
              </a:ext>
            </a:extLst>
          </p:cNvPr>
          <p:cNvGrpSpPr/>
          <p:nvPr/>
        </p:nvGrpSpPr>
        <p:grpSpPr>
          <a:xfrm>
            <a:off x="2735873" y="1422451"/>
            <a:ext cx="2593082" cy="242067"/>
            <a:chOff x="2279979" y="1223052"/>
            <a:chExt cx="2593082" cy="242067"/>
          </a:xfrm>
        </p:grpSpPr>
        <p:sp>
          <p:nvSpPr>
            <p:cNvPr id="23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7602E75-971B-4C39-E4B6-8E799F258267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BF62190-D6EB-EC6D-AEE5-32BA463A0B7D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25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0D6826EC-3A5F-A9DF-137E-43D82CAE1DE9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26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09AFEE5-F8C8-16D8-B611-13DE489B637F}"/>
                </a:ext>
              </a:extLst>
            </p:cNvPr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27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99FB3FA-4524-C378-1052-C9AEA8795836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sp>
        <p:nvSpPr>
          <p:cNvPr id="9" name="직사각형 8">
            <a:extLst>
              <a:ext uri="{FF2B5EF4-FFF2-40B4-BE49-F238E27FC236}">
                <a16:creationId xmlns:a16="http://schemas.microsoft.com/office/drawing/2014/main" id="{E7D87FE7-A46E-A5C3-E7A4-C26F852F36B7}"/>
              </a:ext>
            </a:extLst>
          </p:cNvPr>
          <p:cNvSpPr/>
          <p:nvPr/>
        </p:nvSpPr>
        <p:spPr bwMode="auto">
          <a:xfrm>
            <a:off x="-106106" y="285293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E902B3B-7C6B-AC51-F75C-33B093101BCA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6412495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32B4DA-472A-D869-AAFF-F4432C6BD9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C6D7B535-37CE-4F95-1BBD-D68DD26A75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프로모션 코드 관리  등록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1B1267C6-E5C2-FA34-2A79-837D55F4898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프로모션관리 </a:t>
            </a:r>
            <a:r>
              <a:rPr lang="en-US" altLang="ko-KR" dirty="0"/>
              <a:t>&gt;</a:t>
            </a:r>
            <a:r>
              <a:rPr lang="ko-KR" altLang="en-US" dirty="0"/>
              <a:t> 프로모션 코드 관리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F88DB5BD-F927-99FF-C2EA-3273D9C3B31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A075DE97-241F-D825-0DC7-4B1D93118F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609C9B6-CDBC-A4C6-E9EC-9AEC8747AE93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A790AB2-EC6B-F0D1-F260-18A0D2D09C5F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685CB0C-4048-E828-A79A-19CE3E4E76A0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8259184A-D284-BF09-C4F6-655781CDD1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9726216"/>
              </p:ext>
            </p:extLst>
          </p:nvPr>
        </p:nvGraphicFramePr>
        <p:xfrm>
          <a:off x="9406740" y="440717"/>
          <a:ext cx="2785260" cy="16537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클릭 시 프로퍼티 조회 공통 팝업 호출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validation check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및 정상 저장 후 리스트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-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클릭 시 </a:t>
                      </a:r>
                      <a:r>
                        <a:rPr lang="ko-KR" altLang="en-US" sz="800" b="0" i="0" strike="noStrike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 조회 팝업 호출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-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프로퍼티 조회 등록 후에만 객실조회 팝업 호출 허용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(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협력사 권한은 해당 안됨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)</a:t>
                      </a: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6B2973A5-B6D9-ABD9-13A4-70B503AB92CD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코드 관리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781783C0-74A0-387F-BA32-F169C71B55DF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TextBox 160">
            <a:extLst>
              <a:ext uri="{FF2B5EF4-FFF2-40B4-BE49-F238E27FC236}">
                <a16:creationId xmlns:a16="http://schemas.microsoft.com/office/drawing/2014/main" id="{C7D13B27-0582-C1E1-030C-DD17CAE9B933}"/>
              </a:ext>
            </a:extLst>
          </p:cNvPr>
          <p:cNvSpPr txBox="1"/>
          <p:nvPr/>
        </p:nvSpPr>
        <p:spPr>
          <a:xfrm>
            <a:off x="1462822" y="953931"/>
            <a:ext cx="13260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기본정보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62" name="표 161">
            <a:extLst>
              <a:ext uri="{FF2B5EF4-FFF2-40B4-BE49-F238E27FC236}">
                <a16:creationId xmlns:a16="http://schemas.microsoft.com/office/drawing/2014/main" id="{4C866111-EFCE-7F62-8BBF-65413D5E63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9659331"/>
              </p:ext>
            </p:extLst>
          </p:nvPr>
        </p:nvGraphicFramePr>
        <p:xfrm>
          <a:off x="1523668" y="1228272"/>
          <a:ext cx="7668676" cy="26796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5017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6553659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</a:tblGrid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</a:t>
                      </a: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8005410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                       </a:t>
                      </a:r>
                      <a:r>
                        <a:rPr lang="ko-KR" altLang="en-US" sz="800" b="0" i="0" kern="0" spc="-30" baseline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0" i="0" kern="0" spc="-30" baseline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코드를 입력하세요</a:t>
                      </a:r>
                      <a:r>
                        <a:rPr lang="en-US" altLang="ko-KR" sz="800" b="0" i="0" kern="0" spc="-30" baseline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.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코드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5707678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기간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3598809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설명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942806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타입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COMPANY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PROMOTION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8858915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0080729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최종 수정일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0993050"/>
                  </a:ext>
                </a:extLst>
              </a:tr>
            </a:tbl>
          </a:graphicData>
        </a:graphic>
      </p:graphicFrame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3054C54F-4025-4BAD-2C81-1A78C83B8730}"/>
              </a:ext>
            </a:extLst>
          </p:cNvPr>
          <p:cNvSpPr/>
          <p:nvPr/>
        </p:nvSpPr>
        <p:spPr>
          <a:xfrm>
            <a:off x="4907338" y="6507610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4012DBC9-A1AD-52B5-D5D3-D23A5D786812}"/>
              </a:ext>
            </a:extLst>
          </p:cNvPr>
          <p:cNvSpPr/>
          <p:nvPr/>
        </p:nvSpPr>
        <p:spPr>
          <a:xfrm>
            <a:off x="5410348" y="6507610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등록</a:t>
            </a:r>
          </a:p>
        </p:txBody>
      </p:sp>
      <p:sp>
        <p:nvSpPr>
          <p:cNvPr id="165" name="Text Box">
            <a:extLst>
              <a:ext uri="{FF2B5EF4-FFF2-40B4-BE49-F238E27FC236}">
                <a16:creationId xmlns:a16="http://schemas.microsoft.com/office/drawing/2014/main" id="{F6DCFD24-3C17-9AC9-F5DC-284262315DEE}"/>
              </a:ext>
            </a:extLst>
          </p:cNvPr>
          <p:cNvSpPr>
            <a:spLocks/>
          </p:cNvSpPr>
          <p:nvPr/>
        </p:nvSpPr>
        <p:spPr bwMode="auto">
          <a:xfrm>
            <a:off x="2752399" y="1884626"/>
            <a:ext cx="2168509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코드명을 입력하세요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6FE82AA7-BC31-1568-A916-8B71C7A68563}"/>
              </a:ext>
            </a:extLst>
          </p:cNvPr>
          <p:cNvSpPr/>
          <p:nvPr/>
        </p:nvSpPr>
        <p:spPr>
          <a:xfrm>
            <a:off x="4976748" y="1881792"/>
            <a:ext cx="520224" cy="17971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중복확인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57E860A6-98B1-4C0A-0188-9BC4A5EF6A85}"/>
              </a:ext>
            </a:extLst>
          </p:cNvPr>
          <p:cNvSpPr txBox="1"/>
          <p:nvPr/>
        </p:nvSpPr>
        <p:spPr>
          <a:xfrm>
            <a:off x="7922445" y="959342"/>
            <a:ext cx="12698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  <a:ea typeface="+mn-ea"/>
              </a:rPr>
              <a:t>"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lang="en-US" altLang="ko-KR" sz="700" dirty="0">
                <a:latin typeface="+mn-ea"/>
                <a:ea typeface="+mn-ea"/>
              </a:rPr>
              <a:t>"</a:t>
            </a:r>
            <a:r>
              <a:rPr lang="ko-KR" altLang="en-US" sz="700" dirty="0">
                <a:latin typeface="+mn-ea"/>
                <a:ea typeface="+mn-ea"/>
              </a:rPr>
              <a:t>는 필수 입력 항목입니다</a:t>
            </a:r>
            <a:r>
              <a:rPr lang="en-US" altLang="ko-KR" sz="700" dirty="0">
                <a:latin typeface="+mn-ea"/>
                <a:ea typeface="+mn-ea"/>
              </a:rPr>
              <a:t>.</a:t>
            </a:r>
            <a:endParaRPr kumimoji="1" lang="ko-Kore-KR" altLang="en-US" sz="700" dirty="0">
              <a:latin typeface="+mn-ea"/>
              <a:ea typeface="+mn-ea"/>
            </a:endParaRPr>
          </a:p>
        </p:txBody>
      </p:sp>
      <p:sp>
        <p:nvSpPr>
          <p:cNvPr id="178" name="Teardrop 1">
            <a:extLst>
              <a:ext uri="{FF2B5EF4-FFF2-40B4-BE49-F238E27FC236}">
                <a16:creationId xmlns:a16="http://schemas.microsoft.com/office/drawing/2014/main" id="{6E3BBC55-FD0D-3DB4-27A4-0B7FA07BE141}"/>
              </a:ext>
            </a:extLst>
          </p:cNvPr>
          <p:cNvSpPr/>
          <p:nvPr/>
        </p:nvSpPr>
        <p:spPr>
          <a:xfrm rot="16200000" flipH="1" flipV="1">
            <a:off x="5305620" y="638353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79" name="Text Box">
            <a:extLst>
              <a:ext uri="{FF2B5EF4-FFF2-40B4-BE49-F238E27FC236}">
                <a16:creationId xmlns:a16="http://schemas.microsoft.com/office/drawing/2014/main" id="{4AD210A9-47C5-7C3B-3333-DD5B1E854BC2}"/>
              </a:ext>
            </a:extLst>
          </p:cNvPr>
          <p:cNvSpPr>
            <a:spLocks/>
          </p:cNvSpPr>
          <p:nvPr/>
        </p:nvSpPr>
        <p:spPr bwMode="auto">
          <a:xfrm>
            <a:off x="2752398" y="2498132"/>
            <a:ext cx="618698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국문 설명을 입력하세요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80" name="Text Box">
            <a:extLst>
              <a:ext uri="{FF2B5EF4-FFF2-40B4-BE49-F238E27FC236}">
                <a16:creationId xmlns:a16="http://schemas.microsoft.com/office/drawing/2014/main" id="{7BC72AED-8AC3-2509-9A2F-C32B1ADBC0A8}"/>
              </a:ext>
            </a:extLst>
          </p:cNvPr>
          <p:cNvSpPr>
            <a:spLocks/>
          </p:cNvSpPr>
          <p:nvPr/>
        </p:nvSpPr>
        <p:spPr bwMode="auto">
          <a:xfrm>
            <a:off x="2752398" y="2742351"/>
            <a:ext cx="618698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영문 설명을 입력하세요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3D8497A-007E-808D-ABE7-864F2B753F74}"/>
              </a:ext>
            </a:extLst>
          </p:cNvPr>
          <p:cNvSpPr/>
          <p:nvPr/>
        </p:nvSpPr>
        <p:spPr>
          <a:xfrm>
            <a:off x="2755225" y="1298001"/>
            <a:ext cx="520224" cy="17971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177" name="Teardrop 1">
            <a:extLst>
              <a:ext uri="{FF2B5EF4-FFF2-40B4-BE49-F238E27FC236}">
                <a16:creationId xmlns:a16="http://schemas.microsoft.com/office/drawing/2014/main" id="{718BC637-3B2B-EDEE-8EE4-3003B8254F64}"/>
              </a:ext>
            </a:extLst>
          </p:cNvPr>
          <p:cNvSpPr/>
          <p:nvPr/>
        </p:nvSpPr>
        <p:spPr>
          <a:xfrm rot="16200000" flipH="1" flipV="1">
            <a:off x="2703705" y="1242073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2723E27-6579-7789-C4A0-98A360094601}"/>
              </a:ext>
            </a:extLst>
          </p:cNvPr>
          <p:cNvSpPr/>
          <p:nvPr/>
        </p:nvSpPr>
        <p:spPr>
          <a:xfrm>
            <a:off x="2752398" y="1587351"/>
            <a:ext cx="520224" cy="17971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조회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339292A-8A58-83CD-B50E-AB6C950C2B5A}"/>
              </a:ext>
            </a:extLst>
          </p:cNvPr>
          <p:cNvSpPr txBox="1"/>
          <p:nvPr/>
        </p:nvSpPr>
        <p:spPr>
          <a:xfrm>
            <a:off x="1432929" y="4005064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en" altLang="en-US" sz="800" b="1" dirty="0">
                <a:latin typeface="+mn-ea"/>
                <a:ea typeface="+mn-ea"/>
              </a:rPr>
              <a:t>D</a:t>
            </a:r>
            <a:r>
              <a:rPr lang="en" altLang="ko-KR" sz="800" b="1" dirty="0">
                <a:latin typeface="+mn-ea"/>
                <a:ea typeface="+mn-ea"/>
              </a:rPr>
              <a:t>own/Up sale</a:t>
            </a:r>
            <a:r>
              <a:rPr kumimoji="1" lang="ko-KR" altLang="en-US" sz="800" b="1" dirty="0">
                <a:latin typeface="+mn-ea"/>
                <a:ea typeface="+mn-ea"/>
              </a:rPr>
              <a:t>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44F12FD-BC91-C966-5638-7C4294139E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7424236"/>
              </p:ext>
            </p:extLst>
          </p:nvPr>
        </p:nvGraphicFramePr>
        <p:xfrm>
          <a:off x="1518153" y="4259270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872028281"/>
                    </a:ext>
                  </a:extLst>
                </a:gridCol>
                <a:gridCol w="3379331">
                  <a:extLst>
                    <a:ext uri="{9D8B030D-6E8A-4147-A177-3AD203B41FA5}">
                      <a16:colId xmlns:a16="http://schemas.microsoft.com/office/drawing/2014/main" val="242730794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       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처리 방식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소수점                             자리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01A4E359-C959-B7CD-03F1-575C2527B6DC}"/>
              </a:ext>
            </a:extLst>
          </p:cNvPr>
          <p:cNvGrpSpPr/>
          <p:nvPr/>
        </p:nvGrpSpPr>
        <p:grpSpPr>
          <a:xfrm>
            <a:off x="2792258" y="4320655"/>
            <a:ext cx="446018" cy="493298"/>
            <a:chOff x="1290369" y="2868764"/>
            <a:chExt cx="446018" cy="493298"/>
          </a:xfrm>
        </p:grpSpPr>
        <p:sp>
          <p:nvSpPr>
            <p:cNvPr id="16" name="Text Box">
              <a:extLst>
                <a:ext uri="{FF2B5EF4-FFF2-40B4-BE49-F238E27FC236}">
                  <a16:creationId xmlns:a16="http://schemas.microsoft.com/office/drawing/2014/main" id="{08C8E8A4-B9C0-EED9-C052-295F65160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49329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+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-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" name="Chevron Left">
              <a:extLst>
                <a:ext uri="{FF2B5EF4-FFF2-40B4-BE49-F238E27FC236}">
                  <a16:creationId xmlns:a16="http://schemas.microsoft.com/office/drawing/2014/main" id="{C663EE6D-8B06-BC87-0DA8-778151C9DD4D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" name="Text Box">
            <a:extLst>
              <a:ext uri="{FF2B5EF4-FFF2-40B4-BE49-F238E27FC236}">
                <a16:creationId xmlns:a16="http://schemas.microsoft.com/office/drawing/2014/main" id="{58FF4879-4490-1ACD-935F-6BC9926A18E8}"/>
              </a:ext>
            </a:extLst>
          </p:cNvPr>
          <p:cNvSpPr>
            <a:spLocks/>
          </p:cNvSpPr>
          <p:nvPr/>
        </p:nvSpPr>
        <p:spPr bwMode="auto">
          <a:xfrm>
            <a:off x="3275018" y="4317325"/>
            <a:ext cx="863999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C7DE93D1-C74B-8270-D523-C842F011141D}"/>
              </a:ext>
            </a:extLst>
          </p:cNvPr>
          <p:cNvGrpSpPr/>
          <p:nvPr/>
        </p:nvGrpSpPr>
        <p:grpSpPr>
          <a:xfrm>
            <a:off x="4169053" y="4320655"/>
            <a:ext cx="446018" cy="493298"/>
            <a:chOff x="1290369" y="2868764"/>
            <a:chExt cx="446018" cy="493298"/>
          </a:xfrm>
        </p:grpSpPr>
        <p:sp>
          <p:nvSpPr>
            <p:cNvPr id="24" name="Text Box">
              <a:extLst>
                <a:ext uri="{FF2B5EF4-FFF2-40B4-BE49-F238E27FC236}">
                  <a16:creationId xmlns:a16="http://schemas.microsoft.com/office/drawing/2014/main" id="{B0071983-9CBF-5EBD-9082-CE704FB13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49329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정액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정률</a:t>
              </a: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(%)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" name="Chevron Left">
              <a:extLst>
                <a:ext uri="{FF2B5EF4-FFF2-40B4-BE49-F238E27FC236}">
                  <a16:creationId xmlns:a16="http://schemas.microsoft.com/office/drawing/2014/main" id="{9FA57523-9B3D-76D7-F34B-7B36001BE439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6" name="Text Box">
            <a:extLst>
              <a:ext uri="{FF2B5EF4-FFF2-40B4-BE49-F238E27FC236}">
                <a16:creationId xmlns:a16="http://schemas.microsoft.com/office/drawing/2014/main" id="{748D31B7-D4E6-782C-31DB-B85D93C01E35}"/>
              </a:ext>
            </a:extLst>
          </p:cNvPr>
          <p:cNvSpPr>
            <a:spLocks/>
          </p:cNvSpPr>
          <p:nvPr/>
        </p:nvSpPr>
        <p:spPr bwMode="auto">
          <a:xfrm>
            <a:off x="6287163" y="4319956"/>
            <a:ext cx="64807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숫자만 입력</a:t>
            </a:r>
            <a:endParaRPr kumimoji="0"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9CE75840-84F4-2578-790C-0A742D1F8165}"/>
              </a:ext>
            </a:extLst>
          </p:cNvPr>
          <p:cNvGrpSpPr/>
          <p:nvPr/>
        </p:nvGrpSpPr>
        <p:grpSpPr>
          <a:xfrm>
            <a:off x="7253173" y="4324412"/>
            <a:ext cx="446018" cy="790255"/>
            <a:chOff x="1290369" y="2868763"/>
            <a:chExt cx="446018" cy="790255"/>
          </a:xfrm>
        </p:grpSpPr>
        <p:sp>
          <p:nvSpPr>
            <p:cNvPr id="28" name="Text Box">
              <a:extLst>
                <a:ext uri="{FF2B5EF4-FFF2-40B4-BE49-F238E27FC236}">
                  <a16:creationId xmlns:a16="http://schemas.microsoft.com/office/drawing/2014/main" id="{5B19CDEA-2BD4-09F2-F6BE-57FF80202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3"/>
              <a:ext cx="446018" cy="790255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선택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kern="0" dirty="0">
                  <a:solidFill>
                    <a:schemeClr val="tx1"/>
                  </a:solidFill>
                  <a:latin typeface="+mn-ea"/>
                </a:rPr>
                <a:t>---------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올림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내림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반 올림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반 내림</a:t>
              </a:r>
              <a:endParaRPr kumimoji="0" lang="en-US" altLang="ko-KR" sz="700" kern="0" dirty="0">
                <a:solidFill>
                  <a:schemeClr val="tx1"/>
                </a:solidFill>
                <a:latin typeface="+mn-ea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절사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Chevron Left">
              <a:extLst>
                <a:ext uri="{FF2B5EF4-FFF2-40B4-BE49-F238E27FC236}">
                  <a16:creationId xmlns:a16="http://schemas.microsoft.com/office/drawing/2014/main" id="{E9E7C0FB-179A-15D7-2431-1CC6E1147FC7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" name="Teardrop 1">
            <a:extLst>
              <a:ext uri="{FF2B5EF4-FFF2-40B4-BE49-F238E27FC236}">
                <a16:creationId xmlns:a16="http://schemas.microsoft.com/office/drawing/2014/main" id="{C18A7DC0-C341-E0C8-737A-58A7F5BCE89C}"/>
              </a:ext>
            </a:extLst>
          </p:cNvPr>
          <p:cNvSpPr/>
          <p:nvPr/>
        </p:nvSpPr>
        <p:spPr>
          <a:xfrm rot="16200000" flipH="1" flipV="1">
            <a:off x="2642887" y="1518925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34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<a:extLst>
              <a:ext uri="{FF2B5EF4-FFF2-40B4-BE49-F238E27FC236}">
                <a16:creationId xmlns:a16="http://schemas.microsoft.com/office/drawing/2014/main" id="{CFB88063-CC1E-80F6-C78D-78518B663EF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623239" y="5331156"/>
            <a:ext cx="2453527" cy="1135134"/>
            <a:chOff x="773534" y="1261242"/>
            <a:chExt cx="3044398" cy="1224806"/>
          </a:xfrm>
        </p:grpSpPr>
        <p:sp>
          <p:nvSpPr>
            <p:cNvPr id="35" name="Window Body">
              <a:extLst>
                <a:ext uri="{FF2B5EF4-FFF2-40B4-BE49-F238E27FC236}">
                  <a16:creationId xmlns:a16="http://schemas.microsoft.com/office/drawing/2014/main" id="{B51907FD-77E5-7725-8248-3796FA0C8D27}"/>
                </a:ext>
              </a:extLst>
            </p:cNvPr>
            <p:cNvSpPr/>
            <p:nvPr/>
          </p:nvSpPr>
          <p:spPr>
            <a:xfrm>
              <a:off x="1050286" y="1498986"/>
              <a:ext cx="2767646" cy="98706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" name="Text">
              <a:extLst>
                <a:ext uri="{FF2B5EF4-FFF2-40B4-BE49-F238E27FC236}">
                  <a16:creationId xmlns:a16="http://schemas.microsoft.com/office/drawing/2014/main" id="{F732C22C-82F6-E81F-C1DD-5E52C649C6AB}"/>
                </a:ext>
              </a:extLst>
            </p:cNvPr>
            <p:cNvSpPr txBox="1"/>
            <p:nvPr/>
          </p:nvSpPr>
          <p:spPr>
            <a:xfrm>
              <a:off x="1200336" y="1621453"/>
              <a:ext cx="2538685" cy="321088"/>
            </a:xfrm>
            <a:prstGeom prst="rect">
              <a:avLst/>
            </a:prstGeom>
            <a:noFill/>
          </p:spPr>
          <p:txBody>
            <a:bodyPr wrap="square" lIns="73152" tIns="36576" rIns="73152" bIns="36576" rtlCol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ct val="150000"/>
                </a:lnSpc>
              </a:pPr>
              <a:r>
                <a:rPr lang="ko-KR" alt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프로퍼티 설정 후 객실 선택이 가능 합니다</a:t>
              </a:r>
              <a:r>
                <a:rPr lang="en-US" altLang="ko-KR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8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7" name="Title Bar">
              <a:extLst>
                <a:ext uri="{FF2B5EF4-FFF2-40B4-BE49-F238E27FC236}">
                  <a16:creationId xmlns:a16="http://schemas.microsoft.com/office/drawing/2014/main" id="{85B1553E-177C-4677-4BF6-CF40D4D1657D}"/>
                </a:ext>
              </a:extLst>
            </p:cNvPr>
            <p:cNvSpPr/>
            <p:nvPr/>
          </p:nvSpPr>
          <p:spPr>
            <a:xfrm>
              <a:off x="1050287" y="1261242"/>
              <a:ext cx="2767645" cy="23774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Alert</a:t>
              </a:r>
            </a:p>
          </p:txBody>
        </p:sp>
        <p:sp>
          <p:nvSpPr>
            <p:cNvPr id="38" name="Close Button">
              <a:extLst>
                <a:ext uri="{FF2B5EF4-FFF2-40B4-BE49-F238E27FC236}">
                  <a16:creationId xmlns:a16="http://schemas.microsoft.com/office/drawing/2014/main" id="{89AA8738-46E3-1865-D246-855B9FBF5A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048" y="1332489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9" name="Icons">
              <a:extLst>
                <a:ext uri="{FF2B5EF4-FFF2-40B4-BE49-F238E27FC236}">
                  <a16:creationId xmlns:a16="http://schemas.microsoft.com/office/drawing/2014/main" id="{EECCAFBD-7B94-5F3B-0618-3BC092FCEB27}"/>
                </a:ext>
              </a:extLst>
            </p:cNvPr>
            <p:cNvGrpSpPr/>
            <p:nvPr/>
          </p:nvGrpSpPr>
          <p:grpSpPr>
            <a:xfrm>
              <a:off x="773534" y="1669713"/>
              <a:ext cx="457200" cy="396875"/>
              <a:chOff x="773534" y="1669713"/>
              <a:chExt cx="457200" cy="396875"/>
            </a:xfrm>
          </p:grpSpPr>
          <p:sp>
            <p:nvSpPr>
              <p:cNvPr id="41" name="Warning Icon" hidden="1">
                <a:extLst>
                  <a:ext uri="{FF2B5EF4-FFF2-40B4-BE49-F238E27FC236}">
                    <a16:creationId xmlns:a16="http://schemas.microsoft.com/office/drawing/2014/main" id="{C77ACD50-4F5E-57FB-4027-319CD326F82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Error Icon" hidden="1">
                <a:extLst>
                  <a:ext uri="{FF2B5EF4-FFF2-40B4-BE49-F238E27FC236}">
                    <a16:creationId xmlns:a16="http://schemas.microsoft.com/office/drawing/2014/main" id="{3A02B7E9-2F70-263C-3641-449FCE2F00F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" name="Question Icon" hidden="1">
                <a:extLst>
                  <a:ext uri="{FF2B5EF4-FFF2-40B4-BE49-F238E27FC236}">
                    <a16:creationId xmlns:a16="http://schemas.microsoft.com/office/drawing/2014/main" id="{732853C9-2B44-9DBF-7C7A-1460A290122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" name="Button 1">
              <a:extLst>
                <a:ext uri="{FF2B5EF4-FFF2-40B4-BE49-F238E27FC236}">
                  <a16:creationId xmlns:a16="http://schemas.microsoft.com/office/drawing/2014/main" id="{1DCCFCB7-9871-9F71-CA9E-78980713C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851" y="2085507"/>
              <a:ext cx="663029" cy="240384"/>
            </a:xfrm>
            <a:prstGeom prst="roundRect">
              <a:avLst>
                <a:gd name="adj" fmla="val 8776"/>
              </a:avLst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sz="800" dirty="0">
                <a:solidFill>
                  <a:srgbClr val="5F5F5F"/>
                </a:solidFill>
                <a:effectLst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44" name="꺾인 연결선[E] 43">
            <a:extLst>
              <a:ext uri="{FF2B5EF4-FFF2-40B4-BE49-F238E27FC236}">
                <a16:creationId xmlns:a16="http://schemas.microsoft.com/office/drawing/2014/main" id="{8D1264A5-49E2-A164-2CE4-7BA0D2247B7B}"/>
              </a:ext>
            </a:extLst>
          </p:cNvPr>
          <p:cNvCxnSpPr>
            <a:cxnSpLocks/>
            <a:stCxn id="8" idx="3"/>
            <a:endCxn id="35" idx="3"/>
          </p:cNvCxnSpPr>
          <p:nvPr/>
        </p:nvCxnSpPr>
        <p:spPr>
          <a:xfrm>
            <a:off x="3272622" y="1677208"/>
            <a:ext cx="804144" cy="4331684"/>
          </a:xfrm>
          <a:prstGeom prst="bentConnector3">
            <a:avLst>
              <a:gd name="adj1" fmla="val 333959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90B6E5FC-AE93-D8A5-77FC-4E55F37C27E8}"/>
              </a:ext>
            </a:extLst>
          </p:cNvPr>
          <p:cNvGrpSpPr/>
          <p:nvPr/>
        </p:nvGrpSpPr>
        <p:grpSpPr>
          <a:xfrm>
            <a:off x="2755605" y="2138961"/>
            <a:ext cx="2593082" cy="242067"/>
            <a:chOff x="2279979" y="1223052"/>
            <a:chExt cx="2593082" cy="242067"/>
          </a:xfrm>
        </p:grpSpPr>
        <p:sp>
          <p:nvSpPr>
            <p:cNvPr id="48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C817D0E-8A4E-8E49-1E2C-AC61AD598787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BDAE6E07-4DF9-2170-8CD5-45D02CD1F0AA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50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80CC058-631C-01DB-319D-6954DB087C84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51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73B8075-D789-7D47-3689-E0A8EB8EF11C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52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1597E17-A693-A6BE-377B-319F5BD3D971}"/>
                </a:ext>
              </a:extLst>
            </p:cNvPr>
            <p:cNvSpPr>
              <a:spLocks noEditPoints="1"/>
            </p:cNvSpPr>
            <p:nvPr>
              <p:custDataLst>
                <p:tags r:id="rId5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46F9D8E6-AB7B-FEC3-FAC0-33EB1DAFB0A8}"/>
              </a:ext>
            </a:extLst>
          </p:cNvPr>
          <p:cNvSpPr/>
          <p:nvPr/>
        </p:nvSpPr>
        <p:spPr bwMode="auto">
          <a:xfrm>
            <a:off x="-106106" y="285293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DBC6E76-0FCD-20BD-16BD-657381FCABCE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06145193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1E5AD1-A0E8-5032-F2D9-14AE7CBE8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E74FAD45-A668-DCE7-CAD5-460B046C63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프로모션 코드 수정</a:t>
            </a:r>
            <a:r>
              <a:rPr lang="en-US" altLang="ko-KR" dirty="0"/>
              <a:t>/</a:t>
            </a:r>
            <a:r>
              <a:rPr lang="ko-KR" altLang="en-US" dirty="0"/>
              <a:t>상세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AE6C6F81-0306-3ECA-713A-A8D2ED1485A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프로모션관리 </a:t>
            </a:r>
            <a:r>
              <a:rPr lang="en-US" altLang="ko-KR" dirty="0"/>
              <a:t>&gt;</a:t>
            </a:r>
            <a:r>
              <a:rPr lang="ko-KR" altLang="en-US" dirty="0"/>
              <a:t> 프로모션 코드 관리 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3348DA60-F957-5636-AE0D-14DFAB7C84E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8AAB6950-2946-6F81-3376-966DF2DC051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941AB38-1D29-42B1-7ED0-05F37E3E9D54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7C37293-8E12-4F9E-E798-7BB12C79ACD1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E56AEC8-D19A-2105-A5F6-C53AE2DE2327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116719CF-B4CF-847B-D3F0-0DCAF155B7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4088025"/>
              </p:ext>
            </p:extLst>
          </p:nvPr>
        </p:nvGraphicFramePr>
        <p:xfrm>
          <a:off x="9406740" y="440717"/>
          <a:ext cx="2785260" cy="14355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정상 저장 후 리스트 화면 이동</a:t>
                      </a:r>
                      <a:endParaRPr lang="en-US" altLang="ko-KR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 </a:t>
                      </a: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Y 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체크 후 삭제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0FD6BD5F-1FAD-9570-BFF0-EE8E49AFFDE9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코드 관리 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FF66788B-E04F-0DEF-E119-4B3970F00E5F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TextBox 160">
            <a:extLst>
              <a:ext uri="{FF2B5EF4-FFF2-40B4-BE49-F238E27FC236}">
                <a16:creationId xmlns:a16="http://schemas.microsoft.com/office/drawing/2014/main" id="{267516B3-4475-F9B4-32B3-43371A1E1E96}"/>
              </a:ext>
            </a:extLst>
          </p:cNvPr>
          <p:cNvSpPr txBox="1"/>
          <p:nvPr/>
        </p:nvSpPr>
        <p:spPr>
          <a:xfrm>
            <a:off x="1462822" y="953931"/>
            <a:ext cx="13260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기본정보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62" name="표 161">
            <a:extLst>
              <a:ext uri="{FF2B5EF4-FFF2-40B4-BE49-F238E27FC236}">
                <a16:creationId xmlns:a16="http://schemas.microsoft.com/office/drawing/2014/main" id="{E804FBAD-3A49-1E63-D75B-6DDD345BCC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182261"/>
              </p:ext>
            </p:extLst>
          </p:nvPr>
        </p:nvGraphicFramePr>
        <p:xfrm>
          <a:off x="1523668" y="1228272"/>
          <a:ext cx="7668676" cy="26796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5017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6553659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</a:tblGrid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</a:t>
                      </a: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글래드호텔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&gt;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ko-KR" altLang="en-US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글래드여의도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8005410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RATE2025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-WKND-DELUXE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코드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PROMOTIONCODE1234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043960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프로모션 기간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4357597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설명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942806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타입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COMPANY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Segoe UI" panose="020B0502040204020203" pitchFamily="34" charset="0"/>
                          <a:cs typeface="Segoe UI" panose="020B0502040204020203" pitchFamily="34" charset="0"/>
                        </a:rPr>
                        <a:t>PROMOTION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8858915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 </a:t>
                      </a:r>
                      <a:r>
                        <a:rPr lang="ko-KR" altLang="en-US" sz="800" b="1" i="0" kern="0" spc="-30" baseline="0" dirty="0">
                          <a:solidFill>
                            <a:srgbClr val="FF0000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*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0080729"/>
                  </a:ext>
                </a:extLst>
              </a:tr>
              <a:tr h="30007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최종 수정일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YYYY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-MM-DD </a:t>
                      </a:r>
                      <a:r>
                        <a:rPr lang="en-US" altLang="ko-KR" sz="800" b="0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HH:MM:SS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0993050"/>
                  </a:ext>
                </a:extLst>
              </a:tr>
            </a:tbl>
          </a:graphicData>
        </a:graphic>
      </p:graphicFrame>
      <p:sp>
        <p:nvSpPr>
          <p:cNvPr id="176" name="TextBox 175">
            <a:extLst>
              <a:ext uri="{FF2B5EF4-FFF2-40B4-BE49-F238E27FC236}">
                <a16:creationId xmlns:a16="http://schemas.microsoft.com/office/drawing/2014/main" id="{6E73F8A7-1405-54B8-DAA4-0B37AB070913}"/>
              </a:ext>
            </a:extLst>
          </p:cNvPr>
          <p:cNvSpPr txBox="1"/>
          <p:nvPr/>
        </p:nvSpPr>
        <p:spPr>
          <a:xfrm>
            <a:off x="7922445" y="959342"/>
            <a:ext cx="12698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  <a:ea typeface="+mn-ea"/>
              </a:rPr>
              <a:t>"</a:t>
            </a:r>
            <a:r>
              <a:rPr lang="en-US" altLang="ko-KR" sz="700" dirty="0">
                <a:solidFill>
                  <a:srgbClr val="FF0000"/>
                </a:solidFill>
                <a:latin typeface="+mn-ea"/>
                <a:ea typeface="+mn-ea"/>
              </a:rPr>
              <a:t>*</a:t>
            </a:r>
            <a:r>
              <a:rPr lang="en-US" altLang="ko-KR" sz="700" dirty="0">
                <a:latin typeface="+mn-ea"/>
                <a:ea typeface="+mn-ea"/>
              </a:rPr>
              <a:t>"</a:t>
            </a:r>
            <a:r>
              <a:rPr lang="ko-KR" altLang="en-US" sz="700" dirty="0">
                <a:latin typeface="+mn-ea"/>
                <a:ea typeface="+mn-ea"/>
              </a:rPr>
              <a:t>는 필수 입력 항목입니다</a:t>
            </a:r>
            <a:r>
              <a:rPr lang="en-US" altLang="ko-KR" sz="700" dirty="0">
                <a:latin typeface="+mn-ea"/>
                <a:ea typeface="+mn-ea"/>
              </a:rPr>
              <a:t>.</a:t>
            </a:r>
            <a:endParaRPr kumimoji="1" lang="ko-Kore-KR" altLang="en-US" sz="700" dirty="0">
              <a:latin typeface="+mn-ea"/>
              <a:ea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73692DF-ED10-73B8-F779-553C11EB8168}"/>
              </a:ext>
            </a:extLst>
          </p:cNvPr>
          <p:cNvSpPr/>
          <p:nvPr/>
        </p:nvSpPr>
        <p:spPr>
          <a:xfrm>
            <a:off x="4655840" y="6490301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취소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E5C40A9-59F3-3176-D2F3-2B79AEB34FD1}"/>
              </a:ext>
            </a:extLst>
          </p:cNvPr>
          <p:cNvSpPr/>
          <p:nvPr/>
        </p:nvSpPr>
        <p:spPr>
          <a:xfrm>
            <a:off x="5138045" y="6490301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저장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10752381-1406-82BF-4F27-E1F19C08E337}"/>
              </a:ext>
            </a:extLst>
          </p:cNvPr>
          <p:cNvSpPr/>
          <p:nvPr/>
        </p:nvSpPr>
        <p:spPr>
          <a:xfrm>
            <a:off x="5604577" y="6490301"/>
            <a:ext cx="391138" cy="144000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삭제</a:t>
            </a:r>
          </a:p>
        </p:txBody>
      </p:sp>
      <p:sp>
        <p:nvSpPr>
          <p:cNvPr id="7" name="Teardrop 1">
            <a:extLst>
              <a:ext uri="{FF2B5EF4-FFF2-40B4-BE49-F238E27FC236}">
                <a16:creationId xmlns:a16="http://schemas.microsoft.com/office/drawing/2014/main" id="{C4088C4C-0D3D-00F1-A25E-886B93AE4AC6}"/>
              </a:ext>
            </a:extLst>
          </p:cNvPr>
          <p:cNvSpPr/>
          <p:nvPr/>
        </p:nvSpPr>
        <p:spPr>
          <a:xfrm rot="16200000" flipH="1" flipV="1">
            <a:off x="5513644" y="636124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8" name="Teardrop 1">
            <a:extLst>
              <a:ext uri="{FF2B5EF4-FFF2-40B4-BE49-F238E27FC236}">
                <a16:creationId xmlns:a16="http://schemas.microsoft.com/office/drawing/2014/main" id="{B1D1CD98-A142-38EA-525A-7770161EBFE9}"/>
              </a:ext>
            </a:extLst>
          </p:cNvPr>
          <p:cNvSpPr/>
          <p:nvPr/>
        </p:nvSpPr>
        <p:spPr>
          <a:xfrm rot="16200000" flipH="1" flipV="1">
            <a:off x="5032632" y="6361242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6" name="Text Box">
            <a:extLst>
              <a:ext uri="{FF2B5EF4-FFF2-40B4-BE49-F238E27FC236}">
                <a16:creationId xmlns:a16="http://schemas.microsoft.com/office/drawing/2014/main" id="{4F3F237E-125D-0360-AB97-5DB3B11F97F2}"/>
              </a:ext>
            </a:extLst>
          </p:cNvPr>
          <p:cNvSpPr>
            <a:spLocks/>
          </p:cNvSpPr>
          <p:nvPr/>
        </p:nvSpPr>
        <p:spPr bwMode="auto">
          <a:xfrm>
            <a:off x="2752398" y="2530367"/>
            <a:ext cx="618698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프로모션코드 국문 설명 입력 필드</a:t>
            </a:r>
          </a:p>
        </p:txBody>
      </p:sp>
      <p:sp>
        <p:nvSpPr>
          <p:cNvPr id="17" name="Text Box">
            <a:extLst>
              <a:ext uri="{FF2B5EF4-FFF2-40B4-BE49-F238E27FC236}">
                <a16:creationId xmlns:a16="http://schemas.microsoft.com/office/drawing/2014/main" id="{82F4A682-6D03-06E9-D165-4EC1BEC49533}"/>
              </a:ext>
            </a:extLst>
          </p:cNvPr>
          <p:cNvSpPr>
            <a:spLocks/>
          </p:cNvSpPr>
          <p:nvPr/>
        </p:nvSpPr>
        <p:spPr bwMode="auto">
          <a:xfrm>
            <a:off x="2752398" y="2774586"/>
            <a:ext cx="6186985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프로모션코드 영문 설명 입력 필드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067B15A-ED6B-5F30-D26E-693D2C63764C}"/>
              </a:ext>
            </a:extLst>
          </p:cNvPr>
          <p:cNvSpPr txBox="1"/>
          <p:nvPr/>
        </p:nvSpPr>
        <p:spPr>
          <a:xfrm>
            <a:off x="1432929" y="3962011"/>
            <a:ext cx="16437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ore-KR" altLang="en-US" sz="800" b="1">
                <a:latin typeface="+mn-ea"/>
                <a:ea typeface="+mn-ea"/>
              </a:rPr>
              <a:t>❏</a:t>
            </a:r>
            <a:r>
              <a:rPr kumimoji="1" lang="en-US" altLang="en-US" sz="800" b="1" dirty="0">
                <a:latin typeface="+mn-ea"/>
                <a:ea typeface="+mn-ea"/>
              </a:rPr>
              <a:t> </a:t>
            </a:r>
            <a:r>
              <a:rPr kumimoji="1" lang="en" altLang="en-US" sz="800" b="1" dirty="0">
                <a:latin typeface="+mn-ea"/>
                <a:ea typeface="+mn-ea"/>
              </a:rPr>
              <a:t>D</a:t>
            </a:r>
            <a:r>
              <a:rPr lang="en" altLang="ko-KR" sz="800" b="1" dirty="0">
                <a:latin typeface="+mn-ea"/>
                <a:ea typeface="+mn-ea"/>
              </a:rPr>
              <a:t>own/Up sale</a:t>
            </a:r>
            <a:r>
              <a:rPr kumimoji="1" lang="ko-KR" altLang="en-US" sz="800" b="1" dirty="0">
                <a:latin typeface="+mn-ea"/>
                <a:ea typeface="+mn-ea"/>
              </a:rPr>
              <a:t> 요금 설정</a:t>
            </a:r>
            <a:endParaRPr kumimoji="1" lang="ko-Kore-KR" altLang="en-US" sz="800" b="1" dirty="0">
              <a:latin typeface="+mn-ea"/>
              <a:ea typeface="+mn-ea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7A5BBAE6-CA22-5CB3-2BBB-22735EEF92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995394"/>
              </p:ext>
            </p:extLst>
          </p:nvPr>
        </p:nvGraphicFramePr>
        <p:xfrm>
          <a:off x="1518153" y="4208665"/>
          <a:ext cx="7746199" cy="300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98516">
                  <a:extLst>
                    <a:ext uri="{9D8B030D-6E8A-4147-A177-3AD203B41FA5}">
                      <a16:colId xmlns:a16="http://schemas.microsoft.com/office/drawing/2014/main" val="4244397882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367650054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872028281"/>
                    </a:ext>
                  </a:extLst>
                </a:gridCol>
                <a:gridCol w="3379331">
                  <a:extLst>
                    <a:ext uri="{9D8B030D-6E8A-4147-A177-3AD203B41FA5}">
                      <a16:colId xmlns:a16="http://schemas.microsoft.com/office/drawing/2014/main" val="242730794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 설정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                        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처리 방식 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소수점                             자리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7181488"/>
                  </a:ext>
                </a:extLst>
              </a:tr>
            </a:tbl>
          </a:graphicData>
        </a:graphic>
      </p:graphicFrame>
      <p:grpSp>
        <p:nvGrpSpPr>
          <p:cNvPr id="24" name="그룹 23">
            <a:extLst>
              <a:ext uri="{FF2B5EF4-FFF2-40B4-BE49-F238E27FC236}">
                <a16:creationId xmlns:a16="http://schemas.microsoft.com/office/drawing/2014/main" id="{F9DFD97F-8B48-A496-7E77-5F501A9BB503}"/>
              </a:ext>
            </a:extLst>
          </p:cNvPr>
          <p:cNvGrpSpPr/>
          <p:nvPr/>
        </p:nvGrpSpPr>
        <p:grpSpPr>
          <a:xfrm>
            <a:off x="2792258" y="4270028"/>
            <a:ext cx="446018" cy="176384"/>
            <a:chOff x="1290369" y="2868764"/>
            <a:chExt cx="446018" cy="176384"/>
          </a:xfrm>
        </p:grpSpPr>
        <p:sp>
          <p:nvSpPr>
            <p:cNvPr id="25" name="Text Box">
              <a:extLst>
                <a:ext uri="{FF2B5EF4-FFF2-40B4-BE49-F238E27FC236}">
                  <a16:creationId xmlns:a16="http://schemas.microsoft.com/office/drawing/2014/main" id="{62EC1E8F-6ED3-E3B1-469F-173A7FB9F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176384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+</a:t>
              </a:r>
            </a:p>
          </p:txBody>
        </p:sp>
        <p:sp>
          <p:nvSpPr>
            <p:cNvPr id="26" name="Chevron Left">
              <a:extLst>
                <a:ext uri="{FF2B5EF4-FFF2-40B4-BE49-F238E27FC236}">
                  <a16:creationId xmlns:a16="http://schemas.microsoft.com/office/drawing/2014/main" id="{A78FAD8D-5499-81AF-4D8E-5DF439055E2A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" name="Text Box">
            <a:extLst>
              <a:ext uri="{FF2B5EF4-FFF2-40B4-BE49-F238E27FC236}">
                <a16:creationId xmlns:a16="http://schemas.microsoft.com/office/drawing/2014/main" id="{EC60BEB6-CBE9-1340-A9AE-D0A3BAEC42DD}"/>
              </a:ext>
            </a:extLst>
          </p:cNvPr>
          <p:cNvSpPr>
            <a:spLocks/>
          </p:cNvSpPr>
          <p:nvPr/>
        </p:nvSpPr>
        <p:spPr bwMode="auto">
          <a:xfrm>
            <a:off x="3275018" y="4266698"/>
            <a:ext cx="863999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10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410F6282-3E25-7617-50A3-BDC30A0DA841}"/>
              </a:ext>
            </a:extLst>
          </p:cNvPr>
          <p:cNvGrpSpPr/>
          <p:nvPr/>
        </p:nvGrpSpPr>
        <p:grpSpPr>
          <a:xfrm>
            <a:off x="4169053" y="4270028"/>
            <a:ext cx="604828" cy="176384"/>
            <a:chOff x="1290369" y="2868764"/>
            <a:chExt cx="604828" cy="176384"/>
          </a:xfrm>
        </p:grpSpPr>
        <p:sp>
          <p:nvSpPr>
            <p:cNvPr id="29" name="Text Box">
              <a:extLst>
                <a:ext uri="{FF2B5EF4-FFF2-40B4-BE49-F238E27FC236}">
                  <a16:creationId xmlns:a16="http://schemas.microsoft.com/office/drawing/2014/main" id="{F9183B41-124C-44DF-DFE4-D6C4ED48D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604828" cy="176384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/>
                  </a:solidFill>
                  <a:latin typeface="+mn-ea"/>
                </a:rPr>
                <a:t>정률</a:t>
              </a:r>
              <a:r>
                <a:rPr kumimoji="0" lang="en-US" altLang="ko-KR" sz="700" kern="0" dirty="0">
                  <a:solidFill>
                    <a:schemeClr val="tx1"/>
                  </a:solidFill>
                  <a:latin typeface="+mn-ea"/>
                </a:rPr>
                <a:t>(%)</a:t>
              </a:r>
            </a:p>
          </p:txBody>
        </p:sp>
        <p:sp>
          <p:nvSpPr>
            <p:cNvPr id="30" name="Chevron Left">
              <a:extLst>
                <a:ext uri="{FF2B5EF4-FFF2-40B4-BE49-F238E27FC236}">
                  <a16:creationId xmlns:a16="http://schemas.microsoft.com/office/drawing/2014/main" id="{6D38BEEE-946E-4121-F353-96638CEDEFD9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777767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" name="Text Box">
            <a:extLst>
              <a:ext uri="{FF2B5EF4-FFF2-40B4-BE49-F238E27FC236}">
                <a16:creationId xmlns:a16="http://schemas.microsoft.com/office/drawing/2014/main" id="{5AE63F95-5FD0-8469-606D-D825AE40CBB1}"/>
              </a:ext>
            </a:extLst>
          </p:cNvPr>
          <p:cNvSpPr>
            <a:spLocks/>
          </p:cNvSpPr>
          <p:nvPr/>
        </p:nvSpPr>
        <p:spPr bwMode="auto">
          <a:xfrm>
            <a:off x="6287163" y="4269329"/>
            <a:ext cx="648072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3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E55C5FD0-E1FA-F39A-6BC4-9A29C6A41C3C}"/>
              </a:ext>
            </a:extLst>
          </p:cNvPr>
          <p:cNvGrpSpPr/>
          <p:nvPr/>
        </p:nvGrpSpPr>
        <p:grpSpPr>
          <a:xfrm>
            <a:off x="7253173" y="4273786"/>
            <a:ext cx="446018" cy="175258"/>
            <a:chOff x="1290369" y="2868764"/>
            <a:chExt cx="446018" cy="175258"/>
          </a:xfrm>
        </p:grpSpPr>
        <p:sp>
          <p:nvSpPr>
            <p:cNvPr id="36" name="Text Box">
              <a:extLst>
                <a:ext uri="{FF2B5EF4-FFF2-40B4-BE49-F238E27FC236}">
                  <a16:creationId xmlns:a16="http://schemas.microsoft.com/office/drawing/2014/main" id="{5E3D406B-FD25-A03C-758B-E94E69FD1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369" y="2868764"/>
              <a:ext cx="446018" cy="175258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0" kern="0" dirty="0">
                  <a:solidFill>
                    <a:schemeClr val="tx1"/>
                  </a:solidFill>
                  <a:latin typeface="+mn-ea"/>
                </a:rPr>
                <a:t>올림</a:t>
              </a:r>
              <a:endParaRPr kumimoji="0" lang="en-US" altLang="ko-KR" sz="700" b="0" kern="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Chevron Left">
              <a:extLst>
                <a:ext uri="{FF2B5EF4-FFF2-40B4-BE49-F238E27FC236}">
                  <a16:creationId xmlns:a16="http://schemas.microsoft.com/office/drawing/2014/main" id="{46E220E0-7A68-27A2-1426-47F3D5D884B1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>
              <a:off x="1599059" y="2912344"/>
              <a:ext cx="54214" cy="98669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A889BE1-C8BF-8D27-CEA3-68494D08E08F}"/>
              </a:ext>
            </a:extLst>
          </p:cNvPr>
          <p:cNvSpPr/>
          <p:nvPr/>
        </p:nvSpPr>
        <p:spPr>
          <a:xfrm>
            <a:off x="3981465" y="1587351"/>
            <a:ext cx="520224" cy="17971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수정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529B3382-9DD0-9E88-44E6-BF51A0A6B298}"/>
              </a:ext>
            </a:extLst>
          </p:cNvPr>
          <p:cNvGrpSpPr/>
          <p:nvPr/>
        </p:nvGrpSpPr>
        <p:grpSpPr>
          <a:xfrm>
            <a:off x="2740532" y="2151662"/>
            <a:ext cx="2593082" cy="242067"/>
            <a:chOff x="2279979" y="1223052"/>
            <a:chExt cx="2593082" cy="242067"/>
          </a:xfrm>
        </p:grpSpPr>
        <p:sp>
          <p:nvSpPr>
            <p:cNvPr id="41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BFD3247-5A5C-A1FC-60FE-A3B5A095BC99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/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/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D691312-DB6A-23C9-9647-E7AEEA80F87D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43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2C0C8B7-7FB3-C688-08CA-3710E485C269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/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/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44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799202C-ED5D-C71D-3FC4-6F2AE67A72CD}"/>
                </a:ext>
              </a:extLst>
            </p:cNvPr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45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F1BF905-78D6-94BC-FABD-D05E4B1CD4BF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8BE30B8F-CE50-AEEC-5B5E-F6A2C44EA31A}"/>
              </a:ext>
            </a:extLst>
          </p:cNvPr>
          <p:cNvSpPr/>
          <p:nvPr/>
        </p:nvSpPr>
        <p:spPr bwMode="auto">
          <a:xfrm>
            <a:off x="-106106" y="285293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E12180-AED6-EE87-A816-D26684D29010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829193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438971-5B67-1B7E-9AC2-0A62C9E40F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제목 17">
            <a:extLst>
              <a:ext uri="{FF2B5EF4-FFF2-40B4-BE49-F238E27FC236}">
                <a16:creationId xmlns:a16="http://schemas.microsoft.com/office/drawing/2014/main" id="{3FF4416E-86E5-AE6F-E2EB-28DDBCBA12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err="1"/>
              <a:t>레이트</a:t>
            </a:r>
            <a:r>
              <a:rPr lang="ko-KR" altLang="en-US" dirty="0"/>
              <a:t> 코드 조회 팝업 </a:t>
            </a:r>
          </a:p>
        </p:txBody>
      </p:sp>
      <p:sp>
        <p:nvSpPr>
          <p:cNvPr id="19" name="내용 개체 틀 18">
            <a:extLst>
              <a:ext uri="{FF2B5EF4-FFF2-40B4-BE49-F238E27FC236}">
                <a16:creationId xmlns:a16="http://schemas.microsoft.com/office/drawing/2014/main" id="{AB931338-6ECB-5CF6-A1D9-A476B946A45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Main &gt; </a:t>
            </a:r>
            <a:r>
              <a:rPr lang="ko-KR" altLang="en-US" dirty="0"/>
              <a:t>상품관리 </a:t>
            </a:r>
            <a:r>
              <a:rPr lang="en-US" altLang="ko-KR" dirty="0"/>
              <a:t>&gt;</a:t>
            </a:r>
            <a:r>
              <a:rPr lang="ko-KR" altLang="en-US" dirty="0"/>
              <a:t> 프로모션관리 </a:t>
            </a:r>
            <a:r>
              <a:rPr lang="en-US" altLang="ko-KR" dirty="0"/>
              <a:t>&gt;</a:t>
            </a:r>
            <a:r>
              <a:rPr lang="ko-KR" altLang="en-US" dirty="0"/>
              <a:t> 프로모션 코드 관리 </a:t>
            </a:r>
          </a:p>
        </p:txBody>
      </p:sp>
      <p:sp>
        <p:nvSpPr>
          <p:cNvPr id="21" name="텍스트 개체 틀 20">
            <a:extLst>
              <a:ext uri="{FF2B5EF4-FFF2-40B4-BE49-F238E27FC236}">
                <a16:creationId xmlns:a16="http://schemas.microsoft.com/office/drawing/2014/main" id="{FCA7A78E-045E-E2B6-24FD-380DC0044AF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대표화면 명</a:t>
            </a:r>
          </a:p>
        </p:txBody>
      </p:sp>
      <p:sp>
        <p:nvSpPr>
          <p:cNvPr id="20" name="텍스트 개체 틀 19">
            <a:extLst>
              <a:ext uri="{FF2B5EF4-FFF2-40B4-BE49-F238E27FC236}">
                <a16:creationId xmlns:a16="http://schemas.microsoft.com/office/drawing/2014/main" id="{F0ACF038-68EA-4AC2-4816-72BD1A21F00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0" y="-3567"/>
            <a:ext cx="1217668" cy="421667"/>
          </a:xfrm>
        </p:spPr>
        <p:txBody>
          <a:bodyPr/>
          <a:lstStyle/>
          <a:p>
            <a:r>
              <a:rPr lang="ko-KR" altLang="en-US" dirty="0"/>
              <a:t>상품관리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3C5996E-AA9C-02FE-5ACD-86D17DEA06C6}"/>
              </a:ext>
            </a:extLst>
          </p:cNvPr>
          <p:cNvSpPr/>
          <p:nvPr/>
        </p:nvSpPr>
        <p:spPr>
          <a:xfrm>
            <a:off x="47328" y="898339"/>
            <a:ext cx="1368152" cy="5887181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1FC5BAB-6A0E-9C45-D6E7-8E4710BD7E56}"/>
              </a:ext>
            </a:extLst>
          </p:cNvPr>
          <p:cNvSpPr/>
          <p:nvPr/>
        </p:nvSpPr>
        <p:spPr>
          <a:xfrm>
            <a:off x="47328" y="489817"/>
            <a:ext cx="9289031" cy="13087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공통 </a:t>
            </a:r>
            <a:r>
              <a:rPr kumimoji="0" lang="en-US" altLang="ko-KR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HEADER</a:t>
            </a:r>
            <a:endParaRPr kumimoji="0" lang="ko-KR" altLang="en-US" sz="800" kern="0" spc="-9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9C98A0E-D77B-4344-3CD3-55A6BE3109F2}"/>
              </a:ext>
            </a:extLst>
          </p:cNvPr>
          <p:cNvSpPr/>
          <p:nvPr/>
        </p:nvSpPr>
        <p:spPr>
          <a:xfrm>
            <a:off x="47329" y="615652"/>
            <a:ext cx="1368152" cy="26063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spc="-9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상품관리</a:t>
            </a:r>
          </a:p>
        </p:txBody>
      </p:sp>
      <p:graphicFrame>
        <p:nvGraphicFramePr>
          <p:cNvPr id="31" name="Table 7">
            <a:extLst>
              <a:ext uri="{FF2B5EF4-FFF2-40B4-BE49-F238E27FC236}">
                <a16:creationId xmlns:a16="http://schemas.microsoft.com/office/drawing/2014/main" id="{9171D5A6-1AEE-1F7B-B0F1-D927D21C47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0929848"/>
              </p:ext>
            </p:extLst>
          </p:nvPr>
        </p:nvGraphicFramePr>
        <p:xfrm>
          <a:off x="9406740" y="440717"/>
          <a:ext cx="2785260" cy="14355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9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8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권한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i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슈퍼어드민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시스템관리자 권한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,</a:t>
                      </a:r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협력사 권한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Description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1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r>
                        <a:rPr lang="ko-KR" altLang="en-US" sz="800" b="0" i="0" strike="noStrike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개만 선택 가능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126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선택 시 적용 후 팝업 닫고 </a:t>
                      </a:r>
                      <a:r>
                        <a:rPr lang="ko-KR" altLang="en-US" sz="800" b="0" i="0" strike="noStrike" kern="120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부모창</a:t>
                      </a:r>
                      <a:r>
                        <a:rPr lang="ko-KR" altLang="en-US" sz="800" b="0" i="0" strike="noStrike" kern="12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이동</a:t>
                      </a: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kern="12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6509006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</a:p>
                  </a:txBody>
                  <a:tcPr marL="18000" marR="18000" marT="34258" marB="34258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strike="noStrike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marL="18000" marR="18000" marT="34258" marB="34258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442327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2DCCD35C-24D2-A08F-BB6B-FC99C70078C3}"/>
              </a:ext>
            </a:extLst>
          </p:cNvPr>
          <p:cNvSpPr txBox="1"/>
          <p:nvPr/>
        </p:nvSpPr>
        <p:spPr>
          <a:xfrm>
            <a:off x="1487488" y="620688"/>
            <a:ext cx="2204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코드 관리 </a:t>
            </a:r>
          </a:p>
        </p:txBody>
      </p:sp>
      <p:cxnSp>
        <p:nvCxnSpPr>
          <p:cNvPr id="33" name="직선 연결선 18">
            <a:extLst>
              <a:ext uri="{FF2B5EF4-FFF2-40B4-BE49-F238E27FC236}">
                <a16:creationId xmlns:a16="http://schemas.microsoft.com/office/drawing/2014/main" id="{DBFAAF24-F5E6-FDAE-2417-645F1490341F}"/>
              </a:ext>
            </a:extLst>
          </p:cNvPr>
          <p:cNvCxnSpPr/>
          <p:nvPr/>
        </p:nvCxnSpPr>
        <p:spPr>
          <a:xfrm>
            <a:off x="1494931" y="646822"/>
            <a:ext cx="0" cy="148702"/>
          </a:xfrm>
          <a:prstGeom prst="line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2" name="Window" descr="&lt;SmartSettings&gt;&lt;SmartResize enabled=&quot;True&quot; minWidth=&quot;60&quot; minHeight=&quot;30&quot; /&gt;&lt;/SmartSettings&gt;">
            <a:extLst>
              <a:ext uri="{FF2B5EF4-FFF2-40B4-BE49-F238E27FC236}">
                <a16:creationId xmlns:a16="http://schemas.microsoft.com/office/drawing/2014/main" id="{EBDAB2AE-432C-7B5B-83A5-4C945702DA98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847529" y="1000417"/>
            <a:ext cx="6847625" cy="4588823"/>
            <a:chOff x="1446352" y="1261242"/>
            <a:chExt cx="5817798" cy="3098881"/>
          </a:xfrm>
        </p:grpSpPr>
        <p:sp>
          <p:nvSpPr>
            <p:cNvPr id="1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E1CE222-9C5A-0B5B-A4D2-2F5C1F7C5310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446352" y="1496299"/>
              <a:ext cx="5817793" cy="286382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44" name="Title Bar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5C84B69-0D08-81E4-5356-330DBCD4FD62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446352" y="1261242"/>
              <a:ext cx="5817798" cy="235063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레이트</a:t>
              </a:r>
              <a:r>
                <a:rPr lang="ko-KR" altLang="en-US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 코드 조회</a:t>
              </a:r>
              <a:r>
                <a:rPr lang="en-US" altLang="ko-KR" sz="900" dirty="0">
                  <a:solidFill>
                    <a:schemeClr val="bg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  <a:cs typeface="Segoe UI" panose="020B0502040204020203" pitchFamily="34" charset="0"/>
                </a:rPr>
                <a:t>(window popup)</a:t>
              </a:r>
            </a:p>
          </p:txBody>
        </p:sp>
        <p:sp>
          <p:nvSpPr>
            <p:cNvPr id="145" name="Close Button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46DF46-FCDE-D02E-C4E1-8028C0BE6F98}"/>
                </a:ext>
              </a:extLst>
            </p:cNvPr>
            <p:cNvSpPr>
              <a:spLocks noEditPoints="1"/>
            </p:cNvSpPr>
            <p:nvPr>
              <p:custDataLst>
                <p:tags r:id="rId9"/>
              </p:custDataLst>
            </p:nvPr>
          </p:nvSpPr>
          <p:spPr bwMode="auto">
            <a:xfrm>
              <a:off x="7004168" y="1331685"/>
              <a:ext cx="121340" cy="94174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chemeClr val="bg1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4559ED1B-195D-BAB6-5B8E-D294F4EE44A0}"/>
              </a:ext>
            </a:extLst>
          </p:cNvPr>
          <p:cNvSpPr txBox="1"/>
          <p:nvPr/>
        </p:nvSpPr>
        <p:spPr>
          <a:xfrm>
            <a:off x="1919536" y="1395485"/>
            <a:ext cx="106631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ko-Kore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❏</a:t>
            </a:r>
            <a:r>
              <a:rPr kumimoji="1"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b="1">
                <a:latin typeface="NanumGothic" panose="020D0604000000000000" pitchFamily="34" charset="-127"/>
                <a:ea typeface="NanumGothic" panose="020D0604000000000000" pitchFamily="34" charset="-127"/>
              </a:rPr>
              <a:t> 레이트 코드 조회</a:t>
            </a:r>
            <a:endParaRPr kumimoji="1" lang="ko-Kore-KR" altLang="en-US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aphicFrame>
        <p:nvGraphicFramePr>
          <p:cNvPr id="147" name="표 146">
            <a:extLst>
              <a:ext uri="{FF2B5EF4-FFF2-40B4-BE49-F238E27FC236}">
                <a16:creationId xmlns:a16="http://schemas.microsoft.com/office/drawing/2014/main" id="{0BA17742-CDCE-0C5B-67A0-20167ED459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0514569"/>
              </p:ext>
            </p:extLst>
          </p:nvPr>
        </p:nvGraphicFramePr>
        <p:xfrm>
          <a:off x="1991545" y="1659393"/>
          <a:ext cx="6480719" cy="7503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80119">
                  <a:extLst>
                    <a:ext uri="{9D8B030D-6E8A-4147-A177-3AD203B41FA5}">
                      <a16:colId xmlns:a16="http://schemas.microsoft.com/office/drawing/2014/main" val="50056753"/>
                    </a:ext>
                  </a:extLst>
                </a:gridCol>
                <a:gridCol w="1944216">
                  <a:extLst>
                    <a:ext uri="{9D8B030D-6E8A-4147-A177-3AD203B41FA5}">
                      <a16:colId xmlns:a16="http://schemas.microsoft.com/office/drawing/2014/main" val="134878559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91023821"/>
                    </a:ext>
                  </a:extLst>
                </a:gridCol>
                <a:gridCol w="2232248">
                  <a:extLst>
                    <a:ext uri="{9D8B030D-6E8A-4147-A177-3AD203B41FA5}">
                      <a16:colId xmlns:a16="http://schemas.microsoft.com/office/drawing/2014/main" val="1327249654"/>
                    </a:ext>
                  </a:extLst>
                </a:gridCol>
              </a:tblGrid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호텔</a:t>
                      </a:r>
                      <a:r>
                        <a:rPr lang="en-US" altLang="ko-KR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프로퍼티 명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조선호텔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/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조선 호텔 부산</a:t>
                      </a: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판매 기간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1257979"/>
                  </a:ext>
                </a:extLst>
              </a:tr>
              <a:tr h="2501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  <a:endParaRPr lang="en-US" altLang="ko-KR" sz="800" b="1" i="0" kern="0" spc="-3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◉ 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전체 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◎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Y</a:t>
                      </a:r>
                      <a:r>
                        <a:rPr lang="ko-KR" altLang="en-US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</a:t>
                      </a:r>
                      <a:r>
                        <a:rPr lang="en-US" altLang="ko-KR" sz="800" b="0" i="0" kern="0" spc="-3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◎ 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075147"/>
                  </a:ext>
                </a:extLst>
              </a:tr>
            </a:tbl>
          </a:graphicData>
        </a:graphic>
      </p:graphicFrame>
      <p:sp>
        <p:nvSpPr>
          <p:cNvPr id="148" name="Text Box">
            <a:extLst>
              <a:ext uri="{FF2B5EF4-FFF2-40B4-BE49-F238E27FC236}">
                <a16:creationId xmlns:a16="http://schemas.microsoft.com/office/drawing/2014/main" id="{9FDBB473-22F6-D45F-CF51-44EE6F5B8A2C}"/>
              </a:ext>
            </a:extLst>
          </p:cNvPr>
          <p:cNvSpPr>
            <a:spLocks/>
          </p:cNvSpPr>
          <p:nvPr/>
        </p:nvSpPr>
        <p:spPr bwMode="auto">
          <a:xfrm>
            <a:off x="3106251" y="2193911"/>
            <a:ext cx="1844493" cy="17971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2400" rIns="72000" bIns="3240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코드를 입력해주세요</a:t>
            </a:r>
            <a:r>
              <a:rPr kumimoji="0" lang="en-US" altLang="ko-KR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.</a:t>
            </a:r>
          </a:p>
        </p:txBody>
      </p:sp>
      <p:graphicFrame>
        <p:nvGraphicFramePr>
          <p:cNvPr id="149" name="표 148">
            <a:extLst>
              <a:ext uri="{FF2B5EF4-FFF2-40B4-BE49-F238E27FC236}">
                <a16:creationId xmlns:a16="http://schemas.microsoft.com/office/drawing/2014/main" id="{659FD87A-27A5-0DE3-01CA-978BA2E0A9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633355"/>
              </p:ext>
            </p:extLst>
          </p:nvPr>
        </p:nvGraphicFramePr>
        <p:xfrm>
          <a:off x="1991426" y="2771836"/>
          <a:ext cx="6475407" cy="2179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46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434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92187">
                  <a:extLst>
                    <a:ext uri="{9D8B030D-6E8A-4147-A177-3AD203B41FA5}">
                      <a16:colId xmlns:a16="http://schemas.microsoft.com/office/drawing/2014/main" val="1197964097"/>
                    </a:ext>
                  </a:extLst>
                </a:gridCol>
                <a:gridCol w="951304">
                  <a:extLst>
                    <a:ext uri="{9D8B030D-6E8A-4147-A177-3AD203B41FA5}">
                      <a16:colId xmlns:a16="http://schemas.microsoft.com/office/drawing/2014/main" val="892206883"/>
                    </a:ext>
                  </a:extLst>
                </a:gridCol>
                <a:gridCol w="951304">
                  <a:extLst>
                    <a:ext uri="{9D8B030D-6E8A-4147-A177-3AD203B41FA5}">
                      <a16:colId xmlns:a16="http://schemas.microsoft.com/office/drawing/2014/main" val="2753607981"/>
                    </a:ext>
                  </a:extLst>
                </a:gridCol>
                <a:gridCol w="797228">
                  <a:extLst>
                    <a:ext uri="{9D8B030D-6E8A-4147-A177-3AD203B41FA5}">
                      <a16:colId xmlns:a16="http://schemas.microsoft.com/office/drawing/2014/main" val="4232283989"/>
                    </a:ext>
                  </a:extLst>
                </a:gridCol>
                <a:gridCol w="625263">
                  <a:extLst>
                    <a:ext uri="{9D8B030D-6E8A-4147-A177-3AD203B41FA5}">
                      <a16:colId xmlns:a16="http://schemas.microsoft.com/office/drawing/2014/main" val="112309262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NO</a:t>
                      </a:r>
                      <a:endParaRPr lang="ko-KR" altLang="en-US" sz="700" b="1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-100" baseline="0" dirty="0" err="1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레이트</a:t>
                      </a: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 코드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판매 기간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카테고리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통화구분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48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선택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1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-10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RATE2025</a:t>
                      </a:r>
                      <a:r>
                        <a:rPr kumimoji="0" lang="en-US" altLang="ko-KR" sz="700" b="0" i="0" u="none" strike="noStrike" kern="0" cap="none" spc="-10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-WKND-DELUXE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 ~ YYYY-MM-DD 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룸온리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레이트코드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 ~ YYYY-MM-DD 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룸온리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3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레이트코드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 ~ YYYY-MM-DD 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룸온리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USD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653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4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레이트코드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 ~ YYYY-MM-DD 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룸온리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USD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98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5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레이트코드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 ~ YYYY-MM-DD 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룸온리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USD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8533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6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레이트코드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 ~ YYYY-MM-DD 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룸온리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USD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254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7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레이트코드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 ~ YYYY-MM-DD 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패키지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  <a:endParaRPr kumimoji="0" lang="en-US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3783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8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레이트코드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 ~ YYYY-MM-DD 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패키지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211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9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레이트코드 출력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YYYY-MM-DD ~ YYYY-MM-DD 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패키지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32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spc="-100" baseline="0" dirty="0">
                          <a:solidFill>
                            <a:schemeClr val="tx1"/>
                          </a:solidFill>
                          <a:latin typeface="NanumGothic" panose="020D0604000000000000" pitchFamily="34" charset="-127"/>
                          <a:ea typeface="NanumGothic" panose="020D0604000000000000" pitchFamily="34" charset="-127"/>
                        </a:rPr>
                        <a:t>20</a:t>
                      </a:r>
                      <a:endParaRPr lang="ko-KR" altLang="en-US" sz="700" b="0" i="0" spc="-100" baseline="0" dirty="0">
                        <a:solidFill>
                          <a:schemeClr val="tx1"/>
                        </a:solidFill>
                        <a:latin typeface="NanumGothic" panose="020D0604000000000000" pitchFamily="34" charset="-127"/>
                        <a:ea typeface="NanumGothic" panose="020D0604000000000000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레이트코드</a:t>
                      </a: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 출력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 ~ </a:t>
                      </a:r>
                      <a:r>
                        <a:rPr kumimoji="0" lang="en-US" altLang="ko-KR" sz="700" b="0" i="0" u="none" strike="noStrike" kern="1200" cap="none" spc="-10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YYYY</a:t>
                      </a: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-MM-DD </a:t>
                      </a: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패키지</a:t>
                      </a:r>
                      <a:endParaRPr kumimoji="0" lang="en" altLang="ko-KR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KRW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10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NanumGothic" panose="020D0604000000000000" pitchFamily="34" charset="-127"/>
                          <a:ea typeface="NanumGothic" panose="020D0604000000000000" pitchFamily="34" charset="-127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-10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NanumGothic" panose="020D0604000000000000" pitchFamily="34" charset="-127"/>
                        <a:ea typeface="NanumGothic" panose="020D0604000000000000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811629"/>
                  </a:ext>
                </a:extLst>
              </a:tr>
            </a:tbl>
          </a:graphicData>
        </a:graphic>
      </p:graphicFrame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0A1CB163-243F-6F3A-9A05-1FF0A5009F81}"/>
              </a:ext>
            </a:extLst>
          </p:cNvPr>
          <p:cNvSpPr/>
          <p:nvPr/>
        </p:nvSpPr>
        <p:spPr>
          <a:xfrm>
            <a:off x="4818850" y="5353697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닫기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E579389E-BF41-3B72-5106-2451C846AEF7}"/>
              </a:ext>
            </a:extLst>
          </p:cNvPr>
          <p:cNvSpPr/>
          <p:nvPr/>
        </p:nvSpPr>
        <p:spPr>
          <a:xfrm>
            <a:off x="5308195" y="5353697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적용</a:t>
            </a:r>
          </a:p>
        </p:txBody>
      </p: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BA04858C-CECC-07FF-8E22-A370E404BE09}"/>
              </a:ext>
            </a:extLst>
          </p:cNvPr>
          <p:cNvGrpSpPr/>
          <p:nvPr/>
        </p:nvGrpSpPr>
        <p:grpSpPr>
          <a:xfrm>
            <a:off x="8480291" y="2764681"/>
            <a:ext cx="90244" cy="2190572"/>
            <a:chOff x="8879645" y="4358558"/>
            <a:chExt cx="96675" cy="1950762"/>
          </a:xfrm>
        </p:grpSpPr>
        <p:sp>
          <p:nvSpPr>
            <p:cNvPr id="153" name="모서리가 둥근 직사각형 152">
              <a:extLst>
                <a:ext uri="{FF2B5EF4-FFF2-40B4-BE49-F238E27FC236}">
                  <a16:creationId xmlns:a16="http://schemas.microsoft.com/office/drawing/2014/main" id="{CEB26728-1072-B8D8-8A76-5609866996A0}"/>
                </a:ext>
              </a:extLst>
            </p:cNvPr>
            <p:cNvSpPr/>
            <p:nvPr/>
          </p:nvSpPr>
          <p:spPr>
            <a:xfrm>
              <a:off x="8879645" y="4358558"/>
              <a:ext cx="96675" cy="1950762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54" name="모서리가 둥근 직사각형 170">
              <a:extLst>
                <a:ext uri="{FF2B5EF4-FFF2-40B4-BE49-F238E27FC236}">
                  <a16:creationId xmlns:a16="http://schemas.microsoft.com/office/drawing/2014/main" id="{829FDAED-0C39-6AEC-CE2B-ADA6D6669357}"/>
                </a:ext>
              </a:extLst>
            </p:cNvPr>
            <p:cNvSpPr/>
            <p:nvPr/>
          </p:nvSpPr>
          <p:spPr>
            <a:xfrm>
              <a:off x="8913582" y="4437112"/>
              <a:ext cx="28800" cy="477767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NanumGothic" panose="020D0604000000000000" pitchFamily="34" charset="-127"/>
                <a:ea typeface="NanumGothic" panose="020D0604000000000000" pitchFamily="34" charset="-127"/>
              </a:endParaRPr>
            </a:p>
          </p:txBody>
        </p:sp>
      </p:grpSp>
      <p:sp>
        <p:nvSpPr>
          <p:cNvPr id="155" name="Teardrop 1">
            <a:extLst>
              <a:ext uri="{FF2B5EF4-FFF2-40B4-BE49-F238E27FC236}">
                <a16:creationId xmlns:a16="http://schemas.microsoft.com/office/drawing/2014/main" id="{817FEBB5-A69C-BD2E-CF24-3F0FF5C74201}"/>
              </a:ext>
            </a:extLst>
          </p:cNvPr>
          <p:cNvSpPr/>
          <p:nvPr/>
        </p:nvSpPr>
        <p:spPr>
          <a:xfrm rot="16200000" flipH="1" flipV="1">
            <a:off x="5217908" y="524623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2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09D9AC79-EF09-F6A1-29F0-284B0CBF00BC}"/>
              </a:ext>
            </a:extLst>
          </p:cNvPr>
          <p:cNvSpPr/>
          <p:nvPr/>
        </p:nvSpPr>
        <p:spPr>
          <a:xfrm>
            <a:off x="7625068" y="2486324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초기화</a:t>
            </a: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8EC7B029-D0C8-6C9D-00B0-E0A4328ABF7C}"/>
              </a:ext>
            </a:extLst>
          </p:cNvPr>
          <p:cNvSpPr/>
          <p:nvPr/>
        </p:nvSpPr>
        <p:spPr>
          <a:xfrm>
            <a:off x="8051396" y="2486324"/>
            <a:ext cx="391138" cy="1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spc="-90" dirty="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검색</a:t>
            </a:r>
          </a:p>
        </p:txBody>
      </p:sp>
      <p:sp>
        <p:nvSpPr>
          <p:cNvPr id="158" name="Pagination">
            <a:extLst>
              <a:ext uri="{FF2B5EF4-FFF2-40B4-BE49-F238E27FC236}">
                <a16:creationId xmlns:a16="http://schemas.microsoft.com/office/drawing/2014/main" id="{8D0692B0-925C-2EC5-FB46-703FBBD886AD}"/>
              </a:ext>
            </a:extLst>
          </p:cNvPr>
          <p:cNvSpPr txBox="1"/>
          <p:nvPr/>
        </p:nvSpPr>
        <p:spPr>
          <a:xfrm>
            <a:off x="4622137" y="5055905"/>
            <a:ext cx="1329146" cy="181588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&lt;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2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3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4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…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9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10</a:t>
            </a:r>
            <a:r>
              <a:rPr lang="en-US" sz="700" b="0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   </a:t>
            </a:r>
            <a:r>
              <a:rPr lang="en-US" sz="700" b="0" u="sng" dirty="0">
                <a:latin typeface="NanumGothic" panose="020D0604000000000000" pitchFamily="34" charset="-127"/>
                <a:ea typeface="NanumGothic" panose="020D0604000000000000" pitchFamily="34" charset="-127"/>
                <a:cs typeface="Segoe UI" panose="020B0502040204020203" pitchFamily="34" charset="0"/>
              </a:rPr>
              <a:t>&gt;</a:t>
            </a:r>
          </a:p>
        </p:txBody>
      </p: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CEBC68C0-089D-D1D1-1D31-1275BE5D4399}"/>
              </a:ext>
            </a:extLst>
          </p:cNvPr>
          <p:cNvGrpSpPr/>
          <p:nvPr/>
        </p:nvGrpSpPr>
        <p:grpSpPr>
          <a:xfrm>
            <a:off x="1987054" y="2489577"/>
            <a:ext cx="1777609" cy="200055"/>
            <a:chOff x="1446413" y="1981347"/>
            <a:chExt cx="1777609" cy="200055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B715DC8E-B627-6393-5A5C-4D89AD578935}"/>
                </a:ext>
              </a:extLst>
            </p:cNvPr>
            <p:cNvSpPr txBox="1"/>
            <p:nvPr/>
          </p:nvSpPr>
          <p:spPr>
            <a:xfrm>
              <a:off x="2318005" y="1981347"/>
              <a:ext cx="906017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dirty="0">
                  <a:latin typeface="+mn-ea"/>
                  <a:ea typeface="+mn-ea"/>
                </a:rPr>
                <a:t>검색 </a:t>
              </a:r>
              <a:r>
                <a:rPr kumimoji="1" lang="ko-KR" altLang="en-US" sz="700" dirty="0">
                  <a:latin typeface="+mn-ea"/>
                  <a:ea typeface="+mn-ea"/>
                </a:rPr>
                <a:t>결과 총 </a:t>
              </a:r>
              <a:r>
                <a:rPr lang="en-US" altLang="ko-KR" sz="700" dirty="0">
                  <a:latin typeface="+mn-ea"/>
                  <a:ea typeface="+mn-ea"/>
                </a:rPr>
                <a:t>2</a:t>
              </a:r>
              <a:r>
                <a:rPr kumimoji="1" lang="en-US" altLang="ko-KR" sz="700" dirty="0">
                  <a:latin typeface="+mn-ea"/>
                  <a:ea typeface="+mn-ea"/>
                </a:rPr>
                <a:t>0</a:t>
              </a:r>
              <a:r>
                <a:rPr kumimoji="1" lang="ko-KR" altLang="en-US" sz="700" dirty="0">
                  <a:latin typeface="+mn-ea"/>
                  <a:ea typeface="+mn-ea"/>
                </a:rPr>
                <a:t> 개</a:t>
              </a:r>
              <a:endParaRPr kumimoji="1" lang="ko-Kore-KR" altLang="en-US" sz="700" dirty="0">
                <a:latin typeface="+mn-ea"/>
                <a:ea typeface="+mn-ea"/>
              </a:endParaRPr>
            </a:p>
          </p:txBody>
        </p:sp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8F7F9D1E-77CB-F195-73A5-8B06B835CF3B}"/>
                </a:ext>
              </a:extLst>
            </p:cNvPr>
            <p:cNvGrpSpPr/>
            <p:nvPr/>
          </p:nvGrpSpPr>
          <p:grpSpPr>
            <a:xfrm>
              <a:off x="1446413" y="1985887"/>
              <a:ext cx="891233" cy="174800"/>
              <a:chOff x="1244327" y="2887118"/>
              <a:chExt cx="891233" cy="174800"/>
            </a:xfrm>
          </p:grpSpPr>
          <p:sp>
            <p:nvSpPr>
              <p:cNvPr id="164" name="Text Box">
                <a:extLst>
                  <a:ext uri="{FF2B5EF4-FFF2-40B4-BE49-F238E27FC236}">
                    <a16:creationId xmlns:a16="http://schemas.microsoft.com/office/drawing/2014/main" id="{91125062-B48D-961A-184A-2D995C604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327" y="2887118"/>
                <a:ext cx="891233" cy="1748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2400" rIns="72000" bIns="3240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solidFill>
                      <a:schemeClr val="tx1"/>
                    </a:solidFill>
                    <a:latin typeface="+mn-ea"/>
                  </a:rPr>
                  <a:t>20</a:t>
                </a:r>
                <a:r>
                  <a:rPr kumimoji="0" lang="ko-KR" altLang="en-US" sz="700" kern="0" dirty="0">
                    <a:solidFill>
                      <a:schemeClr val="tx1"/>
                    </a:solidFill>
                    <a:latin typeface="+mn-ea"/>
                  </a:rPr>
                  <a:t> 개씩 보기   </a:t>
                </a:r>
                <a:endParaRPr kumimoji="0" lang="en-US" altLang="ko-KR" sz="700" b="0" kern="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5" name="Chevron Left">
                <a:extLst>
                  <a:ext uri="{FF2B5EF4-FFF2-40B4-BE49-F238E27FC236}">
                    <a16:creationId xmlns:a16="http://schemas.microsoft.com/office/drawing/2014/main" id="{61915AAE-5261-45D5-CF07-5AF129BE57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200000">
                <a:off x="1990266" y="2933272"/>
                <a:ext cx="54214" cy="98669"/>
              </a:xfrm>
              <a:custGeom>
                <a:avLst/>
                <a:gdLst>
                  <a:gd name="T0" fmla="*/ 296 w 324"/>
                  <a:gd name="T1" fmla="*/ 593 h 593"/>
                  <a:gd name="T2" fmla="*/ 324 w 324"/>
                  <a:gd name="T3" fmla="*/ 565 h 593"/>
                  <a:gd name="T4" fmla="*/ 55 w 324"/>
                  <a:gd name="T5" fmla="*/ 297 h 593"/>
                  <a:gd name="T6" fmla="*/ 324 w 324"/>
                  <a:gd name="T7" fmla="*/ 28 h 593"/>
                  <a:gd name="T8" fmla="*/ 296 w 324"/>
                  <a:gd name="T9" fmla="*/ 0 h 593"/>
                  <a:gd name="T10" fmla="*/ 0 w 324"/>
                  <a:gd name="T11" fmla="*/ 297 h 593"/>
                  <a:gd name="T12" fmla="*/ 296 w 324"/>
                  <a:gd name="T13" fmla="*/ 593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4" h="593">
                    <a:moveTo>
                      <a:pt x="296" y="593"/>
                    </a:moveTo>
                    <a:lnTo>
                      <a:pt x="324" y="565"/>
                    </a:lnTo>
                    <a:lnTo>
                      <a:pt x="55" y="297"/>
                    </a:lnTo>
                    <a:lnTo>
                      <a:pt x="324" y="28"/>
                    </a:lnTo>
                    <a:lnTo>
                      <a:pt x="296" y="0"/>
                    </a:lnTo>
                    <a:lnTo>
                      <a:pt x="0" y="297"/>
                    </a:lnTo>
                    <a:lnTo>
                      <a:pt x="296" y="5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85" name="Click">
            <a:extLst>
              <a:ext uri="{FF2B5EF4-FFF2-40B4-BE49-F238E27FC236}">
                <a16:creationId xmlns:a16="http://schemas.microsoft.com/office/drawing/2014/main" id="{360E2C15-EABB-2A6B-17DC-9798A85A599E}"/>
              </a:ext>
            </a:extLst>
          </p:cNvPr>
          <p:cNvGrpSpPr>
            <a:grpSpLocks noChangeAspect="1"/>
          </p:cNvGrpSpPr>
          <p:nvPr/>
        </p:nvGrpSpPr>
        <p:grpSpPr>
          <a:xfrm>
            <a:off x="8159765" y="3784586"/>
            <a:ext cx="299298" cy="426545"/>
            <a:chOff x="5294313" y="2197100"/>
            <a:chExt cx="530225" cy="755651"/>
          </a:xfrm>
        </p:grpSpPr>
        <p:sp>
          <p:nvSpPr>
            <p:cNvPr id="186" name="Arrow Cursor">
              <a:extLst>
                <a:ext uri="{FF2B5EF4-FFF2-40B4-BE49-F238E27FC236}">
                  <a16:creationId xmlns:a16="http://schemas.microsoft.com/office/drawing/2014/main" id="{413179C8-DC26-3820-D57E-F8A7589D25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8300" y="2363788"/>
              <a:ext cx="376238" cy="588963"/>
            </a:xfrm>
            <a:custGeom>
              <a:avLst/>
              <a:gdLst>
                <a:gd name="T0" fmla="*/ 379 w 495"/>
                <a:gd name="T1" fmla="*/ 721 h 773"/>
                <a:gd name="T2" fmla="*/ 269 w 495"/>
                <a:gd name="T3" fmla="*/ 494 h 773"/>
                <a:gd name="T4" fmla="*/ 495 w 495"/>
                <a:gd name="T5" fmla="*/ 494 h 773"/>
                <a:gd name="T6" fmla="*/ 0 w 495"/>
                <a:gd name="T7" fmla="*/ 0 h 773"/>
                <a:gd name="T8" fmla="*/ 0 w 495"/>
                <a:gd name="T9" fmla="*/ 702 h 773"/>
                <a:gd name="T10" fmla="*/ 167 w 495"/>
                <a:gd name="T11" fmla="*/ 536 h 773"/>
                <a:gd name="T12" fmla="*/ 282 w 495"/>
                <a:gd name="T13" fmla="*/ 773 h 773"/>
                <a:gd name="T14" fmla="*/ 379 w 495"/>
                <a:gd name="T15" fmla="*/ 72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5" h="773">
                  <a:moveTo>
                    <a:pt x="379" y="721"/>
                  </a:moveTo>
                  <a:lnTo>
                    <a:pt x="269" y="494"/>
                  </a:lnTo>
                  <a:lnTo>
                    <a:pt x="495" y="494"/>
                  </a:lnTo>
                  <a:lnTo>
                    <a:pt x="0" y="0"/>
                  </a:lnTo>
                  <a:lnTo>
                    <a:pt x="0" y="702"/>
                  </a:lnTo>
                  <a:lnTo>
                    <a:pt x="167" y="536"/>
                  </a:lnTo>
                  <a:lnTo>
                    <a:pt x="282" y="773"/>
                  </a:lnTo>
                  <a:lnTo>
                    <a:pt x="379" y="721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  <p:sp>
          <p:nvSpPr>
            <p:cNvPr id="187" name="Click">
              <a:extLst>
                <a:ext uri="{FF2B5EF4-FFF2-40B4-BE49-F238E27FC236}">
                  <a16:creationId xmlns:a16="http://schemas.microsoft.com/office/drawing/2014/main" id="{819EEE33-3EAF-72AC-C936-25C020E461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4313" y="2197100"/>
              <a:ext cx="307975" cy="231775"/>
            </a:xfrm>
            <a:custGeom>
              <a:avLst/>
              <a:gdLst>
                <a:gd name="T0" fmla="*/ 156 w 405"/>
                <a:gd name="T1" fmla="*/ 248 h 303"/>
                <a:gd name="T2" fmla="*/ 101 w 405"/>
                <a:gd name="T3" fmla="*/ 303 h 303"/>
                <a:gd name="T4" fmla="*/ 156 w 405"/>
                <a:gd name="T5" fmla="*/ 155 h 303"/>
                <a:gd name="T6" fmla="*/ 101 w 405"/>
                <a:gd name="T7" fmla="*/ 101 h 303"/>
                <a:gd name="T8" fmla="*/ 249 w 405"/>
                <a:gd name="T9" fmla="*/ 155 h 303"/>
                <a:gd name="T10" fmla="*/ 303 w 405"/>
                <a:gd name="T11" fmla="*/ 101 h 303"/>
                <a:gd name="T12" fmla="*/ 137 w 405"/>
                <a:gd name="T13" fmla="*/ 202 h 303"/>
                <a:gd name="T14" fmla="*/ 0 w 405"/>
                <a:gd name="T15" fmla="*/ 202 h 303"/>
                <a:gd name="T16" fmla="*/ 202 w 405"/>
                <a:gd name="T17" fmla="*/ 136 h 303"/>
                <a:gd name="T18" fmla="*/ 202 w 405"/>
                <a:gd name="T19" fmla="*/ 0 h 303"/>
                <a:gd name="T20" fmla="*/ 268 w 405"/>
                <a:gd name="T21" fmla="*/ 202 h 303"/>
                <a:gd name="T22" fmla="*/ 405 w 405"/>
                <a:gd name="T23" fmla="*/ 2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03">
                  <a:moveTo>
                    <a:pt x="156" y="248"/>
                  </a:moveTo>
                  <a:lnTo>
                    <a:pt x="101" y="303"/>
                  </a:lnTo>
                  <a:moveTo>
                    <a:pt x="156" y="155"/>
                  </a:moveTo>
                  <a:lnTo>
                    <a:pt x="101" y="101"/>
                  </a:lnTo>
                  <a:moveTo>
                    <a:pt x="249" y="155"/>
                  </a:moveTo>
                  <a:lnTo>
                    <a:pt x="303" y="101"/>
                  </a:lnTo>
                  <a:moveTo>
                    <a:pt x="137" y="202"/>
                  </a:moveTo>
                  <a:lnTo>
                    <a:pt x="0" y="202"/>
                  </a:lnTo>
                  <a:moveTo>
                    <a:pt x="202" y="136"/>
                  </a:moveTo>
                  <a:lnTo>
                    <a:pt x="202" y="0"/>
                  </a:lnTo>
                  <a:moveTo>
                    <a:pt x="268" y="202"/>
                  </a:moveTo>
                  <a:lnTo>
                    <a:pt x="405" y="202"/>
                  </a:lnTo>
                </a:path>
              </a:pathLst>
            </a:custGeom>
            <a:noFill/>
            <a:ln w="9525" cap="rnd">
              <a:solidFill>
                <a:srgbClr val="3483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5F5F5F"/>
                </a:solidFill>
                <a:latin typeface="NanumGothic" panose="020D0604000000000000" pitchFamily="34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88" name="Teardrop 1">
            <a:extLst>
              <a:ext uri="{FF2B5EF4-FFF2-40B4-BE49-F238E27FC236}">
                <a16:creationId xmlns:a16="http://schemas.microsoft.com/office/drawing/2014/main" id="{448F98B7-AF58-E264-E3A5-6830A5602EEE}"/>
              </a:ext>
            </a:extLst>
          </p:cNvPr>
          <p:cNvSpPr/>
          <p:nvPr/>
        </p:nvSpPr>
        <p:spPr>
          <a:xfrm rot="16200000" flipH="1" flipV="1">
            <a:off x="7878285" y="3679090"/>
            <a:ext cx="158400" cy="174240"/>
          </a:xfrm>
          <a:prstGeom prst="teardrop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vert270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solidFill>
                  <a:prstClr val="white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1</a:t>
            </a:r>
            <a:endParaRPr kumimoji="0" lang="ko-KR" altLang="en-US" sz="700" dirty="0">
              <a:solidFill>
                <a:prstClr val="white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7BF61A05-BC09-72A9-E743-D7D28AA67CDF}"/>
              </a:ext>
            </a:extLst>
          </p:cNvPr>
          <p:cNvGrpSpPr/>
          <p:nvPr/>
        </p:nvGrpSpPr>
        <p:grpSpPr>
          <a:xfrm>
            <a:off x="8099081" y="3013561"/>
            <a:ext cx="120020" cy="1882018"/>
            <a:chOff x="8006676" y="2589288"/>
            <a:chExt cx="120020" cy="1882018"/>
          </a:xfrm>
        </p:grpSpPr>
        <p:grpSp>
          <p:nvGrpSpPr>
            <p:cNvPr id="59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<a:extLst>
                <a:ext uri="{FF2B5EF4-FFF2-40B4-BE49-F238E27FC236}">
                  <a16:creationId xmlns:a16="http://schemas.microsoft.com/office/drawing/2014/main" id="{05AF5347-B454-87F7-A483-93AECACDFFD8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8017653" y="2589288"/>
              <a:ext cx="109043" cy="109043"/>
              <a:chOff x="593892" y="1624671"/>
              <a:chExt cx="133350" cy="133350"/>
            </a:xfrm>
          </p:grpSpPr>
          <p:sp>
            <p:nvSpPr>
              <p:cNvPr id="133" name="Circle">
                <a:extLst>
                  <a:ext uri="{FF2B5EF4-FFF2-40B4-BE49-F238E27FC236}">
                    <a16:creationId xmlns:a16="http://schemas.microsoft.com/office/drawing/2014/main" id="{C5B83D3E-9695-91C1-418E-8260BE58D2A4}"/>
                  </a:ext>
                </a:extLst>
              </p:cNvPr>
              <p:cNvSpPr/>
              <p:nvPr/>
            </p:nvSpPr>
            <p:spPr>
              <a:xfrm>
                <a:off x="593892" y="1624671"/>
                <a:ext cx="133350" cy="13335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4" name="Check">
                <a:extLst>
                  <a:ext uri="{FF2B5EF4-FFF2-40B4-BE49-F238E27FC236}">
                    <a16:creationId xmlns:a16="http://schemas.microsoft.com/office/drawing/2014/main" id="{5960E132-CEBB-53E8-4C2C-D4ECBEBD7B59}"/>
                  </a:ext>
                </a:extLst>
              </p:cNvPr>
              <p:cNvSpPr/>
              <p:nvPr/>
            </p:nvSpPr>
            <p:spPr>
              <a:xfrm>
                <a:off x="631198" y="1661977"/>
                <a:ext cx="58738" cy="58738"/>
              </a:xfrm>
              <a:prstGeom prst="ellipse">
                <a:avLst/>
              </a:prstGeom>
              <a:solidFill>
                <a:srgbClr val="1588EC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0" name="Circle">
              <a:extLst>
                <a:ext uri="{FF2B5EF4-FFF2-40B4-BE49-F238E27FC236}">
                  <a16:creationId xmlns:a16="http://schemas.microsoft.com/office/drawing/2014/main" id="{D34472BA-F102-C343-8E70-1719E11BEBAA}"/>
                </a:ext>
              </a:extLst>
            </p:cNvPr>
            <p:cNvSpPr/>
            <p:nvPr/>
          </p:nvSpPr>
          <p:spPr>
            <a:xfrm>
              <a:off x="8013589" y="27924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" name="Circle">
              <a:extLst>
                <a:ext uri="{FF2B5EF4-FFF2-40B4-BE49-F238E27FC236}">
                  <a16:creationId xmlns:a16="http://schemas.microsoft.com/office/drawing/2014/main" id="{94762271-F314-086C-1CF8-2752D00E5F38}"/>
                </a:ext>
              </a:extLst>
            </p:cNvPr>
            <p:cNvSpPr/>
            <p:nvPr/>
          </p:nvSpPr>
          <p:spPr>
            <a:xfrm>
              <a:off x="8009525" y="29956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" name="Circle">
              <a:extLst>
                <a:ext uri="{FF2B5EF4-FFF2-40B4-BE49-F238E27FC236}">
                  <a16:creationId xmlns:a16="http://schemas.microsoft.com/office/drawing/2014/main" id="{DDD92101-8FB4-6080-B672-AC1A73CAE347}"/>
                </a:ext>
              </a:extLst>
            </p:cNvPr>
            <p:cNvSpPr/>
            <p:nvPr/>
          </p:nvSpPr>
          <p:spPr>
            <a:xfrm>
              <a:off x="8009118" y="319091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Circle">
              <a:extLst>
                <a:ext uri="{FF2B5EF4-FFF2-40B4-BE49-F238E27FC236}">
                  <a16:creationId xmlns:a16="http://schemas.microsoft.com/office/drawing/2014/main" id="{DC4A6A9E-B33E-F1C7-1E0B-4AABEA841ECB}"/>
                </a:ext>
              </a:extLst>
            </p:cNvPr>
            <p:cNvSpPr/>
            <p:nvPr/>
          </p:nvSpPr>
          <p:spPr>
            <a:xfrm>
              <a:off x="8008711" y="338613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8" name="Circle">
              <a:extLst>
                <a:ext uri="{FF2B5EF4-FFF2-40B4-BE49-F238E27FC236}">
                  <a16:creationId xmlns:a16="http://schemas.microsoft.com/office/drawing/2014/main" id="{04F3C2BE-059C-E4D6-82DB-2577531CF00F}"/>
                </a:ext>
              </a:extLst>
            </p:cNvPr>
            <p:cNvSpPr/>
            <p:nvPr/>
          </p:nvSpPr>
          <p:spPr>
            <a:xfrm>
              <a:off x="8008304" y="358136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9" name="Circle">
              <a:extLst>
                <a:ext uri="{FF2B5EF4-FFF2-40B4-BE49-F238E27FC236}">
                  <a16:creationId xmlns:a16="http://schemas.microsoft.com/office/drawing/2014/main" id="{B8908D14-06A0-D0DB-3537-585D1C2FC96A}"/>
                </a:ext>
              </a:extLst>
            </p:cNvPr>
            <p:cNvSpPr/>
            <p:nvPr/>
          </p:nvSpPr>
          <p:spPr>
            <a:xfrm>
              <a:off x="8007897" y="377658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0" name="Circle">
              <a:extLst>
                <a:ext uri="{FF2B5EF4-FFF2-40B4-BE49-F238E27FC236}">
                  <a16:creationId xmlns:a16="http://schemas.microsoft.com/office/drawing/2014/main" id="{27B36B50-CE8E-51F7-46ED-521927AF8F9A}"/>
                </a:ext>
              </a:extLst>
            </p:cNvPr>
            <p:cNvSpPr/>
            <p:nvPr/>
          </p:nvSpPr>
          <p:spPr>
            <a:xfrm>
              <a:off x="8007490" y="397181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1" name="Circle">
              <a:extLst>
                <a:ext uri="{FF2B5EF4-FFF2-40B4-BE49-F238E27FC236}">
                  <a16:creationId xmlns:a16="http://schemas.microsoft.com/office/drawing/2014/main" id="{26F959EA-4B0D-DCF3-EB7F-B7A234E071C1}"/>
                </a:ext>
              </a:extLst>
            </p:cNvPr>
            <p:cNvSpPr/>
            <p:nvPr/>
          </p:nvSpPr>
          <p:spPr>
            <a:xfrm>
              <a:off x="8007083" y="4167038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2" name="Circle">
              <a:extLst>
                <a:ext uri="{FF2B5EF4-FFF2-40B4-BE49-F238E27FC236}">
                  <a16:creationId xmlns:a16="http://schemas.microsoft.com/office/drawing/2014/main" id="{A4A5F2A3-DD9D-66C4-CF3B-78682456882B}"/>
                </a:ext>
              </a:extLst>
            </p:cNvPr>
            <p:cNvSpPr/>
            <p:nvPr/>
          </p:nvSpPr>
          <p:spPr>
            <a:xfrm>
              <a:off x="8006676" y="4362263"/>
              <a:ext cx="109043" cy="10904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D5A28E91-5A73-780B-B9EE-C70E53E75098}"/>
              </a:ext>
            </a:extLst>
          </p:cNvPr>
          <p:cNvGrpSpPr/>
          <p:nvPr/>
        </p:nvGrpSpPr>
        <p:grpSpPr>
          <a:xfrm>
            <a:off x="3106251" y="1910742"/>
            <a:ext cx="2593082" cy="242067"/>
            <a:chOff x="2279979" y="1223052"/>
            <a:chExt cx="2593082" cy="242067"/>
          </a:xfrm>
        </p:grpSpPr>
        <p:sp>
          <p:nvSpPr>
            <p:cNvPr id="191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06F8337-39F5-3244-0ABE-CCDE353D32CC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2279979" y="1256966"/>
              <a:ext cx="1028855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818C0958-0DB0-34B2-A8C5-A90B04A48D39}"/>
                </a:ext>
              </a:extLst>
            </p:cNvPr>
            <p:cNvSpPr txBox="1"/>
            <p:nvPr/>
          </p:nvSpPr>
          <p:spPr>
            <a:xfrm>
              <a:off x="3518288" y="1223052"/>
              <a:ext cx="50291" cy="2420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+mn-ea"/>
                  <a:ea typeface="+mn-ea"/>
                </a:rPr>
                <a:t>~</a:t>
              </a:r>
              <a:endParaRPr lang="ko-KR" altLang="en-US" sz="700" dirty="0">
                <a:latin typeface="+mn-ea"/>
                <a:ea typeface="+mn-ea"/>
              </a:endParaRPr>
            </a:p>
          </p:txBody>
        </p:sp>
        <p:sp>
          <p:nvSpPr>
            <p:cNvPr id="193" name="Date Picker Field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711B03AE-3F2E-9514-5310-AF93071FE521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3650770" y="1256966"/>
              <a:ext cx="1041073" cy="17424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" rIns="36000" bIns="324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YYYY</a:t>
              </a:r>
              <a:r>
                <a:rPr kumimoji="0" lang="en-US" altLang="ko-KR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cs typeface="Calibri" pitchFamily="34" charset="0"/>
                </a:rPr>
                <a:t>-MM-DD</a:t>
              </a:r>
            </a:p>
          </p:txBody>
        </p:sp>
        <p:sp>
          <p:nvSpPr>
            <p:cNvPr id="194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BECD226-83B7-CF78-D2EB-DFBC5A45715C}"/>
                </a:ext>
              </a:extLst>
            </p:cNvPr>
            <p:cNvSpPr>
              <a:spLocks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3360614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  <p:sp>
          <p:nvSpPr>
            <p:cNvPr id="195" name="Date Picker Butt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2A0637B-FEEE-FDEA-D4BA-8626DEDEC9B1}"/>
                </a:ext>
              </a:extLst>
            </p:cNvPr>
            <p:cNvSpPr>
              <a:spLocks noEditPoints="1"/>
            </p:cNvSpPr>
            <p:nvPr>
              <p:custDataLst>
                <p:tags r:id="rId5"/>
              </p:custDataLst>
            </p:nvPr>
          </p:nvSpPr>
          <p:spPr bwMode="auto">
            <a:xfrm>
              <a:off x="4724629" y="1262758"/>
              <a:ext cx="148432" cy="158910"/>
            </a:xfrm>
            <a:custGeom>
              <a:avLst/>
              <a:gdLst>
                <a:gd name="T0" fmla="*/ 71 w 369"/>
                <a:gd name="T1" fmla="*/ 44 h 395"/>
                <a:gd name="T2" fmla="*/ 0 w 369"/>
                <a:gd name="T3" fmla="*/ 64 h 395"/>
                <a:gd name="T4" fmla="*/ 360 w 369"/>
                <a:gd name="T5" fmla="*/ 395 h 395"/>
                <a:gd name="T6" fmla="*/ 360 w 369"/>
                <a:gd name="T7" fmla="*/ 56 h 395"/>
                <a:gd name="T8" fmla="*/ 293 w 369"/>
                <a:gd name="T9" fmla="*/ 15 h 395"/>
                <a:gd name="T10" fmla="*/ 245 w 369"/>
                <a:gd name="T11" fmla="*/ 44 h 395"/>
                <a:gd name="T12" fmla="*/ 125 w 369"/>
                <a:gd name="T13" fmla="*/ 44 h 395"/>
                <a:gd name="T14" fmla="*/ 98 w 369"/>
                <a:gd name="T15" fmla="*/ 17 h 395"/>
                <a:gd name="T16" fmla="*/ 106 w 369"/>
                <a:gd name="T17" fmla="*/ 56 h 395"/>
                <a:gd name="T18" fmla="*/ 92 w 369"/>
                <a:gd name="T19" fmla="*/ 23 h 395"/>
                <a:gd name="T20" fmla="*/ 277 w 369"/>
                <a:gd name="T21" fmla="*/ 23 h 395"/>
                <a:gd name="T22" fmla="*/ 263 w 369"/>
                <a:gd name="T23" fmla="*/ 56 h 395"/>
                <a:gd name="T24" fmla="*/ 272 w 369"/>
                <a:gd name="T25" fmla="*/ 17 h 395"/>
                <a:gd name="T26" fmla="*/ 351 w 369"/>
                <a:gd name="T27" fmla="*/ 377 h 395"/>
                <a:gd name="T28" fmla="*/ 129 w 369"/>
                <a:gd name="T29" fmla="*/ 146 h 395"/>
                <a:gd name="T30" fmla="*/ 129 w 369"/>
                <a:gd name="T31" fmla="*/ 199 h 395"/>
                <a:gd name="T32" fmla="*/ 173 w 369"/>
                <a:gd name="T33" fmla="*/ 155 h 395"/>
                <a:gd name="T34" fmla="*/ 205 w 369"/>
                <a:gd name="T35" fmla="*/ 146 h 395"/>
                <a:gd name="T36" fmla="*/ 205 w 369"/>
                <a:gd name="T37" fmla="*/ 199 h 395"/>
                <a:gd name="T38" fmla="*/ 250 w 369"/>
                <a:gd name="T39" fmla="*/ 155 h 395"/>
                <a:gd name="T40" fmla="*/ 282 w 369"/>
                <a:gd name="T41" fmla="*/ 146 h 395"/>
                <a:gd name="T42" fmla="*/ 282 w 369"/>
                <a:gd name="T43" fmla="*/ 199 h 395"/>
                <a:gd name="T44" fmla="*/ 326 w 369"/>
                <a:gd name="T45" fmla="*/ 155 h 395"/>
                <a:gd name="T46" fmla="*/ 137 w 369"/>
                <a:gd name="T47" fmla="*/ 164 h 395"/>
                <a:gd name="T48" fmla="*/ 137 w 369"/>
                <a:gd name="T49" fmla="*/ 182 h 395"/>
                <a:gd name="T50" fmla="*/ 232 w 369"/>
                <a:gd name="T51" fmla="*/ 164 h 395"/>
                <a:gd name="T52" fmla="*/ 214 w 369"/>
                <a:gd name="T53" fmla="*/ 164 h 395"/>
                <a:gd name="T54" fmla="*/ 309 w 369"/>
                <a:gd name="T55" fmla="*/ 182 h 395"/>
                <a:gd name="T56" fmla="*/ 52 w 369"/>
                <a:gd name="T57" fmla="*/ 220 h 395"/>
                <a:gd name="T58" fmla="*/ 52 w 369"/>
                <a:gd name="T59" fmla="*/ 273 h 395"/>
                <a:gd name="T60" fmla="*/ 97 w 369"/>
                <a:gd name="T61" fmla="*/ 228 h 395"/>
                <a:gd name="T62" fmla="*/ 129 w 369"/>
                <a:gd name="T63" fmla="*/ 220 h 395"/>
                <a:gd name="T64" fmla="*/ 129 w 369"/>
                <a:gd name="T65" fmla="*/ 273 h 395"/>
                <a:gd name="T66" fmla="*/ 173 w 369"/>
                <a:gd name="T67" fmla="*/ 228 h 395"/>
                <a:gd name="T68" fmla="*/ 205 w 369"/>
                <a:gd name="T69" fmla="*/ 220 h 395"/>
                <a:gd name="T70" fmla="*/ 205 w 369"/>
                <a:gd name="T71" fmla="*/ 273 h 395"/>
                <a:gd name="T72" fmla="*/ 250 w 369"/>
                <a:gd name="T73" fmla="*/ 228 h 395"/>
                <a:gd name="T74" fmla="*/ 282 w 369"/>
                <a:gd name="T75" fmla="*/ 220 h 395"/>
                <a:gd name="T76" fmla="*/ 282 w 369"/>
                <a:gd name="T77" fmla="*/ 273 h 395"/>
                <a:gd name="T78" fmla="*/ 326 w 369"/>
                <a:gd name="T79" fmla="*/ 228 h 395"/>
                <a:gd name="T80" fmla="*/ 61 w 369"/>
                <a:gd name="T81" fmla="*/ 237 h 395"/>
                <a:gd name="T82" fmla="*/ 61 w 369"/>
                <a:gd name="T83" fmla="*/ 255 h 395"/>
                <a:gd name="T84" fmla="*/ 156 w 369"/>
                <a:gd name="T85" fmla="*/ 237 h 395"/>
                <a:gd name="T86" fmla="*/ 137 w 369"/>
                <a:gd name="T87" fmla="*/ 237 h 395"/>
                <a:gd name="T88" fmla="*/ 232 w 369"/>
                <a:gd name="T89" fmla="*/ 255 h 395"/>
                <a:gd name="T90" fmla="*/ 290 w 369"/>
                <a:gd name="T91" fmla="*/ 237 h 395"/>
                <a:gd name="T92" fmla="*/ 290 w 369"/>
                <a:gd name="T93" fmla="*/ 255 h 395"/>
                <a:gd name="T94" fmla="*/ 46 w 369"/>
                <a:gd name="T95" fmla="*/ 296 h 395"/>
                <a:gd name="T96" fmla="*/ 52 w 369"/>
                <a:gd name="T97" fmla="*/ 347 h 395"/>
                <a:gd name="T98" fmla="*/ 97 w 369"/>
                <a:gd name="T99" fmla="*/ 302 h 395"/>
                <a:gd name="T100" fmla="*/ 129 w 369"/>
                <a:gd name="T101" fmla="*/ 293 h 395"/>
                <a:gd name="T102" fmla="*/ 129 w 369"/>
                <a:gd name="T103" fmla="*/ 347 h 395"/>
                <a:gd name="T104" fmla="*/ 173 w 369"/>
                <a:gd name="T105" fmla="*/ 302 h 395"/>
                <a:gd name="T106" fmla="*/ 205 w 369"/>
                <a:gd name="T107" fmla="*/ 293 h 395"/>
                <a:gd name="T108" fmla="*/ 205 w 369"/>
                <a:gd name="T109" fmla="*/ 347 h 395"/>
                <a:gd name="T110" fmla="*/ 250 w 369"/>
                <a:gd name="T111" fmla="*/ 302 h 395"/>
                <a:gd name="T112" fmla="*/ 61 w 369"/>
                <a:gd name="T113" fmla="*/ 311 h 395"/>
                <a:gd name="T114" fmla="*/ 61 w 369"/>
                <a:gd name="T115" fmla="*/ 329 h 395"/>
                <a:gd name="T116" fmla="*/ 156 w 369"/>
                <a:gd name="T117" fmla="*/ 311 h 395"/>
                <a:gd name="T118" fmla="*/ 137 w 369"/>
                <a:gd name="T119" fmla="*/ 311 h 395"/>
                <a:gd name="T120" fmla="*/ 232 w 369"/>
                <a:gd name="T121" fmla="*/ 32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9" h="395">
                  <a:moveTo>
                    <a:pt x="98" y="0"/>
                  </a:moveTo>
                  <a:cubicBezTo>
                    <a:pt x="88" y="0"/>
                    <a:pt x="81" y="7"/>
                    <a:pt x="77" y="15"/>
                  </a:cubicBezTo>
                  <a:cubicBezTo>
                    <a:pt x="73" y="23"/>
                    <a:pt x="71" y="33"/>
                    <a:pt x="71" y="44"/>
                  </a:cubicBezTo>
                  <a:cubicBezTo>
                    <a:pt x="71" y="48"/>
                    <a:pt x="71" y="52"/>
                    <a:pt x="72" y="56"/>
                  </a:cubicBezTo>
                  <a:lnTo>
                    <a:pt x="9" y="56"/>
                  </a:lnTo>
                  <a:cubicBezTo>
                    <a:pt x="4" y="56"/>
                    <a:pt x="1" y="60"/>
                    <a:pt x="0" y="64"/>
                  </a:cubicBezTo>
                  <a:lnTo>
                    <a:pt x="0" y="386"/>
                  </a:lnTo>
                  <a:cubicBezTo>
                    <a:pt x="1" y="391"/>
                    <a:pt x="5" y="395"/>
                    <a:pt x="9" y="395"/>
                  </a:cubicBezTo>
                  <a:lnTo>
                    <a:pt x="360" y="395"/>
                  </a:lnTo>
                  <a:cubicBezTo>
                    <a:pt x="365" y="394"/>
                    <a:pt x="369" y="391"/>
                    <a:pt x="369" y="386"/>
                  </a:cubicBezTo>
                  <a:lnTo>
                    <a:pt x="369" y="64"/>
                  </a:lnTo>
                  <a:cubicBezTo>
                    <a:pt x="369" y="59"/>
                    <a:pt x="365" y="56"/>
                    <a:pt x="360" y="56"/>
                  </a:cubicBezTo>
                  <a:lnTo>
                    <a:pt x="298" y="56"/>
                  </a:lnTo>
                  <a:cubicBezTo>
                    <a:pt x="299" y="52"/>
                    <a:pt x="299" y="48"/>
                    <a:pt x="299" y="44"/>
                  </a:cubicBezTo>
                  <a:cubicBezTo>
                    <a:pt x="299" y="33"/>
                    <a:pt x="297" y="23"/>
                    <a:pt x="293" y="15"/>
                  </a:cubicBezTo>
                  <a:cubicBezTo>
                    <a:pt x="289" y="7"/>
                    <a:pt x="282" y="0"/>
                    <a:pt x="272" y="0"/>
                  </a:cubicBezTo>
                  <a:cubicBezTo>
                    <a:pt x="262" y="0"/>
                    <a:pt x="256" y="7"/>
                    <a:pt x="251" y="15"/>
                  </a:cubicBezTo>
                  <a:cubicBezTo>
                    <a:pt x="247" y="23"/>
                    <a:pt x="245" y="33"/>
                    <a:pt x="245" y="44"/>
                  </a:cubicBezTo>
                  <a:cubicBezTo>
                    <a:pt x="245" y="48"/>
                    <a:pt x="245" y="52"/>
                    <a:pt x="246" y="56"/>
                  </a:cubicBezTo>
                  <a:lnTo>
                    <a:pt x="124" y="56"/>
                  </a:lnTo>
                  <a:cubicBezTo>
                    <a:pt x="124" y="52"/>
                    <a:pt x="125" y="48"/>
                    <a:pt x="125" y="44"/>
                  </a:cubicBezTo>
                  <a:cubicBezTo>
                    <a:pt x="125" y="33"/>
                    <a:pt x="122" y="23"/>
                    <a:pt x="118" y="15"/>
                  </a:cubicBezTo>
                  <a:cubicBezTo>
                    <a:pt x="114" y="7"/>
                    <a:pt x="107" y="0"/>
                    <a:pt x="98" y="0"/>
                  </a:cubicBezTo>
                  <a:close/>
                  <a:moveTo>
                    <a:pt x="98" y="17"/>
                  </a:moveTo>
                  <a:cubicBezTo>
                    <a:pt x="98" y="17"/>
                    <a:pt x="101" y="18"/>
                    <a:pt x="103" y="23"/>
                  </a:cubicBezTo>
                  <a:cubicBezTo>
                    <a:pt x="106" y="28"/>
                    <a:pt x="108" y="35"/>
                    <a:pt x="108" y="44"/>
                  </a:cubicBezTo>
                  <a:cubicBezTo>
                    <a:pt x="108" y="48"/>
                    <a:pt x="107" y="52"/>
                    <a:pt x="106" y="56"/>
                  </a:cubicBezTo>
                  <a:lnTo>
                    <a:pt x="89" y="56"/>
                  </a:lnTo>
                  <a:cubicBezTo>
                    <a:pt x="88" y="52"/>
                    <a:pt x="88" y="48"/>
                    <a:pt x="88" y="44"/>
                  </a:cubicBezTo>
                  <a:cubicBezTo>
                    <a:pt x="88" y="35"/>
                    <a:pt x="90" y="28"/>
                    <a:pt x="92" y="23"/>
                  </a:cubicBezTo>
                  <a:cubicBezTo>
                    <a:pt x="95" y="18"/>
                    <a:pt x="97" y="17"/>
                    <a:pt x="98" y="17"/>
                  </a:cubicBezTo>
                  <a:close/>
                  <a:moveTo>
                    <a:pt x="272" y="17"/>
                  </a:moveTo>
                  <a:cubicBezTo>
                    <a:pt x="273" y="17"/>
                    <a:pt x="275" y="18"/>
                    <a:pt x="277" y="23"/>
                  </a:cubicBezTo>
                  <a:cubicBezTo>
                    <a:pt x="280" y="28"/>
                    <a:pt x="282" y="35"/>
                    <a:pt x="282" y="44"/>
                  </a:cubicBezTo>
                  <a:cubicBezTo>
                    <a:pt x="282" y="48"/>
                    <a:pt x="281" y="52"/>
                    <a:pt x="281" y="56"/>
                  </a:cubicBezTo>
                  <a:lnTo>
                    <a:pt x="263" y="56"/>
                  </a:lnTo>
                  <a:cubicBezTo>
                    <a:pt x="263" y="52"/>
                    <a:pt x="262" y="48"/>
                    <a:pt x="262" y="44"/>
                  </a:cubicBezTo>
                  <a:cubicBezTo>
                    <a:pt x="262" y="35"/>
                    <a:pt x="264" y="28"/>
                    <a:pt x="267" y="23"/>
                  </a:cubicBezTo>
                  <a:cubicBezTo>
                    <a:pt x="269" y="18"/>
                    <a:pt x="272" y="17"/>
                    <a:pt x="272" y="17"/>
                  </a:cubicBezTo>
                  <a:close/>
                  <a:moveTo>
                    <a:pt x="18" y="118"/>
                  </a:moveTo>
                  <a:lnTo>
                    <a:pt x="351" y="118"/>
                  </a:lnTo>
                  <a:lnTo>
                    <a:pt x="351" y="377"/>
                  </a:lnTo>
                  <a:lnTo>
                    <a:pt x="18" y="377"/>
                  </a:lnTo>
                  <a:lnTo>
                    <a:pt x="18" y="118"/>
                  </a:lnTo>
                  <a:close/>
                  <a:moveTo>
                    <a:pt x="129" y="146"/>
                  </a:moveTo>
                  <a:cubicBezTo>
                    <a:pt x="123" y="146"/>
                    <a:pt x="120" y="150"/>
                    <a:pt x="120" y="155"/>
                  </a:cubicBezTo>
                  <a:lnTo>
                    <a:pt x="120" y="191"/>
                  </a:lnTo>
                  <a:cubicBezTo>
                    <a:pt x="120" y="196"/>
                    <a:pt x="124" y="199"/>
                    <a:pt x="129" y="199"/>
                  </a:cubicBezTo>
                  <a:lnTo>
                    <a:pt x="164" y="199"/>
                  </a:lnTo>
                  <a:cubicBezTo>
                    <a:pt x="170" y="199"/>
                    <a:pt x="173" y="195"/>
                    <a:pt x="173" y="191"/>
                  </a:cubicBezTo>
                  <a:lnTo>
                    <a:pt x="173" y="155"/>
                  </a:lnTo>
                  <a:cubicBezTo>
                    <a:pt x="173" y="150"/>
                    <a:pt x="169" y="146"/>
                    <a:pt x="164" y="146"/>
                  </a:cubicBezTo>
                  <a:lnTo>
                    <a:pt x="129" y="146"/>
                  </a:lnTo>
                  <a:close/>
                  <a:moveTo>
                    <a:pt x="205" y="146"/>
                  </a:moveTo>
                  <a:cubicBezTo>
                    <a:pt x="200" y="146"/>
                    <a:pt x="196" y="150"/>
                    <a:pt x="196" y="155"/>
                  </a:cubicBezTo>
                  <a:lnTo>
                    <a:pt x="196" y="191"/>
                  </a:lnTo>
                  <a:cubicBezTo>
                    <a:pt x="197" y="196"/>
                    <a:pt x="200" y="199"/>
                    <a:pt x="205" y="199"/>
                  </a:cubicBezTo>
                  <a:lnTo>
                    <a:pt x="241" y="199"/>
                  </a:lnTo>
                  <a:cubicBezTo>
                    <a:pt x="246" y="199"/>
                    <a:pt x="250" y="195"/>
                    <a:pt x="250" y="191"/>
                  </a:cubicBezTo>
                  <a:lnTo>
                    <a:pt x="250" y="155"/>
                  </a:lnTo>
                  <a:cubicBezTo>
                    <a:pt x="249" y="150"/>
                    <a:pt x="246" y="146"/>
                    <a:pt x="241" y="146"/>
                  </a:cubicBezTo>
                  <a:lnTo>
                    <a:pt x="205" y="146"/>
                  </a:lnTo>
                  <a:close/>
                  <a:moveTo>
                    <a:pt x="282" y="146"/>
                  </a:moveTo>
                  <a:cubicBezTo>
                    <a:pt x="276" y="146"/>
                    <a:pt x="273" y="150"/>
                    <a:pt x="273" y="155"/>
                  </a:cubicBezTo>
                  <a:lnTo>
                    <a:pt x="273" y="191"/>
                  </a:lnTo>
                  <a:cubicBezTo>
                    <a:pt x="273" y="196"/>
                    <a:pt x="277" y="199"/>
                    <a:pt x="282" y="199"/>
                  </a:cubicBezTo>
                  <a:lnTo>
                    <a:pt x="317" y="199"/>
                  </a:lnTo>
                  <a:cubicBezTo>
                    <a:pt x="323" y="199"/>
                    <a:pt x="326" y="195"/>
                    <a:pt x="326" y="191"/>
                  </a:cubicBezTo>
                  <a:lnTo>
                    <a:pt x="326" y="155"/>
                  </a:lnTo>
                  <a:cubicBezTo>
                    <a:pt x="326" y="150"/>
                    <a:pt x="322" y="146"/>
                    <a:pt x="317" y="146"/>
                  </a:cubicBezTo>
                  <a:lnTo>
                    <a:pt x="282" y="146"/>
                  </a:lnTo>
                  <a:close/>
                  <a:moveTo>
                    <a:pt x="137" y="164"/>
                  </a:moveTo>
                  <a:lnTo>
                    <a:pt x="156" y="164"/>
                  </a:lnTo>
                  <a:lnTo>
                    <a:pt x="156" y="182"/>
                  </a:lnTo>
                  <a:lnTo>
                    <a:pt x="137" y="182"/>
                  </a:lnTo>
                  <a:lnTo>
                    <a:pt x="137" y="164"/>
                  </a:lnTo>
                  <a:close/>
                  <a:moveTo>
                    <a:pt x="214" y="164"/>
                  </a:moveTo>
                  <a:lnTo>
                    <a:pt x="232" y="164"/>
                  </a:lnTo>
                  <a:lnTo>
                    <a:pt x="232" y="182"/>
                  </a:lnTo>
                  <a:lnTo>
                    <a:pt x="214" y="182"/>
                  </a:lnTo>
                  <a:lnTo>
                    <a:pt x="214" y="164"/>
                  </a:lnTo>
                  <a:close/>
                  <a:moveTo>
                    <a:pt x="290" y="164"/>
                  </a:moveTo>
                  <a:lnTo>
                    <a:pt x="309" y="164"/>
                  </a:lnTo>
                  <a:lnTo>
                    <a:pt x="309" y="182"/>
                  </a:lnTo>
                  <a:lnTo>
                    <a:pt x="290" y="182"/>
                  </a:lnTo>
                  <a:lnTo>
                    <a:pt x="290" y="164"/>
                  </a:lnTo>
                  <a:close/>
                  <a:moveTo>
                    <a:pt x="52" y="220"/>
                  </a:moveTo>
                  <a:cubicBezTo>
                    <a:pt x="47" y="220"/>
                    <a:pt x="43" y="224"/>
                    <a:pt x="43" y="228"/>
                  </a:cubicBezTo>
                  <a:lnTo>
                    <a:pt x="43" y="264"/>
                  </a:lnTo>
                  <a:cubicBezTo>
                    <a:pt x="50" y="274"/>
                    <a:pt x="42" y="272"/>
                    <a:pt x="52" y="273"/>
                  </a:cubicBezTo>
                  <a:lnTo>
                    <a:pt x="88" y="273"/>
                  </a:lnTo>
                  <a:cubicBezTo>
                    <a:pt x="93" y="273"/>
                    <a:pt x="97" y="269"/>
                    <a:pt x="97" y="264"/>
                  </a:cubicBezTo>
                  <a:lnTo>
                    <a:pt x="97" y="228"/>
                  </a:lnTo>
                  <a:cubicBezTo>
                    <a:pt x="96" y="223"/>
                    <a:pt x="93" y="220"/>
                    <a:pt x="88" y="220"/>
                  </a:cubicBezTo>
                  <a:lnTo>
                    <a:pt x="52" y="220"/>
                  </a:lnTo>
                  <a:close/>
                  <a:moveTo>
                    <a:pt x="129" y="220"/>
                  </a:moveTo>
                  <a:cubicBezTo>
                    <a:pt x="123" y="220"/>
                    <a:pt x="120" y="224"/>
                    <a:pt x="120" y="228"/>
                  </a:cubicBezTo>
                  <a:lnTo>
                    <a:pt x="120" y="264"/>
                  </a:lnTo>
                  <a:cubicBezTo>
                    <a:pt x="120" y="269"/>
                    <a:pt x="124" y="273"/>
                    <a:pt x="129" y="273"/>
                  </a:cubicBezTo>
                  <a:lnTo>
                    <a:pt x="164" y="273"/>
                  </a:lnTo>
                  <a:cubicBezTo>
                    <a:pt x="170" y="273"/>
                    <a:pt x="173" y="269"/>
                    <a:pt x="173" y="264"/>
                  </a:cubicBezTo>
                  <a:lnTo>
                    <a:pt x="173" y="228"/>
                  </a:lnTo>
                  <a:cubicBezTo>
                    <a:pt x="173" y="223"/>
                    <a:pt x="169" y="220"/>
                    <a:pt x="164" y="220"/>
                  </a:cubicBezTo>
                  <a:lnTo>
                    <a:pt x="129" y="220"/>
                  </a:lnTo>
                  <a:close/>
                  <a:moveTo>
                    <a:pt x="205" y="220"/>
                  </a:moveTo>
                  <a:cubicBezTo>
                    <a:pt x="200" y="220"/>
                    <a:pt x="196" y="224"/>
                    <a:pt x="196" y="228"/>
                  </a:cubicBezTo>
                  <a:lnTo>
                    <a:pt x="196" y="264"/>
                  </a:lnTo>
                  <a:cubicBezTo>
                    <a:pt x="197" y="269"/>
                    <a:pt x="200" y="273"/>
                    <a:pt x="205" y="273"/>
                  </a:cubicBezTo>
                  <a:lnTo>
                    <a:pt x="241" y="273"/>
                  </a:lnTo>
                  <a:cubicBezTo>
                    <a:pt x="246" y="273"/>
                    <a:pt x="250" y="269"/>
                    <a:pt x="250" y="264"/>
                  </a:cubicBezTo>
                  <a:lnTo>
                    <a:pt x="250" y="228"/>
                  </a:lnTo>
                  <a:cubicBezTo>
                    <a:pt x="249" y="223"/>
                    <a:pt x="246" y="220"/>
                    <a:pt x="241" y="220"/>
                  </a:cubicBezTo>
                  <a:lnTo>
                    <a:pt x="205" y="220"/>
                  </a:lnTo>
                  <a:close/>
                  <a:moveTo>
                    <a:pt x="282" y="220"/>
                  </a:moveTo>
                  <a:cubicBezTo>
                    <a:pt x="276" y="220"/>
                    <a:pt x="273" y="224"/>
                    <a:pt x="273" y="228"/>
                  </a:cubicBezTo>
                  <a:lnTo>
                    <a:pt x="273" y="264"/>
                  </a:lnTo>
                  <a:cubicBezTo>
                    <a:pt x="273" y="269"/>
                    <a:pt x="277" y="273"/>
                    <a:pt x="282" y="273"/>
                  </a:cubicBezTo>
                  <a:lnTo>
                    <a:pt x="317" y="273"/>
                  </a:lnTo>
                  <a:cubicBezTo>
                    <a:pt x="323" y="273"/>
                    <a:pt x="326" y="269"/>
                    <a:pt x="326" y="264"/>
                  </a:cubicBezTo>
                  <a:lnTo>
                    <a:pt x="326" y="228"/>
                  </a:lnTo>
                  <a:cubicBezTo>
                    <a:pt x="326" y="223"/>
                    <a:pt x="322" y="220"/>
                    <a:pt x="317" y="220"/>
                  </a:cubicBezTo>
                  <a:lnTo>
                    <a:pt x="282" y="220"/>
                  </a:lnTo>
                  <a:close/>
                  <a:moveTo>
                    <a:pt x="61" y="237"/>
                  </a:moveTo>
                  <a:lnTo>
                    <a:pt x="79" y="237"/>
                  </a:lnTo>
                  <a:lnTo>
                    <a:pt x="79" y="255"/>
                  </a:lnTo>
                  <a:lnTo>
                    <a:pt x="61" y="255"/>
                  </a:lnTo>
                  <a:lnTo>
                    <a:pt x="61" y="237"/>
                  </a:lnTo>
                  <a:close/>
                  <a:moveTo>
                    <a:pt x="137" y="237"/>
                  </a:moveTo>
                  <a:lnTo>
                    <a:pt x="156" y="237"/>
                  </a:lnTo>
                  <a:lnTo>
                    <a:pt x="156" y="255"/>
                  </a:lnTo>
                  <a:lnTo>
                    <a:pt x="137" y="255"/>
                  </a:lnTo>
                  <a:lnTo>
                    <a:pt x="137" y="237"/>
                  </a:lnTo>
                  <a:close/>
                  <a:moveTo>
                    <a:pt x="214" y="237"/>
                  </a:moveTo>
                  <a:lnTo>
                    <a:pt x="232" y="237"/>
                  </a:lnTo>
                  <a:lnTo>
                    <a:pt x="232" y="255"/>
                  </a:lnTo>
                  <a:lnTo>
                    <a:pt x="214" y="255"/>
                  </a:lnTo>
                  <a:lnTo>
                    <a:pt x="214" y="237"/>
                  </a:lnTo>
                  <a:close/>
                  <a:moveTo>
                    <a:pt x="290" y="237"/>
                  </a:moveTo>
                  <a:lnTo>
                    <a:pt x="309" y="237"/>
                  </a:lnTo>
                  <a:lnTo>
                    <a:pt x="309" y="255"/>
                  </a:lnTo>
                  <a:lnTo>
                    <a:pt x="290" y="255"/>
                  </a:lnTo>
                  <a:lnTo>
                    <a:pt x="290" y="237"/>
                  </a:lnTo>
                  <a:close/>
                  <a:moveTo>
                    <a:pt x="52" y="293"/>
                  </a:moveTo>
                  <a:cubicBezTo>
                    <a:pt x="50" y="293"/>
                    <a:pt x="47" y="294"/>
                    <a:pt x="46" y="296"/>
                  </a:cubicBezTo>
                  <a:cubicBezTo>
                    <a:pt x="44" y="297"/>
                    <a:pt x="43" y="300"/>
                    <a:pt x="43" y="302"/>
                  </a:cubicBezTo>
                  <a:lnTo>
                    <a:pt x="43" y="338"/>
                  </a:lnTo>
                  <a:cubicBezTo>
                    <a:pt x="44" y="343"/>
                    <a:pt x="47" y="347"/>
                    <a:pt x="52" y="347"/>
                  </a:cubicBezTo>
                  <a:lnTo>
                    <a:pt x="88" y="347"/>
                  </a:lnTo>
                  <a:cubicBezTo>
                    <a:pt x="93" y="346"/>
                    <a:pt x="97" y="343"/>
                    <a:pt x="97" y="338"/>
                  </a:cubicBezTo>
                  <a:lnTo>
                    <a:pt x="97" y="302"/>
                  </a:lnTo>
                  <a:cubicBezTo>
                    <a:pt x="96" y="297"/>
                    <a:pt x="93" y="293"/>
                    <a:pt x="88" y="293"/>
                  </a:cubicBezTo>
                  <a:lnTo>
                    <a:pt x="52" y="293"/>
                  </a:lnTo>
                  <a:close/>
                  <a:moveTo>
                    <a:pt x="129" y="293"/>
                  </a:moveTo>
                  <a:cubicBezTo>
                    <a:pt x="123" y="294"/>
                    <a:pt x="120" y="297"/>
                    <a:pt x="120" y="302"/>
                  </a:cubicBezTo>
                  <a:lnTo>
                    <a:pt x="120" y="338"/>
                  </a:lnTo>
                  <a:cubicBezTo>
                    <a:pt x="120" y="343"/>
                    <a:pt x="124" y="347"/>
                    <a:pt x="129" y="347"/>
                  </a:cubicBezTo>
                  <a:lnTo>
                    <a:pt x="164" y="347"/>
                  </a:lnTo>
                  <a:cubicBezTo>
                    <a:pt x="170" y="346"/>
                    <a:pt x="173" y="343"/>
                    <a:pt x="173" y="338"/>
                  </a:cubicBezTo>
                  <a:lnTo>
                    <a:pt x="173" y="302"/>
                  </a:lnTo>
                  <a:cubicBezTo>
                    <a:pt x="173" y="297"/>
                    <a:pt x="169" y="293"/>
                    <a:pt x="164" y="293"/>
                  </a:cubicBezTo>
                  <a:lnTo>
                    <a:pt x="129" y="293"/>
                  </a:lnTo>
                  <a:close/>
                  <a:moveTo>
                    <a:pt x="205" y="293"/>
                  </a:moveTo>
                  <a:cubicBezTo>
                    <a:pt x="200" y="294"/>
                    <a:pt x="196" y="297"/>
                    <a:pt x="196" y="302"/>
                  </a:cubicBezTo>
                  <a:lnTo>
                    <a:pt x="196" y="338"/>
                  </a:lnTo>
                  <a:cubicBezTo>
                    <a:pt x="197" y="343"/>
                    <a:pt x="200" y="347"/>
                    <a:pt x="205" y="347"/>
                  </a:cubicBezTo>
                  <a:lnTo>
                    <a:pt x="241" y="347"/>
                  </a:lnTo>
                  <a:cubicBezTo>
                    <a:pt x="246" y="346"/>
                    <a:pt x="250" y="343"/>
                    <a:pt x="250" y="338"/>
                  </a:cubicBezTo>
                  <a:lnTo>
                    <a:pt x="250" y="302"/>
                  </a:lnTo>
                  <a:cubicBezTo>
                    <a:pt x="249" y="297"/>
                    <a:pt x="246" y="293"/>
                    <a:pt x="241" y="293"/>
                  </a:cubicBezTo>
                  <a:lnTo>
                    <a:pt x="205" y="293"/>
                  </a:lnTo>
                  <a:close/>
                  <a:moveTo>
                    <a:pt x="61" y="311"/>
                  </a:moveTo>
                  <a:lnTo>
                    <a:pt x="79" y="311"/>
                  </a:lnTo>
                  <a:lnTo>
                    <a:pt x="79" y="329"/>
                  </a:lnTo>
                  <a:lnTo>
                    <a:pt x="61" y="329"/>
                  </a:lnTo>
                  <a:lnTo>
                    <a:pt x="61" y="311"/>
                  </a:lnTo>
                  <a:close/>
                  <a:moveTo>
                    <a:pt x="137" y="311"/>
                  </a:moveTo>
                  <a:lnTo>
                    <a:pt x="156" y="311"/>
                  </a:lnTo>
                  <a:lnTo>
                    <a:pt x="156" y="329"/>
                  </a:lnTo>
                  <a:lnTo>
                    <a:pt x="137" y="329"/>
                  </a:lnTo>
                  <a:lnTo>
                    <a:pt x="137" y="311"/>
                  </a:lnTo>
                  <a:close/>
                  <a:moveTo>
                    <a:pt x="214" y="311"/>
                  </a:moveTo>
                  <a:lnTo>
                    <a:pt x="232" y="311"/>
                  </a:lnTo>
                  <a:lnTo>
                    <a:pt x="232" y="329"/>
                  </a:lnTo>
                  <a:lnTo>
                    <a:pt x="214" y="329"/>
                  </a:lnTo>
                  <a:lnTo>
                    <a:pt x="214" y="311"/>
                  </a:lnTo>
                  <a:close/>
                </a:path>
              </a:pathLst>
            </a:custGeom>
            <a:solidFill>
              <a:srgbClr val="262626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en-US" sz="900" b="0" dirty="0">
                <a:solidFill>
                  <a:srgbClr val="262626"/>
                </a:solidFill>
                <a:latin typeface="+mn-ea"/>
                <a:cs typeface="Calibri" pitchFamily="34" charset="0"/>
              </a:endParaRP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14747725-1474-6A9D-57C2-15530D197B6C}"/>
              </a:ext>
            </a:extLst>
          </p:cNvPr>
          <p:cNvSpPr/>
          <p:nvPr/>
        </p:nvSpPr>
        <p:spPr bwMode="auto">
          <a:xfrm>
            <a:off x="-106106" y="2852936"/>
            <a:ext cx="1521214" cy="177507"/>
          </a:xfrm>
          <a:prstGeom prst="rect">
            <a:avLst/>
          </a:prstGeom>
          <a:solidFill>
            <a:srgbClr val="C00000"/>
          </a:solidFill>
          <a:ln w="6350" cap="flat" cmpd="sng" algn="ctr">
            <a:noFill/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bg1"/>
              </a:solidFill>
              <a:latin typeface="Calibri" pitchFamily="34" charset="0"/>
              <a:ea typeface="NanumGothic" panose="020D0604000000000000" pitchFamily="34" charset="-127"/>
              <a:cs typeface="Calibri" pitchFamily="34" charset="0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F9A340A-0872-942B-FB8E-884ACB309B2A}"/>
              </a:ext>
            </a:extLst>
          </p:cNvPr>
          <p:cNvSpPr/>
          <p:nvPr/>
        </p:nvSpPr>
        <p:spPr>
          <a:xfrm>
            <a:off x="-14" y="808615"/>
            <a:ext cx="1444756" cy="22713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객실관리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객실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서비스 옵션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무료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유료 옵션관리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ko-KR" altLang="en-US" sz="800" dirty="0" err="1">
                <a:latin typeface="NanumGothic" panose="020D0604000000000000" pitchFamily="34" charset="-127"/>
                <a:ea typeface="NanumGothic" panose="020D0604000000000000" pitchFamily="34" charset="-127"/>
              </a:rPr>
              <a:t>레이트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관리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b="1" dirty="0">
                <a:latin typeface="NanumGothic" panose="020D0604000000000000" pitchFamily="34" charset="-127"/>
                <a:ea typeface="NanumGothic" panose="020D0604000000000000" pitchFamily="34" charset="-127"/>
              </a:rPr>
              <a:t>프로모션 관리</a:t>
            </a:r>
            <a:endParaRPr lang="en-US" altLang="ko-KR" sz="800" b="1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r>
              <a:rPr lang="en-US" altLang="ko-KR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-</a:t>
            </a:r>
            <a:r>
              <a:rPr lang="ko-KR" altLang="en-US" sz="800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 프로모션 코드 관리</a:t>
            </a:r>
            <a:r>
              <a:rPr lang="ko-KR" altLang="en-US" sz="800" dirty="0">
                <a:latin typeface="NanumGothic" panose="020D0604000000000000" pitchFamily="34" charset="-127"/>
                <a:ea typeface="NanumGothic" panose="020D0604000000000000" pitchFamily="34" charset="-127"/>
              </a:rPr>
              <a:t> </a:t>
            </a:r>
            <a:endParaRPr lang="en-US" altLang="ko-KR" sz="800" dirty="0"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969426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454B5E-38FB-CB57-A95E-36E930B3AE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27042CF2-106B-AA4A-6778-260668529D96}"/>
              </a:ext>
            </a:extLst>
          </p:cNvPr>
          <p:cNvSpPr txBox="1"/>
          <p:nvPr/>
        </p:nvSpPr>
        <p:spPr>
          <a:xfrm>
            <a:off x="69106" y="77935"/>
            <a:ext cx="314657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solidFill>
                  <a:schemeClr val="bg1"/>
                </a:solidFill>
                <a:latin typeface="NanumGothic" panose="020D0604000000000000" pitchFamily="34" charset="-127"/>
                <a:ea typeface="NanumGothic" panose="020D0604000000000000" pitchFamily="34" charset="-127"/>
              </a:rPr>
              <a:t>Validation check case </a:t>
            </a:r>
            <a:endParaRPr lang="ko-KR" altLang="en-US" sz="1000" b="1" dirty="0">
              <a:solidFill>
                <a:schemeClr val="bg1"/>
              </a:solidFill>
              <a:latin typeface="NanumGothic" panose="020D0604000000000000" pitchFamily="34" charset="-127"/>
              <a:ea typeface="NanumGothic" panose="020D0604000000000000" pitchFamily="34" charset="-127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6D60D9C9-41BC-59B4-185B-FBF62D04BD3E}"/>
              </a:ext>
            </a:extLst>
          </p:cNvPr>
          <p:cNvSpPr txBox="1">
            <a:spLocks/>
          </p:cNvSpPr>
          <p:nvPr/>
        </p:nvSpPr>
        <p:spPr>
          <a:xfrm>
            <a:off x="4524788" y="221630"/>
            <a:ext cx="3318570" cy="2050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800" b="0" i="0" kern="1200">
                <a:solidFill>
                  <a:schemeClr val="tx1"/>
                </a:solidFill>
                <a:latin typeface="NanumGothic" panose="020D0604000000000000" pitchFamily="34" charset="-127"/>
                <a:ea typeface="NanumGothic" panose="020D0604000000000000" pitchFamily="34" charset="-127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124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248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373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497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r>
              <a:rPr kumimoji="0" lang="ko-KR" altLang="en-US" dirty="0"/>
              <a:t>사용자 </a:t>
            </a:r>
            <a:r>
              <a:rPr kumimoji="0" lang="en-US" altLang="ko-KR" dirty="0"/>
              <a:t>&gt;</a:t>
            </a:r>
            <a:r>
              <a:rPr kumimoji="0" lang="ko-KR" altLang="en-US" dirty="0"/>
              <a:t> 모바일 회원 리스트 </a:t>
            </a:r>
            <a:r>
              <a:rPr kumimoji="0" lang="en-US" altLang="ko-KR" dirty="0"/>
              <a:t>&gt;</a:t>
            </a:r>
            <a:r>
              <a:rPr kumimoji="0" lang="ko-KR" altLang="en-US" dirty="0"/>
              <a:t> 회원정보 상세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D01E5B1-07AF-533C-559D-69DC20D65D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8806064"/>
              </p:ext>
            </p:extLst>
          </p:nvPr>
        </p:nvGraphicFramePr>
        <p:xfrm>
          <a:off x="119336" y="548680"/>
          <a:ext cx="11192997" cy="36402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0525">
                  <a:extLst>
                    <a:ext uri="{9D8B030D-6E8A-4147-A177-3AD203B41FA5}">
                      <a16:colId xmlns:a16="http://schemas.microsoft.com/office/drawing/2014/main" val="2033187375"/>
                    </a:ext>
                  </a:extLst>
                </a:gridCol>
                <a:gridCol w="1196340">
                  <a:extLst>
                    <a:ext uri="{9D8B030D-6E8A-4147-A177-3AD203B41FA5}">
                      <a16:colId xmlns:a16="http://schemas.microsoft.com/office/drawing/2014/main" val="1130626129"/>
                    </a:ext>
                  </a:extLst>
                </a:gridCol>
                <a:gridCol w="1885950">
                  <a:extLst>
                    <a:ext uri="{9D8B030D-6E8A-4147-A177-3AD203B41FA5}">
                      <a16:colId xmlns:a16="http://schemas.microsoft.com/office/drawing/2014/main" val="4216543346"/>
                    </a:ext>
                  </a:extLst>
                </a:gridCol>
                <a:gridCol w="643096">
                  <a:extLst>
                    <a:ext uri="{9D8B030D-6E8A-4147-A177-3AD203B41FA5}">
                      <a16:colId xmlns:a16="http://schemas.microsoft.com/office/drawing/2014/main" val="3811281932"/>
                    </a:ext>
                  </a:extLst>
                </a:gridCol>
                <a:gridCol w="3188653">
                  <a:extLst>
                    <a:ext uri="{9D8B030D-6E8A-4147-A177-3AD203B41FA5}">
                      <a16:colId xmlns:a16="http://schemas.microsoft.com/office/drawing/2014/main" val="2561323354"/>
                    </a:ext>
                  </a:extLst>
                </a:gridCol>
                <a:gridCol w="3888433">
                  <a:extLst>
                    <a:ext uri="{9D8B030D-6E8A-4147-A177-3AD203B41FA5}">
                      <a16:colId xmlns:a16="http://schemas.microsoft.com/office/drawing/2014/main" val="2481029093"/>
                    </a:ext>
                  </a:extLst>
                </a:gridCol>
              </a:tblGrid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액션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800" b="1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타입</a:t>
                      </a:r>
                      <a:endParaRPr kumimoji="0" lang="en-US" altLang="ko-KR" sz="800" b="1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메시지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국문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메시지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kumimoji="0" lang="en-US" altLang="ko-KR" sz="800" b="1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1866115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입력 항목 미 입력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필수 입력 값을 확인 하세요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Please check the required input values.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211779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  <a:endParaRPr kumimoji="0" lang="ko-KR" altLang="en-US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내용에 문제가 없는 경우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 /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저장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 완료 되었습니다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register? / Registration has been completed.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2377627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  <a:endParaRPr kumimoji="0" lang="ko-KR" altLang="en-US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/>
                        <a:ea typeface="나눔고딕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프로퍼티 미 선택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프로퍼티를 확인 하세요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Check out the properties.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200892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레이트코드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미 입력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레이트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코드는 필수 입니다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Rate code is required.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349922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저장 버튼 클릭 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프로모션 코드 미 중복 체크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프로모션 코드 중복체크는 필수 입니다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 duplicate check of the promo code is mandatory.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366180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중복체크 버튼 클릭 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프로모션 코드 정상 확인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 가능한 프로모션 코드 입니다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This is the promotional code available.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04059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삭제 버튼 클릭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정상 삭제 시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삭제 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삭제가 완료 되었습니다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delete it? / Deletion is complete.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70780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삭제 버튼 클릭 시 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사용여부가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"Y"</a:t>
                      </a: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경우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alert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정말 삭제 하시겠습니까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?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사용여부가 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"N" </a:t>
                      </a: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경우에만 삭제 가능 합니다</a:t>
                      </a: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Are you sure you want to delete it? / It can only be deleted if it is enabled or disabled.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1388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프로모션기간 오 입력 시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프로모션 종료일이 시작일 보다 빠른 경우</a:t>
                      </a: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/>
                          <a:ea typeface="나눔고딕"/>
                          <a:cs typeface="+mn-cs"/>
                        </a:rPr>
                        <a:t>alert</a:t>
                      </a: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프로모션 종료일이 판매 시작일 보다 빠를 수 없습니다</a:t>
                      </a: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0" spc="-3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The promotion end date cannot be earlier than the sale start date.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523323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2236074"/>
                  </a:ext>
                </a:extLst>
              </a:tr>
              <a:tr h="3004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-3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0" cap="none" spc="-3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0" spc="-3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9579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86864432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tLmF7Svskb3mwae0jw+zQvDfQv7vF7Mpfx34C5Lt8U=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tiX7aZ7GwQjITdxWwnm/5fOBSgxW4ED4OLPXaqT+tr8=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heme/theme1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All 나눔고딕">
      <a:majorFont>
        <a:latin typeface="나눔고딕"/>
        <a:ea typeface="나눔고딕"/>
        <a:cs typeface=""/>
      </a:majorFont>
      <a:minorFont>
        <a:latin typeface="나눔고딕"/>
        <a:ea typeface="나눔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3175">
          <a:solidFill>
            <a:schemeClr val="tx1">
              <a:lumMod val="50000"/>
              <a:lumOff val="50000"/>
            </a:schemeClr>
          </a:solidFill>
        </a:ln>
      </a:spPr>
      <a:bodyPr rtlCol="0" anchor="ctr"/>
      <a:lstStyle>
        <a:defPPr algn="ctr">
          <a:defRPr sz="1200" b="1" dirty="0" smtClean="0">
            <a:solidFill>
              <a:schemeClr val="tx1">
                <a:lumMod val="65000"/>
                <a:lumOff val="35000"/>
              </a:schemeClr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 algn="l">
          <a:defRPr sz="800">
            <a:latin typeface="+mn-ea"/>
            <a:ea typeface="+mn-ea"/>
          </a:defRPr>
        </a:defPPr>
      </a:lstStyle>
    </a:txDef>
  </a:objectDefaults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80703</TotalTime>
  <Words>11987</Words>
  <Application>Microsoft Macintosh PowerPoint</Application>
  <PresentationFormat>와이드스크린</PresentationFormat>
  <Paragraphs>4797</Paragraphs>
  <Slides>59</Slides>
  <Notes>50</Notes>
  <HiddenSlides>0</HiddenSlides>
  <MMClips>0</MMClips>
  <ScaleCrop>false</ScaleCrop>
  <HeadingPairs>
    <vt:vector size="6" baseType="variant">
      <vt:variant>
        <vt:lpstr>사용한 글꼴</vt:lpstr>
      </vt:variant>
      <vt:variant>
        <vt:i4>9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59</vt:i4>
      </vt:variant>
    </vt:vector>
  </HeadingPairs>
  <TitlesOfParts>
    <vt:vector size="69" baseType="lpstr">
      <vt:lpstr>굴림</vt:lpstr>
      <vt:lpstr>나눔고딕</vt:lpstr>
      <vt:lpstr>나눔고딕</vt:lpstr>
      <vt:lpstr>나눔고딕OTF</vt:lpstr>
      <vt:lpstr>Malgun Gothic</vt:lpstr>
      <vt:lpstr>Malgun Gothic</vt:lpstr>
      <vt:lpstr>Arial</vt:lpstr>
      <vt:lpstr>Calibri</vt:lpstr>
      <vt:lpstr>Segoe UI</vt:lpstr>
      <vt:lpstr>1_Office 테마</vt:lpstr>
      <vt:lpstr>PowerPoint 프레젠테이션</vt:lpstr>
      <vt:lpstr>PowerPoint 프레젠테이션</vt:lpstr>
      <vt:lpstr>PowerPoint 프레젠테이션</vt:lpstr>
      <vt:lpstr>객실관리 리스트</vt:lpstr>
      <vt:lpstr>객실관리 등록</vt:lpstr>
      <vt:lpstr>객실관리 수정/상세</vt:lpstr>
      <vt:lpstr>PowerPoint 프레젠테이션</vt:lpstr>
      <vt:lpstr>협력사 객실관리 리스트</vt:lpstr>
      <vt:lpstr>객실관리 등록</vt:lpstr>
      <vt:lpstr>객실관리 수정/상세</vt:lpstr>
      <vt:lpstr>배드 선택 무료 옵션 팝업</vt:lpstr>
      <vt:lpstr>뷰 선택 무료 옵션 팝업</vt:lpstr>
      <vt:lpstr>객실 어메니티 선택 무료 옵션 팝업</vt:lpstr>
      <vt:lpstr>층/호수 선택 팝업 (등록)</vt:lpstr>
      <vt:lpstr>층/호수 선택 팝업 (수정/상세)</vt:lpstr>
      <vt:lpstr>프로퍼티 조회 공통 팝업</vt:lpstr>
      <vt:lpstr>PowerPoint 프레젠테이션</vt:lpstr>
      <vt:lpstr>PowerPoint 프레젠테이션</vt:lpstr>
      <vt:lpstr>무료 옵션 관리 리스트</vt:lpstr>
      <vt:lpstr>무료 옵션 관리 등록</vt:lpstr>
      <vt:lpstr>무료 옵션 관리 수정/상세</vt:lpstr>
      <vt:lpstr>PowerPoint 프레젠테이션</vt:lpstr>
      <vt:lpstr>PowerPoint 프레젠테이션</vt:lpstr>
      <vt:lpstr>유료 옵션 관리 리스트</vt:lpstr>
      <vt:lpstr>유료 옵션 관리 등록</vt:lpstr>
      <vt:lpstr>유료 옵션 관리 수정/상세</vt:lpstr>
      <vt:lpstr>PowerPoint 프레젠테이션</vt:lpstr>
      <vt:lpstr>PowerPoint 프레젠테이션</vt:lpstr>
      <vt:lpstr>레이트 관리 리스트</vt:lpstr>
      <vt:lpstr>레이트 관리 등록</vt:lpstr>
      <vt:lpstr>레이트 관리 등록</vt:lpstr>
      <vt:lpstr>레이트 관리 등록</vt:lpstr>
      <vt:lpstr>레이트 관리 수정/상세</vt:lpstr>
      <vt:lpstr>레이트 관리 수정/상세</vt:lpstr>
      <vt:lpstr>레이트 관리 수정/상세</vt:lpstr>
      <vt:lpstr>마켓코드 조회 팝업</vt:lpstr>
      <vt:lpstr>객실 조회 팝업</vt:lpstr>
      <vt:lpstr>유료 옵션 선택 팝업</vt:lpstr>
      <vt:lpstr>유료 옵션 선택 팝업</vt:lpstr>
      <vt:lpstr>PowerPoint 프레젠테이션</vt:lpstr>
      <vt:lpstr>레이트 관리 리스트</vt:lpstr>
      <vt:lpstr>레이트 관리 등록</vt:lpstr>
      <vt:lpstr>레이트 관리 등록</vt:lpstr>
      <vt:lpstr>레이트 관리 등록</vt:lpstr>
      <vt:lpstr>레이트 관리 수정/상세</vt:lpstr>
      <vt:lpstr>레이트 관리 수정/상세</vt:lpstr>
      <vt:lpstr>레이트 관리 수정/상세</vt:lpstr>
      <vt:lpstr>프로퍼티 조회 공통 팝업</vt:lpstr>
      <vt:lpstr>PowerPoint 프레젠테이션</vt:lpstr>
      <vt:lpstr>PowerPoint 프레젠테이션</vt:lpstr>
      <vt:lpstr>프로모션 코드 관리 리스트</vt:lpstr>
      <vt:lpstr>프로모션 코드 등록</vt:lpstr>
      <vt:lpstr>프로모션 코드 수정/상세</vt:lpstr>
      <vt:lpstr>PowerPoint 프레젠테이션</vt:lpstr>
      <vt:lpstr>프로모션 코드 관리 리스트</vt:lpstr>
      <vt:lpstr>프로모션 코드 관리  등록</vt:lpstr>
      <vt:lpstr>프로모션 코드 수정/상세</vt:lpstr>
      <vt:lpstr>레이트 코드 조회 팝업 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화면설계서</dc:title>
  <dc:creator>김 무현</dc:creator>
  <cp:lastModifiedBy>성광 박</cp:lastModifiedBy>
  <cp:revision>13158</cp:revision>
  <cp:lastPrinted>2021-10-07T06:19:02Z</cp:lastPrinted>
  <dcterms:created xsi:type="dcterms:W3CDTF">2008-07-01T10:06:20Z</dcterms:created>
  <dcterms:modified xsi:type="dcterms:W3CDTF">2025-01-23T07:57:50Z</dcterms:modified>
</cp:coreProperties>
</file>