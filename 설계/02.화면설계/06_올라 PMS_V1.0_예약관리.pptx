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9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0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1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2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31"/>
  </p:notesMasterIdLst>
  <p:handoutMasterIdLst>
    <p:handoutMasterId r:id="rId32"/>
  </p:handoutMasterIdLst>
  <p:sldIdLst>
    <p:sldId id="593" r:id="rId2"/>
    <p:sldId id="594" r:id="rId3"/>
    <p:sldId id="1373" r:id="rId4"/>
    <p:sldId id="1281" r:id="rId5"/>
    <p:sldId id="1243" r:id="rId6"/>
    <p:sldId id="1380" r:id="rId7"/>
    <p:sldId id="1381" r:id="rId8"/>
    <p:sldId id="1382" r:id="rId9"/>
    <p:sldId id="1386" r:id="rId10"/>
    <p:sldId id="1387" r:id="rId11"/>
    <p:sldId id="1371" r:id="rId12"/>
    <p:sldId id="1389" r:id="rId13"/>
    <p:sldId id="1372" r:id="rId14"/>
    <p:sldId id="1368" r:id="rId15"/>
    <p:sldId id="1391" r:id="rId16"/>
    <p:sldId id="1388" r:id="rId17"/>
    <p:sldId id="1375" r:id="rId18"/>
    <p:sldId id="1369" r:id="rId19"/>
    <p:sldId id="1403" r:id="rId20"/>
    <p:sldId id="1367" r:id="rId21"/>
    <p:sldId id="1402" r:id="rId22"/>
    <p:sldId id="1374" r:id="rId23"/>
    <p:sldId id="1370" r:id="rId24"/>
    <p:sldId id="1393" r:id="rId25"/>
    <p:sldId id="1394" r:id="rId26"/>
    <p:sldId id="1395" r:id="rId27"/>
    <p:sldId id="1396" r:id="rId28"/>
    <p:sldId id="1399" r:id="rId29"/>
    <p:sldId id="1400" r:id="rId30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  <p14:sldId id="1373"/>
            <p14:sldId id="1281"/>
            <p14:sldId id="1243"/>
            <p14:sldId id="1380"/>
            <p14:sldId id="1381"/>
            <p14:sldId id="1382"/>
            <p14:sldId id="1386"/>
            <p14:sldId id="1387"/>
            <p14:sldId id="1371"/>
            <p14:sldId id="1389"/>
            <p14:sldId id="1372"/>
            <p14:sldId id="1368"/>
            <p14:sldId id="1391"/>
            <p14:sldId id="1388"/>
            <p14:sldId id="1375"/>
            <p14:sldId id="1369"/>
            <p14:sldId id="1403"/>
            <p14:sldId id="1367"/>
            <p14:sldId id="1402"/>
            <p14:sldId id="1374"/>
            <p14:sldId id="1370"/>
            <p14:sldId id="1393"/>
            <p14:sldId id="1394"/>
            <p14:sldId id="1395"/>
            <p14:sldId id="1396"/>
            <p14:sldId id="1399"/>
            <p14:sldId id="14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71CE"/>
    <a:srgbClr val="0432FF"/>
    <a:srgbClr val="1588EC"/>
    <a:srgbClr val="E4E4E4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5" autoAdjust="0"/>
    <p:restoredTop sz="96966" autoAdjust="0"/>
  </p:normalViewPr>
  <p:slideViewPr>
    <p:cSldViewPr>
      <p:cViewPr varScale="1">
        <p:scale>
          <a:sx n="137" d="100"/>
          <a:sy n="137" d="100"/>
        </p:scale>
        <p:origin x="3992" y="488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59" d="100"/>
          <a:sy n="159" d="100"/>
        </p:scale>
        <p:origin x="5288" y="192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2026. 3. 5.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2026. 3. 5.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326F9-C972-B40E-A027-FB02D179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61D64A-67EA-0A09-68FC-6EA575606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852D99-9131-9688-CD07-B56D2DE5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6A4F61-FDE4-73E5-2375-85A6CDFD0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028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C28E6-5FF0-A400-BD50-619E7A6D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861EB9-4C1A-295C-394F-780016C63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16484-7CEF-9CE7-741A-99D32BE44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AC01C-0702-01B0-17E8-5CF4D3D11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8416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9D50-EA74-BDB9-A144-EAF82372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DC226B-AAE8-C7BC-5768-E38DE9B10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67843-77F3-E263-6F0C-F52CA3425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6BB25-9D7F-3CD4-554B-A8A23B9EA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5376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230F-28E5-8CEC-FC96-C6694397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B8C3C5-FF05-B3B1-86B4-D55BD8720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792A4-57C6-1B01-30B2-3EABB46BC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5CB8C-42BE-263E-E075-AFDBB1A56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7291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F05A-7242-6100-71DF-4667A8A0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4F1B08-EFF6-6036-EBC7-4521CDE93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C7A504-A265-13BD-422D-F35BDFCAE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CBE70-F78A-F9A1-8DBB-8C36A8C07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7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AFC3-C7C8-6B09-E4ED-C69B8B1E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55A02-173A-99E9-E35F-ED225D24A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50CE28-1318-EB94-F782-C46934F52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697C95-A02B-BE3E-7C8D-6259FBE56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517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30A9-1711-85FE-1D56-1812A821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2172B3-4CDD-B6CF-998C-705BED103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22686A-86F2-81BE-7B8A-BF382CF9D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8CB3D-DC68-E702-BACB-5B5C3C6D0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029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579A-1541-DC5F-6C1A-CC0C4EDE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79F082-B4B8-0283-E087-AF5633364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2C0F3D-75CD-B87D-0F21-A0510DA91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230CB0-E32A-7B0F-0C8F-0CC6CDBDD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192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6BCE5-9EFB-C6D1-37D0-D16CBB6D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5FCAD-C184-DAC9-7397-A744900B3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8CCF51-3C1A-A573-9980-9CCF5FBAF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9109E-CB10-3A8B-611C-6AE2A59A4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0911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20EE-DAB1-05B3-0D59-FE9C2865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62CEB2-C14D-2F3B-34EA-0359BBC1D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3DF576-ADEA-8D99-7351-44A7E3B47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56AD9B-A33B-F836-ECFA-9786FFBEA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191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1412-C7F7-B4FF-E1E2-D5BE91E4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90DC57-EED6-33E6-93A5-4BA85E3F6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038460-8291-15AD-2546-0F8101275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1685F2-4111-E38A-3793-5B3107DF7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889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68D71-3108-F540-509D-CE2C94FC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942C4F-2FDD-33B1-5D78-B7235DAEA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634AD4-398B-EDEE-990F-465490018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87AFA-BFE7-D3F9-9D7F-6BC527860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4993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C2B9-CCB1-4C18-E89F-5B3ADC422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01CBFF-F670-3CBA-0712-A81F76B3A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4080FC-1E50-3A3B-6EA8-295EC8CC1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14D31-4AE4-AD47-C790-4BC922052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9193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5D09-C1B5-54DF-F6DB-FDC9515B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A48085-9B2A-8CBD-D344-68827C89A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D64CEB-C47F-E21A-F32D-E7F90832E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8D2A0F-354F-9EEF-94E6-5AF6F3206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2355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3709-431E-8BA6-E7A1-EF65630E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706047-AA8C-CA88-527E-5D8FB8A37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2EF449-7E05-0565-970D-E3E714BE6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B7D11-2A9D-DB2A-6E28-09180683D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42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D31D-79D3-C5C2-2304-EAA1A9EF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95CB9-510A-5ABD-1B05-E6FD89320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7D66DD-5251-2477-F440-B93337021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355AC-A34C-B844-A849-03D11ACE8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8732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5281-9365-CCF8-C173-3AC2B2F8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BB1625-0EA8-63AE-49D6-A7128BEA8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E8E9F-260A-52FA-7D37-487D7D1CB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15A3E-5E6C-23AB-431C-69C029F5D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627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D845-E235-6787-EB72-B97D6864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BB1048-D4AC-71E3-4E17-6401BD076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4DAEDB-3172-524D-A89B-B946F2C47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75454F-A02E-E35D-AD57-8DA1292D1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5794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3726-25C5-DAB4-66E5-8AAE9D56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B02D5A-F86E-3DD4-3976-1374CEBE0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5BFC37-ED73-D818-817C-A997DE296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937479-EDEB-7CA9-9595-988DBDF71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1946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A14F-E13B-5075-16A9-61D59808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A39B1D-443E-9EC1-E771-570BC6EDD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6F56DE-3EB3-018B-B32C-9A141218A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3130E5-CB7F-68E7-2F6C-650351D39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0937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E2C4-310C-8909-0F9D-844ABF0C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85B5CF-7B53-C5DD-C2B0-40CF1BE6C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0D1D9-3461-7CDA-0A06-E75763FDC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049F9-18D5-2F55-F84E-AF2E22DA5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789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19.xml"/><Relationship Id="rId10" Type="http://schemas.openxmlformats.org/officeDocument/2006/relationships/slideLayout" Target="../slideLayouts/slideLayout25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10" Type="http://schemas.openxmlformats.org/officeDocument/2006/relationships/notesSlide" Target="../notesSlides/notesSlide12.xml"/><Relationship Id="rId4" Type="http://schemas.openxmlformats.org/officeDocument/2006/relationships/tags" Target="../tags/tag53.xml"/><Relationship Id="rId9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6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6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예약관리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078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955977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2025-01-15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수정 사항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all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2025-02-20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2833CA-DEB3-9EAF-204A-71BB95824108}"/>
              </a:ext>
            </a:extLst>
          </p:cNvPr>
          <p:cNvSpPr txBox="1"/>
          <p:nvPr/>
        </p:nvSpPr>
        <p:spPr>
          <a:xfrm>
            <a:off x="77957" y="67951"/>
            <a:ext cx="2204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예약상태 정의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469361-751B-CD50-8D4A-2D3680E09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514156"/>
              </p:ext>
            </p:extLst>
          </p:nvPr>
        </p:nvGraphicFramePr>
        <p:xfrm>
          <a:off x="119336" y="548680"/>
          <a:ext cx="11809312" cy="4410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659">
                  <a:extLst>
                    <a:ext uri="{9D8B030D-6E8A-4147-A177-3AD203B41FA5}">
                      <a16:colId xmlns:a16="http://schemas.microsoft.com/office/drawing/2014/main" val="3723324709"/>
                    </a:ext>
                  </a:extLst>
                </a:gridCol>
                <a:gridCol w="1705195">
                  <a:extLst>
                    <a:ext uri="{9D8B030D-6E8A-4147-A177-3AD203B41FA5}">
                      <a16:colId xmlns:a16="http://schemas.microsoft.com/office/drawing/2014/main" val="96543094"/>
                    </a:ext>
                  </a:extLst>
                </a:gridCol>
                <a:gridCol w="1807408">
                  <a:extLst>
                    <a:ext uri="{9D8B030D-6E8A-4147-A177-3AD203B41FA5}">
                      <a16:colId xmlns:a16="http://schemas.microsoft.com/office/drawing/2014/main" val="2771102961"/>
                    </a:ext>
                  </a:extLst>
                </a:gridCol>
                <a:gridCol w="1838264">
                  <a:extLst>
                    <a:ext uri="{9D8B030D-6E8A-4147-A177-3AD203B41FA5}">
                      <a16:colId xmlns:a16="http://schemas.microsoft.com/office/drawing/2014/main" val="1019444663"/>
                    </a:ext>
                  </a:extLst>
                </a:gridCol>
                <a:gridCol w="1909620">
                  <a:extLst>
                    <a:ext uri="{9D8B030D-6E8A-4147-A177-3AD203B41FA5}">
                      <a16:colId xmlns:a16="http://schemas.microsoft.com/office/drawing/2014/main" val="3750508195"/>
                    </a:ext>
                  </a:extLst>
                </a:gridCol>
                <a:gridCol w="1828958">
                  <a:extLst>
                    <a:ext uri="{9D8B030D-6E8A-4147-A177-3AD203B41FA5}">
                      <a16:colId xmlns:a16="http://schemas.microsoft.com/office/drawing/2014/main" val="74611506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77256155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RESERVED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CHECK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IN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INHOUSE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CHECKED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OUT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CANCELED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전체취소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en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SHOW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154858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상태정의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해당 객실의 예약이 완료된 상태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아직 체크인하지 않은 상태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객실의 체크인이 완료된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객실에 고객이 투숙 중인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객실의 체크아웃이 완료된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객실의 예약이 취소된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노쇼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302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02693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객실변경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6788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예약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45253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12421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예약취소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O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586295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부분취소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7530"/>
                  </a:ext>
                </a:extLst>
              </a:tr>
              <a:tr h="10981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마스터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객실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예약 상태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</a:rPr>
                        <a:t>셀렉트박스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출력 정의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4508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4A8AE9-B3B2-62EA-0989-8ACE974D9357}"/>
              </a:ext>
            </a:extLst>
          </p:cNvPr>
          <p:cNvSpPr txBox="1"/>
          <p:nvPr/>
        </p:nvSpPr>
        <p:spPr>
          <a:xfrm>
            <a:off x="574146" y="548680"/>
            <a:ext cx="377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>
                <a:solidFill>
                  <a:schemeClr val="bg1"/>
                </a:solidFill>
                <a:latin typeface="+mn-ea"/>
                <a:ea typeface="+mn-ea"/>
              </a:rPr>
              <a:t>상태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5B60D-E26F-B20F-1C1D-9269978E60F2}"/>
              </a:ext>
            </a:extLst>
          </p:cNvPr>
          <p:cNvSpPr txBox="1"/>
          <p:nvPr/>
        </p:nvSpPr>
        <p:spPr>
          <a:xfrm>
            <a:off x="117950" y="744185"/>
            <a:ext cx="3770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800" dirty="0">
                <a:solidFill>
                  <a:schemeClr val="bg1"/>
                </a:solidFill>
                <a:latin typeface="+mn-ea"/>
                <a:ea typeface="+mn-ea"/>
              </a:rPr>
              <a:t>기능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73AE698-A0FF-FF2F-809D-C29B45234CBA}"/>
              </a:ext>
            </a:extLst>
          </p:cNvPr>
          <p:cNvGrpSpPr/>
          <p:nvPr/>
        </p:nvGrpSpPr>
        <p:grpSpPr>
          <a:xfrm>
            <a:off x="1415480" y="4149080"/>
            <a:ext cx="826563" cy="614330"/>
            <a:chOff x="8346822" y="1278001"/>
            <a:chExt cx="826563" cy="614330"/>
          </a:xfrm>
        </p:grpSpPr>
        <p:sp>
          <p:nvSpPr>
            <p:cNvPr id="5" name="Text Box">
              <a:extLst>
                <a:ext uri="{FF2B5EF4-FFF2-40B4-BE49-F238E27FC236}">
                  <a16:creationId xmlns:a16="http://schemas.microsoft.com/office/drawing/2014/main" id="{37B531DF-0E96-1CD4-FA68-3FC4467CD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61433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CANCELED</a:t>
              </a:r>
            </a:p>
          </p:txBody>
        </p:sp>
        <p:sp>
          <p:nvSpPr>
            <p:cNvPr id="6" name="Chevron Left">
              <a:extLst>
                <a:ext uri="{FF2B5EF4-FFF2-40B4-BE49-F238E27FC236}">
                  <a16:creationId xmlns:a16="http://schemas.microsoft.com/office/drawing/2014/main" id="{2D1BF6E4-41C4-0E87-DCC2-42810E58938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3E9EA12-B8F7-2588-47D9-750190F07576}"/>
              </a:ext>
            </a:extLst>
          </p:cNvPr>
          <p:cNvGrpSpPr/>
          <p:nvPr/>
        </p:nvGrpSpPr>
        <p:grpSpPr>
          <a:xfrm>
            <a:off x="3157782" y="4149080"/>
            <a:ext cx="826563" cy="504056"/>
            <a:chOff x="8346822" y="1278001"/>
            <a:chExt cx="826563" cy="504056"/>
          </a:xfrm>
        </p:grpSpPr>
        <p:sp>
          <p:nvSpPr>
            <p:cNvPr id="10" name="Text Box">
              <a:extLst>
                <a:ext uri="{FF2B5EF4-FFF2-40B4-BE49-F238E27FC236}">
                  <a16:creationId xmlns:a16="http://schemas.microsoft.com/office/drawing/2014/main" id="{96000E77-369A-CF87-D941-B149740C0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50405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INHOUSE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CHECKED-OUT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B3CD9B22-F071-E010-250A-398F4401BE1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DC637C6-E58E-6693-BDCC-A3A5DDA5993B}"/>
              </a:ext>
            </a:extLst>
          </p:cNvPr>
          <p:cNvGrpSpPr/>
          <p:nvPr/>
        </p:nvGrpSpPr>
        <p:grpSpPr>
          <a:xfrm>
            <a:off x="5005117" y="4149080"/>
            <a:ext cx="826563" cy="432048"/>
            <a:chOff x="8346822" y="1278001"/>
            <a:chExt cx="826563" cy="432048"/>
          </a:xfrm>
        </p:grpSpPr>
        <p:sp>
          <p:nvSpPr>
            <p:cNvPr id="14" name="Text Box">
              <a:extLst>
                <a:ext uri="{FF2B5EF4-FFF2-40B4-BE49-F238E27FC236}">
                  <a16:creationId xmlns:a16="http://schemas.microsoft.com/office/drawing/2014/main" id="{FCBD99B4-5F47-A148-3779-411422A91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43204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INHOUSE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CHECKED-OUT</a:t>
              </a:r>
            </a:p>
          </p:txBody>
        </p:sp>
        <p:sp>
          <p:nvSpPr>
            <p:cNvPr id="16" name="Chevron Left">
              <a:extLst>
                <a:ext uri="{FF2B5EF4-FFF2-40B4-BE49-F238E27FC236}">
                  <a16:creationId xmlns:a16="http://schemas.microsoft.com/office/drawing/2014/main" id="{AF448A74-A633-5611-68BC-69D43F26B93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21B2486-DBAE-C2D1-C6F7-F6EAE536E8B0}"/>
              </a:ext>
            </a:extLst>
          </p:cNvPr>
          <p:cNvGrpSpPr/>
          <p:nvPr/>
        </p:nvGrpSpPr>
        <p:grpSpPr>
          <a:xfrm>
            <a:off x="6870988" y="4149080"/>
            <a:ext cx="826563" cy="174430"/>
            <a:chOff x="8346822" y="1278001"/>
            <a:chExt cx="826563" cy="174430"/>
          </a:xfrm>
        </p:grpSpPr>
        <p:sp>
          <p:nvSpPr>
            <p:cNvPr id="18" name="Text Box">
              <a:extLst>
                <a:ext uri="{FF2B5EF4-FFF2-40B4-BE49-F238E27FC236}">
                  <a16:creationId xmlns:a16="http://schemas.microsoft.com/office/drawing/2014/main" id="{3AB4CD71-A13B-BDF6-E66F-62006F9FA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744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CHECKED-OUT</a:t>
              </a:r>
            </a:p>
          </p:txBody>
        </p:sp>
        <p:sp>
          <p:nvSpPr>
            <p:cNvPr id="19" name="Chevron Left">
              <a:extLst>
                <a:ext uri="{FF2B5EF4-FFF2-40B4-BE49-F238E27FC236}">
                  <a16:creationId xmlns:a16="http://schemas.microsoft.com/office/drawing/2014/main" id="{5C5DF7FD-BE15-10E6-2B09-D3A5FBAB29D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36F73A9-7D79-71E4-A2ED-65D7A63CA5B7}"/>
              </a:ext>
            </a:extLst>
          </p:cNvPr>
          <p:cNvGrpSpPr/>
          <p:nvPr/>
        </p:nvGrpSpPr>
        <p:grpSpPr>
          <a:xfrm>
            <a:off x="8730680" y="4149080"/>
            <a:ext cx="826563" cy="174430"/>
            <a:chOff x="8346822" y="1278001"/>
            <a:chExt cx="826563" cy="174430"/>
          </a:xfrm>
        </p:grpSpPr>
        <p:sp>
          <p:nvSpPr>
            <p:cNvPr id="21" name="Text Box">
              <a:extLst>
                <a:ext uri="{FF2B5EF4-FFF2-40B4-BE49-F238E27FC236}">
                  <a16:creationId xmlns:a16="http://schemas.microsoft.com/office/drawing/2014/main" id="{D1F4FAD6-3E42-7425-6D30-FF0E2BB92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744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CANCELED</a:t>
              </a:r>
            </a:p>
          </p:txBody>
        </p:sp>
        <p:sp>
          <p:nvSpPr>
            <p:cNvPr id="22" name="Chevron Left">
              <a:extLst>
                <a:ext uri="{FF2B5EF4-FFF2-40B4-BE49-F238E27FC236}">
                  <a16:creationId xmlns:a16="http://schemas.microsoft.com/office/drawing/2014/main" id="{1399EA61-25D1-6224-068C-8ECC07B4FDE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2B959FB-BA44-F5F9-1DE7-40486DF5E781}"/>
              </a:ext>
            </a:extLst>
          </p:cNvPr>
          <p:cNvGrpSpPr/>
          <p:nvPr/>
        </p:nvGrpSpPr>
        <p:grpSpPr>
          <a:xfrm>
            <a:off x="10645978" y="4149080"/>
            <a:ext cx="826563" cy="174430"/>
            <a:chOff x="8346822" y="1278001"/>
            <a:chExt cx="826563" cy="174430"/>
          </a:xfrm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252005DA-0184-6D05-782B-239E68847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744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</p:txBody>
        </p:sp>
        <p:sp>
          <p:nvSpPr>
            <p:cNvPr id="25" name="Chevron Left">
              <a:extLst>
                <a:ext uri="{FF2B5EF4-FFF2-40B4-BE49-F238E27FC236}">
                  <a16:creationId xmlns:a16="http://schemas.microsoft.com/office/drawing/2014/main" id="{C7E9FB64-A14F-4699-C850-7E39457BC5B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D9F9235-9610-66E0-38FE-9DFEF613A53F}"/>
              </a:ext>
            </a:extLst>
          </p:cNvPr>
          <p:cNvSpPr txBox="1"/>
          <p:nvPr/>
        </p:nvSpPr>
        <p:spPr>
          <a:xfrm>
            <a:off x="6808935" y="44195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kumimoji="1"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 상태 수정 불가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35652-B1DE-E865-805A-E3C712EFA585}"/>
              </a:ext>
            </a:extLst>
          </p:cNvPr>
          <p:cNvSpPr txBox="1"/>
          <p:nvPr/>
        </p:nvSpPr>
        <p:spPr>
          <a:xfrm>
            <a:off x="8672334" y="44195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kumimoji="1"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 상태 수정 불가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42EE26-C5C8-757D-6E80-98B147460E40}"/>
              </a:ext>
            </a:extLst>
          </p:cNvPr>
          <p:cNvSpPr txBox="1"/>
          <p:nvPr/>
        </p:nvSpPr>
        <p:spPr>
          <a:xfrm>
            <a:off x="10590102" y="4419518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kumimoji="1"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 상태 수정 불가</a:t>
            </a:r>
          </a:p>
        </p:txBody>
      </p:sp>
    </p:spTree>
    <p:extLst>
      <p:ext uri="{BB962C8B-B14F-4D97-AF65-F5344CB8AC3E}">
        <p14:creationId xmlns:p14="http://schemas.microsoft.com/office/powerpoint/2010/main" val="82634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예약관리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A0DAE-3AF0-AF99-1664-9457ACC20604}"/>
              </a:ext>
            </a:extLst>
          </p:cNvPr>
          <p:cNvSpPr txBox="1"/>
          <p:nvPr/>
        </p:nvSpPr>
        <p:spPr>
          <a:xfrm>
            <a:off x="2554805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954410"/>
              </p:ext>
            </p:extLst>
          </p:nvPr>
        </p:nvGraphicFramePr>
        <p:xfrm>
          <a:off x="9406740" y="440717"/>
          <a:ext cx="2785260" cy="3844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마스터 예약 상태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CHECK-IN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INHOUSE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CHECKED-OUT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NO-SHOW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174442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839543"/>
              </p:ext>
            </p:extLst>
          </p:nvPr>
        </p:nvGraphicFramePr>
        <p:xfrm>
          <a:off x="1447439" y="2360990"/>
          <a:ext cx="7795063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069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628966">
                  <a:extLst>
                    <a:ext uri="{9D8B030D-6E8A-4147-A177-3AD203B41FA5}">
                      <a16:colId xmlns:a16="http://schemas.microsoft.com/office/drawing/2014/main" val="420873131"/>
                    </a:ext>
                  </a:extLst>
                </a:gridCol>
                <a:gridCol w="887997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1011435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123099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  <a:gridCol w="968897">
                  <a:extLst>
                    <a:ext uri="{9D8B030D-6E8A-4147-A177-3AD203B41FA5}">
                      <a16:colId xmlns:a16="http://schemas.microsoft.com/office/drawing/2014/main" val="2864377641"/>
                    </a:ext>
                  </a:extLst>
                </a:gridCol>
                <a:gridCol w="1834699">
                  <a:extLst>
                    <a:ext uri="{9D8B030D-6E8A-4147-A177-3AD203B41FA5}">
                      <a16:colId xmlns:a16="http://schemas.microsoft.com/office/drawing/2014/main" val="396155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휴대폰 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체크인</a:t>
                      </a:r>
                      <a:r>
                        <a:rPr lang="en-US" altLang="ko-KR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R20250201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R20250202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R20250203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R20250204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R20250205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R20250206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LOCAL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R20250207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R20250208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R20250209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R20250210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R20250211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sng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R20250212</a:t>
                      </a:r>
                      <a:endParaRPr kumimoji="0" lang="ko-KR" altLang="en-US" sz="700" b="0" i="0" u="sng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홍*동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first 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middle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****</a:t>
                      </a:r>
                      <a:endParaRPr kumimoji="0" lang="en-US" altLang="ko-KR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+82 10-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****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-1234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~</a:t>
                      </a:r>
                      <a:r>
                        <a:rPr kumimoji="0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endParaRPr kumimoji="0" lang="ko-KR" altLang="en-US" sz="7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5295648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E04A42-FE03-BFBE-52E3-E5996A353E0A}"/>
              </a:ext>
            </a:extLst>
          </p:cNvPr>
          <p:cNvGrpSpPr/>
          <p:nvPr/>
        </p:nvGrpSpPr>
        <p:grpSpPr>
          <a:xfrm>
            <a:off x="1441381" y="2126481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F40188-80FE-6DEB-B130-08B3D3E758F2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5C1029F-A6C9-40EF-6D2C-AF5AADED61BF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8ADB02BB-3C3E-AE28-7452-F3C3C46E1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287F79C-F3E3-9D0C-D028-695B328B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2459054" y="2621020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1948871" y="24850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D8F7304-2249-BC5A-0BF8-4ABF78D5C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65775"/>
              </p:ext>
            </p:extLst>
          </p:nvPr>
        </p:nvGraphicFramePr>
        <p:xfrm>
          <a:off x="1448266" y="908719"/>
          <a:ext cx="7816085" cy="1148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26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510049750"/>
                    </a:ext>
                  </a:extLst>
                </a:gridCol>
                <a:gridCol w="3384375">
                  <a:extLst>
                    <a:ext uri="{9D8B030D-6E8A-4147-A177-3AD203B41FA5}">
                      <a16:colId xmlns:a16="http://schemas.microsoft.com/office/drawing/2014/main" val="3321507600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8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1" lang="ko-KR" altLang="en-US" sz="8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8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예약번호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2803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휴대폰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 상태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87508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체크인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03407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3952B84F-038F-3164-DACF-93CE1DD09AAA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A0058C-CF76-0D22-9239-25326E74D2EC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334C534-DC1E-7E1C-702F-696BF4FECC3C}"/>
              </a:ext>
            </a:extLst>
          </p:cNvPr>
          <p:cNvGrpSpPr/>
          <p:nvPr/>
        </p:nvGrpSpPr>
        <p:grpSpPr>
          <a:xfrm>
            <a:off x="2457711" y="1592103"/>
            <a:ext cx="2304257" cy="175482"/>
            <a:chOff x="3067263" y="2005049"/>
            <a:chExt cx="2304257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0A4AEC6-081C-6C97-DCDF-EC6F29FDD841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전체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5BCCCC-539A-14C3-A8D3-EA75B9931306}"/>
                </a:ext>
              </a:extLst>
            </p:cNvPr>
            <p:cNvSpPr/>
            <p:nvPr/>
          </p:nvSpPr>
          <p:spPr>
            <a:xfrm>
              <a:off x="3563879" y="2005049"/>
              <a:ext cx="18076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6FD8EDF1-A3B3-27E3-71CD-5D960F8F845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Text Box">
            <a:extLst>
              <a:ext uri="{FF2B5EF4-FFF2-40B4-BE49-F238E27FC236}">
                <a16:creationId xmlns:a16="http://schemas.microsoft.com/office/drawing/2014/main" id="{20F635E5-C7AD-E3A7-2C19-1876BA58C58A}"/>
              </a:ext>
            </a:extLst>
          </p:cNvPr>
          <p:cNvSpPr>
            <a:spLocks/>
          </p:cNvSpPr>
          <p:nvPr/>
        </p:nvSpPr>
        <p:spPr bwMode="auto">
          <a:xfrm>
            <a:off x="2457711" y="1197141"/>
            <a:ext cx="2304257" cy="30477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예약번호를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713BD1B-3EE1-64A2-1E5B-A0C52D271F02}"/>
              </a:ext>
            </a:extLst>
          </p:cNvPr>
          <p:cNvSpPr/>
          <p:nvPr/>
        </p:nvSpPr>
        <p:spPr>
          <a:xfrm>
            <a:off x="8731452" y="2145714"/>
            <a:ext cx="53355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 등록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8C64B9F-41E6-E3EB-8A3F-276B26F2B9EF}"/>
              </a:ext>
            </a:extLst>
          </p:cNvPr>
          <p:cNvGrpSpPr/>
          <p:nvPr/>
        </p:nvGrpSpPr>
        <p:grpSpPr>
          <a:xfrm>
            <a:off x="2457711" y="1809274"/>
            <a:ext cx="2593082" cy="242067"/>
            <a:chOff x="2279979" y="1223052"/>
            <a:chExt cx="2593082" cy="242067"/>
          </a:xfrm>
        </p:grpSpPr>
        <p:sp>
          <p:nvSpPr>
            <p:cNvPr id="47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7B81EF3-BBB3-3E29-C5EB-7B4F47766E9E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4F24E6-35F0-3F4B-6906-14F4A0F6CF93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49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F36B132A-6722-1961-C5A5-90B4A4213713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5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76BDAC4-2404-5DAE-FA57-1E521FB8A09F}"/>
                </a:ext>
              </a:extLst>
            </p:cNvPr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5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0B0664C-7C28-6F00-F2DD-721C174B09A1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2A032BB-36C1-D7C6-1E5E-57D59389495C}"/>
              </a:ext>
            </a:extLst>
          </p:cNvPr>
          <p:cNvGrpSpPr/>
          <p:nvPr/>
        </p:nvGrpSpPr>
        <p:grpSpPr>
          <a:xfrm>
            <a:off x="5927728" y="1600287"/>
            <a:ext cx="826563" cy="148524"/>
            <a:chOff x="8346822" y="1278001"/>
            <a:chExt cx="826563" cy="148524"/>
          </a:xfrm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id="{87B1AFAB-D562-BA60-E4C7-6AB9A54DC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전체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4" name="Chevron Left">
              <a:extLst>
                <a:ext uri="{FF2B5EF4-FFF2-40B4-BE49-F238E27FC236}">
                  <a16:creationId xmlns:a16="http://schemas.microsoft.com/office/drawing/2014/main" id="{EF6D08D8-B6B8-BF37-CAC1-E2C9F37806E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" name="Teardrop 1">
            <a:extLst>
              <a:ext uri="{FF2B5EF4-FFF2-40B4-BE49-F238E27FC236}">
                <a16:creationId xmlns:a16="http://schemas.microsoft.com/office/drawing/2014/main" id="{6E5DCD5F-18EB-8E01-2218-CED641719A3F}"/>
              </a:ext>
            </a:extLst>
          </p:cNvPr>
          <p:cNvSpPr/>
          <p:nvPr/>
        </p:nvSpPr>
        <p:spPr>
          <a:xfrm rot="16200000" flipH="1" flipV="1">
            <a:off x="8617062" y="20476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 Box">
            <a:extLst>
              <a:ext uri="{FF2B5EF4-FFF2-40B4-BE49-F238E27FC236}">
                <a16:creationId xmlns:a16="http://schemas.microsoft.com/office/drawing/2014/main" id="{999B785C-C18E-87A0-4F26-0A22AF9CD81A}"/>
              </a:ext>
            </a:extLst>
          </p:cNvPr>
          <p:cNvSpPr>
            <a:spLocks/>
          </p:cNvSpPr>
          <p:nvPr/>
        </p:nvSpPr>
        <p:spPr bwMode="auto">
          <a:xfrm>
            <a:off x="5927728" y="1206398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first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 Box">
            <a:extLst>
              <a:ext uri="{FF2B5EF4-FFF2-40B4-BE49-F238E27FC236}">
                <a16:creationId xmlns:a16="http://schemas.microsoft.com/office/drawing/2014/main" id="{4DE8E3F2-95EB-6E2E-DC1F-82787C2A05C9}"/>
              </a:ext>
            </a:extLst>
          </p:cNvPr>
          <p:cNvSpPr>
            <a:spLocks/>
          </p:cNvSpPr>
          <p:nvPr/>
        </p:nvSpPr>
        <p:spPr bwMode="auto">
          <a:xfrm>
            <a:off x="6721713" y="1206398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middle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 Box">
            <a:extLst>
              <a:ext uri="{FF2B5EF4-FFF2-40B4-BE49-F238E27FC236}">
                <a16:creationId xmlns:a16="http://schemas.microsoft.com/office/drawing/2014/main" id="{488575E5-1A40-EDC9-9DE0-CC66A1E0219D}"/>
              </a:ext>
            </a:extLst>
          </p:cNvPr>
          <p:cNvSpPr>
            <a:spLocks/>
          </p:cNvSpPr>
          <p:nvPr/>
        </p:nvSpPr>
        <p:spPr bwMode="auto">
          <a:xfrm>
            <a:off x="7519461" y="1206398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last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 Box">
            <a:extLst>
              <a:ext uri="{FF2B5EF4-FFF2-40B4-BE49-F238E27FC236}">
                <a16:creationId xmlns:a16="http://schemas.microsoft.com/office/drawing/2014/main" id="{3EAECF2B-DF3F-3D4F-6CAC-A1344386F958}"/>
              </a:ext>
            </a:extLst>
          </p:cNvPr>
          <p:cNvSpPr>
            <a:spLocks/>
          </p:cNvSpPr>
          <p:nvPr/>
        </p:nvSpPr>
        <p:spPr bwMode="auto">
          <a:xfrm>
            <a:off x="5927727" y="1380764"/>
            <a:ext cx="233606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국문 예약자 명을 입력하세요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.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2058DC3E-0DC8-1B81-BF2D-3F5608BA8D11}"/>
              </a:ext>
            </a:extLst>
          </p:cNvPr>
          <p:cNvSpPr/>
          <p:nvPr/>
        </p:nvSpPr>
        <p:spPr>
          <a:xfrm rot="16200000" flipH="1" flipV="1">
            <a:off x="4800577" y="148049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235A-4C38-E0E1-124B-9DBB6C30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5148F29-3984-F413-A434-8811C69ADA1B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등록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75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3AE6-F6E9-5C2D-056F-0C05CA4FF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B30EAC99-F866-7D84-305D-94314687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7ACC854-3ADA-7EA8-42BA-72B660B03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E2B54AE-AB0F-5776-F0D3-907E6BF338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69D7BE9-C26A-DEF0-361A-022F652F9D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DF0350-6BF1-5541-FC1F-16FB06E99E3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8A935E-FE73-A18F-1A97-6EFFA3C6FE0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252295-3484-2501-CC4B-71FAA1C6F7A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5CCAEED-BC9C-1AE7-8CB2-DEC5135A0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14426"/>
              </p:ext>
            </p:extLst>
          </p:nvPr>
        </p:nvGraphicFramePr>
        <p:xfrm>
          <a:off x="9406740" y="440717"/>
          <a:ext cx="2785260" cy="3561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후 생성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코드 선택 팝업 호출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마켓 코드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타입 출력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COMPANY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PROMOTION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* 타입 선택 후 텍스트 입력 필드 활성화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체크인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객실이 여러 개 일 경우 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ko-KR" altLang="en-US" sz="800" b="0" i="0" strike="noStrike" baseline="0" dirty="0" err="1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레그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예약 번호 내  객실 중 시작일이 가장 빠른 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체크인 일자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종료일이 가장 늦은 체크아웃 일자로    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검증 필요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시 체크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D054817-3E85-5091-05B9-7F19DDDB1EF8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09033B3-567E-7F5B-77CE-A3DB4A78F1C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169BA6-3568-4992-D4CE-1A93CAF70FB8}"/>
              </a:ext>
            </a:extLst>
          </p:cNvPr>
          <p:cNvSpPr txBox="1"/>
          <p:nvPr/>
        </p:nvSpPr>
        <p:spPr>
          <a:xfrm>
            <a:off x="1427883" y="2492896"/>
            <a:ext cx="308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A784201-08F3-0837-7B21-2EEF0F794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71000"/>
              </p:ext>
            </p:extLst>
          </p:nvPr>
        </p:nvGraphicFramePr>
        <p:xfrm>
          <a:off x="1513108" y="2763467"/>
          <a:ext cx="7778187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214561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예약번호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예약상태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2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마켓코드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타입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DED5C03-B795-EFCD-13EA-44D602395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367673"/>
              </p:ext>
            </p:extLst>
          </p:nvPr>
        </p:nvGraphicFramePr>
        <p:xfrm>
          <a:off x="1530818" y="1563557"/>
          <a:ext cx="7781146" cy="88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825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100322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144085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생년월일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국적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0AFD42C-B61B-F898-77B2-4EFCD98D9F96}"/>
              </a:ext>
            </a:extLst>
          </p:cNvPr>
          <p:cNvSpPr txBox="1"/>
          <p:nvPr/>
        </p:nvSpPr>
        <p:spPr>
          <a:xfrm>
            <a:off x="1445594" y="131874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예약자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58" name="Text Box">
            <a:extLst>
              <a:ext uri="{FF2B5EF4-FFF2-40B4-BE49-F238E27FC236}">
                <a16:creationId xmlns:a16="http://schemas.microsoft.com/office/drawing/2014/main" id="{BD523B18-355E-BB4B-4DB7-F7C3A14B6766}"/>
              </a:ext>
            </a:extLst>
          </p:cNvPr>
          <p:cNvSpPr>
            <a:spLocks/>
          </p:cNvSpPr>
          <p:nvPr/>
        </p:nvSpPr>
        <p:spPr bwMode="auto">
          <a:xfrm>
            <a:off x="2541992" y="1814345"/>
            <a:ext cx="196989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bg1">
                    <a:lumMod val="7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예약자명을 입력하세요</a:t>
            </a:r>
            <a:endParaRPr kumimoji="0" lang="en-US" altLang="ko-KR" sz="700" kern="0" dirty="0">
              <a:solidFill>
                <a:schemeClr val="bg1">
                  <a:lumMod val="7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D55B0BC1-872A-373C-8CEA-7A626EAC1F14}"/>
              </a:ext>
            </a:extLst>
          </p:cNvPr>
          <p:cNvGrpSpPr/>
          <p:nvPr/>
        </p:nvGrpSpPr>
        <p:grpSpPr>
          <a:xfrm>
            <a:off x="2541992" y="2041460"/>
            <a:ext cx="1969894" cy="148590"/>
            <a:chOff x="3067263" y="2005049"/>
            <a:chExt cx="1969894" cy="217550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E6D8078-0A2D-A1CB-D398-528571074045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76498DAD-98C3-ADD6-3495-08849A74CCCF}"/>
                </a:ext>
              </a:extLst>
            </p:cNvPr>
            <p:cNvSpPr/>
            <p:nvPr/>
          </p:nvSpPr>
          <p:spPr>
            <a:xfrm>
              <a:off x="3563879" y="2005049"/>
              <a:ext cx="147327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2" name="Chevron Left">
              <a:extLst>
                <a:ext uri="{FF2B5EF4-FFF2-40B4-BE49-F238E27FC236}">
                  <a16:creationId xmlns:a16="http://schemas.microsoft.com/office/drawing/2014/main" id="{05E1E8ED-4EF1-BD69-32AD-B1C8A061264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8BEA4B6-18B7-E5D6-DD07-3940FB25CD22}"/>
              </a:ext>
            </a:extLst>
          </p:cNvPr>
          <p:cNvGrpSpPr/>
          <p:nvPr/>
        </p:nvGrpSpPr>
        <p:grpSpPr>
          <a:xfrm>
            <a:off x="2542614" y="2262301"/>
            <a:ext cx="710141" cy="144000"/>
            <a:chOff x="2523054" y="4377902"/>
            <a:chExt cx="710141" cy="144000"/>
          </a:xfrm>
        </p:grpSpPr>
        <p:sp>
          <p:nvSpPr>
            <p:cNvPr id="16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70DA87D-E1F3-2570-DBB6-CE207A114CCA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16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41EAE64-2AE7-E7D4-8412-DFBCA7865BBE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68" name="Text Box">
            <a:extLst>
              <a:ext uri="{FF2B5EF4-FFF2-40B4-BE49-F238E27FC236}">
                <a16:creationId xmlns:a16="http://schemas.microsoft.com/office/drawing/2014/main" id="{AF3DA6F5-7B19-5756-D446-2FF2721544D8}"/>
              </a:ext>
            </a:extLst>
          </p:cNvPr>
          <p:cNvSpPr>
            <a:spLocks/>
          </p:cNvSpPr>
          <p:nvPr/>
        </p:nvSpPr>
        <p:spPr bwMode="auto">
          <a:xfrm>
            <a:off x="3413746" y="3382458"/>
            <a:ext cx="2167876" cy="14852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프로모션 코드 입력</a:t>
            </a: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7ED28430-958F-F290-3DF2-0669C6B80ADB}"/>
              </a:ext>
            </a:extLst>
          </p:cNvPr>
          <p:cNvGrpSpPr/>
          <p:nvPr/>
        </p:nvGrpSpPr>
        <p:grpSpPr>
          <a:xfrm>
            <a:off x="6585596" y="2266660"/>
            <a:ext cx="872935" cy="147548"/>
            <a:chOff x="6601675" y="2344801"/>
            <a:chExt cx="872935" cy="147548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491DF7BC-184B-A7DA-C56B-F34E9AC2AD33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8" name="Chevron Left">
              <a:extLst>
                <a:ext uri="{FF2B5EF4-FFF2-40B4-BE49-F238E27FC236}">
                  <a16:creationId xmlns:a16="http://schemas.microsoft.com/office/drawing/2014/main" id="{2BA6D30E-3198-E596-16DF-AD4E59B3C70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0D3BFFF0-9D19-6E79-2702-EB6855CCE2CB}"/>
              </a:ext>
            </a:extLst>
          </p:cNvPr>
          <p:cNvGrpSpPr/>
          <p:nvPr/>
        </p:nvGrpSpPr>
        <p:grpSpPr>
          <a:xfrm>
            <a:off x="8346394" y="2263754"/>
            <a:ext cx="872935" cy="147548"/>
            <a:chOff x="6601675" y="2344801"/>
            <a:chExt cx="872935" cy="147548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BA62A06D-114D-C22F-0DED-CF503344D195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2" name="Chevron Left">
              <a:extLst>
                <a:ext uri="{FF2B5EF4-FFF2-40B4-BE49-F238E27FC236}">
                  <a16:creationId xmlns:a16="http://schemas.microsoft.com/office/drawing/2014/main" id="{FAF0AFE2-3F1B-A2BB-1987-D55ABE636AC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EB58706-452A-E5CA-8F69-E9733A01C60C}"/>
              </a:ext>
            </a:extLst>
          </p:cNvPr>
          <p:cNvGrpSpPr/>
          <p:nvPr/>
        </p:nvGrpSpPr>
        <p:grpSpPr>
          <a:xfrm>
            <a:off x="2556602" y="3382458"/>
            <a:ext cx="826563" cy="148524"/>
            <a:chOff x="8346822" y="1278001"/>
            <a:chExt cx="826563" cy="148524"/>
          </a:xfrm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1D6DDA35-C76E-13EC-FB13-499B0F297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EE8E25A7-8ED2-5288-6FA5-E04C3EA8993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E09E51-59A9-761E-7A53-BD90D9D66839}"/>
              </a:ext>
            </a:extLst>
          </p:cNvPr>
          <p:cNvGrpSpPr/>
          <p:nvPr/>
        </p:nvGrpSpPr>
        <p:grpSpPr>
          <a:xfrm>
            <a:off x="1512625" y="934825"/>
            <a:ext cx="4046732" cy="266085"/>
            <a:chOff x="1512625" y="1371221"/>
            <a:chExt cx="4046732" cy="266085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40DDA21A-A929-D3C6-7CC0-635ECCD93134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7" name="양쪽 모서리가 둥근 사각형 26">
              <a:extLst>
                <a:ext uri="{FF2B5EF4-FFF2-40B4-BE49-F238E27FC236}">
                  <a16:creationId xmlns:a16="http://schemas.microsoft.com/office/drawing/2014/main" id="{521977B2-C1B9-9309-2D39-F48B2ABE24BE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E91257EB-461F-AB47-210B-A820163D18EB}"/>
                </a:ext>
              </a:extLst>
            </p:cNvPr>
            <p:cNvSpPr/>
            <p:nvPr/>
          </p:nvSpPr>
          <p:spPr>
            <a:xfrm>
              <a:off x="3540208" y="1371221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CB180CBE-9F4A-ED3A-AB21-887B7868306F}"/>
                </a:ext>
              </a:extLst>
            </p:cNvPr>
            <p:cNvSpPr/>
            <p:nvPr/>
          </p:nvSpPr>
          <p:spPr>
            <a:xfrm>
              <a:off x="4547674" y="1371221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34C419-6927-8341-DB4B-65AF30733116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8" name="Teardrop 1">
            <a:extLst>
              <a:ext uri="{FF2B5EF4-FFF2-40B4-BE49-F238E27FC236}">
                <a16:creationId xmlns:a16="http://schemas.microsoft.com/office/drawing/2014/main" id="{32600852-C0E6-5760-22FD-E496544B46B5}"/>
              </a:ext>
            </a:extLst>
          </p:cNvPr>
          <p:cNvSpPr/>
          <p:nvPr/>
        </p:nvSpPr>
        <p:spPr>
          <a:xfrm rot="16200000" flipH="1" flipV="1">
            <a:off x="5589542" y="267634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5" name="Chevron Left">
            <a:extLst>
              <a:ext uri="{FF2B5EF4-FFF2-40B4-BE49-F238E27FC236}">
                <a16:creationId xmlns:a16="http://schemas.microsoft.com/office/drawing/2014/main" id="{DDF7BFA5-080A-14B5-DDFD-FEB1A1F443AA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17358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Chevron Left">
            <a:extLst>
              <a:ext uri="{FF2B5EF4-FFF2-40B4-BE49-F238E27FC236}">
                <a16:creationId xmlns:a16="http://schemas.microsoft.com/office/drawing/2014/main" id="{345076E6-4378-16C1-8D32-B6E8B8DF44E0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82584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DDB1AC2-C970-3901-B926-FF2B6F939F7E}"/>
              </a:ext>
            </a:extLst>
          </p:cNvPr>
          <p:cNvGrpSpPr/>
          <p:nvPr/>
        </p:nvGrpSpPr>
        <p:grpSpPr>
          <a:xfrm rot="10800000">
            <a:off x="1289409" y="1202934"/>
            <a:ext cx="360000" cy="372571"/>
            <a:chOff x="3180625" y="5062589"/>
            <a:chExt cx="360000" cy="372571"/>
          </a:xfrm>
        </p:grpSpPr>
        <p:cxnSp>
          <p:nvCxnSpPr>
            <p:cNvPr id="9" name="직선 연결선 206">
              <a:extLst>
                <a:ext uri="{FF2B5EF4-FFF2-40B4-BE49-F238E27FC236}">
                  <a16:creationId xmlns:a16="http://schemas.microsoft.com/office/drawing/2014/main" id="{6D9E8295-6C01-A965-D1C5-A537C699E840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D4E2F7B-CC2F-88E0-8F41-091F324BF2B0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B56C48-41B0-BE6D-EE89-D7F44C63E002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E30D2F1-4A96-54B1-F10B-913B04CBE1B2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9521E246-86EB-C1C1-8625-F67621CA39D8}"/>
              </a:ext>
            </a:extLst>
          </p:cNvPr>
          <p:cNvSpPr>
            <a:spLocks/>
          </p:cNvSpPr>
          <p:nvPr/>
        </p:nvSpPr>
        <p:spPr bwMode="auto">
          <a:xfrm>
            <a:off x="6593178" y="2039980"/>
            <a:ext cx="200162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735517F-D95E-7FE6-D5A9-C4AA2D7C1626}"/>
              </a:ext>
            </a:extLst>
          </p:cNvPr>
          <p:cNvGrpSpPr/>
          <p:nvPr/>
        </p:nvGrpSpPr>
        <p:grpSpPr>
          <a:xfrm>
            <a:off x="2542614" y="2985525"/>
            <a:ext cx="710141" cy="144000"/>
            <a:chOff x="2523054" y="4377902"/>
            <a:chExt cx="710141" cy="144000"/>
          </a:xfrm>
        </p:grpSpPr>
        <p:sp>
          <p:nvSpPr>
            <p:cNvPr id="3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939BED8-5C1C-68CA-2AB6-2CF055C0BE95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4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90A4547-38ED-C78F-4BCC-4D2E456E28D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D260FB2-71DF-8225-EBC9-689298CB14FB}"/>
              </a:ext>
            </a:extLst>
          </p:cNvPr>
          <p:cNvGrpSpPr/>
          <p:nvPr/>
        </p:nvGrpSpPr>
        <p:grpSpPr>
          <a:xfrm>
            <a:off x="6618987" y="2985525"/>
            <a:ext cx="710141" cy="144000"/>
            <a:chOff x="2523054" y="4377902"/>
            <a:chExt cx="710141" cy="144000"/>
          </a:xfrm>
        </p:grpSpPr>
        <p:sp>
          <p:nvSpPr>
            <p:cNvPr id="5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D00637F-0696-3167-BF46-7F2DFEC525DF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5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F414A82-10EB-9837-1448-BFD6261CE5E7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52" name="Teardrop 1">
            <a:extLst>
              <a:ext uri="{FF2B5EF4-FFF2-40B4-BE49-F238E27FC236}">
                <a16:creationId xmlns:a16="http://schemas.microsoft.com/office/drawing/2014/main" id="{B2ED22D5-7C7E-0D54-DF56-BBE8857BFF5A}"/>
              </a:ext>
            </a:extLst>
          </p:cNvPr>
          <p:cNvSpPr/>
          <p:nvPr/>
        </p:nvSpPr>
        <p:spPr>
          <a:xfrm rot="16200000" flipH="1" flipV="1">
            <a:off x="1463481" y="267634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BA936F9-55AB-DFC5-4D18-C814BB6D8E3F}"/>
              </a:ext>
            </a:extLst>
          </p:cNvPr>
          <p:cNvSpPr/>
          <p:nvPr/>
        </p:nvSpPr>
        <p:spPr>
          <a:xfrm>
            <a:off x="2550628" y="3186836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1F34579-C8C9-36CB-349A-67E0FEB370F3}"/>
              </a:ext>
            </a:extLst>
          </p:cNvPr>
          <p:cNvSpPr/>
          <p:nvPr/>
        </p:nvSpPr>
        <p:spPr>
          <a:xfrm>
            <a:off x="6621435" y="3184652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</p:txBody>
      </p:sp>
      <p:sp>
        <p:nvSpPr>
          <p:cNvPr id="57" name="Teardrop 1">
            <a:extLst>
              <a:ext uri="{FF2B5EF4-FFF2-40B4-BE49-F238E27FC236}">
                <a16:creationId xmlns:a16="http://schemas.microsoft.com/office/drawing/2014/main" id="{567DE8BE-93F1-FA02-E39F-84062571C9F4}"/>
              </a:ext>
            </a:extLst>
          </p:cNvPr>
          <p:cNvSpPr/>
          <p:nvPr/>
        </p:nvSpPr>
        <p:spPr>
          <a:xfrm rot="16200000" flipH="1" flipV="1">
            <a:off x="2413982" y="307709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ardrop 1">
            <a:extLst>
              <a:ext uri="{FF2B5EF4-FFF2-40B4-BE49-F238E27FC236}">
                <a16:creationId xmlns:a16="http://schemas.microsoft.com/office/drawing/2014/main" id="{71871CCA-8B4C-4565-CD9B-2585472713DE}"/>
              </a:ext>
            </a:extLst>
          </p:cNvPr>
          <p:cNvSpPr/>
          <p:nvPr/>
        </p:nvSpPr>
        <p:spPr>
          <a:xfrm rot="16200000" flipH="1" flipV="1">
            <a:off x="6485799" y="307491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1CF91C-A3D7-EBE0-386A-F15654F95EA0}"/>
              </a:ext>
            </a:extLst>
          </p:cNvPr>
          <p:cNvSpPr txBox="1"/>
          <p:nvPr/>
        </p:nvSpPr>
        <p:spPr>
          <a:xfrm>
            <a:off x="7854270" y="1310577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61" name="Text Box">
            <a:extLst>
              <a:ext uri="{FF2B5EF4-FFF2-40B4-BE49-F238E27FC236}">
                <a16:creationId xmlns:a16="http://schemas.microsoft.com/office/drawing/2014/main" id="{311A10D5-44A5-60A2-23E6-7C3648598F28}"/>
              </a:ext>
            </a:extLst>
          </p:cNvPr>
          <p:cNvSpPr>
            <a:spLocks/>
          </p:cNvSpPr>
          <p:nvPr/>
        </p:nvSpPr>
        <p:spPr bwMode="auto">
          <a:xfrm>
            <a:off x="6599585" y="1818822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first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" name="Text Box">
            <a:extLst>
              <a:ext uri="{FF2B5EF4-FFF2-40B4-BE49-F238E27FC236}">
                <a16:creationId xmlns:a16="http://schemas.microsoft.com/office/drawing/2014/main" id="{092E7236-1526-7BD4-88F1-B51FC3DBA8D8}"/>
              </a:ext>
            </a:extLst>
          </p:cNvPr>
          <p:cNvSpPr>
            <a:spLocks/>
          </p:cNvSpPr>
          <p:nvPr/>
        </p:nvSpPr>
        <p:spPr bwMode="auto">
          <a:xfrm>
            <a:off x="7393570" y="1818822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middle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xt Box">
            <a:extLst>
              <a:ext uri="{FF2B5EF4-FFF2-40B4-BE49-F238E27FC236}">
                <a16:creationId xmlns:a16="http://schemas.microsoft.com/office/drawing/2014/main" id="{22A10E53-92BB-B341-E980-0A9F8973D307}"/>
              </a:ext>
            </a:extLst>
          </p:cNvPr>
          <p:cNvSpPr>
            <a:spLocks/>
          </p:cNvSpPr>
          <p:nvPr/>
        </p:nvSpPr>
        <p:spPr bwMode="auto">
          <a:xfrm>
            <a:off x="8191318" y="1818822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last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8" name="Teardrop 1">
            <a:extLst>
              <a:ext uri="{FF2B5EF4-FFF2-40B4-BE49-F238E27FC236}">
                <a16:creationId xmlns:a16="http://schemas.microsoft.com/office/drawing/2014/main" id="{7F28F10D-86A5-3478-CA7A-F74D6960750B}"/>
              </a:ext>
            </a:extLst>
          </p:cNvPr>
          <p:cNvSpPr/>
          <p:nvPr/>
        </p:nvSpPr>
        <p:spPr>
          <a:xfrm rot="16200000" flipH="1" flipV="1">
            <a:off x="2419237" y="327679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Teardrop 1">
            <a:extLst>
              <a:ext uri="{FF2B5EF4-FFF2-40B4-BE49-F238E27FC236}">
                <a16:creationId xmlns:a16="http://schemas.microsoft.com/office/drawing/2014/main" id="{D1832A24-21C3-879C-AF42-C6E43E7A0B3B}"/>
              </a:ext>
            </a:extLst>
          </p:cNvPr>
          <p:cNvSpPr/>
          <p:nvPr/>
        </p:nvSpPr>
        <p:spPr>
          <a:xfrm rot="16200000" flipH="1" flipV="1">
            <a:off x="1578016" y="28898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0" name="Teardrop 1">
            <a:extLst>
              <a:ext uri="{FF2B5EF4-FFF2-40B4-BE49-F238E27FC236}">
                <a16:creationId xmlns:a16="http://schemas.microsoft.com/office/drawing/2014/main" id="{AAECCB65-20DD-C4A4-50CE-6943CA4459B3}"/>
              </a:ext>
            </a:extLst>
          </p:cNvPr>
          <p:cNvSpPr/>
          <p:nvPr/>
        </p:nvSpPr>
        <p:spPr>
          <a:xfrm rot="16200000" flipH="1" flipV="1">
            <a:off x="5679448" y="288987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7107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3735-523F-1480-D85F-DAD94B7DB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8DE7C561-72CE-0C57-DEC1-B125E9BF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42DD80A-A0DC-8F6B-B6E5-459050889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상세정보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0967078C-BE98-0553-1486-E507361885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F4F5944-22ED-0FC0-F3AD-EBE8ECAF3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F5E25D-B18D-041D-E115-019C7B5B19DF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68595010-2AA2-D212-E681-0E8A974D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721042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객실 및 서브 예약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추가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타입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투숙객 정보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row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추가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각 유료 서비스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4EBE7A2-2A61-9931-EFBD-588FF3D74423}"/>
              </a:ext>
            </a:extLst>
          </p:cNvPr>
          <p:cNvSpPr txBox="1"/>
          <p:nvPr/>
        </p:nvSpPr>
        <p:spPr>
          <a:xfrm>
            <a:off x="1427884" y="104775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상세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2CEEC5C-38E3-E96F-F23C-A03A8843D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90371"/>
              </p:ext>
            </p:extLst>
          </p:nvPr>
        </p:nvGraphicFramePr>
        <p:xfrm>
          <a:off x="1513108" y="1992071"/>
          <a:ext cx="7801314" cy="3025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021662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31639894"/>
                    </a:ext>
                  </a:extLst>
                </a:gridCol>
                <a:gridCol w="2947280">
                  <a:extLst>
                    <a:ext uri="{9D8B030D-6E8A-4147-A177-3AD203B41FA5}">
                      <a16:colId xmlns:a16="http://schemas.microsoft.com/office/drawing/2014/main" val="1764560277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후 생성됩니다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  <a:tr h="292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86338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52357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6459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1666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6821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22515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Early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check-in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Late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97243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유료 서비스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39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90919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 서비스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0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어메니티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등록된 유료 서비스 정보가 없습니다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00530"/>
                  </a:ext>
                </a:extLst>
              </a:tr>
            </a:tbl>
          </a:graphicData>
        </a:graphic>
      </p:graphicFrame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FDE2CE8-9D3D-FC92-AEE2-E6B48597AEC0}"/>
              </a:ext>
            </a:extLst>
          </p:cNvPr>
          <p:cNvGrpSpPr/>
          <p:nvPr/>
        </p:nvGrpSpPr>
        <p:grpSpPr>
          <a:xfrm>
            <a:off x="2524904" y="3817165"/>
            <a:ext cx="710141" cy="144000"/>
            <a:chOff x="2523054" y="4377902"/>
            <a:chExt cx="710141" cy="144000"/>
          </a:xfrm>
        </p:grpSpPr>
        <p:sp>
          <p:nvSpPr>
            <p:cNvPr id="12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988761C-92B7-B2ED-8120-226E20712818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12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8B37FCE-4586-607C-8A76-86AD033733F5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C4DC2B76-9907-FE43-0190-B4753D4C1C2D}"/>
              </a:ext>
            </a:extLst>
          </p:cNvPr>
          <p:cNvGrpSpPr/>
          <p:nvPr/>
        </p:nvGrpSpPr>
        <p:grpSpPr>
          <a:xfrm>
            <a:off x="6405132" y="3817165"/>
            <a:ext cx="710141" cy="144000"/>
            <a:chOff x="2523054" y="4377902"/>
            <a:chExt cx="710141" cy="144000"/>
          </a:xfrm>
        </p:grpSpPr>
        <p:sp>
          <p:nvSpPr>
            <p:cNvPr id="12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F56A10B-106F-86AF-8B74-40AB641775FD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altLang="ko-KR" sz="700" b="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12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5F9252D-9228-334B-01CB-C49CC32C406C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25" name="Text Box">
            <a:extLst>
              <a:ext uri="{FF2B5EF4-FFF2-40B4-BE49-F238E27FC236}">
                <a16:creationId xmlns:a16="http://schemas.microsoft.com/office/drawing/2014/main" id="{3A465D76-399C-29DF-EB63-F979B86EDF16}"/>
              </a:ext>
            </a:extLst>
          </p:cNvPr>
          <p:cNvSpPr>
            <a:spLocks/>
          </p:cNvSpPr>
          <p:nvPr/>
        </p:nvSpPr>
        <p:spPr bwMode="auto">
          <a:xfrm>
            <a:off x="2528855" y="2955537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6" name="Text Box">
            <a:extLst>
              <a:ext uri="{FF2B5EF4-FFF2-40B4-BE49-F238E27FC236}">
                <a16:creationId xmlns:a16="http://schemas.microsoft.com/office/drawing/2014/main" id="{6ED6ED26-712F-C4BA-24A6-DBB16A2421D1}"/>
              </a:ext>
            </a:extLst>
          </p:cNvPr>
          <p:cNvSpPr>
            <a:spLocks/>
          </p:cNvSpPr>
          <p:nvPr/>
        </p:nvSpPr>
        <p:spPr bwMode="auto">
          <a:xfrm>
            <a:off x="6424663" y="2955537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9" name="Chevron Left">
            <a:extLst>
              <a:ext uri="{FF2B5EF4-FFF2-40B4-BE49-F238E27FC236}">
                <a16:creationId xmlns:a16="http://schemas.microsoft.com/office/drawing/2014/main" id="{801AAADF-7135-0D71-9ED8-6D85DE3A7648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2016968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BBCADAD-6B0E-8A92-90A2-8C6C40C7A040}"/>
              </a:ext>
            </a:extLst>
          </p:cNvPr>
          <p:cNvSpPr/>
          <p:nvPr/>
        </p:nvSpPr>
        <p:spPr>
          <a:xfrm>
            <a:off x="2535056" y="2486104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145" name="Text Box">
            <a:extLst>
              <a:ext uri="{FF2B5EF4-FFF2-40B4-BE49-F238E27FC236}">
                <a16:creationId xmlns:a16="http://schemas.microsoft.com/office/drawing/2014/main" id="{76D6F1C3-36C2-9EA2-18C0-450CB2A1A607}"/>
              </a:ext>
            </a:extLst>
          </p:cNvPr>
          <p:cNvSpPr>
            <a:spLocks/>
          </p:cNvSpPr>
          <p:nvPr/>
        </p:nvSpPr>
        <p:spPr bwMode="auto">
          <a:xfrm>
            <a:off x="2528854" y="3386128"/>
            <a:ext cx="198303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B80C0BD8-7054-EED0-876C-9F9FF917D9F6}"/>
              </a:ext>
            </a:extLst>
          </p:cNvPr>
          <p:cNvSpPr/>
          <p:nvPr/>
        </p:nvSpPr>
        <p:spPr>
          <a:xfrm>
            <a:off x="8747371" y="3180413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C68AA7-7846-6D60-2C6B-D6875A2619BC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8A2598B-2FE2-2332-7E09-98D1176742AD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645FA76-0182-84B4-EE47-529EAC5A8B6E}"/>
              </a:ext>
            </a:extLst>
          </p:cNvPr>
          <p:cNvSpPr/>
          <p:nvPr/>
        </p:nvSpPr>
        <p:spPr>
          <a:xfrm>
            <a:off x="6424663" y="2480402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5D46C1-54BF-1901-C20E-DB373A3A4E8B}"/>
              </a:ext>
            </a:extLst>
          </p:cNvPr>
          <p:cNvSpPr/>
          <p:nvPr/>
        </p:nvSpPr>
        <p:spPr>
          <a:xfrm>
            <a:off x="8829052" y="1080272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D095DD9-D3FC-7DC0-4F7E-E3C7AAAF7B81}"/>
              </a:ext>
            </a:extLst>
          </p:cNvPr>
          <p:cNvGrpSpPr/>
          <p:nvPr/>
        </p:nvGrpSpPr>
        <p:grpSpPr>
          <a:xfrm rot="10800000">
            <a:off x="1289409" y="977787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E09645E3-55F8-49D4-6571-7FE9B0F38E08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AAD0A3B-9C2F-8B7D-A484-2614FE27976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4B83D1B-E7FF-6B33-F00D-875C0EB37AD5}"/>
              </a:ext>
            </a:extLst>
          </p:cNvPr>
          <p:cNvGrpSpPr/>
          <p:nvPr/>
        </p:nvGrpSpPr>
        <p:grpSpPr>
          <a:xfrm>
            <a:off x="1512625" y="703438"/>
            <a:ext cx="4046732" cy="263263"/>
            <a:chOff x="1512625" y="1374043"/>
            <a:chExt cx="4046732" cy="263263"/>
          </a:xfrm>
        </p:grpSpPr>
        <p:sp>
          <p:nvSpPr>
            <p:cNvPr id="57" name="양쪽 모서리가 둥근 사각형 56">
              <a:extLst>
                <a:ext uri="{FF2B5EF4-FFF2-40B4-BE49-F238E27FC236}">
                  <a16:creationId xmlns:a16="http://schemas.microsoft.com/office/drawing/2014/main" id="{17C9289B-96D4-7DAF-BE3F-8C3268C120F8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58" name="양쪽 모서리가 둥근 사각형 57">
              <a:extLst>
                <a:ext uri="{FF2B5EF4-FFF2-40B4-BE49-F238E27FC236}">
                  <a16:creationId xmlns:a16="http://schemas.microsoft.com/office/drawing/2014/main" id="{05E5416B-7C77-4D85-132D-BF84CC3BD835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60" name="양쪽 모서리가 둥근 사각형 59">
              <a:extLst>
                <a:ext uri="{FF2B5EF4-FFF2-40B4-BE49-F238E27FC236}">
                  <a16:creationId xmlns:a16="http://schemas.microsoft.com/office/drawing/2014/main" id="{E59D2E80-4569-5A1A-9417-272D75D1AD31}"/>
                </a:ext>
              </a:extLst>
            </p:cNvPr>
            <p:cNvSpPr/>
            <p:nvPr/>
          </p:nvSpPr>
          <p:spPr>
            <a:xfrm>
              <a:off x="354020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61" name="양쪽 모서리가 둥근 사각형 60">
              <a:extLst>
                <a:ext uri="{FF2B5EF4-FFF2-40B4-BE49-F238E27FC236}">
                  <a16:creationId xmlns:a16="http://schemas.microsoft.com/office/drawing/2014/main" id="{D5A2004D-046C-433F-E72F-FE728C1830FE}"/>
                </a:ext>
              </a:extLst>
            </p:cNvPr>
            <p:cNvSpPr/>
            <p:nvPr/>
          </p:nvSpPr>
          <p:spPr>
            <a:xfrm>
              <a:off x="454767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49" name="Teardrop 1">
            <a:extLst>
              <a:ext uri="{FF2B5EF4-FFF2-40B4-BE49-F238E27FC236}">
                <a16:creationId xmlns:a16="http://schemas.microsoft.com/office/drawing/2014/main" id="{29B7518C-755C-2BF4-6E99-D0730C00BC73}"/>
              </a:ext>
            </a:extLst>
          </p:cNvPr>
          <p:cNvSpPr/>
          <p:nvPr/>
        </p:nvSpPr>
        <p:spPr>
          <a:xfrm rot="16200000" flipH="1" flipV="1">
            <a:off x="8759043" y="10017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55A9E12-4F70-E111-F136-6147C46B8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006263"/>
              </p:ext>
            </p:extLst>
          </p:nvPr>
        </p:nvGraphicFramePr>
        <p:xfrm>
          <a:off x="1513108" y="1302953"/>
          <a:ext cx="7746196" cy="2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추가 버튼을 클릭하여 예약 상세 정보를 등록 하세요</a:t>
                      </a:r>
                      <a:r>
                        <a:rPr lang="en-US" altLang="ko-KR" sz="7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</a:tbl>
          </a:graphicData>
        </a:graphic>
      </p:graphicFrame>
      <p:grpSp>
        <p:nvGrpSpPr>
          <p:cNvPr id="38" name="Click">
            <a:extLst>
              <a:ext uri="{FF2B5EF4-FFF2-40B4-BE49-F238E27FC236}">
                <a16:creationId xmlns:a16="http://schemas.microsoft.com/office/drawing/2014/main" id="{30FAC58C-7BC8-8E9E-ADFE-88D1DB0AB5C8}"/>
              </a:ext>
            </a:extLst>
          </p:cNvPr>
          <p:cNvGrpSpPr>
            <a:grpSpLocks noChangeAspect="1"/>
          </p:cNvGrpSpPr>
          <p:nvPr/>
        </p:nvGrpSpPr>
        <p:grpSpPr>
          <a:xfrm>
            <a:off x="9071083" y="1094666"/>
            <a:ext cx="362153" cy="516120"/>
            <a:chOff x="5294313" y="2197100"/>
            <a:chExt cx="530225" cy="755651"/>
          </a:xfrm>
        </p:grpSpPr>
        <p:sp>
          <p:nvSpPr>
            <p:cNvPr id="39" name="Arrow Cursor">
              <a:extLst>
                <a:ext uri="{FF2B5EF4-FFF2-40B4-BE49-F238E27FC236}">
                  <a16:creationId xmlns:a16="http://schemas.microsoft.com/office/drawing/2014/main" id="{44A24CAC-8DDA-68BB-B988-EFE6C121CC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0" name="Click">
              <a:extLst>
                <a:ext uri="{FF2B5EF4-FFF2-40B4-BE49-F238E27FC236}">
                  <a16:creationId xmlns:a16="http://schemas.microsoft.com/office/drawing/2014/main" id="{3ACC7864-F84C-ED14-97C7-F1380D6EE1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8" name="꺾인 연결선[E] 7">
            <a:extLst>
              <a:ext uri="{FF2B5EF4-FFF2-40B4-BE49-F238E27FC236}">
                <a16:creationId xmlns:a16="http://schemas.microsoft.com/office/drawing/2014/main" id="{7FC57887-ACB3-5A54-62D4-4AD9B5EC34AD}"/>
              </a:ext>
            </a:extLst>
          </p:cNvPr>
          <p:cNvCxnSpPr>
            <a:stCxn id="12" idx="2"/>
            <a:endCxn id="41" idx="0"/>
          </p:cNvCxnSpPr>
          <p:nvPr/>
        </p:nvCxnSpPr>
        <p:spPr>
          <a:xfrm rot="5400000">
            <a:off x="6845073" y="-207035"/>
            <a:ext cx="767799" cy="36304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ardrop 1">
            <a:extLst>
              <a:ext uri="{FF2B5EF4-FFF2-40B4-BE49-F238E27FC236}">
                <a16:creationId xmlns:a16="http://schemas.microsoft.com/office/drawing/2014/main" id="{927D46EB-233D-FB74-941C-9698515895DD}"/>
              </a:ext>
            </a:extLst>
          </p:cNvPr>
          <p:cNvSpPr/>
          <p:nvPr/>
        </p:nvSpPr>
        <p:spPr>
          <a:xfrm rot="16200000" flipH="1" flipV="1">
            <a:off x="2396931" y="23957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ardrop 1">
            <a:extLst>
              <a:ext uri="{FF2B5EF4-FFF2-40B4-BE49-F238E27FC236}">
                <a16:creationId xmlns:a16="http://schemas.microsoft.com/office/drawing/2014/main" id="{9A9C2825-6CF4-EE3E-D391-BA2B6C7473BE}"/>
              </a:ext>
            </a:extLst>
          </p:cNvPr>
          <p:cNvSpPr/>
          <p:nvPr/>
        </p:nvSpPr>
        <p:spPr>
          <a:xfrm rot="16200000" flipH="1" flipV="1">
            <a:off x="6312345" y="23957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ardrop 1">
            <a:extLst>
              <a:ext uri="{FF2B5EF4-FFF2-40B4-BE49-F238E27FC236}">
                <a16:creationId xmlns:a16="http://schemas.microsoft.com/office/drawing/2014/main" id="{96336B39-A4DF-2A2B-9198-FD12E592D912}"/>
              </a:ext>
            </a:extLst>
          </p:cNvPr>
          <p:cNvSpPr/>
          <p:nvPr/>
        </p:nvSpPr>
        <p:spPr>
          <a:xfrm rot="16200000" flipH="1" flipV="1">
            <a:off x="8643495" y="307880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E6463F-EFFB-1372-FA5D-4E9B4BA9D8AA}"/>
              </a:ext>
            </a:extLst>
          </p:cNvPr>
          <p:cNvSpPr/>
          <p:nvPr/>
        </p:nvSpPr>
        <p:spPr>
          <a:xfrm>
            <a:off x="4007768" y="4449624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3953F70-E910-41B5-476C-8555843040D7}"/>
              </a:ext>
            </a:extLst>
          </p:cNvPr>
          <p:cNvSpPr/>
          <p:nvPr/>
        </p:nvSpPr>
        <p:spPr>
          <a:xfrm>
            <a:off x="4007768" y="464713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0AD891-E655-3E71-F463-CB2BC89AB8CC}"/>
              </a:ext>
            </a:extLst>
          </p:cNvPr>
          <p:cNvSpPr/>
          <p:nvPr/>
        </p:nvSpPr>
        <p:spPr>
          <a:xfrm>
            <a:off x="4007768" y="484464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433103BB-B385-097C-4856-5DB95DC7A89D}"/>
              </a:ext>
            </a:extLst>
          </p:cNvPr>
          <p:cNvSpPr/>
          <p:nvPr/>
        </p:nvSpPr>
        <p:spPr>
          <a:xfrm rot="16200000" flipH="1" flipV="1">
            <a:off x="3878719" y="43402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xt Box">
            <a:extLst>
              <a:ext uri="{FF2B5EF4-FFF2-40B4-BE49-F238E27FC236}">
                <a16:creationId xmlns:a16="http://schemas.microsoft.com/office/drawing/2014/main" id="{778805ED-AB6F-5AEA-3AB0-5C440B53C5D7}"/>
              </a:ext>
            </a:extLst>
          </p:cNvPr>
          <p:cNvSpPr>
            <a:spLocks/>
          </p:cNvSpPr>
          <p:nvPr/>
        </p:nvSpPr>
        <p:spPr bwMode="auto">
          <a:xfrm>
            <a:off x="6405261" y="3384885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first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9326A6D4-572F-8501-CB7C-8E1D8DC4C3AD}"/>
              </a:ext>
            </a:extLst>
          </p:cNvPr>
          <p:cNvSpPr>
            <a:spLocks/>
          </p:cNvSpPr>
          <p:nvPr/>
        </p:nvSpPr>
        <p:spPr bwMode="auto">
          <a:xfrm>
            <a:off x="7199246" y="3384885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middle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xt Box">
            <a:extLst>
              <a:ext uri="{FF2B5EF4-FFF2-40B4-BE49-F238E27FC236}">
                <a16:creationId xmlns:a16="http://schemas.microsoft.com/office/drawing/2014/main" id="{9E5AD786-FF3E-A0AF-1AB1-01BF8B7489CB}"/>
              </a:ext>
            </a:extLst>
          </p:cNvPr>
          <p:cNvSpPr>
            <a:spLocks/>
          </p:cNvSpPr>
          <p:nvPr/>
        </p:nvSpPr>
        <p:spPr bwMode="auto">
          <a:xfrm>
            <a:off x="7996994" y="3384885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last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85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F54F-B166-52D9-CD19-B2916882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D779815-3C2E-D089-F236-C7D4BD83C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FBE87C8-E596-C7D7-6373-5FC89EA42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예치금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D2EECA3-76EB-41E1-932B-ED0FF79602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208E16E-99C5-7B94-2264-752B95EE81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35C780-E6A0-1C0F-D609-E18846057340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821B722-1BCA-82AD-6387-A9F7F76CF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094258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56FCF74-E5EE-407D-AEDB-C226A8D9CC8F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B2E557-51C4-5EB3-CFE2-434040F6B58A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132" name="표 131">
            <a:extLst>
              <a:ext uri="{FF2B5EF4-FFF2-40B4-BE49-F238E27FC236}">
                <a16:creationId xmlns:a16="http://schemas.microsoft.com/office/drawing/2014/main" id="{801D4FE4-5974-4A2D-8AB0-070BE38F3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08023"/>
              </p:ext>
            </p:extLst>
          </p:nvPr>
        </p:nvGraphicFramePr>
        <p:xfrm>
          <a:off x="1487971" y="1413023"/>
          <a:ext cx="7746196" cy="99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◉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89311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183D0554-4D6D-784F-F260-BEAB8A80C9CF}"/>
              </a:ext>
            </a:extLst>
          </p:cNvPr>
          <p:cNvSpPr txBox="1"/>
          <p:nvPr/>
        </p:nvSpPr>
        <p:spPr>
          <a:xfrm>
            <a:off x="1405715" y="115154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예치금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34" name="Text Box">
            <a:extLst>
              <a:ext uri="{FF2B5EF4-FFF2-40B4-BE49-F238E27FC236}">
                <a16:creationId xmlns:a16="http://schemas.microsoft.com/office/drawing/2014/main" id="{533D26CF-6018-3E93-819A-1403E805F88D}"/>
              </a:ext>
            </a:extLst>
          </p:cNvPr>
          <p:cNvSpPr>
            <a:spLocks/>
          </p:cNvSpPr>
          <p:nvPr/>
        </p:nvSpPr>
        <p:spPr bwMode="auto">
          <a:xfrm>
            <a:off x="2552488" y="1698805"/>
            <a:ext cx="2685238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5" name="Text Box">
            <a:extLst>
              <a:ext uri="{FF2B5EF4-FFF2-40B4-BE49-F238E27FC236}">
                <a16:creationId xmlns:a16="http://schemas.microsoft.com/office/drawing/2014/main" id="{E380029B-CBA8-BEDC-2ABC-639917BAC070}"/>
              </a:ext>
            </a:extLst>
          </p:cNvPr>
          <p:cNvSpPr>
            <a:spLocks/>
          </p:cNvSpPr>
          <p:nvPr/>
        </p:nvSpPr>
        <p:spPr bwMode="auto">
          <a:xfrm>
            <a:off x="2552488" y="1948592"/>
            <a:ext cx="27801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6" name="Text Box">
            <a:extLst>
              <a:ext uri="{FF2B5EF4-FFF2-40B4-BE49-F238E27FC236}">
                <a16:creationId xmlns:a16="http://schemas.microsoft.com/office/drawing/2014/main" id="{A80CDDB5-430C-D76E-23B5-06D6BA112B62}"/>
              </a:ext>
            </a:extLst>
          </p:cNvPr>
          <p:cNvSpPr>
            <a:spLocks/>
          </p:cNvSpPr>
          <p:nvPr/>
        </p:nvSpPr>
        <p:spPr bwMode="auto">
          <a:xfrm>
            <a:off x="2917654" y="1948592"/>
            <a:ext cx="371066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7" name="Text Box">
            <a:extLst>
              <a:ext uri="{FF2B5EF4-FFF2-40B4-BE49-F238E27FC236}">
                <a16:creationId xmlns:a16="http://schemas.microsoft.com/office/drawing/2014/main" id="{8584F673-9CD5-5A23-5E9B-293AEC2E0EDA}"/>
              </a:ext>
            </a:extLst>
          </p:cNvPr>
          <p:cNvSpPr>
            <a:spLocks/>
          </p:cNvSpPr>
          <p:nvPr/>
        </p:nvSpPr>
        <p:spPr bwMode="auto">
          <a:xfrm>
            <a:off x="6566927" y="1698805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8" name="Text Box">
            <a:extLst>
              <a:ext uri="{FF2B5EF4-FFF2-40B4-BE49-F238E27FC236}">
                <a16:creationId xmlns:a16="http://schemas.microsoft.com/office/drawing/2014/main" id="{5B9A1036-E0EB-1930-0F18-4ADA06B9480B}"/>
              </a:ext>
            </a:extLst>
          </p:cNvPr>
          <p:cNvSpPr>
            <a:spLocks/>
          </p:cNvSpPr>
          <p:nvPr/>
        </p:nvSpPr>
        <p:spPr bwMode="auto">
          <a:xfrm>
            <a:off x="3033558" y="2202840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9" name="Text Box">
            <a:extLst>
              <a:ext uri="{FF2B5EF4-FFF2-40B4-BE49-F238E27FC236}">
                <a16:creationId xmlns:a16="http://schemas.microsoft.com/office/drawing/2014/main" id="{B6B7AE08-2A21-E4D0-1293-9062FCAC52BE}"/>
              </a:ext>
            </a:extLst>
          </p:cNvPr>
          <p:cNvSpPr>
            <a:spLocks/>
          </p:cNvSpPr>
          <p:nvPr/>
        </p:nvSpPr>
        <p:spPr bwMode="auto">
          <a:xfrm>
            <a:off x="6566927" y="1948592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0" name="그래픽 139" descr="눈 단색으로 채워진">
            <a:extLst>
              <a:ext uri="{FF2B5EF4-FFF2-40B4-BE49-F238E27FC236}">
                <a16:creationId xmlns:a16="http://schemas.microsoft.com/office/drawing/2014/main" id="{50D30895-A90C-F1AA-1F71-25700AD48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2944" y="1680993"/>
            <a:ext cx="199000" cy="199000"/>
          </a:xfrm>
          <a:prstGeom prst="rect">
            <a:avLst/>
          </a:prstGeom>
        </p:spPr>
      </p:pic>
      <p:pic>
        <p:nvPicPr>
          <p:cNvPr id="141" name="그래픽 140" descr="눈 단색으로 채워진">
            <a:extLst>
              <a:ext uri="{FF2B5EF4-FFF2-40B4-BE49-F238E27FC236}">
                <a16:creationId xmlns:a16="http://schemas.microsoft.com/office/drawing/2014/main" id="{07260A21-23B6-9288-651C-2B0683D71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680993"/>
            <a:ext cx="199000" cy="199000"/>
          </a:xfrm>
          <a:prstGeom prst="rect">
            <a:avLst/>
          </a:prstGeom>
        </p:spPr>
      </p:pic>
      <p:pic>
        <p:nvPicPr>
          <p:cNvPr id="142" name="그래픽 141" descr="눈 단색으로 채워진">
            <a:extLst>
              <a:ext uri="{FF2B5EF4-FFF2-40B4-BE49-F238E27FC236}">
                <a16:creationId xmlns:a16="http://schemas.microsoft.com/office/drawing/2014/main" id="{6114235B-35ED-99DC-E62D-DEBBB98FD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935350"/>
            <a:ext cx="199000" cy="199000"/>
          </a:xfrm>
          <a:prstGeom prst="rect">
            <a:avLst/>
          </a:prstGeom>
        </p:spPr>
      </p:pic>
      <p:sp>
        <p:nvSpPr>
          <p:cNvPr id="143" name="Text Box">
            <a:extLst>
              <a:ext uri="{FF2B5EF4-FFF2-40B4-BE49-F238E27FC236}">
                <a16:creationId xmlns:a16="http://schemas.microsoft.com/office/drawing/2014/main" id="{55AB4EC7-BA3E-C919-CDCA-EC85D02E6836}"/>
              </a:ext>
            </a:extLst>
          </p:cNvPr>
          <p:cNvSpPr>
            <a:spLocks/>
          </p:cNvSpPr>
          <p:nvPr/>
        </p:nvSpPr>
        <p:spPr bwMode="auto">
          <a:xfrm>
            <a:off x="6566927" y="1458202"/>
            <a:ext cx="1016104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00" b="0" kern="0" spc="-3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B18CA39-AA6F-798C-5892-C4485DD0309C}"/>
              </a:ext>
            </a:extLst>
          </p:cNvPr>
          <p:cNvGrpSpPr/>
          <p:nvPr/>
        </p:nvGrpSpPr>
        <p:grpSpPr>
          <a:xfrm>
            <a:off x="2552488" y="2198379"/>
            <a:ext cx="446018" cy="163376"/>
            <a:chOff x="1290369" y="2868764"/>
            <a:chExt cx="446018" cy="163376"/>
          </a:xfrm>
        </p:grpSpPr>
        <p:sp>
          <p:nvSpPr>
            <p:cNvPr id="145" name="Text Box">
              <a:extLst>
                <a:ext uri="{FF2B5EF4-FFF2-40B4-BE49-F238E27FC236}">
                  <a16:creationId xmlns:a16="http://schemas.microsoft.com/office/drawing/2014/main" id="{73451702-F4E7-7874-CEAF-7818A1AC4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b="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6" name="Chevron Left">
              <a:extLst>
                <a:ext uri="{FF2B5EF4-FFF2-40B4-BE49-F238E27FC236}">
                  <a16:creationId xmlns:a16="http://schemas.microsoft.com/office/drawing/2014/main" id="{146D539E-E9E1-1374-7106-9EFF3ECEF65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EB527D72-6BA1-ECE7-C667-DC02F63E7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307379"/>
              </p:ext>
            </p:extLst>
          </p:nvPr>
        </p:nvGraphicFramePr>
        <p:xfrm>
          <a:off x="1487971" y="2893548"/>
          <a:ext cx="7746196" cy="24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◉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 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49" name="Text Box">
            <a:extLst>
              <a:ext uri="{FF2B5EF4-FFF2-40B4-BE49-F238E27FC236}">
                <a16:creationId xmlns:a16="http://schemas.microsoft.com/office/drawing/2014/main" id="{EE7C3D28-051A-43AE-858E-57ECCF440CF1}"/>
              </a:ext>
            </a:extLst>
          </p:cNvPr>
          <p:cNvSpPr>
            <a:spLocks/>
          </p:cNvSpPr>
          <p:nvPr/>
        </p:nvSpPr>
        <p:spPr bwMode="auto">
          <a:xfrm>
            <a:off x="7049837" y="294016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61BCE9C8-EF85-BD06-A847-1A64E07B23D6}"/>
              </a:ext>
            </a:extLst>
          </p:cNvPr>
          <p:cNvGrpSpPr/>
          <p:nvPr/>
        </p:nvGrpSpPr>
        <p:grpSpPr>
          <a:xfrm>
            <a:off x="6568767" y="2935702"/>
            <a:ext cx="446018" cy="493298"/>
            <a:chOff x="1290369" y="2868764"/>
            <a:chExt cx="446018" cy="493298"/>
          </a:xfrm>
        </p:grpSpPr>
        <p:sp>
          <p:nvSpPr>
            <p:cNvPr id="151" name="Text Box">
              <a:extLst>
                <a:ext uri="{FF2B5EF4-FFF2-40B4-BE49-F238E27FC236}">
                  <a16:creationId xmlns:a16="http://schemas.microsoft.com/office/drawing/2014/main" id="{7A617CAB-36E6-203F-F16A-B5AB4EBBA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USD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2" name="Chevron Left">
              <a:extLst>
                <a:ext uri="{FF2B5EF4-FFF2-40B4-BE49-F238E27FC236}">
                  <a16:creationId xmlns:a16="http://schemas.microsoft.com/office/drawing/2014/main" id="{36BE7E7D-03B6-429F-3639-758B1D5AA1D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9" name="Cutout">
            <a:extLst>
              <a:ext uri="{FF2B5EF4-FFF2-40B4-BE49-F238E27FC236}">
                <a16:creationId xmlns:a16="http://schemas.microsoft.com/office/drawing/2014/main" id="{6052DB55-FBC8-93A2-7E3D-A4A15DE7816D}"/>
              </a:ext>
            </a:extLst>
          </p:cNvPr>
          <p:cNvGrpSpPr/>
          <p:nvPr/>
        </p:nvGrpSpPr>
        <p:grpSpPr>
          <a:xfrm rot="16200000">
            <a:off x="5285313" y="-130289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90" name="Fill">
              <a:extLst>
                <a:ext uri="{FF2B5EF4-FFF2-40B4-BE49-F238E27FC236}">
                  <a16:creationId xmlns:a16="http://schemas.microsoft.com/office/drawing/2014/main" id="{D958331E-FA17-BAB1-2DDD-41E60994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1" name="Border">
              <a:extLst>
                <a:ext uri="{FF2B5EF4-FFF2-40B4-BE49-F238E27FC236}">
                  <a16:creationId xmlns:a16="http://schemas.microsoft.com/office/drawing/2014/main" id="{92D4CCCE-99EB-270B-548F-4E72633A04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A7619CAA-CF40-A6AC-06AD-E35EDB5E6FB5}"/>
              </a:ext>
            </a:extLst>
          </p:cNvPr>
          <p:cNvSpPr txBox="1"/>
          <p:nvPr/>
        </p:nvSpPr>
        <p:spPr>
          <a:xfrm>
            <a:off x="4359120" y="2559576"/>
            <a:ext cx="17572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예치금 현금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E5ECA7C-7315-FD89-1F17-7EA9882BEB75}"/>
              </a:ext>
            </a:extLst>
          </p:cNvPr>
          <p:cNvGrpSpPr/>
          <p:nvPr/>
        </p:nvGrpSpPr>
        <p:grpSpPr>
          <a:xfrm rot="10800000">
            <a:off x="1289409" y="1061085"/>
            <a:ext cx="360000" cy="372571"/>
            <a:chOff x="3180625" y="5062589"/>
            <a:chExt cx="360000" cy="372571"/>
          </a:xfrm>
        </p:grpSpPr>
        <p:cxnSp>
          <p:nvCxnSpPr>
            <p:cNvPr id="27" name="직선 연결선 206">
              <a:extLst>
                <a:ext uri="{FF2B5EF4-FFF2-40B4-BE49-F238E27FC236}">
                  <a16:creationId xmlns:a16="http://schemas.microsoft.com/office/drawing/2014/main" id="{176CB0CB-DB22-B07E-83F8-40C78C81A72D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D15BA283-213A-4CFC-1364-CA7C5FE4595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6853E2D-A05C-122D-F2F9-FA2C52949998}"/>
              </a:ext>
            </a:extLst>
          </p:cNvPr>
          <p:cNvGrpSpPr/>
          <p:nvPr/>
        </p:nvGrpSpPr>
        <p:grpSpPr>
          <a:xfrm>
            <a:off x="1491675" y="724347"/>
            <a:ext cx="4044488" cy="263263"/>
            <a:chOff x="1512625" y="1374043"/>
            <a:chExt cx="4044488" cy="263263"/>
          </a:xfrm>
        </p:grpSpPr>
        <p:sp>
          <p:nvSpPr>
            <p:cNvPr id="35" name="양쪽 모서리가 둥근 사각형 34">
              <a:extLst>
                <a:ext uri="{FF2B5EF4-FFF2-40B4-BE49-F238E27FC236}">
                  <a16:creationId xmlns:a16="http://schemas.microsoft.com/office/drawing/2014/main" id="{D8A26A2D-E03E-8085-1922-E7CAD6C282AA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36" name="양쪽 모서리가 둥근 사각형 35">
              <a:extLst>
                <a:ext uri="{FF2B5EF4-FFF2-40B4-BE49-F238E27FC236}">
                  <a16:creationId xmlns:a16="http://schemas.microsoft.com/office/drawing/2014/main" id="{2BF1DF66-DE60-612F-8FC8-9583746C85A8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6EE4DB4E-D169-8078-42C4-5A264749B4EE}"/>
                </a:ext>
              </a:extLst>
            </p:cNvPr>
            <p:cNvSpPr/>
            <p:nvPr/>
          </p:nvSpPr>
          <p:spPr>
            <a:xfrm>
              <a:off x="3533375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9" name="양쪽 모서리가 둥근 사각형 38">
              <a:extLst>
                <a:ext uri="{FF2B5EF4-FFF2-40B4-BE49-F238E27FC236}">
                  <a16:creationId xmlns:a16="http://schemas.microsoft.com/office/drawing/2014/main" id="{2ABD21BE-7B66-0829-3F58-7F456047B587}"/>
                </a:ext>
              </a:extLst>
            </p:cNvPr>
            <p:cNvSpPr/>
            <p:nvPr/>
          </p:nvSpPr>
          <p:spPr>
            <a:xfrm>
              <a:off x="454543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8711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6A6EA-B00F-018B-16B6-39D1B4A1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0884ACC-8695-BE0B-17B8-6ABCB527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CD79FA2-9C0A-D79C-D888-1A28F1F2C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기타정보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EB6C512-C23D-C141-5511-353C0F58D9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DD5D46E-6B31-07A9-7239-48EF4789DB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ECBE3A-E26C-92CF-676D-E6E420F121E2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C3D1CCF-5E16-BB99-A01F-0BB83DA12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11129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정상 등록 후 리스트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1EB4469-6A51-B270-1EC6-BF18837F863D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3C5958-386E-1BC7-2BB9-6BA034897EC8}"/>
              </a:ext>
            </a:extLst>
          </p:cNvPr>
          <p:cNvSpPr txBox="1"/>
          <p:nvPr/>
        </p:nvSpPr>
        <p:spPr>
          <a:xfrm>
            <a:off x="1427884" y="106950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고객 요청사항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E33D3AC-4864-32F0-19AE-69631F0C2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27548"/>
              </p:ext>
            </p:extLst>
          </p:nvPr>
        </p:nvGraphicFramePr>
        <p:xfrm>
          <a:off x="1513108" y="1332832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48B14E0-FA2D-1897-1396-221C7CCF1C16}"/>
              </a:ext>
            </a:extLst>
          </p:cNvPr>
          <p:cNvSpPr txBox="1"/>
          <p:nvPr/>
        </p:nvSpPr>
        <p:spPr>
          <a:xfrm>
            <a:off x="1427884" y="188479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관리자 메모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BF2AAF8-CCE5-9DAD-D605-57528BBC5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51402"/>
              </p:ext>
            </p:extLst>
          </p:nvPr>
        </p:nvGraphicFramePr>
        <p:xfrm>
          <a:off x="1513108" y="2654055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내역이 없습니다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C5E11E72-94CD-65CE-BBF0-87979ADBECD0}"/>
              </a:ext>
            </a:extLst>
          </p:cNvPr>
          <p:cNvGrpSpPr/>
          <p:nvPr/>
        </p:nvGrpSpPr>
        <p:grpSpPr>
          <a:xfrm>
            <a:off x="1513108" y="2146665"/>
            <a:ext cx="7723583" cy="438118"/>
            <a:chOff x="1513108" y="1982770"/>
            <a:chExt cx="7723583" cy="43811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B59F01F-EF0F-C627-B5E6-773BFCD091CB}"/>
                </a:ext>
              </a:extLst>
            </p:cNvPr>
            <p:cNvSpPr/>
            <p:nvPr/>
          </p:nvSpPr>
          <p:spPr>
            <a:xfrm>
              <a:off x="1513108" y="1988840"/>
              <a:ext cx="7247188" cy="432048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게시글을 등록하세요</a:t>
              </a:r>
              <a:r>
                <a:rPr kumimoji="1"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.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13A3CDC-A301-F415-1C84-577E2579925E}"/>
                </a:ext>
              </a:extLst>
            </p:cNvPr>
            <p:cNvSpPr/>
            <p:nvPr/>
          </p:nvSpPr>
          <p:spPr>
            <a:xfrm>
              <a:off x="8806439" y="1982770"/>
              <a:ext cx="430252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spc="-9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저장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6C1008D-FCF9-A018-AF13-F45C03BC49D6}"/>
                </a:ext>
              </a:extLst>
            </p:cNvPr>
            <p:cNvGrpSpPr/>
            <p:nvPr/>
          </p:nvGrpSpPr>
          <p:grpSpPr>
            <a:xfrm>
              <a:off x="8635145" y="2015606"/>
              <a:ext cx="86270" cy="383158"/>
              <a:chOff x="8635145" y="2015606"/>
              <a:chExt cx="86270" cy="38315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D5208474-AEF4-6959-4B74-150F9024FE9C}"/>
                  </a:ext>
                </a:extLst>
              </p:cNvPr>
              <p:cNvSpPr/>
              <p:nvPr/>
            </p:nvSpPr>
            <p:spPr>
              <a:xfrm>
                <a:off x="8635145" y="2015606"/>
                <a:ext cx="86270" cy="383158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EA52B7C9-94C3-2FB7-E5CF-ACA9FF959834}"/>
                  </a:ext>
                </a:extLst>
              </p:cNvPr>
              <p:cNvSpPr/>
              <p:nvPr/>
            </p:nvSpPr>
            <p:spPr>
              <a:xfrm>
                <a:off x="8651497" y="2025525"/>
                <a:ext cx="57842" cy="21628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3574469-54BE-EFDC-DFEC-F8F1DC979839}"/>
              </a:ext>
            </a:extLst>
          </p:cNvPr>
          <p:cNvSpPr/>
          <p:nvPr/>
        </p:nvSpPr>
        <p:spPr>
          <a:xfrm>
            <a:off x="4921576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3C534B4-CF03-CA97-4A3D-C85A18C23E91}"/>
              </a:ext>
            </a:extLst>
          </p:cNvPr>
          <p:cNvGrpSpPr/>
          <p:nvPr/>
        </p:nvGrpSpPr>
        <p:grpSpPr>
          <a:xfrm rot="10800000">
            <a:off x="1289409" y="978074"/>
            <a:ext cx="360000" cy="372571"/>
            <a:chOff x="3180625" y="5062589"/>
            <a:chExt cx="360000" cy="372571"/>
          </a:xfrm>
        </p:grpSpPr>
        <p:cxnSp>
          <p:nvCxnSpPr>
            <p:cNvPr id="22" name="직선 연결선 206">
              <a:extLst>
                <a:ext uri="{FF2B5EF4-FFF2-40B4-BE49-F238E27FC236}">
                  <a16:creationId xmlns:a16="http://schemas.microsoft.com/office/drawing/2014/main" id="{838C10A7-4C1B-6BE3-E657-52AB51FAB79F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4B7D5AC4-18C8-33B6-9D70-51A5670BCD93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45C507C-1EE6-78DC-F27E-8C82C6C70BA8}"/>
              </a:ext>
            </a:extLst>
          </p:cNvPr>
          <p:cNvGrpSpPr/>
          <p:nvPr/>
        </p:nvGrpSpPr>
        <p:grpSpPr>
          <a:xfrm>
            <a:off x="1491675" y="724347"/>
            <a:ext cx="4046732" cy="263263"/>
            <a:chOff x="1512625" y="1374043"/>
            <a:chExt cx="4046732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69133A79-5296-D5BD-792D-3CF0FDF644E7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BB97D866-0F41-AA4E-594C-1F396A60902E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11F23077-2258-227D-2D03-7803AD0C91AE}"/>
                </a:ext>
              </a:extLst>
            </p:cNvPr>
            <p:cNvSpPr/>
            <p:nvPr/>
          </p:nvSpPr>
          <p:spPr>
            <a:xfrm>
              <a:off x="354020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2" name="양쪽 모서리가 둥근 사각형 31">
              <a:extLst>
                <a:ext uri="{FF2B5EF4-FFF2-40B4-BE49-F238E27FC236}">
                  <a16:creationId xmlns:a16="http://schemas.microsoft.com/office/drawing/2014/main" id="{B37B40F9-B818-0962-A2C2-3AF59D4383FA}"/>
                </a:ext>
              </a:extLst>
            </p:cNvPr>
            <p:cNvSpPr/>
            <p:nvPr/>
          </p:nvSpPr>
          <p:spPr>
            <a:xfrm>
              <a:off x="4547674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2AED36-6EFD-62D5-BBBB-456AA7184F8D}"/>
              </a:ext>
            </a:extLst>
          </p:cNvPr>
          <p:cNvSpPr/>
          <p:nvPr/>
        </p:nvSpPr>
        <p:spPr>
          <a:xfrm>
            <a:off x="5404580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5" name="Teardrop 1">
            <a:extLst>
              <a:ext uri="{FF2B5EF4-FFF2-40B4-BE49-F238E27FC236}">
                <a16:creationId xmlns:a16="http://schemas.microsoft.com/office/drawing/2014/main" id="{4DBC8993-CB7F-778B-230A-7BB075AD768F}"/>
              </a:ext>
            </a:extLst>
          </p:cNvPr>
          <p:cNvSpPr/>
          <p:nvPr/>
        </p:nvSpPr>
        <p:spPr>
          <a:xfrm rot="16200000" flipH="1" flipV="1">
            <a:off x="5314421" y="63563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115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D298-A492-C2B6-CDD6-582A9C3BE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FAEDA05-DD9E-4AE8-3D0C-253D63F6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레이트</a:t>
            </a:r>
            <a:r>
              <a:rPr lang="ko-KR" altLang="en-US" dirty="0"/>
              <a:t> 코드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3F4ED63-8888-9A11-28B9-BE4180215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2F65630-9C37-FAA9-9E82-BA62B65B38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57A08CA-87DC-B896-E884-EB7A4826B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4EC6DB-E1E3-F82C-AD7F-F2689425663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7F7466-0CBB-65C2-3173-00B6BE0317A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9C7510-9022-3F9E-D851-431CCD6FCA3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C4D519D-C5A0-8E98-EC04-3F4CDFF73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857853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698B52A0-D277-BA9F-1352-FEA967DF9B8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847529" y="1000417"/>
            <a:ext cx="6847625" cy="4588823"/>
            <a:chOff x="1446352" y="1261242"/>
            <a:chExt cx="5817798" cy="3098881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CC1D68A-C50F-7A03-58C9-16857D54C85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446352" y="1496299"/>
              <a:ext cx="5817793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D4D997E-F8DE-F9D8-786D-B46F9820E1D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446352" y="1261242"/>
              <a:ext cx="581779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레이트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2CDAF18-E70C-8A2F-A1F6-E31EB2341D8C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9B2EAD2-8192-A9BB-DDCE-D9F4E1C99D31}"/>
              </a:ext>
            </a:extLst>
          </p:cNvPr>
          <p:cNvSpPr txBox="1"/>
          <p:nvPr/>
        </p:nvSpPr>
        <p:spPr>
          <a:xfrm>
            <a:off x="1919536" y="1395485"/>
            <a:ext cx="10663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레이트 코드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5463CE1-BBCE-6156-E7B3-0923965C2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314960"/>
              </p:ext>
            </p:extLst>
          </p:nvPr>
        </p:nvGraphicFramePr>
        <p:xfrm>
          <a:off x="1991545" y="1659393"/>
          <a:ext cx="6480719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9102382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327249654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17" name="Text Box">
            <a:extLst>
              <a:ext uri="{FF2B5EF4-FFF2-40B4-BE49-F238E27FC236}">
                <a16:creationId xmlns:a16="http://schemas.microsoft.com/office/drawing/2014/main" id="{763273D3-D390-8109-23D1-A14B4442C580}"/>
              </a:ext>
            </a:extLst>
          </p:cNvPr>
          <p:cNvSpPr>
            <a:spLocks/>
          </p:cNvSpPr>
          <p:nvPr/>
        </p:nvSpPr>
        <p:spPr bwMode="auto">
          <a:xfrm>
            <a:off x="3106251" y="2193911"/>
            <a:ext cx="184449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2F8662B-C52F-025E-F3EA-3C0D58461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041480"/>
              </p:ext>
            </p:extLst>
          </p:nvPr>
        </p:nvGraphicFramePr>
        <p:xfrm>
          <a:off x="1991426" y="2771836"/>
          <a:ext cx="6475407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187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951304">
                  <a:extLst>
                    <a:ext uri="{9D8B030D-6E8A-4147-A177-3AD203B41FA5}">
                      <a16:colId xmlns:a16="http://schemas.microsoft.com/office/drawing/2014/main" val="2753607981"/>
                    </a:ext>
                  </a:extLst>
                </a:gridCol>
                <a:gridCol w="79722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625263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판매 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카테고리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통화구분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RATE2025</a:t>
                      </a:r>
                      <a:r>
                        <a:rPr kumimoji="0" lang="en-US" altLang="ko-KR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-WKND-DELUXE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룸온리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USD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~ YYYY-MM-DD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레이트코드</a:t>
                      </a: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~ </a:t>
                      </a:r>
                      <a:r>
                        <a:rPr kumimoji="0" lang="en-US" altLang="ko-KR" sz="700" b="0" i="0" u="none" strike="noStrike" kern="120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패키지</a:t>
                      </a:r>
                      <a:endParaRPr kumimoji="0" lang="en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BF8D20-F9BB-6EA7-5CFE-7686C575DDE4}"/>
              </a:ext>
            </a:extLst>
          </p:cNvPr>
          <p:cNvSpPr/>
          <p:nvPr/>
        </p:nvSpPr>
        <p:spPr>
          <a:xfrm>
            <a:off x="481885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2590DF-08E3-CF3F-03FE-8B52BA8D9416}"/>
              </a:ext>
            </a:extLst>
          </p:cNvPr>
          <p:cNvSpPr/>
          <p:nvPr/>
        </p:nvSpPr>
        <p:spPr>
          <a:xfrm>
            <a:off x="530819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608F370-91D1-21BE-2C94-755A1E95758C}"/>
              </a:ext>
            </a:extLst>
          </p:cNvPr>
          <p:cNvGrpSpPr/>
          <p:nvPr/>
        </p:nvGrpSpPr>
        <p:grpSpPr>
          <a:xfrm>
            <a:off x="8480291" y="2764681"/>
            <a:ext cx="90244" cy="2190572"/>
            <a:chOff x="8879645" y="4358558"/>
            <a:chExt cx="96675" cy="1950762"/>
          </a:xfrm>
        </p:grpSpPr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F13185F4-E551-3D95-4C81-0369FFB19410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7" name="모서리가 둥근 직사각형 170">
              <a:extLst>
                <a:ext uri="{FF2B5EF4-FFF2-40B4-BE49-F238E27FC236}">
                  <a16:creationId xmlns:a16="http://schemas.microsoft.com/office/drawing/2014/main" id="{32B6C36D-36D8-6F01-42FC-B0BABEACA5C2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8" name="Teardrop 1">
            <a:extLst>
              <a:ext uri="{FF2B5EF4-FFF2-40B4-BE49-F238E27FC236}">
                <a16:creationId xmlns:a16="http://schemas.microsoft.com/office/drawing/2014/main" id="{C517EEFA-85C4-9096-8441-1B90FD8D2577}"/>
              </a:ext>
            </a:extLst>
          </p:cNvPr>
          <p:cNvSpPr/>
          <p:nvPr/>
        </p:nvSpPr>
        <p:spPr>
          <a:xfrm rot="16200000" flipH="1" flipV="1">
            <a:off x="5217908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14CD9C5-4E77-A786-F0E0-85019A17BEE4}"/>
              </a:ext>
            </a:extLst>
          </p:cNvPr>
          <p:cNvSpPr/>
          <p:nvPr/>
        </p:nvSpPr>
        <p:spPr>
          <a:xfrm>
            <a:off x="762506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25F0C15-4DBD-8BC9-F749-85BCC8EB3BCB}"/>
              </a:ext>
            </a:extLst>
          </p:cNvPr>
          <p:cNvSpPr/>
          <p:nvPr/>
        </p:nvSpPr>
        <p:spPr>
          <a:xfrm>
            <a:off x="8051396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32" name="Pagination">
            <a:extLst>
              <a:ext uri="{FF2B5EF4-FFF2-40B4-BE49-F238E27FC236}">
                <a16:creationId xmlns:a16="http://schemas.microsoft.com/office/drawing/2014/main" id="{5CD1CE83-2143-E0CC-FBE8-40F34D646115}"/>
              </a:ext>
            </a:extLst>
          </p:cNvPr>
          <p:cNvSpPr txBox="1"/>
          <p:nvPr/>
        </p:nvSpPr>
        <p:spPr>
          <a:xfrm>
            <a:off x="4622137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D2C12C4-E4FD-26BF-8058-6548B8A7BA7A}"/>
              </a:ext>
            </a:extLst>
          </p:cNvPr>
          <p:cNvGrpSpPr/>
          <p:nvPr/>
        </p:nvGrpSpPr>
        <p:grpSpPr>
          <a:xfrm>
            <a:off x="1987054" y="2489577"/>
            <a:ext cx="1777609" cy="200055"/>
            <a:chOff x="1446413" y="1981347"/>
            <a:chExt cx="1777609" cy="2000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2C0643-D64D-FDD9-7E52-5224671ED9F6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6FF2259-9B50-FFB9-A65B-246668F364BB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36" name="Text Box">
                <a:extLst>
                  <a:ext uri="{FF2B5EF4-FFF2-40B4-BE49-F238E27FC236}">
                    <a16:creationId xmlns:a16="http://schemas.microsoft.com/office/drawing/2014/main" id="{F9DB8B6F-3B9F-54D9-603B-F739F6912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7" name="Chevron Left">
                <a:extLst>
                  <a:ext uri="{FF2B5EF4-FFF2-40B4-BE49-F238E27FC236}">
                    <a16:creationId xmlns:a16="http://schemas.microsoft.com/office/drawing/2014/main" id="{E6B1AA77-390B-2726-A58F-C4FC2E8479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38" name="Click">
            <a:extLst>
              <a:ext uri="{FF2B5EF4-FFF2-40B4-BE49-F238E27FC236}">
                <a16:creationId xmlns:a16="http://schemas.microsoft.com/office/drawing/2014/main" id="{D0613FA4-F039-0641-69CB-149766E8BE8D}"/>
              </a:ext>
            </a:extLst>
          </p:cNvPr>
          <p:cNvGrpSpPr>
            <a:grpSpLocks noChangeAspect="1"/>
          </p:cNvGrpSpPr>
          <p:nvPr/>
        </p:nvGrpSpPr>
        <p:grpSpPr>
          <a:xfrm>
            <a:off x="8159765" y="3784586"/>
            <a:ext cx="299298" cy="426545"/>
            <a:chOff x="5294313" y="2197100"/>
            <a:chExt cx="530225" cy="755651"/>
          </a:xfrm>
        </p:grpSpPr>
        <p:sp>
          <p:nvSpPr>
            <p:cNvPr id="39" name="Arrow Cursor">
              <a:extLst>
                <a:ext uri="{FF2B5EF4-FFF2-40B4-BE49-F238E27FC236}">
                  <a16:creationId xmlns:a16="http://schemas.microsoft.com/office/drawing/2014/main" id="{6BD3F72F-0DA1-358A-611E-68A5BA58DD7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0" name="Click">
              <a:extLst>
                <a:ext uri="{FF2B5EF4-FFF2-40B4-BE49-F238E27FC236}">
                  <a16:creationId xmlns:a16="http://schemas.microsoft.com/office/drawing/2014/main" id="{FBC01D96-8B6D-BD16-B88E-9F684F19F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1" name="Teardrop 1">
            <a:extLst>
              <a:ext uri="{FF2B5EF4-FFF2-40B4-BE49-F238E27FC236}">
                <a16:creationId xmlns:a16="http://schemas.microsoft.com/office/drawing/2014/main" id="{162E6160-2724-D1F9-8593-E1EEF26E5E53}"/>
              </a:ext>
            </a:extLst>
          </p:cNvPr>
          <p:cNvSpPr/>
          <p:nvPr/>
        </p:nvSpPr>
        <p:spPr>
          <a:xfrm rot="16200000" flipH="1" flipV="1">
            <a:off x="7878285" y="36790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9C7DB8B-F643-E317-0BCC-7FE18560ACA7}"/>
              </a:ext>
            </a:extLst>
          </p:cNvPr>
          <p:cNvGrpSpPr/>
          <p:nvPr/>
        </p:nvGrpSpPr>
        <p:grpSpPr>
          <a:xfrm>
            <a:off x="8099081" y="3013561"/>
            <a:ext cx="120020" cy="1882018"/>
            <a:chOff x="8006676" y="2589288"/>
            <a:chExt cx="120020" cy="1882018"/>
          </a:xfrm>
        </p:grpSpPr>
        <p:grpSp>
          <p:nvGrpSpPr>
            <p:cNvPr id="4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868A3864-F4D3-0FD3-84E9-9E571CA1FF11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53" name="Circle">
                <a:extLst>
                  <a:ext uri="{FF2B5EF4-FFF2-40B4-BE49-F238E27FC236}">
                    <a16:creationId xmlns:a16="http://schemas.microsoft.com/office/drawing/2014/main" id="{D3EC41BB-E1A5-450A-792C-DDA685DE73C0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Check">
                <a:extLst>
                  <a:ext uri="{FF2B5EF4-FFF2-40B4-BE49-F238E27FC236}">
                    <a16:creationId xmlns:a16="http://schemas.microsoft.com/office/drawing/2014/main" id="{6596A07C-E8B4-164F-2DB7-AFE3FAD42230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AD0092A8-BD48-5FA1-8D3D-3BE6B1FEB5F1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ircle">
              <a:extLst>
                <a:ext uri="{FF2B5EF4-FFF2-40B4-BE49-F238E27FC236}">
                  <a16:creationId xmlns:a16="http://schemas.microsoft.com/office/drawing/2014/main" id="{99DB150E-561C-4DD1-C1A3-F6CA04F81226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EECF8D4E-804B-E79E-6F96-60106F5E4249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Circle">
              <a:extLst>
                <a:ext uri="{FF2B5EF4-FFF2-40B4-BE49-F238E27FC236}">
                  <a16:creationId xmlns:a16="http://schemas.microsoft.com/office/drawing/2014/main" id="{C957D347-CA98-91BE-E734-F1FE05DE5602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Circle">
              <a:extLst>
                <a:ext uri="{FF2B5EF4-FFF2-40B4-BE49-F238E27FC236}">
                  <a16:creationId xmlns:a16="http://schemas.microsoft.com/office/drawing/2014/main" id="{252E8CAD-B428-533C-4C67-CC0637DC6A7C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Circle">
              <a:extLst>
                <a:ext uri="{FF2B5EF4-FFF2-40B4-BE49-F238E27FC236}">
                  <a16:creationId xmlns:a16="http://schemas.microsoft.com/office/drawing/2014/main" id="{51402464-9052-3712-81DB-F8462C0CE9EF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Circle">
              <a:extLst>
                <a:ext uri="{FF2B5EF4-FFF2-40B4-BE49-F238E27FC236}">
                  <a16:creationId xmlns:a16="http://schemas.microsoft.com/office/drawing/2014/main" id="{385F7859-AFF5-AF3E-2EF3-C9BDD799FE2E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Circle">
              <a:extLst>
                <a:ext uri="{FF2B5EF4-FFF2-40B4-BE49-F238E27FC236}">
                  <a16:creationId xmlns:a16="http://schemas.microsoft.com/office/drawing/2014/main" id="{8D2614F8-DD38-1A3B-A3EC-A096D5B72C25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Circle">
              <a:extLst>
                <a:ext uri="{FF2B5EF4-FFF2-40B4-BE49-F238E27FC236}">
                  <a16:creationId xmlns:a16="http://schemas.microsoft.com/office/drawing/2014/main" id="{30F0FC1A-8601-1ACE-E95B-DED6FBEA56A6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8F15820-7BC8-03D6-8A93-C3531239A650}"/>
              </a:ext>
            </a:extLst>
          </p:cNvPr>
          <p:cNvGrpSpPr/>
          <p:nvPr/>
        </p:nvGrpSpPr>
        <p:grpSpPr>
          <a:xfrm>
            <a:off x="3106251" y="1910742"/>
            <a:ext cx="2593082" cy="242067"/>
            <a:chOff x="2279979" y="1223052"/>
            <a:chExt cx="2593082" cy="242067"/>
          </a:xfrm>
        </p:grpSpPr>
        <p:sp>
          <p:nvSpPr>
            <p:cNvPr id="56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7CBA55C-224D-5A50-4804-4DA2E26597FC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279979" y="1256966"/>
              <a:ext cx="1028855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48F551-F33E-84BE-B94E-94C7F32E9E1E}"/>
                </a:ext>
              </a:extLst>
            </p:cNvPr>
            <p:cNvSpPr txBox="1"/>
            <p:nvPr/>
          </p:nvSpPr>
          <p:spPr>
            <a:xfrm>
              <a:off x="3518288" y="1223052"/>
              <a:ext cx="50291" cy="242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+mn-ea"/>
                  <a:ea typeface="+mn-ea"/>
                </a:rPr>
                <a:t>~</a:t>
              </a:r>
              <a:endParaRPr lang="ko-KR" altLang="en-US" sz="700" dirty="0">
                <a:latin typeface="+mn-ea"/>
                <a:ea typeface="+mn-ea"/>
              </a:endParaRPr>
            </a:p>
          </p:txBody>
        </p:sp>
        <p:sp>
          <p:nvSpPr>
            <p:cNvPr id="128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B6F4062-6835-6380-0CEB-53EA3BAB1DAF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650770" y="1256966"/>
              <a:ext cx="1041073" cy="174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YYYY</a:t>
              </a:r>
              <a:r>
                <a:rPr kumimoji="0" lang="en-US" altLang="ko-KR" sz="700" b="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Calibri" pitchFamily="34" charset="0"/>
                </a:rPr>
                <a:t>-MM-DD</a:t>
              </a:r>
            </a:p>
          </p:txBody>
        </p:sp>
        <p:sp>
          <p:nvSpPr>
            <p:cNvPr id="139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D281010-B334-B6DB-419B-5CDBB8DAF0EA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360614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  <p:sp>
          <p:nvSpPr>
            <p:cNvPr id="14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B2C95E0-EC03-026B-E7D0-0E1A26E5CAA1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4724629" y="1262758"/>
              <a:ext cx="148432" cy="158910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75B9C7-B942-19E3-B26B-AFACD9F1BF50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61581C-8D8E-A7F3-3D1D-01E3652144CD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41457-D73D-2933-FC11-2F282598F51E}"/>
              </a:ext>
            </a:extLst>
          </p:cNvPr>
          <p:cNvSpPr txBox="1"/>
          <p:nvPr/>
        </p:nvSpPr>
        <p:spPr>
          <a:xfrm>
            <a:off x="2972302" y="1356305"/>
            <a:ext cx="42038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2070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AC49F-4BFF-38B6-6FEE-6F82590B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118641D-426F-360D-07FB-B08B7C11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 코드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0E507763-A028-BD01-9851-732B99438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37897CB-913F-2B7D-C4C5-E6E31FC8F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BFB89B5-7D59-7FAE-E6E4-50FB3C5191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756F80-9DC7-2D84-08C0-827757068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536939-D2C4-31DE-A6AA-E0F8144A4977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9BC7A7-98B4-1040-2441-5F1FCD742B9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89713A1-A906-1D34-58D7-0EADC5A3A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58242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F495952-FB74-FC19-85A7-D94166175935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CA9077-4EBB-5759-8691-3823BEC3BC28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5A00BCD6-1F70-8A39-0D23-DC236AB1A20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1121242"/>
            <a:ext cx="4104451" cy="4034304"/>
            <a:chOff x="3776975" y="1261242"/>
            <a:chExt cx="3487175" cy="2724408"/>
          </a:xfrm>
        </p:grpSpPr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6E1F42A-BCEF-4444-40DF-5B431526A4C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776976" y="1496299"/>
              <a:ext cx="3487169" cy="248935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6A39AD6-3EF0-F24A-89C0-27DED8FCA61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776975" y="1261242"/>
              <a:ext cx="34871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D992140-4B87-C9B7-DC0C-65104614BFC5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911B146-4E89-0B9A-B487-071A16AF4C52}"/>
              </a:ext>
            </a:extLst>
          </p:cNvPr>
          <p:cNvSpPr txBox="1"/>
          <p:nvPr/>
        </p:nvSpPr>
        <p:spPr>
          <a:xfrm>
            <a:off x="2020190" y="1484784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마켓코드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94BAA0FE-6BB5-2971-8861-342F3B4D8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559579"/>
              </p:ext>
            </p:extLst>
          </p:nvPr>
        </p:nvGraphicFramePr>
        <p:xfrm>
          <a:off x="2117038" y="1702455"/>
          <a:ext cx="3935599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02881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7B0785CE-5A59-4CE3-7BB0-FA0DD1B9F760}"/>
              </a:ext>
            </a:extLst>
          </p:cNvPr>
          <p:cNvSpPr>
            <a:spLocks/>
          </p:cNvSpPr>
          <p:nvPr/>
        </p:nvSpPr>
        <p:spPr bwMode="auto">
          <a:xfrm>
            <a:off x="3071741" y="1730174"/>
            <a:ext cx="2938224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 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E1698643-5F83-FE12-D3F0-FEDED6452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818976"/>
              </p:ext>
            </p:extLst>
          </p:nvPr>
        </p:nvGraphicFramePr>
        <p:xfrm>
          <a:off x="2120716" y="2247218"/>
          <a:ext cx="3884105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873288">
                  <a:extLst>
                    <a:ext uri="{9D8B030D-6E8A-4147-A177-3AD203B41FA5}">
                      <a16:colId xmlns:a16="http://schemas.microsoft.com/office/drawing/2014/main" val="892206883"/>
                    </a:ext>
                  </a:extLst>
                </a:gridCol>
                <a:gridCol w="50608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15657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 코드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 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마켓코드명 출력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설명출력영역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190B4E74-AA1D-6ED5-8370-D7445B27EF35}"/>
              </a:ext>
            </a:extLst>
          </p:cNvPr>
          <p:cNvSpPr/>
          <p:nvPr/>
        </p:nvSpPr>
        <p:spPr>
          <a:xfrm>
            <a:off x="3662439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456905A-2EA3-73F6-B814-3033AB272F41}"/>
              </a:ext>
            </a:extLst>
          </p:cNvPr>
          <p:cNvSpPr/>
          <p:nvPr/>
        </p:nvSpPr>
        <p:spPr>
          <a:xfrm>
            <a:off x="4151784" y="48523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277C39A-38A8-1740-6AE2-2276726E20F2}"/>
              </a:ext>
            </a:extLst>
          </p:cNvPr>
          <p:cNvGrpSpPr/>
          <p:nvPr/>
        </p:nvGrpSpPr>
        <p:grpSpPr>
          <a:xfrm>
            <a:off x="6052637" y="2240063"/>
            <a:ext cx="90244" cy="2190572"/>
            <a:chOff x="8879645" y="4358558"/>
            <a:chExt cx="96675" cy="1950762"/>
          </a:xfrm>
        </p:grpSpPr>
        <p:sp>
          <p:nvSpPr>
            <p:cNvPr id="130" name="모서리가 둥근 직사각형 129">
              <a:extLst>
                <a:ext uri="{FF2B5EF4-FFF2-40B4-BE49-F238E27FC236}">
                  <a16:creationId xmlns:a16="http://schemas.microsoft.com/office/drawing/2014/main" id="{8FEF2B84-9228-71B7-06C6-281349C46B9A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1" name="모서리가 둥근 직사각형 170">
              <a:extLst>
                <a:ext uri="{FF2B5EF4-FFF2-40B4-BE49-F238E27FC236}">
                  <a16:creationId xmlns:a16="http://schemas.microsoft.com/office/drawing/2014/main" id="{DF87CA49-1B7E-FD43-FEAE-D1A37B0754A9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32" name="Teardrop 1">
            <a:extLst>
              <a:ext uri="{FF2B5EF4-FFF2-40B4-BE49-F238E27FC236}">
                <a16:creationId xmlns:a16="http://schemas.microsoft.com/office/drawing/2014/main" id="{1F67526A-91FD-B9C5-C881-ADAECE6597B1}"/>
              </a:ext>
            </a:extLst>
          </p:cNvPr>
          <p:cNvSpPr/>
          <p:nvPr/>
        </p:nvSpPr>
        <p:spPr>
          <a:xfrm rot="16200000" flipH="1" flipV="1">
            <a:off x="4061497" y="474492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EC53AE7-D831-3E16-BBF5-43A5E0EA912F}"/>
              </a:ext>
            </a:extLst>
          </p:cNvPr>
          <p:cNvSpPr/>
          <p:nvPr/>
        </p:nvSpPr>
        <p:spPr>
          <a:xfrm>
            <a:off x="5187354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6264BBE-5A48-1AEF-119D-02D52104E85A}"/>
              </a:ext>
            </a:extLst>
          </p:cNvPr>
          <p:cNvSpPr/>
          <p:nvPr/>
        </p:nvSpPr>
        <p:spPr>
          <a:xfrm>
            <a:off x="5613682" y="20259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35" name="Pagination">
            <a:extLst>
              <a:ext uri="{FF2B5EF4-FFF2-40B4-BE49-F238E27FC236}">
                <a16:creationId xmlns:a16="http://schemas.microsoft.com/office/drawing/2014/main" id="{BC5C4AA9-A310-10C1-90F7-83E61F546167}"/>
              </a:ext>
            </a:extLst>
          </p:cNvPr>
          <p:cNvSpPr txBox="1"/>
          <p:nvPr/>
        </p:nvSpPr>
        <p:spPr>
          <a:xfrm>
            <a:off x="3465726" y="4554597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0BF5CCC-B46D-41DC-3BAB-317358AB80F9}"/>
              </a:ext>
            </a:extLst>
          </p:cNvPr>
          <p:cNvGrpSpPr/>
          <p:nvPr/>
        </p:nvGrpSpPr>
        <p:grpSpPr>
          <a:xfrm>
            <a:off x="2117038" y="2007952"/>
            <a:ext cx="1777609" cy="200055"/>
            <a:chOff x="1446413" y="1981347"/>
            <a:chExt cx="1777609" cy="200055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D981ADD-2958-39E4-07F8-0917F488B8B8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F3766C92-4847-D8DD-9C5C-C378B5D64273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141" name="Text Box">
                <a:extLst>
                  <a:ext uri="{FF2B5EF4-FFF2-40B4-BE49-F238E27FC236}">
                    <a16:creationId xmlns:a16="http://schemas.microsoft.com/office/drawing/2014/main" id="{C7D4516A-F93A-F801-9632-26187C87E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2" name="Chevron Left">
                <a:extLst>
                  <a:ext uri="{FF2B5EF4-FFF2-40B4-BE49-F238E27FC236}">
                    <a16:creationId xmlns:a16="http://schemas.microsoft.com/office/drawing/2014/main" id="{DCA8DCD5-E7C4-7268-A95B-63C332ABD0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0C9D354E-EA1D-A840-66F9-CB989513285A}"/>
              </a:ext>
            </a:extLst>
          </p:cNvPr>
          <p:cNvGrpSpPr/>
          <p:nvPr/>
        </p:nvGrpSpPr>
        <p:grpSpPr>
          <a:xfrm>
            <a:off x="5735960" y="2492896"/>
            <a:ext cx="120020" cy="1882018"/>
            <a:chOff x="8006676" y="2589288"/>
            <a:chExt cx="120020" cy="1882018"/>
          </a:xfrm>
        </p:grpSpPr>
        <p:grpSp>
          <p:nvGrpSpPr>
            <p:cNvPr id="14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D42E70A4-0716-74F2-47BC-6CE1087A3FBB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54" name="Circle">
                <a:extLst>
                  <a:ext uri="{FF2B5EF4-FFF2-40B4-BE49-F238E27FC236}">
                    <a16:creationId xmlns:a16="http://schemas.microsoft.com/office/drawing/2014/main" id="{7032F453-633E-7797-D1AF-A132AF25191E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5" name="Check">
                <a:extLst>
                  <a:ext uri="{FF2B5EF4-FFF2-40B4-BE49-F238E27FC236}">
                    <a16:creationId xmlns:a16="http://schemas.microsoft.com/office/drawing/2014/main" id="{10A475F8-BEAD-2D45-415A-3FD74B066E22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45" name="Circle">
              <a:extLst>
                <a:ext uri="{FF2B5EF4-FFF2-40B4-BE49-F238E27FC236}">
                  <a16:creationId xmlns:a16="http://schemas.microsoft.com/office/drawing/2014/main" id="{E8A7B5EC-7D1F-7543-F0A3-0FE49481D860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Circle">
              <a:extLst>
                <a:ext uri="{FF2B5EF4-FFF2-40B4-BE49-F238E27FC236}">
                  <a16:creationId xmlns:a16="http://schemas.microsoft.com/office/drawing/2014/main" id="{DE1C7AC4-9E72-1D78-311C-1D28179A099B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7" name="Circle">
              <a:extLst>
                <a:ext uri="{FF2B5EF4-FFF2-40B4-BE49-F238E27FC236}">
                  <a16:creationId xmlns:a16="http://schemas.microsoft.com/office/drawing/2014/main" id="{31C1FF16-A04F-2BE4-1FFC-CF055D34CA66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8" name="Circle">
              <a:extLst>
                <a:ext uri="{FF2B5EF4-FFF2-40B4-BE49-F238E27FC236}">
                  <a16:creationId xmlns:a16="http://schemas.microsoft.com/office/drawing/2014/main" id="{51382A20-D6E4-2ACF-E27E-E224AE8BB00B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9" name="Circle">
              <a:extLst>
                <a:ext uri="{FF2B5EF4-FFF2-40B4-BE49-F238E27FC236}">
                  <a16:creationId xmlns:a16="http://schemas.microsoft.com/office/drawing/2014/main" id="{9BF882A9-1804-608F-EA56-C62F24226D0E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0" name="Circle">
              <a:extLst>
                <a:ext uri="{FF2B5EF4-FFF2-40B4-BE49-F238E27FC236}">
                  <a16:creationId xmlns:a16="http://schemas.microsoft.com/office/drawing/2014/main" id="{AA0E8E12-F2DF-D642-FDE4-5E9F450014FE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1" name="Circle">
              <a:extLst>
                <a:ext uri="{FF2B5EF4-FFF2-40B4-BE49-F238E27FC236}">
                  <a16:creationId xmlns:a16="http://schemas.microsoft.com/office/drawing/2014/main" id="{A7997F97-75D9-1205-3E01-FBC4EE57AE5B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2" name="Circle">
              <a:extLst>
                <a:ext uri="{FF2B5EF4-FFF2-40B4-BE49-F238E27FC236}">
                  <a16:creationId xmlns:a16="http://schemas.microsoft.com/office/drawing/2014/main" id="{934BC311-92E0-0A45-A5D7-25A247F51ACC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3" name="Circle">
              <a:extLst>
                <a:ext uri="{FF2B5EF4-FFF2-40B4-BE49-F238E27FC236}">
                  <a16:creationId xmlns:a16="http://schemas.microsoft.com/office/drawing/2014/main" id="{0A54272B-9C25-AA3B-1F13-681E5DA8D27E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ardrop 1">
            <a:extLst>
              <a:ext uri="{FF2B5EF4-FFF2-40B4-BE49-F238E27FC236}">
                <a16:creationId xmlns:a16="http://schemas.microsoft.com/office/drawing/2014/main" id="{CD94FEB3-43E6-4C36-2B01-D91C1A525C5E}"/>
              </a:ext>
            </a:extLst>
          </p:cNvPr>
          <p:cNvSpPr/>
          <p:nvPr/>
        </p:nvSpPr>
        <p:spPr>
          <a:xfrm rot="16200000" flipH="1" flipV="1">
            <a:off x="5499292" y="23347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2870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1239-A256-948F-8D8B-06BED4E3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B7400F8-A021-0046-B023-68A996E5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297B148-4AF7-6911-7316-4C94A8D4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99F4ED92-4107-A447-8A53-389FA60423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0E094AF-CF4C-A27A-22FA-70552105A2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AA5058-3CD1-A1F7-498D-7E91A86588F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6C7457-FA4D-0FD0-F80E-37AA1B7B836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181852-898D-7698-E236-134A1E1BA34B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7388607-0CAD-E129-881B-23AEC85DC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56993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7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1A736A6F-A0A3-6E18-410B-9B91C83A517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305511" y="1000417"/>
            <a:ext cx="5112935" cy="4588823"/>
            <a:chOff x="2920159" y="1261242"/>
            <a:chExt cx="4343991" cy="3098881"/>
          </a:xfrm>
        </p:grpSpPr>
        <p:sp>
          <p:nvSpPr>
            <p:cNvPr id="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71F949F-5F5D-6014-F331-DBB325EFEE0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920159" y="1496299"/>
              <a:ext cx="4343986" cy="28638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96A801A-636A-8FBA-F7CF-B8527029304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920475" y="1261242"/>
              <a:ext cx="434367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타입 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37BE9CC-04E6-E29D-9BE6-D285CF33DEA9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274095C-B155-4B8E-79F8-EE04CC001215}"/>
              </a:ext>
            </a:extLst>
          </p:cNvPr>
          <p:cNvSpPr txBox="1"/>
          <p:nvPr/>
        </p:nvSpPr>
        <p:spPr>
          <a:xfrm>
            <a:off x="2350178" y="1395485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객실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DFE793CC-EA00-157B-0AEC-9C6928967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313205"/>
              </p:ext>
            </p:extLst>
          </p:nvPr>
        </p:nvGraphicFramePr>
        <p:xfrm>
          <a:off x="2470091" y="1659393"/>
          <a:ext cx="4695737" cy="75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651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588086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글래드호텔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257979"/>
                  </a:ext>
                </a:extLst>
              </a:tr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5147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F81763FF-B5FD-0DCA-1675-6D37FA18FAF0}"/>
              </a:ext>
            </a:extLst>
          </p:cNvPr>
          <p:cNvSpPr>
            <a:spLocks/>
          </p:cNvSpPr>
          <p:nvPr/>
        </p:nvSpPr>
        <p:spPr bwMode="auto">
          <a:xfrm>
            <a:off x="3674036" y="1939782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 코드를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F485492-A354-AAE6-3F3E-C5D977E37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183974"/>
              </p:ext>
            </p:extLst>
          </p:nvPr>
        </p:nvGraphicFramePr>
        <p:xfrm>
          <a:off x="2470092" y="2771836"/>
          <a:ext cx="4695734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917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701169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549924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 클래스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-1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 타입 출력 영역</a:t>
                      </a: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클래스 명 출력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E70CA101-CC2D-0706-43C0-818FA6D4129B}"/>
              </a:ext>
            </a:extLst>
          </p:cNvPr>
          <p:cNvSpPr/>
          <p:nvPr/>
        </p:nvSpPr>
        <p:spPr>
          <a:xfrm>
            <a:off x="4394115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6CEB7C8-2C3A-901B-3694-8D4B06483516}"/>
              </a:ext>
            </a:extLst>
          </p:cNvPr>
          <p:cNvSpPr/>
          <p:nvPr/>
        </p:nvSpPr>
        <p:spPr>
          <a:xfrm>
            <a:off x="4883460" y="5353697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5F3591B-911E-C989-4A22-793DC14C88E4}"/>
              </a:ext>
            </a:extLst>
          </p:cNvPr>
          <p:cNvGrpSpPr/>
          <p:nvPr/>
        </p:nvGrpSpPr>
        <p:grpSpPr>
          <a:xfrm>
            <a:off x="7203583" y="2764681"/>
            <a:ext cx="90244" cy="2190572"/>
            <a:chOff x="8879645" y="4358558"/>
            <a:chExt cx="96675" cy="1950762"/>
          </a:xfrm>
        </p:grpSpPr>
        <p:sp>
          <p:nvSpPr>
            <p:cNvPr id="130" name="모서리가 둥근 직사각형 129">
              <a:extLst>
                <a:ext uri="{FF2B5EF4-FFF2-40B4-BE49-F238E27FC236}">
                  <a16:creationId xmlns:a16="http://schemas.microsoft.com/office/drawing/2014/main" id="{BB9A0098-BA1F-0085-C000-5C41B0402D6F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1" name="모서리가 둥근 직사각형 170">
              <a:extLst>
                <a:ext uri="{FF2B5EF4-FFF2-40B4-BE49-F238E27FC236}">
                  <a16:creationId xmlns:a16="http://schemas.microsoft.com/office/drawing/2014/main" id="{59B383FA-6E3B-C369-93D4-9F09936D37DA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32" name="Teardrop 1">
            <a:extLst>
              <a:ext uri="{FF2B5EF4-FFF2-40B4-BE49-F238E27FC236}">
                <a16:creationId xmlns:a16="http://schemas.microsoft.com/office/drawing/2014/main" id="{C693C927-C533-C4EE-A889-F58E60B238CF}"/>
              </a:ext>
            </a:extLst>
          </p:cNvPr>
          <p:cNvSpPr/>
          <p:nvPr/>
        </p:nvSpPr>
        <p:spPr>
          <a:xfrm rot="16200000" flipH="1" flipV="1">
            <a:off x="4793173" y="52462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CBFD7C3-9BE3-2E4F-BCB5-17BFE9F01EDE}"/>
              </a:ext>
            </a:extLst>
          </p:cNvPr>
          <p:cNvSpPr/>
          <p:nvPr/>
        </p:nvSpPr>
        <p:spPr>
          <a:xfrm>
            <a:off x="6348360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2F3BAD52-96DC-0677-B314-E12ABA9A4256}"/>
              </a:ext>
            </a:extLst>
          </p:cNvPr>
          <p:cNvSpPr/>
          <p:nvPr/>
        </p:nvSpPr>
        <p:spPr>
          <a:xfrm>
            <a:off x="6774688" y="24863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35" name="Pagination">
            <a:extLst>
              <a:ext uri="{FF2B5EF4-FFF2-40B4-BE49-F238E27FC236}">
                <a16:creationId xmlns:a16="http://schemas.microsoft.com/office/drawing/2014/main" id="{96D29E76-1AE8-B5DC-9576-450160A8C1EE}"/>
              </a:ext>
            </a:extLst>
          </p:cNvPr>
          <p:cNvSpPr txBox="1"/>
          <p:nvPr/>
        </p:nvSpPr>
        <p:spPr>
          <a:xfrm>
            <a:off x="4197402" y="505590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DE8A79B5-A961-E1DA-BA81-110979C9358D}"/>
              </a:ext>
            </a:extLst>
          </p:cNvPr>
          <p:cNvGrpSpPr/>
          <p:nvPr/>
        </p:nvGrpSpPr>
        <p:grpSpPr>
          <a:xfrm>
            <a:off x="2470091" y="2489577"/>
            <a:ext cx="1777609" cy="200055"/>
            <a:chOff x="1446413" y="1981347"/>
            <a:chExt cx="1777609" cy="200055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E71D92C1-359B-51F2-5B1F-0AFDE9E82601}"/>
                </a:ext>
              </a:extLst>
            </p:cNvPr>
            <p:cNvSpPr txBox="1"/>
            <p:nvPr/>
          </p:nvSpPr>
          <p:spPr>
            <a:xfrm>
              <a:off x="2318005" y="198134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3305F03B-D095-7206-8FA2-61C4F97D1E5E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141" name="Text Box">
                <a:extLst>
                  <a:ext uri="{FF2B5EF4-FFF2-40B4-BE49-F238E27FC236}">
                    <a16:creationId xmlns:a16="http://schemas.microsoft.com/office/drawing/2014/main" id="{2B15C8EE-2266-223C-BD31-DA13EDA99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42" name="Chevron Left">
                <a:extLst>
                  <a:ext uri="{FF2B5EF4-FFF2-40B4-BE49-F238E27FC236}">
                    <a16:creationId xmlns:a16="http://schemas.microsoft.com/office/drawing/2014/main" id="{15FC5B6E-E2C7-8E93-F1E4-A736A7A1F9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3" name="Teardrop 1">
            <a:extLst>
              <a:ext uri="{FF2B5EF4-FFF2-40B4-BE49-F238E27FC236}">
                <a16:creationId xmlns:a16="http://schemas.microsoft.com/office/drawing/2014/main" id="{A2864689-FCBF-3E05-26BD-A95DC2F1B8B0}"/>
              </a:ext>
            </a:extLst>
          </p:cNvPr>
          <p:cNvSpPr/>
          <p:nvPr/>
        </p:nvSpPr>
        <p:spPr>
          <a:xfrm rot="16200000" flipH="1" flipV="1">
            <a:off x="3498874" y="158152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4" name="Text Box">
            <a:extLst>
              <a:ext uri="{FF2B5EF4-FFF2-40B4-BE49-F238E27FC236}">
                <a16:creationId xmlns:a16="http://schemas.microsoft.com/office/drawing/2014/main" id="{76D1D263-8D35-C8A9-A4A8-83F3FE07137A}"/>
              </a:ext>
            </a:extLst>
          </p:cNvPr>
          <p:cNvSpPr>
            <a:spLocks/>
          </p:cNvSpPr>
          <p:nvPr/>
        </p:nvSpPr>
        <p:spPr bwMode="auto">
          <a:xfrm>
            <a:off x="3674036" y="2196281"/>
            <a:ext cx="336679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객실명을 입력해주세요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4" name="Teardrop 1">
            <a:extLst>
              <a:ext uri="{FF2B5EF4-FFF2-40B4-BE49-F238E27FC236}">
                <a16:creationId xmlns:a16="http://schemas.microsoft.com/office/drawing/2014/main" id="{F1554C61-3833-8596-E2DA-90709D7EA4B2}"/>
              </a:ext>
            </a:extLst>
          </p:cNvPr>
          <p:cNvSpPr/>
          <p:nvPr/>
        </p:nvSpPr>
        <p:spPr>
          <a:xfrm rot="16200000" flipH="1" flipV="1">
            <a:off x="6668420" y="28899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1A7D621F-4951-EF7A-BCE4-CD4648F9C03B}"/>
              </a:ext>
            </a:extLst>
          </p:cNvPr>
          <p:cNvGrpSpPr/>
          <p:nvPr/>
        </p:nvGrpSpPr>
        <p:grpSpPr>
          <a:xfrm>
            <a:off x="6920806" y="3013561"/>
            <a:ext cx="120020" cy="1882018"/>
            <a:chOff x="8006676" y="2589288"/>
            <a:chExt cx="120020" cy="1882018"/>
          </a:xfrm>
        </p:grpSpPr>
        <p:grpSp>
          <p:nvGrpSpPr>
            <p:cNvPr id="16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  <a:extLst>
                <a:ext uri="{FF2B5EF4-FFF2-40B4-BE49-F238E27FC236}">
                  <a16:creationId xmlns:a16="http://schemas.microsoft.com/office/drawing/2014/main" id="{C0779BD6-B41E-2B0C-E3F6-27E058DDDA4C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8017653" y="2589288"/>
              <a:ext cx="109043" cy="109043"/>
              <a:chOff x="593892" y="1624671"/>
              <a:chExt cx="133350" cy="133350"/>
            </a:xfrm>
          </p:grpSpPr>
          <p:sp>
            <p:nvSpPr>
              <p:cNvPr id="176" name="Circle">
                <a:extLst>
                  <a:ext uri="{FF2B5EF4-FFF2-40B4-BE49-F238E27FC236}">
                    <a16:creationId xmlns:a16="http://schemas.microsoft.com/office/drawing/2014/main" id="{E52B58B0-E1D0-92A4-40C5-9C4E5523FD6B}"/>
                  </a:ext>
                </a:extLst>
              </p:cNvPr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7" name="Check">
                <a:extLst>
                  <a:ext uri="{FF2B5EF4-FFF2-40B4-BE49-F238E27FC236}">
                    <a16:creationId xmlns:a16="http://schemas.microsoft.com/office/drawing/2014/main" id="{D9DD51AC-B8D1-2E0F-C30A-600F9B2E6ADD}"/>
                  </a:ext>
                </a:extLst>
              </p:cNvPr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1588EC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67" name="Circle">
              <a:extLst>
                <a:ext uri="{FF2B5EF4-FFF2-40B4-BE49-F238E27FC236}">
                  <a16:creationId xmlns:a16="http://schemas.microsoft.com/office/drawing/2014/main" id="{F64BA87E-1CB4-4ED3-303A-4432E3F341F0}"/>
                </a:ext>
              </a:extLst>
            </p:cNvPr>
            <p:cNvSpPr/>
            <p:nvPr/>
          </p:nvSpPr>
          <p:spPr>
            <a:xfrm>
              <a:off x="8013589" y="27924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8" name="Circle">
              <a:extLst>
                <a:ext uri="{FF2B5EF4-FFF2-40B4-BE49-F238E27FC236}">
                  <a16:creationId xmlns:a16="http://schemas.microsoft.com/office/drawing/2014/main" id="{FCAE32D4-F21D-3ABD-0A4A-0310DD915430}"/>
                </a:ext>
              </a:extLst>
            </p:cNvPr>
            <p:cNvSpPr/>
            <p:nvPr/>
          </p:nvSpPr>
          <p:spPr>
            <a:xfrm>
              <a:off x="8009525" y="29956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9" name="Circle">
              <a:extLst>
                <a:ext uri="{FF2B5EF4-FFF2-40B4-BE49-F238E27FC236}">
                  <a16:creationId xmlns:a16="http://schemas.microsoft.com/office/drawing/2014/main" id="{974C48DC-B8D8-15C1-C5CF-79110E7E4509}"/>
                </a:ext>
              </a:extLst>
            </p:cNvPr>
            <p:cNvSpPr/>
            <p:nvPr/>
          </p:nvSpPr>
          <p:spPr>
            <a:xfrm>
              <a:off x="8009118" y="31909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0" name="Circle">
              <a:extLst>
                <a:ext uri="{FF2B5EF4-FFF2-40B4-BE49-F238E27FC236}">
                  <a16:creationId xmlns:a16="http://schemas.microsoft.com/office/drawing/2014/main" id="{051F6E64-2B5B-3462-7BA6-7C2165AD832A}"/>
                </a:ext>
              </a:extLst>
            </p:cNvPr>
            <p:cNvSpPr/>
            <p:nvPr/>
          </p:nvSpPr>
          <p:spPr>
            <a:xfrm>
              <a:off x="8008711" y="33861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1" name="Circle">
              <a:extLst>
                <a:ext uri="{FF2B5EF4-FFF2-40B4-BE49-F238E27FC236}">
                  <a16:creationId xmlns:a16="http://schemas.microsoft.com/office/drawing/2014/main" id="{AF44B965-CA6B-F487-3441-4BB7184A852D}"/>
                </a:ext>
              </a:extLst>
            </p:cNvPr>
            <p:cNvSpPr/>
            <p:nvPr/>
          </p:nvSpPr>
          <p:spPr>
            <a:xfrm>
              <a:off x="8008304" y="35813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2" name="Circle">
              <a:extLst>
                <a:ext uri="{FF2B5EF4-FFF2-40B4-BE49-F238E27FC236}">
                  <a16:creationId xmlns:a16="http://schemas.microsoft.com/office/drawing/2014/main" id="{13D7DEC1-1465-43C6-56BE-CD3B041A6895}"/>
                </a:ext>
              </a:extLst>
            </p:cNvPr>
            <p:cNvSpPr/>
            <p:nvPr/>
          </p:nvSpPr>
          <p:spPr>
            <a:xfrm>
              <a:off x="8007897" y="377658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3" name="Circle">
              <a:extLst>
                <a:ext uri="{FF2B5EF4-FFF2-40B4-BE49-F238E27FC236}">
                  <a16:creationId xmlns:a16="http://schemas.microsoft.com/office/drawing/2014/main" id="{D9282F61-91A6-9D3A-52EF-D2101081B927}"/>
                </a:ext>
              </a:extLst>
            </p:cNvPr>
            <p:cNvSpPr/>
            <p:nvPr/>
          </p:nvSpPr>
          <p:spPr>
            <a:xfrm>
              <a:off x="8007490" y="397181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4" name="Circle">
              <a:extLst>
                <a:ext uri="{FF2B5EF4-FFF2-40B4-BE49-F238E27FC236}">
                  <a16:creationId xmlns:a16="http://schemas.microsoft.com/office/drawing/2014/main" id="{06ECEFE6-4E6A-0B17-2120-47FFEF395A75}"/>
                </a:ext>
              </a:extLst>
            </p:cNvPr>
            <p:cNvSpPr/>
            <p:nvPr/>
          </p:nvSpPr>
          <p:spPr>
            <a:xfrm>
              <a:off x="8007083" y="4167038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5" name="Circle">
              <a:extLst>
                <a:ext uri="{FF2B5EF4-FFF2-40B4-BE49-F238E27FC236}">
                  <a16:creationId xmlns:a16="http://schemas.microsoft.com/office/drawing/2014/main" id="{7C49875D-491D-3CD5-9786-B460FDD6FDE5}"/>
                </a:ext>
              </a:extLst>
            </p:cNvPr>
            <p:cNvSpPr/>
            <p:nvPr/>
          </p:nvSpPr>
          <p:spPr>
            <a:xfrm>
              <a:off x="8006676" y="4362263"/>
              <a:ext cx="109043" cy="109043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8" name="Click">
            <a:extLst>
              <a:ext uri="{FF2B5EF4-FFF2-40B4-BE49-F238E27FC236}">
                <a16:creationId xmlns:a16="http://schemas.microsoft.com/office/drawing/2014/main" id="{802E627B-F97D-5738-4C77-C4EE71FF2E6A}"/>
              </a:ext>
            </a:extLst>
          </p:cNvPr>
          <p:cNvGrpSpPr>
            <a:grpSpLocks noChangeAspect="1"/>
          </p:cNvGrpSpPr>
          <p:nvPr/>
        </p:nvGrpSpPr>
        <p:grpSpPr>
          <a:xfrm>
            <a:off x="7008538" y="3053278"/>
            <a:ext cx="299298" cy="426545"/>
            <a:chOff x="5294313" y="2197100"/>
            <a:chExt cx="530225" cy="755651"/>
          </a:xfrm>
        </p:grpSpPr>
        <p:sp>
          <p:nvSpPr>
            <p:cNvPr id="179" name="Arrow Cursor">
              <a:extLst>
                <a:ext uri="{FF2B5EF4-FFF2-40B4-BE49-F238E27FC236}">
                  <a16:creationId xmlns:a16="http://schemas.microsoft.com/office/drawing/2014/main" id="{E2DD3F7A-88E0-F465-9753-2E0B6684D44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80" name="Click">
              <a:extLst>
                <a:ext uri="{FF2B5EF4-FFF2-40B4-BE49-F238E27FC236}">
                  <a16:creationId xmlns:a16="http://schemas.microsoft.com/office/drawing/2014/main" id="{2259BBD8-945B-99E6-241B-437F1E37C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4FA7D0-1530-6A19-F672-A343668542F0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B01E70-E05E-6F58-D6C2-31DB2178B76A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2FDC3-2529-8793-4700-738E2C9F2FA0}"/>
              </a:ext>
            </a:extLst>
          </p:cNvPr>
          <p:cNvSpPr txBox="1"/>
          <p:nvPr/>
        </p:nvSpPr>
        <p:spPr>
          <a:xfrm>
            <a:off x="2972302" y="1356305"/>
            <a:ext cx="42038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974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89831-2C54-D527-DA0A-83B9AFD4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B16AB77-8386-CE52-BB5C-1581B1D4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</a:t>
            </a:r>
            <a:r>
              <a:rPr lang="en-US" altLang="ko-KR" dirty="0"/>
              <a:t>/</a:t>
            </a:r>
            <a:r>
              <a:rPr lang="ko-KR" altLang="en-US" dirty="0"/>
              <a:t>호수 선택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0071F66-57D4-7F9D-2EDD-D85D9B09E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8DB5B7C1-29C0-B22E-F0B1-7C84765786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E7FBE3A-7D34-10CA-47C2-35BC06DD8A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5C94860-312F-EE96-2D4B-8E5A6E8FBF23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54EE4E-ABC9-2C30-B7CD-FBEEA479504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4F7D5B-6551-030B-9D05-B728499F376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4E506F5-D23A-ECA1-6CDD-59FE0EEC9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213837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코드에 적용된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내용만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5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E7D9E8F-4E0A-AF5C-24D2-FAD8B1A18A0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495600" y="1772816"/>
            <a:ext cx="4986475" cy="2630206"/>
            <a:chOff x="3027599" y="1261242"/>
            <a:chExt cx="4236551" cy="1776205"/>
          </a:xfrm>
        </p:grpSpPr>
        <p:sp>
          <p:nvSpPr>
            <p:cNvPr id="5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5288BDD-B66D-42E2-601B-106F76A13AE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027599" y="1496300"/>
              <a:ext cx="4236546" cy="15411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6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7C6724A-16A2-BA7B-E8FD-928DC7E778D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027599" y="1261242"/>
              <a:ext cx="4236551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/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6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907446F-AAEC-9CB4-7CF0-2930D74DF2C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292C2B5-A4E9-EBB1-5FF0-50005D72037A}"/>
              </a:ext>
            </a:extLst>
          </p:cNvPr>
          <p:cNvSpPr txBox="1"/>
          <p:nvPr/>
        </p:nvSpPr>
        <p:spPr>
          <a:xfrm>
            <a:off x="2557068" y="2198308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층</a:t>
            </a:r>
            <a:r>
              <a:rPr kumimoji="1" lang="en-US" altLang="ko-KR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kumimoji="1"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</a:t>
            </a: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AB42016-FAE4-3E47-686D-A83D99F104FF}"/>
              </a:ext>
            </a:extLst>
          </p:cNvPr>
          <p:cNvSpPr/>
          <p:nvPr/>
        </p:nvSpPr>
        <p:spPr>
          <a:xfrm>
            <a:off x="5065220" y="411569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6CC37BCE-2F4F-CB85-9688-18077F0C9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794355"/>
              </p:ext>
            </p:extLst>
          </p:nvPr>
        </p:nvGraphicFramePr>
        <p:xfrm>
          <a:off x="2632838" y="2518060"/>
          <a:ext cx="4738634" cy="144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62">
                  <a:extLst>
                    <a:ext uri="{9D8B030D-6E8A-4147-A177-3AD203B41FA5}">
                      <a16:colId xmlns:a16="http://schemas.microsoft.com/office/drawing/2014/main" val="34309317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81440336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30620071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917669908"/>
                    </a:ext>
                  </a:extLst>
                </a:gridCol>
              </a:tblGrid>
              <a:tr h="14401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69452"/>
                  </a:ext>
                </a:extLst>
              </a:tr>
            </a:tbl>
          </a:graphicData>
        </a:graphic>
      </p:graphicFrame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B117401-3605-2611-C51C-FBD1F1860993}"/>
              </a:ext>
            </a:extLst>
          </p:cNvPr>
          <p:cNvGrpSpPr/>
          <p:nvPr/>
        </p:nvGrpSpPr>
        <p:grpSpPr>
          <a:xfrm>
            <a:off x="7080044" y="2749938"/>
            <a:ext cx="95246" cy="1050880"/>
            <a:chOff x="3622653" y="2609508"/>
            <a:chExt cx="139450" cy="1538594"/>
          </a:xfrm>
        </p:grpSpPr>
        <p:sp>
          <p:nvSpPr>
            <p:cNvPr id="131" name="모서리가 둥근 직사각형 130">
              <a:extLst>
                <a:ext uri="{FF2B5EF4-FFF2-40B4-BE49-F238E27FC236}">
                  <a16:creationId xmlns:a16="http://schemas.microsoft.com/office/drawing/2014/main" id="{E61CB428-B8E9-DCD8-7F4F-9B43F7AD64FC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2" name="모서리가 둥근 직사각형 131">
              <a:extLst>
                <a:ext uri="{FF2B5EF4-FFF2-40B4-BE49-F238E27FC236}">
                  <a16:creationId xmlns:a16="http://schemas.microsoft.com/office/drawing/2014/main" id="{8E410FB7-58D7-102A-AC44-F63451DB056E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3" name="모서리가 둥근 직사각형 132">
            <a:extLst>
              <a:ext uri="{FF2B5EF4-FFF2-40B4-BE49-F238E27FC236}">
                <a16:creationId xmlns:a16="http://schemas.microsoft.com/office/drawing/2014/main" id="{8D50DB8F-1E08-18C0-D379-D018499E6722}"/>
              </a:ext>
            </a:extLst>
          </p:cNvPr>
          <p:cNvSpPr/>
          <p:nvPr/>
        </p:nvSpPr>
        <p:spPr>
          <a:xfrm>
            <a:off x="5576765" y="2642173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001 | 001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001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002 | 002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002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003 | 003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003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004 | 004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004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005 | 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005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0005 | 0005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호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 0005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room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CDCFE528-6868-61D8-A0F6-64DF5CC1E5BB}"/>
              </a:ext>
            </a:extLst>
          </p:cNvPr>
          <p:cNvGrpSpPr/>
          <p:nvPr/>
        </p:nvGrpSpPr>
        <p:grpSpPr>
          <a:xfrm>
            <a:off x="4730475" y="2755136"/>
            <a:ext cx="95246" cy="1050880"/>
            <a:chOff x="3622653" y="2609508"/>
            <a:chExt cx="139450" cy="1538594"/>
          </a:xfrm>
        </p:grpSpPr>
        <p:sp>
          <p:nvSpPr>
            <p:cNvPr id="135" name="모서리가 둥근 직사각형 134">
              <a:extLst>
                <a:ext uri="{FF2B5EF4-FFF2-40B4-BE49-F238E27FC236}">
                  <a16:creationId xmlns:a16="http://schemas.microsoft.com/office/drawing/2014/main" id="{C4F70831-5407-3B34-2994-76E2783905CA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6" name="모서리가 둥근 직사각형 135">
              <a:extLst>
                <a:ext uri="{FF2B5EF4-FFF2-40B4-BE49-F238E27FC236}">
                  <a16:creationId xmlns:a16="http://schemas.microsoft.com/office/drawing/2014/main" id="{4E624555-0475-33D4-0AE7-673DB70228B7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37" name="모서리가 둥근 직사각형 136">
            <a:extLst>
              <a:ext uri="{FF2B5EF4-FFF2-40B4-BE49-F238E27FC236}">
                <a16:creationId xmlns:a16="http://schemas.microsoft.com/office/drawing/2014/main" id="{3306FBA1-868E-68EA-3E7E-E78D784D393C}"/>
              </a:ext>
            </a:extLst>
          </p:cNvPr>
          <p:cNvSpPr/>
          <p:nvPr/>
        </p:nvSpPr>
        <p:spPr>
          <a:xfrm>
            <a:off x="3227196" y="2647371"/>
            <a:ext cx="1661599" cy="1224136"/>
          </a:xfrm>
          <a:prstGeom prst="roundRect">
            <a:avLst>
              <a:gd name="adj" fmla="val 5422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가든층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Garden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Floor</a:t>
            </a:r>
            <a:endParaRPr kumimoji="1" lang="en" altLang="ko-KR" sz="80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LF 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로비층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Lobby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MF | </a:t>
            </a:r>
            <a:r>
              <a:rPr kumimoji="0" lang="ko-KR" altLang="en-US" sz="800" kern="0" dirty="0" err="1">
                <a:solidFill>
                  <a:schemeClr val="tx1"/>
                </a:solidFill>
                <a:latin typeface="+mn-ea"/>
              </a:rPr>
              <a:t>미들층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M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iddle</a:t>
            </a: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" altLang="ko-KR" sz="800" kern="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F | 1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1F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2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2F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 | 3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층 </a:t>
            </a:r>
            <a:r>
              <a:rPr kumimoji="0" lang="en-US" altLang="ko-KR" sz="800" kern="0" dirty="0">
                <a:solidFill>
                  <a:schemeClr val="tx1"/>
                </a:solidFill>
                <a:latin typeface="+mn-ea"/>
              </a:rPr>
              <a:t>|</a:t>
            </a:r>
            <a:r>
              <a:rPr kumimoji="0" lang="ko-KR" altLang="en-US" sz="8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kumimoji="0" lang="en-US" altLang="ko-KR" sz="800" kern="0" dirty="0" err="1">
                <a:solidFill>
                  <a:schemeClr val="tx1"/>
                </a:solidFill>
                <a:latin typeface="+mn-ea"/>
              </a:rPr>
              <a:t>3F</a:t>
            </a:r>
            <a:r>
              <a:rPr kumimoji="0" lang="en" altLang="ko-KR" sz="800" kern="0" dirty="0" err="1">
                <a:solidFill>
                  <a:schemeClr val="tx1"/>
                </a:solidFill>
                <a:latin typeface="+mn-ea"/>
              </a:rPr>
              <a:t>loor</a:t>
            </a:r>
            <a:endParaRPr kumimoji="0" lang="en" altLang="ko-KR" sz="8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EE1F08B-BF12-B748-08F5-C60BEAE0D8B9}"/>
              </a:ext>
            </a:extLst>
          </p:cNvPr>
          <p:cNvSpPr txBox="1"/>
          <p:nvPr/>
        </p:nvSpPr>
        <p:spPr>
          <a:xfrm>
            <a:off x="3675961" y="2474271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74E880E-9C68-5559-4415-196D90460ED7}"/>
              </a:ext>
            </a:extLst>
          </p:cNvPr>
          <p:cNvSpPr txBox="1"/>
          <p:nvPr/>
        </p:nvSpPr>
        <p:spPr>
          <a:xfrm>
            <a:off x="5977359" y="2474271"/>
            <a:ext cx="8130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선택 불가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E4709ED-8349-6EF1-11A0-06C2E84A960C}"/>
              </a:ext>
            </a:extLst>
          </p:cNvPr>
          <p:cNvSpPr/>
          <p:nvPr/>
        </p:nvSpPr>
        <p:spPr>
          <a:xfrm>
            <a:off x="4584694" y="411569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66C68B6-52F2-004E-323F-2E0A8256BDC0}"/>
              </a:ext>
            </a:extLst>
          </p:cNvPr>
          <p:cNvSpPr/>
          <p:nvPr/>
        </p:nvSpPr>
        <p:spPr>
          <a:xfrm>
            <a:off x="3288737" y="3290258"/>
            <a:ext cx="1295958" cy="138742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4" name="모서리가 둥근 직사각형 143">
            <a:extLst>
              <a:ext uri="{FF2B5EF4-FFF2-40B4-BE49-F238E27FC236}">
                <a16:creationId xmlns:a16="http://schemas.microsoft.com/office/drawing/2014/main" id="{EF21A654-125A-B636-C445-0D9039EB75EE}"/>
              </a:ext>
            </a:extLst>
          </p:cNvPr>
          <p:cNvSpPr/>
          <p:nvPr/>
        </p:nvSpPr>
        <p:spPr>
          <a:xfrm>
            <a:off x="5619812" y="2921305"/>
            <a:ext cx="1327123" cy="138742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Click">
            <a:extLst>
              <a:ext uri="{FF2B5EF4-FFF2-40B4-BE49-F238E27FC236}">
                <a16:creationId xmlns:a16="http://schemas.microsoft.com/office/drawing/2014/main" id="{51B578C0-8CDA-794C-D43F-A0A6B5A81B7F}"/>
              </a:ext>
            </a:extLst>
          </p:cNvPr>
          <p:cNvGrpSpPr>
            <a:grpSpLocks noChangeAspect="1"/>
          </p:cNvGrpSpPr>
          <p:nvPr/>
        </p:nvGrpSpPr>
        <p:grpSpPr>
          <a:xfrm>
            <a:off x="4360456" y="3326689"/>
            <a:ext cx="204425" cy="291335"/>
            <a:chOff x="5294313" y="2197100"/>
            <a:chExt cx="530225" cy="755651"/>
          </a:xfrm>
        </p:grpSpPr>
        <p:sp>
          <p:nvSpPr>
            <p:cNvPr id="9" name="Arrow Cursor">
              <a:extLst>
                <a:ext uri="{FF2B5EF4-FFF2-40B4-BE49-F238E27FC236}">
                  <a16:creationId xmlns:a16="http://schemas.microsoft.com/office/drawing/2014/main" id="{10A2DFD7-376A-B312-4666-FD5382D3B3B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" name="Click">
              <a:extLst>
                <a:ext uri="{FF2B5EF4-FFF2-40B4-BE49-F238E27FC236}">
                  <a16:creationId xmlns:a16="http://schemas.microsoft.com/office/drawing/2014/main" id="{03015A54-BFE6-5D7D-DE03-FD12EE006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EDF55D-6954-BF3E-2CCF-73E10796918F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655F77-AF40-31D4-2E80-30A9548FD4CF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30B97-457C-93A4-813C-ADBE51295A6A}"/>
              </a:ext>
            </a:extLst>
          </p:cNvPr>
          <p:cNvSpPr txBox="1"/>
          <p:nvPr/>
        </p:nvSpPr>
        <p:spPr>
          <a:xfrm>
            <a:off x="3339719" y="2152143"/>
            <a:ext cx="42038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8916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E8C1-7DAA-444E-2FFF-FD0BBB19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9660896-A31D-68CB-A22B-4EA880E8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유료 서비스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DE88925-D2D4-514C-90C3-B6B969D6E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B29BA17-AC4B-D60A-1747-B479DC857A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68BEE4A-F69E-4DE4-2AA4-22D54C561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C5A121-12B5-4962-0888-04FB9AA7BD38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50D9D1-E7D2-6E25-7691-11274B280F4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64D6E4-2A0F-C3BD-7CA6-D99AB7E3921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20024B4-10AA-0231-A293-64818114F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72202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해제 다중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 후 팝업 닫고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4C04F40-64F7-6782-4AB8-6A1376C04965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EEC212-002B-2E21-BE03-664F88B9A77D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3ECE9B3-722C-70D0-AB40-2F68577D1FA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588273" y="808360"/>
            <a:ext cx="5760640" cy="2235314"/>
            <a:chOff x="2369863" y="1261242"/>
            <a:chExt cx="4894288" cy="1509531"/>
          </a:xfrm>
        </p:grpSpPr>
        <p:sp>
          <p:nvSpPr>
            <p:cNvPr id="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154F9A9-40CB-DDF5-1371-BDA11B9CD1A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2369863" y="1496301"/>
              <a:ext cx="4894282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6E19FE9-DF5F-4DB3-7813-1BA951927F8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369863" y="1261242"/>
              <a:ext cx="4894288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조식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BEB2EBE-2F13-6153-6575-6829650753A6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408BF4-74C8-3E3A-2FB1-452760EE3B7F}"/>
              </a:ext>
            </a:extLst>
          </p:cNvPr>
          <p:cNvSpPr txBox="1"/>
          <p:nvPr/>
        </p:nvSpPr>
        <p:spPr>
          <a:xfrm>
            <a:off x="2589890" y="1255522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E2DB26-0338-C064-49E2-BA141E42C1F0}"/>
              </a:ext>
            </a:extLst>
          </p:cNvPr>
          <p:cNvSpPr/>
          <p:nvPr/>
        </p:nvSpPr>
        <p:spPr>
          <a:xfrm>
            <a:off x="4974426" y="276222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90C557-2D86-22B4-B4CE-D69BE45E83CA}"/>
              </a:ext>
            </a:extLst>
          </p:cNvPr>
          <p:cNvSpPr/>
          <p:nvPr/>
        </p:nvSpPr>
        <p:spPr>
          <a:xfrm>
            <a:off x="5477436" y="276222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9EF4A4E-AF85-6156-E5DB-A0586DB30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58840"/>
              </p:ext>
            </p:extLst>
          </p:nvPr>
        </p:nvGraphicFramePr>
        <p:xfrm>
          <a:off x="2605122" y="1504516"/>
          <a:ext cx="5455759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39401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418775656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441849509"/>
                    </a:ext>
                  </a:extLst>
                </a:gridCol>
                <a:gridCol w="862382">
                  <a:extLst>
                    <a:ext uri="{9D8B030D-6E8A-4147-A177-3AD203B41FA5}">
                      <a16:colId xmlns:a16="http://schemas.microsoft.com/office/drawing/2014/main" val="101905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코드명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브런치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kern="0" spc="-1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Brunch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샌드위치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Sandwich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한정식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Korean table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피자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" altLang="ko-KR" sz="8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pizza</a:t>
                      </a:r>
                      <a:endParaRPr lang="en-US" altLang="ko-KR" sz="800" b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79E4D79-7DC5-6959-AB59-5719995B359D}"/>
              </a:ext>
            </a:extLst>
          </p:cNvPr>
          <p:cNvSpPr/>
          <p:nvPr/>
        </p:nvSpPr>
        <p:spPr>
          <a:xfrm>
            <a:off x="2644909" y="1949070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57A04BD-F651-F3A1-D98B-EAC0F3D43B0E}"/>
              </a:ext>
            </a:extLst>
          </p:cNvPr>
          <p:cNvGrpSpPr/>
          <p:nvPr/>
        </p:nvGrpSpPr>
        <p:grpSpPr>
          <a:xfrm>
            <a:off x="8160272" y="1472489"/>
            <a:ext cx="139450" cy="1098827"/>
            <a:chOff x="3622653" y="2609508"/>
            <a:chExt cx="139450" cy="1538594"/>
          </a:xfrm>
        </p:grpSpPr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464DFD43-36BE-E047-9978-E912DF770543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63B60ACD-6656-556A-3D12-78BF30813413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E986609-61D1-0EA4-3728-2D7C4ADAA21B}"/>
              </a:ext>
            </a:extLst>
          </p:cNvPr>
          <p:cNvSpPr txBox="1"/>
          <p:nvPr/>
        </p:nvSpPr>
        <p:spPr>
          <a:xfrm>
            <a:off x="4399317" y="1292592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다중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8" name="Teardrop 1">
            <a:extLst>
              <a:ext uri="{FF2B5EF4-FFF2-40B4-BE49-F238E27FC236}">
                <a16:creationId xmlns:a16="http://schemas.microsoft.com/office/drawing/2014/main" id="{392F4A49-9DB2-D2B6-8F2D-4C29637BD3EB}"/>
              </a:ext>
            </a:extLst>
          </p:cNvPr>
          <p:cNvSpPr/>
          <p:nvPr/>
        </p:nvSpPr>
        <p:spPr>
          <a:xfrm rot="16200000" flipH="1" flipV="1">
            <a:off x="3912481" y="19072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ardrop 1">
            <a:extLst>
              <a:ext uri="{FF2B5EF4-FFF2-40B4-BE49-F238E27FC236}">
                <a16:creationId xmlns:a16="http://schemas.microsoft.com/office/drawing/2014/main" id="{A0B7BAC7-3CBF-591A-7BC0-85FD7E5AA535}"/>
              </a:ext>
            </a:extLst>
          </p:cNvPr>
          <p:cNvSpPr/>
          <p:nvPr/>
        </p:nvSpPr>
        <p:spPr>
          <a:xfrm rot="16200000" flipH="1" flipV="1">
            <a:off x="5406663" y="267015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0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C8090A2-23C5-980C-0BA0-D6CA962B13B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68757" y="3188954"/>
            <a:ext cx="5760645" cy="2235314"/>
            <a:chOff x="2369857" y="1261242"/>
            <a:chExt cx="4894293" cy="1509531"/>
          </a:xfrm>
        </p:grpSpPr>
        <p:sp>
          <p:nvSpPr>
            <p:cNvPr id="3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7197EFA-8377-1D76-7D83-5B3E4DEECA3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369857" y="1496301"/>
              <a:ext cx="4894288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3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B7F12BE-8F6C-BA1A-9F4C-99EE6E1D8B3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369857" y="1261242"/>
              <a:ext cx="4894293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객실 </a:t>
              </a:r>
              <a:r>
                <a:rPr lang="ko-KR" altLang="en-US" sz="900" dirty="0" err="1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어매니티</a:t>
              </a:r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4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CED62FA-7387-C6C7-8AA2-64CD9AB4B4AF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CAE2F56-5430-71CF-75DC-AC1EEFF3B3DC}"/>
              </a:ext>
            </a:extLst>
          </p:cNvPr>
          <p:cNvSpPr txBox="1"/>
          <p:nvPr/>
        </p:nvSpPr>
        <p:spPr>
          <a:xfrm>
            <a:off x="185615" y="3636116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5EDA7A78-CEDB-74CD-C34D-65E9A6EC6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09401"/>
              </p:ext>
            </p:extLst>
          </p:nvPr>
        </p:nvGraphicFramePr>
        <p:xfrm>
          <a:off x="200847" y="3885110"/>
          <a:ext cx="5490743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10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821690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828992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510417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586634">
                  <a:extLst>
                    <a:ext uri="{9D8B030D-6E8A-4147-A177-3AD203B41FA5}">
                      <a16:colId xmlns:a16="http://schemas.microsoft.com/office/drawing/2014/main" val="3794738167"/>
                    </a:ext>
                  </a:extLst>
                </a:gridCol>
                <a:gridCol w="759726">
                  <a:extLst>
                    <a:ext uri="{9D8B030D-6E8A-4147-A177-3AD203B41FA5}">
                      <a16:colId xmlns:a16="http://schemas.microsoft.com/office/drawing/2014/main" val="1817450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유아 침대 가드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Bed guard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커피 캡슐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coffee capsule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디퓨져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Diffuser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입욕제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bath foam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39BD1540-F70C-667A-3AAD-77B88C6B1F5E}"/>
              </a:ext>
            </a:extLst>
          </p:cNvPr>
          <p:cNvSpPr/>
          <p:nvPr/>
        </p:nvSpPr>
        <p:spPr>
          <a:xfrm>
            <a:off x="225402" y="4113948"/>
            <a:ext cx="5397998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501B08B-9DD7-CF7A-9DFF-3DE39933BA7C}"/>
              </a:ext>
            </a:extLst>
          </p:cNvPr>
          <p:cNvGrpSpPr/>
          <p:nvPr/>
        </p:nvGrpSpPr>
        <p:grpSpPr>
          <a:xfrm>
            <a:off x="5740765" y="3853083"/>
            <a:ext cx="139450" cy="1098827"/>
            <a:chOff x="3622653" y="2609508"/>
            <a:chExt cx="139450" cy="1538594"/>
          </a:xfrm>
        </p:grpSpPr>
        <p:sp>
          <p:nvSpPr>
            <p:cNvPr id="39" name="모서리가 둥근 직사각형 38">
              <a:extLst>
                <a:ext uri="{FF2B5EF4-FFF2-40B4-BE49-F238E27FC236}">
                  <a16:creationId xmlns:a16="http://schemas.microsoft.com/office/drawing/2014/main" id="{A265E665-2E1E-F34E-30D1-D35782E0D4F3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모서리가 둥근 직사각형 39">
              <a:extLst>
                <a:ext uri="{FF2B5EF4-FFF2-40B4-BE49-F238E27FC236}">
                  <a16:creationId xmlns:a16="http://schemas.microsoft.com/office/drawing/2014/main" id="{F67841A1-B29F-AA42-6CA4-05B41F19958E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38E644F-283B-A3FF-79FF-54791AF28E31}"/>
              </a:ext>
            </a:extLst>
          </p:cNvPr>
          <p:cNvSpPr txBox="1"/>
          <p:nvPr/>
        </p:nvSpPr>
        <p:spPr>
          <a:xfrm>
            <a:off x="1995042" y="3673186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42" name="Click">
            <a:extLst>
              <a:ext uri="{FF2B5EF4-FFF2-40B4-BE49-F238E27FC236}">
                <a16:creationId xmlns:a16="http://schemas.microsoft.com/office/drawing/2014/main" id="{A43ECDB3-19AE-F797-8E35-17DC09F10BCE}"/>
              </a:ext>
            </a:extLst>
          </p:cNvPr>
          <p:cNvGrpSpPr>
            <a:grpSpLocks noChangeAspect="1"/>
          </p:cNvGrpSpPr>
          <p:nvPr/>
        </p:nvGrpSpPr>
        <p:grpSpPr>
          <a:xfrm>
            <a:off x="816838" y="4128802"/>
            <a:ext cx="299298" cy="426545"/>
            <a:chOff x="5294313" y="2197100"/>
            <a:chExt cx="530225" cy="755651"/>
          </a:xfrm>
        </p:grpSpPr>
        <p:sp>
          <p:nvSpPr>
            <p:cNvPr id="43" name="Arrow Cursor">
              <a:extLst>
                <a:ext uri="{FF2B5EF4-FFF2-40B4-BE49-F238E27FC236}">
                  <a16:creationId xmlns:a16="http://schemas.microsoft.com/office/drawing/2014/main" id="{2DB55779-48E1-AB27-25B5-C2FA43211D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4" name="Click">
              <a:extLst>
                <a:ext uri="{FF2B5EF4-FFF2-40B4-BE49-F238E27FC236}">
                  <a16:creationId xmlns:a16="http://schemas.microsoft.com/office/drawing/2014/main" id="{72470D4D-A7A8-05AA-E8CF-9A016B7B13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39C3D5C-C51C-75E4-48BF-3D3259F2B5EC}"/>
              </a:ext>
            </a:extLst>
          </p:cNvPr>
          <p:cNvSpPr/>
          <p:nvPr/>
        </p:nvSpPr>
        <p:spPr>
          <a:xfrm>
            <a:off x="2554919" y="517265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0ACC00E-FD34-11A5-DD24-2E2AC771678D}"/>
              </a:ext>
            </a:extLst>
          </p:cNvPr>
          <p:cNvSpPr/>
          <p:nvPr/>
        </p:nvSpPr>
        <p:spPr>
          <a:xfrm>
            <a:off x="3057929" y="5172656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47" name="Click">
            <a:extLst>
              <a:ext uri="{FF2B5EF4-FFF2-40B4-BE49-F238E27FC236}">
                <a16:creationId xmlns:a16="http://schemas.microsoft.com/office/drawing/2014/main" id="{23D9B85A-C904-BE7F-F76B-3B5EEA91664F}"/>
              </a:ext>
            </a:extLst>
          </p:cNvPr>
          <p:cNvGrpSpPr>
            <a:grpSpLocks noChangeAspect="1"/>
          </p:cNvGrpSpPr>
          <p:nvPr/>
        </p:nvGrpSpPr>
        <p:grpSpPr>
          <a:xfrm>
            <a:off x="4616118" y="1948371"/>
            <a:ext cx="299298" cy="426545"/>
            <a:chOff x="5294313" y="2197100"/>
            <a:chExt cx="530225" cy="755651"/>
          </a:xfrm>
        </p:grpSpPr>
        <p:sp>
          <p:nvSpPr>
            <p:cNvPr id="48" name="Arrow Cursor">
              <a:extLst>
                <a:ext uri="{FF2B5EF4-FFF2-40B4-BE49-F238E27FC236}">
                  <a16:creationId xmlns:a16="http://schemas.microsoft.com/office/drawing/2014/main" id="{23B131F5-4534-94A4-B78D-2C8E65C1637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9" name="Click">
              <a:extLst>
                <a:ext uri="{FF2B5EF4-FFF2-40B4-BE49-F238E27FC236}">
                  <a16:creationId xmlns:a16="http://schemas.microsoft.com/office/drawing/2014/main" id="{F1049F7A-0EED-E043-4563-4F59393329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50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88EB795-1E2C-E69E-ADC1-7E17A015EA4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066950" y="4538874"/>
            <a:ext cx="6077722" cy="2235314"/>
            <a:chOff x="2100467" y="1261242"/>
            <a:chExt cx="5163684" cy="1509531"/>
          </a:xfrm>
        </p:grpSpPr>
        <p:sp>
          <p:nvSpPr>
            <p:cNvPr id="51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91AE33A-5D0A-6590-ECD2-488B6FAD67D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100467" y="1496301"/>
              <a:ext cx="5163679" cy="1274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2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F0E8BD6-872E-2084-48B9-E425EB3840C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00467" y="1261242"/>
              <a:ext cx="5163684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룸서비스 선택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5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6B1ABE-FCE1-D5CE-9AB5-1DA220A560BB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6244ACB-B3C2-2750-575E-937734CFF919}"/>
              </a:ext>
            </a:extLst>
          </p:cNvPr>
          <p:cNvSpPr txBox="1"/>
          <p:nvPr/>
        </p:nvSpPr>
        <p:spPr>
          <a:xfrm>
            <a:off x="6123725" y="4986036"/>
            <a:ext cx="23200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8494A3-97BD-95B6-5435-0B6B59A25644}"/>
              </a:ext>
            </a:extLst>
          </p:cNvPr>
          <p:cNvSpPr/>
          <p:nvPr/>
        </p:nvSpPr>
        <p:spPr>
          <a:xfrm>
            <a:off x="8682244" y="64927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B161411-D3A3-F232-5A40-18079F07D1BB}"/>
              </a:ext>
            </a:extLst>
          </p:cNvPr>
          <p:cNvSpPr/>
          <p:nvPr/>
        </p:nvSpPr>
        <p:spPr>
          <a:xfrm>
            <a:off x="9185254" y="649274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49277637-F53B-9675-38E4-133AFB845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425238"/>
              </p:ext>
            </p:extLst>
          </p:nvPr>
        </p:nvGraphicFramePr>
        <p:xfrm>
          <a:off x="6138957" y="5235030"/>
          <a:ext cx="5699712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174">
                  <a:extLst>
                    <a:ext uri="{9D8B030D-6E8A-4147-A177-3AD203B41FA5}">
                      <a16:colId xmlns:a16="http://schemas.microsoft.com/office/drawing/2014/main" val="2922635206"/>
                    </a:ext>
                  </a:extLst>
                </a:gridCol>
                <a:gridCol w="940324">
                  <a:extLst>
                    <a:ext uri="{9D8B030D-6E8A-4147-A177-3AD203B41FA5}">
                      <a16:colId xmlns:a16="http://schemas.microsoft.com/office/drawing/2014/main" val="3588987532"/>
                    </a:ext>
                  </a:extLst>
                </a:gridCol>
                <a:gridCol w="940324">
                  <a:extLst>
                    <a:ext uri="{9D8B030D-6E8A-4147-A177-3AD203B41FA5}">
                      <a16:colId xmlns:a16="http://schemas.microsoft.com/office/drawing/2014/main" val="123898862"/>
                    </a:ext>
                  </a:extLst>
                </a:gridCol>
                <a:gridCol w="491599">
                  <a:extLst>
                    <a:ext uri="{9D8B030D-6E8A-4147-A177-3AD203B41FA5}">
                      <a16:colId xmlns:a16="http://schemas.microsoft.com/office/drawing/2014/main" val="2798931265"/>
                    </a:ext>
                  </a:extLst>
                </a:gridCol>
                <a:gridCol w="727769">
                  <a:extLst>
                    <a:ext uri="{9D8B030D-6E8A-4147-A177-3AD203B41FA5}">
                      <a16:colId xmlns:a16="http://schemas.microsoft.com/office/drawing/2014/main" val="2774196380"/>
                    </a:ext>
                  </a:extLst>
                </a:gridCol>
                <a:gridCol w="926879">
                  <a:extLst>
                    <a:ext uri="{9D8B030D-6E8A-4147-A177-3AD203B41FA5}">
                      <a16:colId xmlns:a16="http://schemas.microsoft.com/office/drawing/2014/main" val="320994802"/>
                    </a:ext>
                  </a:extLst>
                </a:gridCol>
                <a:gridCol w="410937">
                  <a:extLst>
                    <a:ext uri="{9D8B030D-6E8A-4147-A177-3AD203B41FA5}">
                      <a16:colId xmlns:a16="http://schemas.microsoft.com/office/drawing/2014/main" val="556215047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715449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코드명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서비스명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포함 금액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TAX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단가</a:t>
                      </a:r>
                      <a:endParaRPr lang="en-US" altLang="ko-KR" sz="800" b="1" i="0" kern="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48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세탁서비스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Laundry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1SERVICE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29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아이스커피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Iced Coffee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생수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water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  <a:endParaRPr kumimoji="0" lang="en-US" altLang="ko-KR" sz="800" b="0" i="0" u="none" strike="noStrike" kern="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3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코드명 출력</a:t>
                      </a:r>
                      <a:endParaRPr kumimoji="0" lang="en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병맥주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350ml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Bottled beer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KRW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EA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909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9,001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489530"/>
                  </a:ext>
                </a:extLst>
              </a:tr>
            </a:tbl>
          </a:graphicData>
        </a:graphic>
      </p:graphicFrame>
      <p:sp>
        <p:nvSpPr>
          <p:cNvPr id="128" name="모서리가 둥근 직사각형 127">
            <a:extLst>
              <a:ext uri="{FF2B5EF4-FFF2-40B4-BE49-F238E27FC236}">
                <a16:creationId xmlns:a16="http://schemas.microsoft.com/office/drawing/2014/main" id="{C585BD13-07AA-EDDD-88E9-9C07AF87DCC0}"/>
              </a:ext>
            </a:extLst>
          </p:cNvPr>
          <p:cNvSpPr/>
          <p:nvPr/>
        </p:nvSpPr>
        <p:spPr>
          <a:xfrm>
            <a:off x="6163512" y="5463868"/>
            <a:ext cx="5648845" cy="167878"/>
          </a:xfrm>
          <a:prstGeom prst="roundRect">
            <a:avLst>
              <a:gd name="adj" fmla="val 50000"/>
            </a:avLst>
          </a:prstGeom>
          <a:solidFill>
            <a:schemeClr val="tx1">
              <a:alpha val="2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A5045366-A261-EDB8-D084-7B16D9395619}"/>
              </a:ext>
            </a:extLst>
          </p:cNvPr>
          <p:cNvGrpSpPr/>
          <p:nvPr/>
        </p:nvGrpSpPr>
        <p:grpSpPr>
          <a:xfrm>
            <a:off x="11956033" y="5203003"/>
            <a:ext cx="139450" cy="1098827"/>
            <a:chOff x="3622653" y="2609508"/>
            <a:chExt cx="139450" cy="1538594"/>
          </a:xfrm>
        </p:grpSpPr>
        <p:sp>
          <p:nvSpPr>
            <p:cNvPr id="140" name="모서리가 둥근 직사각형 139">
              <a:extLst>
                <a:ext uri="{FF2B5EF4-FFF2-40B4-BE49-F238E27FC236}">
                  <a16:creationId xmlns:a16="http://schemas.microsoft.com/office/drawing/2014/main" id="{CCDD12A2-1F5B-6681-52A5-DE6E6E8DFD45}"/>
                </a:ext>
              </a:extLst>
            </p:cNvPr>
            <p:cNvSpPr/>
            <p:nvPr/>
          </p:nvSpPr>
          <p:spPr>
            <a:xfrm>
              <a:off x="3653277" y="2740696"/>
              <a:ext cx="81294" cy="2068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1" name="모서리가 둥근 직사각형 140">
              <a:extLst>
                <a:ext uri="{FF2B5EF4-FFF2-40B4-BE49-F238E27FC236}">
                  <a16:creationId xmlns:a16="http://schemas.microsoft.com/office/drawing/2014/main" id="{FBF98EC2-E34B-8310-3CDA-3E0849CD1EFC}"/>
                </a:ext>
              </a:extLst>
            </p:cNvPr>
            <p:cNvSpPr/>
            <p:nvPr/>
          </p:nvSpPr>
          <p:spPr>
            <a:xfrm>
              <a:off x="3622653" y="2609508"/>
              <a:ext cx="139450" cy="1538594"/>
            </a:xfrm>
            <a:prstGeom prst="round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A0440614-6DD2-FE0E-5C41-4953D7C5BC0D}"/>
              </a:ext>
            </a:extLst>
          </p:cNvPr>
          <p:cNvSpPr txBox="1"/>
          <p:nvPr/>
        </p:nvSpPr>
        <p:spPr>
          <a:xfrm>
            <a:off x="7933152" y="5023106"/>
            <a:ext cx="7024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다중 </a:t>
            </a:r>
            <a:r>
              <a:rPr lang="ko-KR" altLang="en-US" sz="700" i="1" dirty="0" err="1">
                <a:solidFill>
                  <a:srgbClr val="C00000"/>
                </a:solidFill>
                <a:latin typeface="+mn-ea"/>
                <a:ea typeface="+mn-ea"/>
              </a:rPr>
              <a:t>셀렉트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146" name="Click">
            <a:extLst>
              <a:ext uri="{FF2B5EF4-FFF2-40B4-BE49-F238E27FC236}">
                <a16:creationId xmlns:a16="http://schemas.microsoft.com/office/drawing/2014/main" id="{ADB6BEFB-2B22-2EBE-EECB-C966F91E3BE8}"/>
              </a:ext>
            </a:extLst>
          </p:cNvPr>
          <p:cNvGrpSpPr>
            <a:grpSpLocks noChangeAspect="1"/>
          </p:cNvGrpSpPr>
          <p:nvPr/>
        </p:nvGrpSpPr>
        <p:grpSpPr>
          <a:xfrm>
            <a:off x="6369534" y="5478722"/>
            <a:ext cx="299298" cy="426545"/>
            <a:chOff x="5294313" y="2197100"/>
            <a:chExt cx="530225" cy="755651"/>
          </a:xfrm>
        </p:grpSpPr>
        <p:sp>
          <p:nvSpPr>
            <p:cNvPr id="147" name="Arrow Cursor">
              <a:extLst>
                <a:ext uri="{FF2B5EF4-FFF2-40B4-BE49-F238E27FC236}">
                  <a16:creationId xmlns:a16="http://schemas.microsoft.com/office/drawing/2014/main" id="{EDA7EC3D-B7BD-BEB7-9E1E-7ADC54AA498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48" name="Click">
              <a:extLst>
                <a:ext uri="{FF2B5EF4-FFF2-40B4-BE49-F238E27FC236}">
                  <a16:creationId xmlns:a16="http://schemas.microsoft.com/office/drawing/2014/main" id="{5381BD01-DE91-4821-FF73-D9BB6764F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16F1B0B-5C46-1A54-191D-37A9A8FFB9F5}"/>
              </a:ext>
            </a:extLst>
          </p:cNvPr>
          <p:cNvSpPr txBox="1"/>
          <p:nvPr/>
        </p:nvSpPr>
        <p:spPr>
          <a:xfrm>
            <a:off x="4091744" y="862178"/>
            <a:ext cx="42038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97A4E-9B0D-AF70-B9B9-55456E4352DE}"/>
              </a:ext>
            </a:extLst>
          </p:cNvPr>
          <p:cNvSpPr txBox="1"/>
          <p:nvPr/>
        </p:nvSpPr>
        <p:spPr>
          <a:xfrm>
            <a:off x="2165716" y="3253767"/>
            <a:ext cx="42038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3E36D-66B3-7139-3F42-526BF1D7D1AD}"/>
              </a:ext>
            </a:extLst>
          </p:cNvPr>
          <p:cNvSpPr txBox="1"/>
          <p:nvPr/>
        </p:nvSpPr>
        <p:spPr>
          <a:xfrm>
            <a:off x="7706260" y="4586892"/>
            <a:ext cx="42038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현재 선택 되어있는 호텔</a:t>
            </a:r>
            <a:r>
              <a:rPr lang="en-US" altLang="ko-KR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lang="ko-KR" altLang="en-US" sz="105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기준</a:t>
            </a:r>
            <a:endParaRPr lang="en-US" altLang="ko-KR" sz="105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4201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9424-BEA0-BFBC-B736-DA2314C4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B3B5684-330F-3EA4-983F-E0F3D69D547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수정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/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상세 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(OTA </a:t>
            </a:r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외</a:t>
            </a:r>
            <a:r>
              <a:rPr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,</a:t>
            </a:r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 로컬</a:t>
            </a:r>
            <a:r>
              <a:rPr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,</a:t>
            </a:r>
            <a:r>
              <a:rPr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전화 등</a:t>
            </a:r>
            <a:r>
              <a:rPr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)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5975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1BA71-3A96-28C2-FA78-AA3900C4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A6201D9-C876-9586-832D-31E44796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31AF186-0C22-A966-5921-7F1C31F3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FFD51A1-6069-829A-1624-3F4E913773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A679AC5-9467-4899-A623-6066154B0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2C126F-97F6-3A65-895B-D2567383ED2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8FCDEA-E6F6-E6D9-91BD-2811C0AFCC1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0E8301-B88E-652D-67A2-D83D4ED4E13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66DA44A3-685E-7E29-FE2F-23CD80AAE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326021"/>
              </p:ext>
            </p:extLst>
          </p:nvPr>
        </p:nvGraphicFramePr>
        <p:xfrm>
          <a:off x="9406740" y="440717"/>
          <a:ext cx="2785260" cy="5037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정보 수정 사항 저장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예약자 기본 정보 저장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마스터 예약 상태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CHECK-IN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INHOUSE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CHECKED-OUT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NO-SHOW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CANCELED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※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각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상태별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 kern="1200" baseline="0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셀렉트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박스 출력 정의 </a:t>
                      </a:r>
                      <a:r>
                        <a:rPr lang="en-US" altLang="ko-KR" sz="800" b="0" i="0" strike="noStrike" kern="1200" baseline="0" dirty="0" err="1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3p</a:t>
                      </a:r>
                      <a:r>
                        <a:rPr lang="en-US" altLang="ko-KR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b="0" i="0" strike="noStrike" kern="1200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참고하여 개발</a:t>
                      </a:r>
                      <a:endParaRPr lang="en" altLang="ko-KR" sz="800" b="0" i="0" strike="noStrike" kern="1200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프로모션 타입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선택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COMPANY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PROMOTION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OTA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체크인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체크아웃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객실이 여러 개 일 경우 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ko-KR" altLang="en-US" sz="800" b="0" i="0" strike="noStrike" baseline="0" dirty="0" err="1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레그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예약 번호 내  객실 중 시작일이 가장 빠른 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체크인 일자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종료일이 가장 늦은 체크아웃 일자로    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검증 필요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시 체크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C189214-2BDD-45B9-BF44-B03AEC4E392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90752110-4CC0-BBBC-37D9-C13168D50AE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2E76DD0-F344-BE80-F9D3-BA356F0D021A}"/>
              </a:ext>
            </a:extLst>
          </p:cNvPr>
          <p:cNvSpPr txBox="1"/>
          <p:nvPr/>
        </p:nvSpPr>
        <p:spPr>
          <a:xfrm>
            <a:off x="1427883" y="2284219"/>
            <a:ext cx="308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3B83A16-C8C3-3495-0B5D-1B0E5F4B5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81047"/>
              </p:ext>
            </p:extLst>
          </p:nvPr>
        </p:nvGraphicFramePr>
        <p:xfrm>
          <a:off x="1513108" y="2598819"/>
          <a:ext cx="7778187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214561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예약일시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88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예약번호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2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STANDARDRATE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마켓코드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LOCAL</a:t>
                      </a: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타입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8A6469D-491F-7090-BAB5-118ED05D3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883535"/>
              </p:ext>
            </p:extLst>
          </p:nvPr>
        </p:nvGraphicFramePr>
        <p:xfrm>
          <a:off x="1530818" y="1378164"/>
          <a:ext cx="7781146" cy="88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825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100322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553991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생년월일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국적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CAC8B77-0E06-1FD8-8E4E-150FC779E36B}"/>
              </a:ext>
            </a:extLst>
          </p:cNvPr>
          <p:cNvSpPr txBox="1"/>
          <p:nvPr/>
        </p:nvSpPr>
        <p:spPr>
          <a:xfrm>
            <a:off x="1445594" y="1124744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예약자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55" name="Text Box">
            <a:extLst>
              <a:ext uri="{FF2B5EF4-FFF2-40B4-BE49-F238E27FC236}">
                <a16:creationId xmlns:a16="http://schemas.microsoft.com/office/drawing/2014/main" id="{8DF7EA7D-A399-4D12-7AF2-C870A9237BF6}"/>
              </a:ext>
            </a:extLst>
          </p:cNvPr>
          <p:cNvSpPr>
            <a:spLocks/>
          </p:cNvSpPr>
          <p:nvPr/>
        </p:nvSpPr>
        <p:spPr bwMode="auto">
          <a:xfrm>
            <a:off x="6593739" y="1637785"/>
            <a:ext cx="712083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6" name="Text Box">
            <a:extLst>
              <a:ext uri="{FF2B5EF4-FFF2-40B4-BE49-F238E27FC236}">
                <a16:creationId xmlns:a16="http://schemas.microsoft.com/office/drawing/2014/main" id="{CB4EE51C-CA5C-5BBD-DDEA-B25F9BB496B3}"/>
              </a:ext>
            </a:extLst>
          </p:cNvPr>
          <p:cNvSpPr>
            <a:spLocks/>
          </p:cNvSpPr>
          <p:nvPr/>
        </p:nvSpPr>
        <p:spPr bwMode="auto">
          <a:xfrm>
            <a:off x="8108429" y="1633674"/>
            <a:ext cx="876921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" altLang="ko-KR" sz="700" b="0" kern="0" spc="-30" baseline="0" dirty="0" err="1">
                <a:solidFill>
                  <a:schemeClr val="tx1"/>
                </a:solidFill>
                <a:latin typeface="+mn-ea"/>
                <a:ea typeface="+mn-ea"/>
              </a:rPr>
              <a:t>Jinyoung</a:t>
            </a: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7" name="Text Box">
            <a:extLst>
              <a:ext uri="{FF2B5EF4-FFF2-40B4-BE49-F238E27FC236}">
                <a16:creationId xmlns:a16="http://schemas.microsoft.com/office/drawing/2014/main" id="{A4713BBE-A4EE-D961-35A8-4EC50E2E0896}"/>
              </a:ext>
            </a:extLst>
          </p:cNvPr>
          <p:cNvSpPr>
            <a:spLocks/>
          </p:cNvSpPr>
          <p:nvPr/>
        </p:nvSpPr>
        <p:spPr bwMode="auto">
          <a:xfrm>
            <a:off x="2541991" y="1638845"/>
            <a:ext cx="1357775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장진영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26BB29CD-7AD8-E874-D04C-91AD2D8F5A14}"/>
              </a:ext>
            </a:extLst>
          </p:cNvPr>
          <p:cNvGrpSpPr/>
          <p:nvPr/>
        </p:nvGrpSpPr>
        <p:grpSpPr>
          <a:xfrm>
            <a:off x="2541992" y="1857924"/>
            <a:ext cx="1357775" cy="148590"/>
            <a:chOff x="3067263" y="2005049"/>
            <a:chExt cx="1357775" cy="217550"/>
          </a:xfrm>
        </p:grpSpPr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CA8303EE-84EF-8F14-69E3-BB0BD0B22825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C7DD4CA6-5DB2-6B63-8A67-52009B9EE770}"/>
                </a:ext>
              </a:extLst>
            </p:cNvPr>
            <p:cNvSpPr/>
            <p:nvPr/>
          </p:nvSpPr>
          <p:spPr>
            <a:xfrm>
              <a:off x="3563879" y="2005049"/>
              <a:ext cx="86115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10-1234-1234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2" name="Chevron Left">
              <a:extLst>
                <a:ext uri="{FF2B5EF4-FFF2-40B4-BE49-F238E27FC236}">
                  <a16:creationId xmlns:a16="http://schemas.microsoft.com/office/drawing/2014/main" id="{6A24B52D-3E2F-DBBF-5783-92C50B18085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2A8DB4DD-A250-7BAF-6A6B-34E6EF059891}"/>
              </a:ext>
            </a:extLst>
          </p:cNvPr>
          <p:cNvGrpSpPr/>
          <p:nvPr/>
        </p:nvGrpSpPr>
        <p:grpSpPr>
          <a:xfrm>
            <a:off x="2542614" y="2078958"/>
            <a:ext cx="710141" cy="144000"/>
            <a:chOff x="2523054" y="4377902"/>
            <a:chExt cx="710141" cy="144000"/>
          </a:xfrm>
        </p:grpSpPr>
        <p:sp>
          <p:nvSpPr>
            <p:cNvPr id="164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0803A12-1B2D-6C49-FFE6-D9B33DBF683C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1990-01-01</a:t>
              </a:r>
            </a:p>
          </p:txBody>
        </p:sp>
        <p:sp>
          <p:nvSpPr>
            <p:cNvPr id="165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1B2C97C-2DA8-2A2E-05B1-5A17C27E2E84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68" name="Text Box">
            <a:extLst>
              <a:ext uri="{FF2B5EF4-FFF2-40B4-BE49-F238E27FC236}">
                <a16:creationId xmlns:a16="http://schemas.microsoft.com/office/drawing/2014/main" id="{A6B22AAB-DED2-EB4C-5A13-0AC3B303FFFE}"/>
              </a:ext>
            </a:extLst>
          </p:cNvPr>
          <p:cNvSpPr>
            <a:spLocks/>
          </p:cNvSpPr>
          <p:nvPr/>
        </p:nvSpPr>
        <p:spPr bwMode="auto">
          <a:xfrm>
            <a:off x="3392376" y="3412972"/>
            <a:ext cx="2015377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PROMO-CODE</a:t>
            </a: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FD470AAE-60DB-8E65-4123-59E6BD324400}"/>
              </a:ext>
            </a:extLst>
          </p:cNvPr>
          <p:cNvGrpSpPr/>
          <p:nvPr/>
        </p:nvGrpSpPr>
        <p:grpSpPr>
          <a:xfrm>
            <a:off x="6585596" y="2082029"/>
            <a:ext cx="872935" cy="147548"/>
            <a:chOff x="6601675" y="2344801"/>
            <a:chExt cx="872935" cy="147548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2A16B3FD-EE48-3A8E-5D77-483DD96E646E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남자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8" name="Chevron Left">
              <a:extLst>
                <a:ext uri="{FF2B5EF4-FFF2-40B4-BE49-F238E27FC236}">
                  <a16:creationId xmlns:a16="http://schemas.microsoft.com/office/drawing/2014/main" id="{4864013B-099B-142D-677F-248E3B3660E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82A09CD-8CB4-F706-183B-08670FB09133}"/>
              </a:ext>
            </a:extLst>
          </p:cNvPr>
          <p:cNvGrpSpPr/>
          <p:nvPr/>
        </p:nvGrpSpPr>
        <p:grpSpPr>
          <a:xfrm>
            <a:off x="8346394" y="2079123"/>
            <a:ext cx="872935" cy="147548"/>
            <a:chOff x="6601675" y="2344801"/>
            <a:chExt cx="872935" cy="147548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5549390A-A93E-5F6A-65A6-64C33896264F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KOR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82" name="Chevron Left">
              <a:extLst>
                <a:ext uri="{FF2B5EF4-FFF2-40B4-BE49-F238E27FC236}">
                  <a16:creationId xmlns:a16="http://schemas.microsoft.com/office/drawing/2014/main" id="{DF6B24EF-4F79-C8EC-A8F2-28A1D7D1D75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C64F58F-8525-675B-191E-748787E29ACD}"/>
              </a:ext>
            </a:extLst>
          </p:cNvPr>
          <p:cNvGrpSpPr/>
          <p:nvPr/>
        </p:nvGrpSpPr>
        <p:grpSpPr>
          <a:xfrm>
            <a:off x="2541991" y="3417264"/>
            <a:ext cx="826563" cy="148524"/>
            <a:chOff x="8346822" y="1278001"/>
            <a:chExt cx="826563" cy="148524"/>
          </a:xfrm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9B3E1259-EB7E-C6E2-9065-925DB8E06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COMPANY</a:t>
              </a: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442ED779-3C8C-0F6E-68EA-44E3D688499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AF39366-7665-FA12-633A-677463972597}"/>
              </a:ext>
            </a:extLst>
          </p:cNvPr>
          <p:cNvGrpSpPr/>
          <p:nvPr/>
        </p:nvGrpSpPr>
        <p:grpSpPr>
          <a:xfrm>
            <a:off x="1512625" y="849671"/>
            <a:ext cx="5052048" cy="263263"/>
            <a:chOff x="1512625" y="1374043"/>
            <a:chExt cx="5052048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EABED995-969B-B64E-5AB7-614B2A0BEFE8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7" name="양쪽 모서리가 둥근 사각형 26">
              <a:extLst>
                <a:ext uri="{FF2B5EF4-FFF2-40B4-BE49-F238E27FC236}">
                  <a16:creationId xmlns:a16="http://schemas.microsoft.com/office/drawing/2014/main" id="{2170DAFE-E4DD-6207-5724-39D2D84DB4E9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22096F2B-2578-1732-C2B3-90945C40DA55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61B082E7-2EB5-67BE-2626-1922E2B33264}"/>
                </a:ext>
              </a:extLst>
            </p:cNvPr>
            <p:cNvSpPr/>
            <p:nvPr/>
          </p:nvSpPr>
          <p:spPr>
            <a:xfrm>
              <a:off x="4547888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9BFC50E9-EA14-A17B-AC09-F05941760616}"/>
                </a:ext>
              </a:extLst>
            </p:cNvPr>
            <p:cNvSpPr/>
            <p:nvPr/>
          </p:nvSpPr>
          <p:spPr>
            <a:xfrm>
              <a:off x="555299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9603B51-7512-FD14-0A01-CD9307167A78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8" name="Teardrop 1">
            <a:extLst>
              <a:ext uri="{FF2B5EF4-FFF2-40B4-BE49-F238E27FC236}">
                <a16:creationId xmlns:a16="http://schemas.microsoft.com/office/drawing/2014/main" id="{336D0808-1BE1-3E99-E8A7-99A92F017699}"/>
              </a:ext>
            </a:extLst>
          </p:cNvPr>
          <p:cNvSpPr/>
          <p:nvPr/>
        </p:nvSpPr>
        <p:spPr>
          <a:xfrm rot="16200000" flipH="1" flipV="1">
            <a:off x="5589542" y="268750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7104464-6864-C520-B3DE-FE0B49FA12AF}"/>
              </a:ext>
            </a:extLst>
          </p:cNvPr>
          <p:cNvGrpSpPr/>
          <p:nvPr/>
        </p:nvGrpSpPr>
        <p:grpSpPr>
          <a:xfrm>
            <a:off x="6610526" y="2818667"/>
            <a:ext cx="826563" cy="148524"/>
            <a:chOff x="8346822" y="1278001"/>
            <a:chExt cx="826563" cy="148524"/>
          </a:xfrm>
        </p:grpSpPr>
        <p:sp>
          <p:nvSpPr>
            <p:cNvPr id="48" name="Text Box">
              <a:extLst>
                <a:ext uri="{FF2B5EF4-FFF2-40B4-BE49-F238E27FC236}">
                  <a16:creationId xmlns:a16="http://schemas.microsoft.com/office/drawing/2014/main" id="{5FDFF0FB-9ED8-7CB7-C224-1CEBFF339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49" name="Chevron Left">
              <a:extLst>
                <a:ext uri="{FF2B5EF4-FFF2-40B4-BE49-F238E27FC236}">
                  <a16:creationId xmlns:a16="http://schemas.microsoft.com/office/drawing/2014/main" id="{D583C3BA-CD8C-5162-7806-6850C4E75BA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43A917-F924-0888-FAFA-1E4909C5F1C8}"/>
              </a:ext>
            </a:extLst>
          </p:cNvPr>
          <p:cNvSpPr/>
          <p:nvPr/>
        </p:nvSpPr>
        <p:spPr>
          <a:xfrm>
            <a:off x="8850364" y="2374311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00688B-366A-B875-D281-DB96082DEC61}"/>
              </a:ext>
            </a:extLst>
          </p:cNvPr>
          <p:cNvSpPr/>
          <p:nvPr/>
        </p:nvSpPr>
        <p:spPr>
          <a:xfrm>
            <a:off x="8850364" y="1141471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53" name="Chevron Left">
            <a:extLst>
              <a:ext uri="{FF2B5EF4-FFF2-40B4-BE49-F238E27FC236}">
                <a16:creationId xmlns:a16="http://schemas.microsoft.com/office/drawing/2014/main" id="{73A060F4-F51E-5566-14BC-1F7B9BFBFAE4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653786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8D7B632-0828-0D70-E9AE-ED1154030A96}"/>
              </a:ext>
            </a:extLst>
          </p:cNvPr>
          <p:cNvGrpSpPr/>
          <p:nvPr/>
        </p:nvGrpSpPr>
        <p:grpSpPr>
          <a:xfrm rot="10800000">
            <a:off x="1289409" y="1114958"/>
            <a:ext cx="360000" cy="372571"/>
            <a:chOff x="3180625" y="5062589"/>
            <a:chExt cx="360000" cy="372571"/>
          </a:xfrm>
        </p:grpSpPr>
        <p:cxnSp>
          <p:nvCxnSpPr>
            <p:cNvPr id="9" name="직선 연결선 206">
              <a:extLst>
                <a:ext uri="{FF2B5EF4-FFF2-40B4-BE49-F238E27FC236}">
                  <a16:creationId xmlns:a16="http://schemas.microsoft.com/office/drawing/2014/main" id="{1C77CF09-C5E7-787C-4E25-A251FC2572D7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6C336BED-09A0-6A4C-D502-553C8DE63B9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CDFF99-7BD0-05B2-8B1B-62234CE8006E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6CA660-0790-3278-CA71-27E318E55A7B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181C77FF-20A2-296F-2EC4-1369DDE83615}"/>
              </a:ext>
            </a:extLst>
          </p:cNvPr>
          <p:cNvSpPr/>
          <p:nvPr/>
        </p:nvSpPr>
        <p:spPr>
          <a:xfrm rot="16200000" flipH="1" flipV="1">
            <a:off x="8732160" y="226895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ABABBCF8-92DD-3A46-F46A-25149647D2FD}"/>
              </a:ext>
            </a:extLst>
          </p:cNvPr>
          <p:cNvSpPr/>
          <p:nvPr/>
        </p:nvSpPr>
        <p:spPr>
          <a:xfrm rot="16200000" flipH="1" flipV="1">
            <a:off x="2408379" y="331615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42A8BD-1D7C-00EE-3D47-D988D17B4C20}"/>
              </a:ext>
            </a:extLst>
          </p:cNvPr>
          <p:cNvGrpSpPr/>
          <p:nvPr/>
        </p:nvGrpSpPr>
        <p:grpSpPr>
          <a:xfrm>
            <a:off x="2542614" y="3021808"/>
            <a:ext cx="710141" cy="144000"/>
            <a:chOff x="2523054" y="4377902"/>
            <a:chExt cx="710141" cy="144000"/>
          </a:xfrm>
        </p:grpSpPr>
        <p:sp>
          <p:nvSpPr>
            <p:cNvPr id="12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2124B33-99F6-93F1-6DDC-6A509541715B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2025-01-01</a:t>
              </a:r>
            </a:p>
          </p:txBody>
        </p:sp>
        <p:sp>
          <p:nvSpPr>
            <p:cNvPr id="3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F6AA73D-FDF7-5846-4030-01921331C848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D4748AA-7C53-C88A-26DE-D753A53CBD45}"/>
              </a:ext>
            </a:extLst>
          </p:cNvPr>
          <p:cNvGrpSpPr/>
          <p:nvPr/>
        </p:nvGrpSpPr>
        <p:grpSpPr>
          <a:xfrm>
            <a:off x="6632640" y="3021808"/>
            <a:ext cx="710141" cy="144000"/>
            <a:chOff x="2523054" y="4377902"/>
            <a:chExt cx="710141" cy="144000"/>
          </a:xfrm>
        </p:grpSpPr>
        <p:sp>
          <p:nvSpPr>
            <p:cNvPr id="41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81CBB66-A5C2-F4F4-9FE4-61F07C9F67E5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2025-01-03</a:t>
              </a:r>
            </a:p>
          </p:txBody>
        </p:sp>
        <p:sp>
          <p:nvSpPr>
            <p:cNvPr id="46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742FAC-8106-B095-3420-F0FE1C1B726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42" name="Click">
            <a:extLst>
              <a:ext uri="{FF2B5EF4-FFF2-40B4-BE49-F238E27FC236}">
                <a16:creationId xmlns:a16="http://schemas.microsoft.com/office/drawing/2014/main" id="{171D1BC0-917D-F0AF-D542-D56F052558E9}"/>
              </a:ext>
            </a:extLst>
          </p:cNvPr>
          <p:cNvGrpSpPr>
            <a:grpSpLocks noChangeAspect="1"/>
          </p:cNvGrpSpPr>
          <p:nvPr/>
        </p:nvGrpSpPr>
        <p:grpSpPr>
          <a:xfrm>
            <a:off x="3082907" y="3036523"/>
            <a:ext cx="224868" cy="320469"/>
            <a:chOff x="5294313" y="2197100"/>
            <a:chExt cx="530225" cy="755651"/>
          </a:xfrm>
        </p:grpSpPr>
        <p:sp>
          <p:nvSpPr>
            <p:cNvPr id="43" name="Arrow Cursor">
              <a:extLst>
                <a:ext uri="{FF2B5EF4-FFF2-40B4-BE49-F238E27FC236}">
                  <a16:creationId xmlns:a16="http://schemas.microsoft.com/office/drawing/2014/main" id="{54B810D1-9130-6B76-FDFC-DD3019CC58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4" name="Click">
              <a:extLst>
                <a:ext uri="{FF2B5EF4-FFF2-40B4-BE49-F238E27FC236}">
                  <a16:creationId xmlns:a16="http://schemas.microsoft.com/office/drawing/2014/main" id="{2B2835AC-8F91-5ED6-EBCB-132C3C6025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5" name="Teardrop 1">
            <a:extLst>
              <a:ext uri="{FF2B5EF4-FFF2-40B4-BE49-F238E27FC236}">
                <a16:creationId xmlns:a16="http://schemas.microsoft.com/office/drawing/2014/main" id="{4B3397DB-D6AE-FACE-CAE1-3FEBA22FA716}"/>
              </a:ext>
            </a:extLst>
          </p:cNvPr>
          <p:cNvSpPr/>
          <p:nvPr/>
        </p:nvSpPr>
        <p:spPr>
          <a:xfrm rot="16200000" flipH="1" flipV="1">
            <a:off x="1588528" y="292640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Teardrop 1">
            <a:extLst>
              <a:ext uri="{FF2B5EF4-FFF2-40B4-BE49-F238E27FC236}">
                <a16:creationId xmlns:a16="http://schemas.microsoft.com/office/drawing/2014/main" id="{EC0BA57E-B3CA-6BED-B536-7110F37567D3}"/>
              </a:ext>
            </a:extLst>
          </p:cNvPr>
          <p:cNvSpPr/>
          <p:nvPr/>
        </p:nvSpPr>
        <p:spPr>
          <a:xfrm rot="16200000" flipH="1" flipV="1">
            <a:off x="5726871" y="292640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5852AC01-570D-8B74-CC41-1F31265875A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163392" y="4043238"/>
            <a:ext cx="2200838" cy="954169"/>
            <a:chOff x="595686" y="1261242"/>
            <a:chExt cx="3222246" cy="1507358"/>
          </a:xfrm>
        </p:grpSpPr>
        <p:sp>
          <p:nvSpPr>
            <p:cNvPr id="58" name="Window Body">
              <a:extLst>
                <a:ext uri="{FF2B5EF4-FFF2-40B4-BE49-F238E27FC236}">
                  <a16:creationId xmlns:a16="http://schemas.microsoft.com/office/drawing/2014/main" id="{894C95B0-592D-D6D3-0257-EF52F60D48C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Text">
              <a:extLst>
                <a:ext uri="{FF2B5EF4-FFF2-40B4-BE49-F238E27FC236}">
                  <a16:creationId xmlns:a16="http://schemas.microsoft.com/office/drawing/2014/main" id="{DC4152AD-63A8-82BE-665D-E3C907ECE2F6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마스터 체크인 일자는 </a:t>
              </a:r>
              <a:endParaRPr lang="en-US" altLang="ko-KR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객실 체크인 일자 중 가장 빠른일자와</a:t>
              </a:r>
              <a:endParaRPr lang="en-US" altLang="ko-KR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동일하게 적용 되어야 합니다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0" name="Title Bar">
              <a:extLst>
                <a:ext uri="{FF2B5EF4-FFF2-40B4-BE49-F238E27FC236}">
                  <a16:creationId xmlns:a16="http://schemas.microsoft.com/office/drawing/2014/main" id="{2815ED99-3218-F8EC-32FF-85597436B316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61" name="Close Button">
              <a:extLst>
                <a:ext uri="{FF2B5EF4-FFF2-40B4-BE49-F238E27FC236}">
                  <a16:creationId xmlns:a16="http://schemas.microsoft.com/office/drawing/2014/main" id="{6284DB57-7D94-70D0-AE76-28DB8CF21C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2" name="Icons">
              <a:extLst>
                <a:ext uri="{FF2B5EF4-FFF2-40B4-BE49-F238E27FC236}">
                  <a16:creationId xmlns:a16="http://schemas.microsoft.com/office/drawing/2014/main" id="{7F56DFFB-3F68-5E9F-4894-DEE23C3261B1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131" name="Info Icon" hidden="1">
                <a:extLst>
                  <a:ext uri="{FF2B5EF4-FFF2-40B4-BE49-F238E27FC236}">
                    <a16:creationId xmlns:a16="http://schemas.microsoft.com/office/drawing/2014/main" id="{B7C89679-A91F-285A-BAB6-AC57C54CB97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2" name="Warning Icon" hidden="1">
                <a:extLst>
                  <a:ext uri="{FF2B5EF4-FFF2-40B4-BE49-F238E27FC236}">
                    <a16:creationId xmlns:a16="http://schemas.microsoft.com/office/drawing/2014/main" id="{40972B0C-E0F3-9BCD-E6CF-AE70030DA36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3" name="Error Icon" hidden="1">
                <a:extLst>
                  <a:ext uri="{FF2B5EF4-FFF2-40B4-BE49-F238E27FC236}">
                    <a16:creationId xmlns:a16="http://schemas.microsoft.com/office/drawing/2014/main" id="{1BAD1A42-3D1C-2FD4-50AC-35A2818081D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4" name="Question Icon">
                <a:extLst>
                  <a:ext uri="{FF2B5EF4-FFF2-40B4-BE49-F238E27FC236}">
                    <a16:creationId xmlns:a16="http://schemas.microsoft.com/office/drawing/2014/main" id="{C4E235C0-837C-E980-4FD2-1BC3FC5F88D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3" name="Buttons">
              <a:extLst>
                <a:ext uri="{FF2B5EF4-FFF2-40B4-BE49-F238E27FC236}">
                  <a16:creationId xmlns:a16="http://schemas.microsoft.com/office/drawing/2014/main" id="{1E9E178B-7DF9-D59B-5B20-5691454214D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128" name="Button 1">
                <a:extLst>
                  <a:ext uri="{FF2B5EF4-FFF2-40B4-BE49-F238E27FC236}">
                    <a16:creationId xmlns:a16="http://schemas.microsoft.com/office/drawing/2014/main" id="{77DF4AD9-E29D-C086-D81C-746BC4B06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Button 2" hidden="1">
                <a:extLst>
                  <a:ext uri="{FF2B5EF4-FFF2-40B4-BE49-F238E27FC236}">
                    <a16:creationId xmlns:a16="http://schemas.microsoft.com/office/drawing/2014/main" id="{D4DCD322-91B0-C51B-38EF-E02361EA8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0" name="Button 3" hidden="1">
                <a:extLst>
                  <a:ext uri="{FF2B5EF4-FFF2-40B4-BE49-F238E27FC236}">
                    <a16:creationId xmlns:a16="http://schemas.microsoft.com/office/drawing/2014/main" id="{5C88CA3B-AF70-BD44-B990-01DBC3088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136" name="꺾인 연결선[E] 135">
            <a:extLst>
              <a:ext uri="{FF2B5EF4-FFF2-40B4-BE49-F238E27FC236}">
                <a16:creationId xmlns:a16="http://schemas.microsoft.com/office/drawing/2014/main" id="{1F2040A5-04F5-8B03-6F1C-A7B48AEE4638}"/>
              </a:ext>
            </a:extLst>
          </p:cNvPr>
          <p:cNvCxnSpPr>
            <a:stCxn id="12" idx="3"/>
            <a:endCxn id="58" idx="3"/>
          </p:cNvCxnSpPr>
          <p:nvPr/>
        </p:nvCxnSpPr>
        <p:spPr>
          <a:xfrm>
            <a:off x="3252755" y="3093808"/>
            <a:ext cx="1111475" cy="1501762"/>
          </a:xfrm>
          <a:prstGeom prst="bentConnector3">
            <a:avLst>
              <a:gd name="adj1" fmla="val 12056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1F454789-7AF5-C180-A0B8-E51A7CCB87F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819703" y="4015237"/>
            <a:ext cx="2200838" cy="954169"/>
            <a:chOff x="595686" y="1261242"/>
            <a:chExt cx="3222246" cy="1507358"/>
          </a:xfrm>
        </p:grpSpPr>
        <p:sp>
          <p:nvSpPr>
            <p:cNvPr id="138" name="Window Body">
              <a:extLst>
                <a:ext uri="{FF2B5EF4-FFF2-40B4-BE49-F238E27FC236}">
                  <a16:creationId xmlns:a16="http://schemas.microsoft.com/office/drawing/2014/main" id="{5E6FA3D7-B645-66AF-2138-B92E1E03DDDC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9" name="Text">
              <a:extLst>
                <a:ext uri="{FF2B5EF4-FFF2-40B4-BE49-F238E27FC236}">
                  <a16:creationId xmlns:a16="http://schemas.microsoft.com/office/drawing/2014/main" id="{20D3CDB2-B04C-920F-B823-E2D19654A48B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마스터 체크아웃 일자는 </a:t>
              </a:r>
              <a:endParaRPr lang="en-US" altLang="ko-KR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객실 체크아웃 일자 중 가장 마지막 체크아웃 일자와 동일하게 적용 되어야 합니다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Title Bar">
              <a:extLst>
                <a:ext uri="{FF2B5EF4-FFF2-40B4-BE49-F238E27FC236}">
                  <a16:creationId xmlns:a16="http://schemas.microsoft.com/office/drawing/2014/main" id="{6F39E0EC-F156-6C50-8102-8A9D37CE568A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141" name="Close Button">
              <a:extLst>
                <a:ext uri="{FF2B5EF4-FFF2-40B4-BE49-F238E27FC236}">
                  <a16:creationId xmlns:a16="http://schemas.microsoft.com/office/drawing/2014/main" id="{AC671D62-01D3-A0A6-0EA7-A57FBABEE9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42" name="Icons">
              <a:extLst>
                <a:ext uri="{FF2B5EF4-FFF2-40B4-BE49-F238E27FC236}">
                  <a16:creationId xmlns:a16="http://schemas.microsoft.com/office/drawing/2014/main" id="{8356E183-3EF0-2AB4-E624-A38EC1813F66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147" name="Info Icon" hidden="1">
                <a:extLst>
                  <a:ext uri="{FF2B5EF4-FFF2-40B4-BE49-F238E27FC236}">
                    <a16:creationId xmlns:a16="http://schemas.microsoft.com/office/drawing/2014/main" id="{24EC9C34-F7CF-D7C5-D36D-AD6BFC03C2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Warning Icon" hidden="1">
                <a:extLst>
                  <a:ext uri="{FF2B5EF4-FFF2-40B4-BE49-F238E27FC236}">
                    <a16:creationId xmlns:a16="http://schemas.microsoft.com/office/drawing/2014/main" id="{B7D9D39B-6E77-4647-4D7C-DE32989A82E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Error Icon" hidden="1">
                <a:extLst>
                  <a:ext uri="{FF2B5EF4-FFF2-40B4-BE49-F238E27FC236}">
                    <a16:creationId xmlns:a16="http://schemas.microsoft.com/office/drawing/2014/main" id="{3FC2B4CC-A7D5-C723-AFC1-7675F76CBF2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0" name="Question Icon">
                <a:extLst>
                  <a:ext uri="{FF2B5EF4-FFF2-40B4-BE49-F238E27FC236}">
                    <a16:creationId xmlns:a16="http://schemas.microsoft.com/office/drawing/2014/main" id="{3FA866FF-DF84-1216-06DD-092F285DE32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3" name="Buttons">
              <a:extLst>
                <a:ext uri="{FF2B5EF4-FFF2-40B4-BE49-F238E27FC236}">
                  <a16:creationId xmlns:a16="http://schemas.microsoft.com/office/drawing/2014/main" id="{80742082-A4BA-F742-C9C8-2BEB07C85A20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144" name="Button 1">
                <a:extLst>
                  <a:ext uri="{FF2B5EF4-FFF2-40B4-BE49-F238E27FC236}">
                    <a16:creationId xmlns:a16="http://schemas.microsoft.com/office/drawing/2014/main" id="{5732E6EA-9863-9A31-2A9E-076AAB68E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5" name="Button 2" hidden="1">
                <a:extLst>
                  <a:ext uri="{FF2B5EF4-FFF2-40B4-BE49-F238E27FC236}">
                    <a16:creationId xmlns:a16="http://schemas.microsoft.com/office/drawing/2014/main" id="{5C727119-8CBF-24E0-E967-4A225DD2E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6" name="Button 3" hidden="1">
                <a:extLst>
                  <a:ext uri="{FF2B5EF4-FFF2-40B4-BE49-F238E27FC236}">
                    <a16:creationId xmlns:a16="http://schemas.microsoft.com/office/drawing/2014/main" id="{C95ED7FF-2E5E-56CF-D669-0ADF7D784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151" name="꺾인 연결선[E] 150">
            <a:extLst>
              <a:ext uri="{FF2B5EF4-FFF2-40B4-BE49-F238E27FC236}">
                <a16:creationId xmlns:a16="http://schemas.microsoft.com/office/drawing/2014/main" id="{DADFE43A-631D-45C0-AF65-23858295490B}"/>
              </a:ext>
            </a:extLst>
          </p:cNvPr>
          <p:cNvCxnSpPr>
            <a:cxnSpLocks/>
            <a:stCxn id="41" idx="3"/>
            <a:endCxn id="140" idx="0"/>
          </p:cNvCxnSpPr>
          <p:nvPr/>
        </p:nvCxnSpPr>
        <p:spPr>
          <a:xfrm>
            <a:off x="7342781" y="3093808"/>
            <a:ext cx="577341" cy="9214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Box">
            <a:extLst>
              <a:ext uri="{FF2B5EF4-FFF2-40B4-BE49-F238E27FC236}">
                <a16:creationId xmlns:a16="http://schemas.microsoft.com/office/drawing/2014/main" id="{E2DF8AAE-723E-24A0-D45D-4163B4A32244}"/>
              </a:ext>
            </a:extLst>
          </p:cNvPr>
          <p:cNvSpPr>
            <a:spLocks/>
          </p:cNvSpPr>
          <p:nvPr/>
        </p:nvSpPr>
        <p:spPr bwMode="auto">
          <a:xfrm>
            <a:off x="6593178" y="1855421"/>
            <a:ext cx="200162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@</a:t>
            </a:r>
            <a:r>
              <a:rPr kumimoji="0" lang="en-US" altLang="ko-KR" sz="700" b="0" i="0" u="none" strike="noStrike" kern="0" cap="none" spc="-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example.com</a:t>
            </a: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A1B8CD8-56CB-1841-E4DF-EE62A4EE0F6E}"/>
              </a:ext>
            </a:extLst>
          </p:cNvPr>
          <p:cNvSpPr txBox="1"/>
          <p:nvPr/>
        </p:nvSpPr>
        <p:spPr>
          <a:xfrm>
            <a:off x="7815570" y="925210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171" name="Click">
            <a:extLst>
              <a:ext uri="{FF2B5EF4-FFF2-40B4-BE49-F238E27FC236}">
                <a16:creationId xmlns:a16="http://schemas.microsoft.com/office/drawing/2014/main" id="{18712561-D830-0B3B-CDFB-04764ABE8B08}"/>
              </a:ext>
            </a:extLst>
          </p:cNvPr>
          <p:cNvGrpSpPr>
            <a:grpSpLocks noChangeAspect="1"/>
          </p:cNvGrpSpPr>
          <p:nvPr/>
        </p:nvGrpSpPr>
        <p:grpSpPr>
          <a:xfrm>
            <a:off x="2218931" y="897458"/>
            <a:ext cx="362153" cy="516120"/>
            <a:chOff x="5294313" y="2197100"/>
            <a:chExt cx="530225" cy="755651"/>
          </a:xfrm>
        </p:grpSpPr>
        <p:sp>
          <p:nvSpPr>
            <p:cNvPr id="172" name="Arrow Cursor">
              <a:extLst>
                <a:ext uri="{FF2B5EF4-FFF2-40B4-BE49-F238E27FC236}">
                  <a16:creationId xmlns:a16="http://schemas.microsoft.com/office/drawing/2014/main" id="{4B1D714E-92CB-6B12-4E33-434A5B1537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73" name="Click">
              <a:extLst>
                <a:ext uri="{FF2B5EF4-FFF2-40B4-BE49-F238E27FC236}">
                  <a16:creationId xmlns:a16="http://schemas.microsoft.com/office/drawing/2014/main" id="{C452569E-A58C-B1FF-881C-791C9E0203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0" name="Text Box">
            <a:extLst>
              <a:ext uri="{FF2B5EF4-FFF2-40B4-BE49-F238E27FC236}">
                <a16:creationId xmlns:a16="http://schemas.microsoft.com/office/drawing/2014/main" id="{8A258B0D-B228-9759-844A-F0D4B98015D3}"/>
              </a:ext>
            </a:extLst>
          </p:cNvPr>
          <p:cNvSpPr>
            <a:spLocks/>
          </p:cNvSpPr>
          <p:nvPr/>
        </p:nvSpPr>
        <p:spPr bwMode="auto">
          <a:xfrm>
            <a:off x="7345769" y="1637785"/>
            <a:ext cx="712083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74198E92-EE0A-BE37-5EAC-0F713EFA3E0D}"/>
              </a:ext>
            </a:extLst>
          </p:cNvPr>
          <p:cNvSpPr/>
          <p:nvPr/>
        </p:nvSpPr>
        <p:spPr>
          <a:xfrm rot="16200000" flipH="1" flipV="1">
            <a:off x="8724988" y="104085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B8319E-97DE-DF73-F42A-6661F15DB5B8}"/>
              </a:ext>
            </a:extLst>
          </p:cNvPr>
          <p:cNvSpPr txBox="1"/>
          <p:nvPr/>
        </p:nvSpPr>
        <p:spPr>
          <a:xfrm>
            <a:off x="7447829" y="1433208"/>
            <a:ext cx="100860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↓ 미들 네임 필수 아님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77244C9-189A-CBEA-805B-81117057F976}"/>
              </a:ext>
            </a:extLst>
          </p:cNvPr>
          <p:cNvSpPr txBox="1"/>
          <p:nvPr/>
        </p:nvSpPr>
        <p:spPr>
          <a:xfrm>
            <a:off x="3848937" y="622417"/>
            <a:ext cx="2391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결제정보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탭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는 등록 이후부터 출력 가능</a:t>
            </a:r>
          </a:p>
        </p:txBody>
      </p:sp>
    </p:spTree>
    <p:extLst>
      <p:ext uri="{BB962C8B-B14F-4D97-AF65-F5344CB8AC3E}">
        <p14:creationId xmlns:p14="http://schemas.microsoft.com/office/powerpoint/2010/main" val="3918392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1C87-6E77-7C21-AC81-8A5274D0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27A89B8-8E5B-169B-62C3-53C60242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420704FA-2A8B-CA2B-8688-1C3577F2E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상세정보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7AA1F00-1CC0-E245-3E75-13B0E68C37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061FF4E-F47E-8240-E2D4-1974ACB6E9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7232E2-0A3A-914B-F9B3-02BC3E5B3859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CD2393D5-A40B-010D-8181-255539BFC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896479"/>
              </p:ext>
            </p:extLst>
          </p:nvPr>
        </p:nvGraphicFramePr>
        <p:xfrm>
          <a:off x="9406740" y="440717"/>
          <a:ext cx="2785260" cy="4280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예약 상세 정보 수정사항 저장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하위 예약번호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번호 개념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[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예약 상태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]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RESERVED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CHECK-IN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INHOUSE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CHECKED-OUT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NO-SHOW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- CANCELED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클릭 시 객실 코드 조회 팝업 호출</a:t>
                      </a: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해당 객실에 할당된 층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선택 팝업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투숙객 정보 입력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유료서비스 추가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 조회 팝업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 등록 시 추가 등록 시점 일 기준 추가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클릭 시 해당 유료 서비스 삭제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삭제 후 저장 시 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결제정보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데이터도 수정 업데이트</a:t>
                      </a:r>
                      <a:endParaRPr lang="en-US" altLang="ko-KR" sz="800" b="1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버튼 클릭 시 시점으로 변경</a:t>
                      </a:r>
                      <a:r>
                        <a:rPr lang="en-US" altLang="ko-KR" sz="800" b="1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1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단위로 출력 되면 접고 펴기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E5F8D89-0E22-561D-E074-3EF15B623B66}"/>
              </a:ext>
            </a:extLst>
          </p:cNvPr>
          <p:cNvSpPr txBox="1"/>
          <p:nvPr/>
        </p:nvSpPr>
        <p:spPr>
          <a:xfrm>
            <a:off x="1427884" y="104775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상세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13110118-38D2-888B-B9D1-4A87A9BF1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756759"/>
              </p:ext>
            </p:extLst>
          </p:nvPr>
        </p:nvGraphicFramePr>
        <p:xfrm>
          <a:off x="1513108" y="1268178"/>
          <a:ext cx="7801314" cy="4183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021662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31639894"/>
                    </a:ext>
                  </a:extLst>
                </a:gridCol>
                <a:gridCol w="2947280">
                  <a:extLst>
                    <a:ext uri="{9D8B030D-6E8A-4147-A177-3AD203B41FA5}">
                      <a16:colId xmlns:a16="http://schemas.microsoft.com/office/drawing/2014/main" val="1764560277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예약 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  <a:tr h="292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DELUXE/GARDEN VIEW/KING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15F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 1503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86338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52357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정보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6459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166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52014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6821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22515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Early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check-in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Late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◎ </a:t>
                      </a:r>
                      <a:r>
                        <a:rPr lang="en" altLang="ko-KR" sz="700" dirty="0"/>
                        <a:t>Y</a:t>
                      </a:r>
                      <a:r>
                        <a:rPr lang="ko-KR" altLang="en-US" sz="700" dirty="0"/>
                        <a:t>  ◉ </a:t>
                      </a: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97243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유료 서비스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39768"/>
                  </a:ext>
                </a:extLst>
              </a:tr>
              <a:tr h="379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2025-01-02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90919"/>
                  </a:ext>
                </a:extLst>
              </a:tr>
              <a:tr h="4331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2025-01-02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1313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744297"/>
                  </a:ext>
                </a:extLst>
              </a:tr>
            </a:tbl>
          </a:graphicData>
        </a:graphic>
      </p:graphicFrame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D2B5D4F-572A-8CDE-0B1F-6B12828EFB8F}"/>
              </a:ext>
            </a:extLst>
          </p:cNvPr>
          <p:cNvGrpSpPr/>
          <p:nvPr/>
        </p:nvGrpSpPr>
        <p:grpSpPr>
          <a:xfrm>
            <a:off x="2553738" y="3299396"/>
            <a:ext cx="710141" cy="144000"/>
            <a:chOff x="2523054" y="4377902"/>
            <a:chExt cx="710141" cy="144000"/>
          </a:xfrm>
        </p:grpSpPr>
        <p:sp>
          <p:nvSpPr>
            <p:cNvPr id="120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FD703C2-E4B8-7D2A-5DDE-09DEE91D3C71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2025-01-01</a:t>
              </a:r>
            </a:p>
          </p:txBody>
        </p:sp>
        <p:sp>
          <p:nvSpPr>
            <p:cNvPr id="121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D3470BC-DA42-AD77-2AAB-0135E88F2CB6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299CABD1-D17F-7D24-944D-CEF50A2F91B4}"/>
              </a:ext>
            </a:extLst>
          </p:cNvPr>
          <p:cNvGrpSpPr/>
          <p:nvPr/>
        </p:nvGrpSpPr>
        <p:grpSpPr>
          <a:xfrm>
            <a:off x="6435433" y="3299396"/>
            <a:ext cx="710141" cy="144000"/>
            <a:chOff x="2523054" y="4377902"/>
            <a:chExt cx="710141" cy="144000"/>
          </a:xfrm>
        </p:grpSpPr>
        <p:sp>
          <p:nvSpPr>
            <p:cNvPr id="123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C78148F-0071-536F-04BD-B1E8AE2CE530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2025-01-03</a:t>
              </a:r>
            </a:p>
          </p:txBody>
        </p:sp>
        <p:sp>
          <p:nvSpPr>
            <p:cNvPr id="124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EA15C9-2FE6-2DC8-513E-488B2E3F33F7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25" name="Text Box">
            <a:extLst>
              <a:ext uri="{FF2B5EF4-FFF2-40B4-BE49-F238E27FC236}">
                <a16:creationId xmlns:a16="http://schemas.microsoft.com/office/drawing/2014/main" id="{2BB8D966-8F58-67F1-CC6F-05BA45725893}"/>
              </a:ext>
            </a:extLst>
          </p:cNvPr>
          <p:cNvSpPr>
            <a:spLocks/>
          </p:cNvSpPr>
          <p:nvPr/>
        </p:nvSpPr>
        <p:spPr bwMode="auto">
          <a:xfrm>
            <a:off x="2558676" y="2231644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</a:p>
        </p:txBody>
      </p:sp>
      <p:sp>
        <p:nvSpPr>
          <p:cNvPr id="126" name="Text Box">
            <a:extLst>
              <a:ext uri="{FF2B5EF4-FFF2-40B4-BE49-F238E27FC236}">
                <a16:creationId xmlns:a16="http://schemas.microsoft.com/office/drawing/2014/main" id="{FB78576A-6E90-3EE7-322B-1F1440F93FD2}"/>
              </a:ext>
            </a:extLst>
          </p:cNvPr>
          <p:cNvSpPr>
            <a:spLocks/>
          </p:cNvSpPr>
          <p:nvPr/>
        </p:nvSpPr>
        <p:spPr bwMode="auto">
          <a:xfrm>
            <a:off x="6435433" y="2231644"/>
            <a:ext cx="33554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</a:t>
            </a:r>
          </a:p>
        </p:txBody>
      </p:sp>
      <p:sp>
        <p:nvSpPr>
          <p:cNvPr id="129" name="Chevron Left">
            <a:extLst>
              <a:ext uri="{FF2B5EF4-FFF2-40B4-BE49-F238E27FC236}">
                <a16:creationId xmlns:a16="http://schemas.microsoft.com/office/drawing/2014/main" id="{C9B2C80F-ED50-DC62-A69F-0D2D266D0F72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29307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8AD9A469-7B4B-35AB-BBB6-40E0F921E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198325"/>
              </p:ext>
            </p:extLst>
          </p:nvPr>
        </p:nvGraphicFramePr>
        <p:xfrm>
          <a:off x="1513108" y="5713668"/>
          <a:ext cx="7746196" cy="2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0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</a:tbl>
          </a:graphicData>
        </a:graphic>
      </p:graphicFrame>
      <p:sp>
        <p:nvSpPr>
          <p:cNvPr id="142" name="Chevron Left">
            <a:extLst>
              <a:ext uri="{FF2B5EF4-FFF2-40B4-BE49-F238E27FC236}">
                <a16:creationId xmlns:a16="http://schemas.microsoft.com/office/drawing/2014/main" id="{42CD06D3-4A9E-C03B-93AD-03E6FFB7E882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053085" y="573856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09F2F7D-5FE6-9E35-ADF4-FF725EF1BE3D}"/>
              </a:ext>
            </a:extLst>
          </p:cNvPr>
          <p:cNvSpPr/>
          <p:nvPr/>
        </p:nvSpPr>
        <p:spPr>
          <a:xfrm>
            <a:off x="3793367" y="176221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AD9E6EE-D4F9-E622-169D-24C00050382E}"/>
              </a:ext>
            </a:extLst>
          </p:cNvPr>
          <p:cNvSpPr/>
          <p:nvPr/>
        </p:nvSpPr>
        <p:spPr>
          <a:xfrm>
            <a:off x="8747371" y="2456520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9B35FA7E-6305-DCEE-5159-335257A1417E}"/>
              </a:ext>
            </a:extLst>
          </p:cNvPr>
          <p:cNvSpPr/>
          <p:nvPr/>
        </p:nvSpPr>
        <p:spPr>
          <a:xfrm>
            <a:off x="2565873" y="3956332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183" name="Click">
            <a:extLst>
              <a:ext uri="{FF2B5EF4-FFF2-40B4-BE49-F238E27FC236}">
                <a16:creationId xmlns:a16="http://schemas.microsoft.com/office/drawing/2014/main" id="{45270CE9-98C8-DC0B-8A06-8E57D9CA3508}"/>
              </a:ext>
            </a:extLst>
          </p:cNvPr>
          <p:cNvGrpSpPr>
            <a:grpSpLocks noChangeAspect="1"/>
          </p:cNvGrpSpPr>
          <p:nvPr/>
        </p:nvGrpSpPr>
        <p:grpSpPr>
          <a:xfrm>
            <a:off x="8739636" y="5688456"/>
            <a:ext cx="362153" cy="516120"/>
            <a:chOff x="5294313" y="2197100"/>
            <a:chExt cx="530225" cy="755651"/>
          </a:xfrm>
        </p:grpSpPr>
        <p:sp>
          <p:nvSpPr>
            <p:cNvPr id="184" name="Arrow Cursor">
              <a:extLst>
                <a:ext uri="{FF2B5EF4-FFF2-40B4-BE49-F238E27FC236}">
                  <a16:creationId xmlns:a16="http://schemas.microsoft.com/office/drawing/2014/main" id="{0C00E198-0B86-7134-A135-D3A6A1860B9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85" name="Click">
              <a:extLst>
                <a:ext uri="{FF2B5EF4-FFF2-40B4-BE49-F238E27FC236}">
                  <a16:creationId xmlns:a16="http://schemas.microsoft.com/office/drawing/2014/main" id="{12E66686-3F14-A76D-1E03-B9DB9BFF6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6FDD73-5374-251F-50B9-2B094779FD31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3F55FA2-C786-9DAB-9130-C77BC1E1EE3C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79EED3-5AB6-BD9C-7304-CBDFFF9713A6}"/>
              </a:ext>
            </a:extLst>
          </p:cNvPr>
          <p:cNvSpPr/>
          <p:nvPr/>
        </p:nvSpPr>
        <p:spPr>
          <a:xfrm>
            <a:off x="6964643" y="1756509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5" name="Teardrop 1">
            <a:extLst>
              <a:ext uri="{FF2B5EF4-FFF2-40B4-BE49-F238E27FC236}">
                <a16:creationId xmlns:a16="http://schemas.microsoft.com/office/drawing/2014/main" id="{59DDDB90-EA6D-58B4-B1F8-64A56E2A0355}"/>
              </a:ext>
            </a:extLst>
          </p:cNvPr>
          <p:cNvSpPr/>
          <p:nvPr/>
        </p:nvSpPr>
        <p:spPr>
          <a:xfrm rot="16200000" flipH="1" flipV="1">
            <a:off x="2363910" y="120502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ardrop 1">
            <a:extLst>
              <a:ext uri="{FF2B5EF4-FFF2-40B4-BE49-F238E27FC236}">
                <a16:creationId xmlns:a16="http://schemas.microsoft.com/office/drawing/2014/main" id="{78591AB0-8143-E273-E5FD-7BB2D3C7B463}"/>
              </a:ext>
            </a:extLst>
          </p:cNvPr>
          <p:cNvSpPr/>
          <p:nvPr/>
        </p:nvSpPr>
        <p:spPr>
          <a:xfrm rot="16200000" flipH="1" flipV="1">
            <a:off x="3693095" y="16693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24E5DFE2-C1E0-9FF6-ACF1-9358B475FBEC}"/>
              </a:ext>
            </a:extLst>
          </p:cNvPr>
          <p:cNvSpPr/>
          <p:nvPr/>
        </p:nvSpPr>
        <p:spPr>
          <a:xfrm rot="16200000" flipH="1" flipV="1">
            <a:off x="6861756" y="165209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ardrop 1">
            <a:extLst>
              <a:ext uri="{FF2B5EF4-FFF2-40B4-BE49-F238E27FC236}">
                <a16:creationId xmlns:a16="http://schemas.microsoft.com/office/drawing/2014/main" id="{DD64C0CF-DE33-452B-5BDE-DE9813E3F5EB}"/>
              </a:ext>
            </a:extLst>
          </p:cNvPr>
          <p:cNvSpPr/>
          <p:nvPr/>
        </p:nvSpPr>
        <p:spPr>
          <a:xfrm rot="16200000" flipH="1" flipV="1">
            <a:off x="8626970" y="23562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17EC5AB-ECC3-9B3E-71AA-0A9F7605A48A}"/>
              </a:ext>
            </a:extLst>
          </p:cNvPr>
          <p:cNvGrpSpPr/>
          <p:nvPr/>
        </p:nvGrpSpPr>
        <p:grpSpPr>
          <a:xfrm>
            <a:off x="2556604" y="1509305"/>
            <a:ext cx="826563" cy="148524"/>
            <a:chOff x="8346822" y="1278001"/>
            <a:chExt cx="826563" cy="148524"/>
          </a:xfrm>
        </p:grpSpPr>
        <p:sp>
          <p:nvSpPr>
            <p:cNvPr id="5" name="Text Box">
              <a:extLst>
                <a:ext uri="{FF2B5EF4-FFF2-40B4-BE49-F238E27FC236}">
                  <a16:creationId xmlns:a16="http://schemas.microsoft.com/office/drawing/2014/main" id="{5F053203-0822-17B2-C810-7E54ADD10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6" name="Chevron Left">
              <a:extLst>
                <a:ext uri="{FF2B5EF4-FFF2-40B4-BE49-F238E27FC236}">
                  <a16:creationId xmlns:a16="http://schemas.microsoft.com/office/drawing/2014/main" id="{35218C4F-8290-8EDA-9F21-42F1B468A09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Click">
            <a:extLst>
              <a:ext uri="{FF2B5EF4-FFF2-40B4-BE49-F238E27FC236}">
                <a16:creationId xmlns:a16="http://schemas.microsoft.com/office/drawing/2014/main" id="{62519082-4C0A-6A86-2BC0-55423052F303}"/>
              </a:ext>
            </a:extLst>
          </p:cNvPr>
          <p:cNvGrpSpPr>
            <a:grpSpLocks noChangeAspect="1"/>
          </p:cNvGrpSpPr>
          <p:nvPr/>
        </p:nvGrpSpPr>
        <p:grpSpPr>
          <a:xfrm>
            <a:off x="4064369" y="1708420"/>
            <a:ext cx="362153" cy="516120"/>
            <a:chOff x="5294313" y="2197100"/>
            <a:chExt cx="530225" cy="755651"/>
          </a:xfrm>
        </p:grpSpPr>
        <p:sp>
          <p:nvSpPr>
            <p:cNvPr id="39" name="Arrow Cursor">
              <a:extLst>
                <a:ext uri="{FF2B5EF4-FFF2-40B4-BE49-F238E27FC236}">
                  <a16:creationId xmlns:a16="http://schemas.microsoft.com/office/drawing/2014/main" id="{1CC2AD5A-907D-56FA-DF55-7430D90507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0" name="Click">
              <a:extLst>
                <a:ext uri="{FF2B5EF4-FFF2-40B4-BE49-F238E27FC236}">
                  <a16:creationId xmlns:a16="http://schemas.microsoft.com/office/drawing/2014/main" id="{24C50362-214F-ADAD-24F9-BB7EE2A431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36CC05-385E-3B32-C02C-10FB42015EE7}"/>
              </a:ext>
            </a:extLst>
          </p:cNvPr>
          <p:cNvSpPr/>
          <p:nvPr/>
        </p:nvSpPr>
        <p:spPr>
          <a:xfrm>
            <a:off x="8829052" y="1089583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874CDB-DAE3-84A0-89D7-4994D8C5E280}"/>
              </a:ext>
            </a:extLst>
          </p:cNvPr>
          <p:cNvSpPr/>
          <p:nvPr/>
        </p:nvSpPr>
        <p:spPr>
          <a:xfrm>
            <a:off x="8829052" y="5520162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CAFF333-F06B-3BA0-82DA-F82BA66D0638}"/>
              </a:ext>
            </a:extLst>
          </p:cNvPr>
          <p:cNvGrpSpPr/>
          <p:nvPr/>
        </p:nvGrpSpPr>
        <p:grpSpPr>
          <a:xfrm rot="10800000">
            <a:off x="1289409" y="977787"/>
            <a:ext cx="360000" cy="372571"/>
            <a:chOff x="3180625" y="5062589"/>
            <a:chExt cx="360000" cy="372571"/>
          </a:xfrm>
        </p:grpSpPr>
        <p:cxnSp>
          <p:nvCxnSpPr>
            <p:cNvPr id="16" name="직선 연결선 206">
              <a:extLst>
                <a:ext uri="{FF2B5EF4-FFF2-40B4-BE49-F238E27FC236}">
                  <a16:creationId xmlns:a16="http://schemas.microsoft.com/office/drawing/2014/main" id="{3EB54479-BE9A-FA3F-2492-7F0D8B836B1A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869D5D91-F2CE-BD7B-6BBE-47B1720BAC2E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ardrop 1">
            <a:extLst>
              <a:ext uri="{FF2B5EF4-FFF2-40B4-BE49-F238E27FC236}">
                <a16:creationId xmlns:a16="http://schemas.microsoft.com/office/drawing/2014/main" id="{3D575AD7-E379-139C-8BA2-2DC632883C08}"/>
              </a:ext>
            </a:extLst>
          </p:cNvPr>
          <p:cNvSpPr/>
          <p:nvPr/>
        </p:nvSpPr>
        <p:spPr>
          <a:xfrm rot="16200000" flipH="1" flipV="1">
            <a:off x="8703413" y="9994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ardrop 1">
            <a:extLst>
              <a:ext uri="{FF2B5EF4-FFF2-40B4-BE49-F238E27FC236}">
                <a16:creationId xmlns:a16="http://schemas.microsoft.com/office/drawing/2014/main" id="{B946903C-B2BC-DC0A-EFA4-8DE93F1D570D}"/>
              </a:ext>
            </a:extLst>
          </p:cNvPr>
          <p:cNvSpPr/>
          <p:nvPr/>
        </p:nvSpPr>
        <p:spPr>
          <a:xfrm rot="16200000" flipH="1" flipV="1">
            <a:off x="2399553" y="141291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ardrop 1">
            <a:extLst>
              <a:ext uri="{FF2B5EF4-FFF2-40B4-BE49-F238E27FC236}">
                <a16:creationId xmlns:a16="http://schemas.microsoft.com/office/drawing/2014/main" id="{2EC3A31B-3F92-892E-3BF5-09A58130C485}"/>
              </a:ext>
            </a:extLst>
          </p:cNvPr>
          <p:cNvSpPr/>
          <p:nvPr/>
        </p:nvSpPr>
        <p:spPr>
          <a:xfrm rot="16200000" flipH="1" flipV="1">
            <a:off x="8499482" y="562773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ardrop 1">
            <a:extLst>
              <a:ext uri="{FF2B5EF4-FFF2-40B4-BE49-F238E27FC236}">
                <a16:creationId xmlns:a16="http://schemas.microsoft.com/office/drawing/2014/main" id="{E7201E88-F5A3-4B88-89A1-4A29FA69173C}"/>
              </a:ext>
            </a:extLst>
          </p:cNvPr>
          <p:cNvSpPr/>
          <p:nvPr/>
        </p:nvSpPr>
        <p:spPr>
          <a:xfrm rot="16200000" flipH="1" flipV="1">
            <a:off x="5978569" y="398520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41BC12B-2F49-A69E-B26A-C352E2FB6FD4}"/>
              </a:ext>
            </a:extLst>
          </p:cNvPr>
          <p:cNvGrpSpPr/>
          <p:nvPr/>
        </p:nvGrpSpPr>
        <p:grpSpPr>
          <a:xfrm>
            <a:off x="1512625" y="703438"/>
            <a:ext cx="5063668" cy="263263"/>
            <a:chOff x="1512625" y="1374043"/>
            <a:chExt cx="5063668" cy="263263"/>
          </a:xfrm>
        </p:grpSpPr>
        <p:sp>
          <p:nvSpPr>
            <p:cNvPr id="57" name="양쪽 모서리가 둥근 사각형 56">
              <a:extLst>
                <a:ext uri="{FF2B5EF4-FFF2-40B4-BE49-F238E27FC236}">
                  <a16:creationId xmlns:a16="http://schemas.microsoft.com/office/drawing/2014/main" id="{9B5F799D-DF3E-2B7C-9CCA-73820A7EB6BE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58" name="양쪽 모서리가 둥근 사각형 57">
              <a:extLst>
                <a:ext uri="{FF2B5EF4-FFF2-40B4-BE49-F238E27FC236}">
                  <a16:creationId xmlns:a16="http://schemas.microsoft.com/office/drawing/2014/main" id="{01BEFDF3-C61F-DF73-D3CF-298FA6356BDD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59" name="양쪽 모서리가 둥근 사각형 58">
              <a:extLst>
                <a:ext uri="{FF2B5EF4-FFF2-40B4-BE49-F238E27FC236}">
                  <a16:creationId xmlns:a16="http://schemas.microsoft.com/office/drawing/2014/main" id="{1EE5DEBF-329B-E185-4C5E-6924C67BB983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60" name="양쪽 모서리가 둥근 사각형 59">
              <a:extLst>
                <a:ext uri="{FF2B5EF4-FFF2-40B4-BE49-F238E27FC236}">
                  <a16:creationId xmlns:a16="http://schemas.microsoft.com/office/drawing/2014/main" id="{724E0B3D-0CF8-7296-1264-34288DFF2CE7}"/>
                </a:ext>
              </a:extLst>
            </p:cNvPr>
            <p:cNvSpPr/>
            <p:nvPr/>
          </p:nvSpPr>
          <p:spPr>
            <a:xfrm>
              <a:off x="455159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61" name="양쪽 모서리가 둥근 사각형 60">
              <a:extLst>
                <a:ext uri="{FF2B5EF4-FFF2-40B4-BE49-F238E27FC236}">
                  <a16:creationId xmlns:a16="http://schemas.microsoft.com/office/drawing/2014/main" id="{7125C1D8-BA6B-5742-C7A3-9998A0C9F724}"/>
                </a:ext>
              </a:extLst>
            </p:cNvPr>
            <p:cNvSpPr/>
            <p:nvPr/>
          </p:nvSpPr>
          <p:spPr>
            <a:xfrm>
              <a:off x="556461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70" name="Close">
            <a:extLst>
              <a:ext uri="{FF2B5EF4-FFF2-40B4-BE49-F238E27FC236}">
                <a16:creationId xmlns:a16="http://schemas.microsoft.com/office/drawing/2014/main" id="{92B37FF3-5ACF-4334-2FEB-8851F4A77BFB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0" y="4143664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9E02F8-81EA-CCC2-8920-BD60C78F7D2C}"/>
              </a:ext>
            </a:extLst>
          </p:cNvPr>
          <p:cNvSpPr/>
          <p:nvPr/>
        </p:nvSpPr>
        <p:spPr>
          <a:xfrm>
            <a:off x="8835942" y="82508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16BF4309-BCBD-4305-6075-10280B437254}"/>
              </a:ext>
            </a:extLst>
          </p:cNvPr>
          <p:cNvSpPr>
            <a:spLocks/>
          </p:cNvSpPr>
          <p:nvPr/>
        </p:nvSpPr>
        <p:spPr bwMode="auto">
          <a:xfrm>
            <a:off x="2558676" y="2658349"/>
            <a:ext cx="196989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박성광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xt Box">
            <a:extLst>
              <a:ext uri="{FF2B5EF4-FFF2-40B4-BE49-F238E27FC236}">
                <a16:creationId xmlns:a16="http://schemas.microsoft.com/office/drawing/2014/main" id="{DB3F711E-B92F-46B5-E4A9-935611614194}"/>
              </a:ext>
            </a:extLst>
          </p:cNvPr>
          <p:cNvSpPr>
            <a:spLocks/>
          </p:cNvSpPr>
          <p:nvPr/>
        </p:nvSpPr>
        <p:spPr bwMode="auto">
          <a:xfrm>
            <a:off x="6435433" y="2662826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PARK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4043E27C-470F-3588-F2CB-AD24A4A9EF0D}"/>
              </a:ext>
            </a:extLst>
          </p:cNvPr>
          <p:cNvSpPr>
            <a:spLocks/>
          </p:cNvSpPr>
          <p:nvPr/>
        </p:nvSpPr>
        <p:spPr bwMode="auto">
          <a:xfrm>
            <a:off x="7229418" y="2662826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middle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Box">
            <a:extLst>
              <a:ext uri="{FF2B5EF4-FFF2-40B4-BE49-F238E27FC236}">
                <a16:creationId xmlns:a16="http://schemas.microsoft.com/office/drawing/2014/main" id="{B0926ED1-15E7-B35F-5AC9-EC7B14C97836}"/>
              </a:ext>
            </a:extLst>
          </p:cNvPr>
          <p:cNvSpPr>
            <a:spLocks/>
          </p:cNvSpPr>
          <p:nvPr/>
        </p:nvSpPr>
        <p:spPr bwMode="auto">
          <a:xfrm>
            <a:off x="8040216" y="2662826"/>
            <a:ext cx="81877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SUNGKWANG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 Box">
            <a:extLst>
              <a:ext uri="{FF2B5EF4-FFF2-40B4-BE49-F238E27FC236}">
                <a16:creationId xmlns:a16="http://schemas.microsoft.com/office/drawing/2014/main" id="{AB3E61BD-0561-BB16-1A9E-283A67689221}"/>
              </a:ext>
            </a:extLst>
          </p:cNvPr>
          <p:cNvSpPr>
            <a:spLocks/>
          </p:cNvSpPr>
          <p:nvPr/>
        </p:nvSpPr>
        <p:spPr bwMode="auto">
          <a:xfrm>
            <a:off x="2558676" y="2871225"/>
            <a:ext cx="196989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권성일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9D44FB39-7DA6-A1BC-D3D6-2C88F8544D86}"/>
              </a:ext>
            </a:extLst>
          </p:cNvPr>
          <p:cNvSpPr>
            <a:spLocks/>
          </p:cNvSpPr>
          <p:nvPr/>
        </p:nvSpPr>
        <p:spPr bwMode="auto">
          <a:xfrm>
            <a:off x="6435433" y="2875702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GWON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 Box">
            <a:extLst>
              <a:ext uri="{FF2B5EF4-FFF2-40B4-BE49-F238E27FC236}">
                <a16:creationId xmlns:a16="http://schemas.microsoft.com/office/drawing/2014/main" id="{80F9FCDF-7CD5-FD12-D41A-15169B56C3FC}"/>
              </a:ext>
            </a:extLst>
          </p:cNvPr>
          <p:cNvSpPr>
            <a:spLocks/>
          </p:cNvSpPr>
          <p:nvPr/>
        </p:nvSpPr>
        <p:spPr bwMode="auto">
          <a:xfrm>
            <a:off x="7229418" y="2875702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middle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97FF7208-613E-4AE2-E640-9CEE25AD9588}"/>
              </a:ext>
            </a:extLst>
          </p:cNvPr>
          <p:cNvSpPr>
            <a:spLocks/>
          </p:cNvSpPr>
          <p:nvPr/>
        </p:nvSpPr>
        <p:spPr bwMode="auto">
          <a:xfrm>
            <a:off x="8040216" y="2875702"/>
            <a:ext cx="81877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SUNGILL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23B4F4-4C60-3DD4-85C8-4760BE168BDE}"/>
              </a:ext>
            </a:extLst>
          </p:cNvPr>
          <p:cNvSpPr txBox="1"/>
          <p:nvPr/>
        </p:nvSpPr>
        <p:spPr>
          <a:xfrm>
            <a:off x="6597821" y="4096532"/>
            <a:ext cx="1962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유료 서비스 예약 변경 관리 영역 </a:t>
            </a:r>
            <a:endParaRPr kumimoji="1" lang="en-US" altLang="ko-KR" sz="800" b="1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  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변경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추가 시 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결제정보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800" b="1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에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업데이트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kumimoji="1" lang="ko-KR" altLang="en-US" sz="800" b="1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E41ECFA-289E-0ED1-81F4-818EE7821B0F}"/>
              </a:ext>
            </a:extLst>
          </p:cNvPr>
          <p:cNvSpPr/>
          <p:nvPr/>
        </p:nvSpPr>
        <p:spPr>
          <a:xfrm>
            <a:off x="2565873" y="4508318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974A81A-CB87-4ED0-78F0-CF13BB80A69C}"/>
              </a:ext>
            </a:extLst>
          </p:cNvPr>
          <p:cNvSpPr/>
          <p:nvPr/>
        </p:nvSpPr>
        <p:spPr>
          <a:xfrm>
            <a:off x="2565873" y="5060304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71" name="Click">
            <a:extLst>
              <a:ext uri="{FF2B5EF4-FFF2-40B4-BE49-F238E27FC236}">
                <a16:creationId xmlns:a16="http://schemas.microsoft.com/office/drawing/2014/main" id="{E2E88396-4BD1-6B63-0233-075AAF274825}"/>
              </a:ext>
            </a:extLst>
          </p:cNvPr>
          <p:cNvGrpSpPr>
            <a:grpSpLocks noChangeAspect="1"/>
          </p:cNvGrpSpPr>
          <p:nvPr/>
        </p:nvGrpSpPr>
        <p:grpSpPr>
          <a:xfrm>
            <a:off x="2774788" y="3933056"/>
            <a:ext cx="224868" cy="320469"/>
            <a:chOff x="5294313" y="2197100"/>
            <a:chExt cx="530225" cy="755651"/>
          </a:xfrm>
        </p:grpSpPr>
        <p:sp>
          <p:nvSpPr>
            <p:cNvPr id="72" name="Arrow Cursor">
              <a:extLst>
                <a:ext uri="{FF2B5EF4-FFF2-40B4-BE49-F238E27FC236}">
                  <a16:creationId xmlns:a16="http://schemas.microsoft.com/office/drawing/2014/main" id="{4A7ABB43-1AA3-EBB6-C3D8-97C8106CDEB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3" name="Click">
              <a:extLst>
                <a:ext uri="{FF2B5EF4-FFF2-40B4-BE49-F238E27FC236}">
                  <a16:creationId xmlns:a16="http://schemas.microsoft.com/office/drawing/2014/main" id="{56873535-9CF0-E21D-A526-96DD8B2592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63" name="Close">
            <a:extLst>
              <a:ext uri="{FF2B5EF4-FFF2-40B4-BE49-F238E27FC236}">
                <a16:creationId xmlns:a16="http://schemas.microsoft.com/office/drawing/2014/main" id="{835A638B-574F-5F90-E262-B0196D7E86A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0" y="4311089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Close">
            <a:extLst>
              <a:ext uri="{FF2B5EF4-FFF2-40B4-BE49-F238E27FC236}">
                <a16:creationId xmlns:a16="http://schemas.microsoft.com/office/drawing/2014/main" id="{3B025575-5C04-1625-B6D9-7C0654D09A9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0" y="4694236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Close">
            <a:extLst>
              <a:ext uri="{FF2B5EF4-FFF2-40B4-BE49-F238E27FC236}">
                <a16:creationId xmlns:a16="http://schemas.microsoft.com/office/drawing/2014/main" id="{8B7C3B7C-1538-E8AE-2880-9C7D230D1F9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0" y="4861661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Close">
            <a:extLst>
              <a:ext uri="{FF2B5EF4-FFF2-40B4-BE49-F238E27FC236}">
                <a16:creationId xmlns:a16="http://schemas.microsoft.com/office/drawing/2014/main" id="{FAB40343-0186-FE21-85D3-B66BF2FB3DC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0" y="5251247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E6BC47-2619-A41E-E925-860B38D1E4FD}"/>
              </a:ext>
            </a:extLst>
          </p:cNvPr>
          <p:cNvSpPr txBox="1"/>
          <p:nvPr/>
        </p:nvSpPr>
        <p:spPr>
          <a:xfrm>
            <a:off x="6597821" y="4650518"/>
            <a:ext cx="1962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유료 서비스 예약 변경 관리 영역 </a:t>
            </a:r>
            <a:endParaRPr kumimoji="1" lang="en-US" altLang="ko-KR" sz="800" b="1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  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변경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추가 시 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결제정보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800" b="1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에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업데이트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kumimoji="1" lang="ko-KR" altLang="en-US" sz="800" b="1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CB3E36-8C1E-A2FE-C62C-F4F1778F66B6}"/>
              </a:ext>
            </a:extLst>
          </p:cNvPr>
          <p:cNvSpPr txBox="1"/>
          <p:nvPr/>
        </p:nvSpPr>
        <p:spPr>
          <a:xfrm>
            <a:off x="6597821" y="5051274"/>
            <a:ext cx="1962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유료 서비스 예약 변경 관리 영역 </a:t>
            </a:r>
            <a:endParaRPr kumimoji="1" lang="en-US" altLang="ko-KR" sz="800" b="1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  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변경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추가 시 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결제정보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800" b="1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에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업데이트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kumimoji="1" lang="ko-KR" altLang="en-US" sz="800" b="1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75" name="Teardrop 1">
            <a:extLst>
              <a:ext uri="{FF2B5EF4-FFF2-40B4-BE49-F238E27FC236}">
                <a16:creationId xmlns:a16="http://schemas.microsoft.com/office/drawing/2014/main" id="{3EE331F3-309A-BF95-1ACE-84A319185CB5}"/>
              </a:ext>
            </a:extLst>
          </p:cNvPr>
          <p:cNvSpPr/>
          <p:nvPr/>
        </p:nvSpPr>
        <p:spPr>
          <a:xfrm rot="16200000" flipH="1" flipV="1">
            <a:off x="2451030" y="386201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3720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FFC60-D959-B879-D1C8-B89647B5F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B7DB96AC-A007-5012-8113-3AE687A7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86276EE-C7D2-BB5C-3B68-F49BC4C56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상세정보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E71F2F2-9EFB-ED26-AB11-22F6C0A1D7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76654CE-593C-317E-E114-0EBA15B0F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E72FD3-8BDC-873A-5FC6-5B7D28943B81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9B7D355-3F3F-1098-4408-E5D1C979B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0952"/>
              </p:ext>
            </p:extLst>
          </p:nvPr>
        </p:nvGraphicFramePr>
        <p:xfrm>
          <a:off x="9406740" y="440717"/>
          <a:ext cx="2785260" cy="143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상태 값 변경에 따른 최종 수정 일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분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초 업데이트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EB4EF0C-C294-FFFD-0847-744079FBDE4F}"/>
              </a:ext>
            </a:extLst>
          </p:cNvPr>
          <p:cNvSpPr txBox="1"/>
          <p:nvPr/>
        </p:nvSpPr>
        <p:spPr>
          <a:xfrm>
            <a:off x="1427884" y="1469059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상세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3ABD815-0101-0DCD-DA29-53E33C162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98945"/>
              </p:ext>
            </p:extLst>
          </p:nvPr>
        </p:nvGraphicFramePr>
        <p:xfrm>
          <a:off x="1513108" y="1689484"/>
          <a:ext cx="7801314" cy="3712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021662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31639894"/>
                    </a:ext>
                  </a:extLst>
                </a:gridCol>
                <a:gridCol w="2947280">
                  <a:extLst>
                    <a:ext uri="{9D8B030D-6E8A-4147-A177-3AD203B41FA5}">
                      <a16:colId xmlns:a16="http://schemas.microsoft.com/office/drawing/2014/main" val="1764560277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예약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  </a:t>
                      </a:r>
                      <a:r>
                        <a:rPr lang="en-US" altLang="ko-KR" sz="7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(</a:t>
                      </a:r>
                      <a:r>
                        <a:rPr lang="en-US" altLang="ko-KR" sz="7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lang="en-US" altLang="ko-KR" sz="7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lang="en-US" altLang="ko-KR" sz="700" b="0" i="0" strike="noStrike" kern="120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r>
                        <a:rPr lang="en-US" altLang="ko-KR" sz="7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)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  <a:tr h="292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DELUXE/GARDEN VIEW/KING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</a:t>
                      </a:r>
                      <a:endParaRPr lang="en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15F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 1503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86338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52357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6459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박성광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PARK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           / </a:t>
                      </a:r>
                      <a:r>
                        <a:rPr kumimoji="0" lang="en" altLang="ko-KR" sz="7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SUNGKWANG</a:t>
                      </a: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166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권성일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kern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GWON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           / </a:t>
                      </a:r>
                      <a:r>
                        <a:rPr kumimoji="0" lang="en-US" altLang="ko-KR" sz="700" kern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SUNGILL</a:t>
                      </a: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52014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6821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dirty="0">
                          <a:solidFill>
                            <a:schemeClr val="tx1"/>
                          </a:solidFill>
                          <a:cs typeface="Calibri" pitchFamily="34" charset="0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dirty="0">
                          <a:solidFill>
                            <a:schemeClr val="tx1"/>
                          </a:solidFill>
                          <a:cs typeface="Calibri" pitchFamily="34" charset="0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22515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Early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check-in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Late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97243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유료 서비스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39768"/>
                  </a:ext>
                </a:extLst>
              </a:tr>
              <a:tr h="379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2025-01-02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90919"/>
                  </a:ext>
                </a:extLst>
              </a:tr>
              <a:tr h="4331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2025-01-02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13137"/>
                  </a:ext>
                </a:extLst>
              </a:tr>
              <a:tr h="2408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744297"/>
                  </a:ext>
                </a:extLst>
              </a:tr>
            </a:tbl>
          </a:graphicData>
        </a:graphic>
      </p:graphicFrame>
      <p:sp>
        <p:nvSpPr>
          <p:cNvPr id="129" name="Chevron Left">
            <a:extLst>
              <a:ext uri="{FF2B5EF4-FFF2-40B4-BE49-F238E27FC236}">
                <a16:creationId xmlns:a16="http://schemas.microsoft.com/office/drawing/2014/main" id="{19FA10C6-1A4D-D378-0B74-5FF3C9896E81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71438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279C9997-AE9C-D6F4-3357-DCC849A9C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787513"/>
              </p:ext>
            </p:extLst>
          </p:nvPr>
        </p:nvGraphicFramePr>
        <p:xfrm>
          <a:off x="1513108" y="5483658"/>
          <a:ext cx="7801314" cy="2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16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826148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</a:tbl>
          </a:graphicData>
        </a:graphic>
      </p:graphicFrame>
      <p:sp>
        <p:nvSpPr>
          <p:cNvPr id="142" name="Chevron Left">
            <a:extLst>
              <a:ext uri="{FF2B5EF4-FFF2-40B4-BE49-F238E27FC236}">
                <a16:creationId xmlns:a16="http://schemas.microsoft.com/office/drawing/2014/main" id="{64C4A886-F926-2DDF-8BE3-6BC808FA4B12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053085" y="550855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551EF1-62DB-F829-2BA4-842D7A93BC93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52FE2F3-8D14-3FC1-E086-7B38FC3EBD69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C42EC5C-2D2E-C3A6-DBCA-007A7892477F}"/>
              </a:ext>
            </a:extLst>
          </p:cNvPr>
          <p:cNvGrpSpPr/>
          <p:nvPr/>
        </p:nvGrpSpPr>
        <p:grpSpPr>
          <a:xfrm>
            <a:off x="1512625" y="1124744"/>
            <a:ext cx="5063668" cy="263263"/>
            <a:chOff x="1512625" y="1374043"/>
            <a:chExt cx="5063668" cy="263263"/>
          </a:xfrm>
        </p:grpSpPr>
        <p:sp>
          <p:nvSpPr>
            <p:cNvPr id="57" name="양쪽 모서리가 둥근 사각형 56">
              <a:extLst>
                <a:ext uri="{FF2B5EF4-FFF2-40B4-BE49-F238E27FC236}">
                  <a16:creationId xmlns:a16="http://schemas.microsoft.com/office/drawing/2014/main" id="{B8A59DE9-EB39-3130-30FD-6503674DAB1A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58" name="양쪽 모서리가 둥근 사각형 57">
              <a:extLst>
                <a:ext uri="{FF2B5EF4-FFF2-40B4-BE49-F238E27FC236}">
                  <a16:creationId xmlns:a16="http://schemas.microsoft.com/office/drawing/2014/main" id="{008B6221-51B1-927B-192C-441AE70C0454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59" name="양쪽 모서리가 둥근 사각형 58">
              <a:extLst>
                <a:ext uri="{FF2B5EF4-FFF2-40B4-BE49-F238E27FC236}">
                  <a16:creationId xmlns:a16="http://schemas.microsoft.com/office/drawing/2014/main" id="{3382C227-BA04-F0DB-94B4-52E2F8FE5F82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60" name="양쪽 모서리가 둥근 사각형 59">
              <a:extLst>
                <a:ext uri="{FF2B5EF4-FFF2-40B4-BE49-F238E27FC236}">
                  <a16:creationId xmlns:a16="http://schemas.microsoft.com/office/drawing/2014/main" id="{B8ECB305-C237-CDE1-25BB-6C18474E5335}"/>
                </a:ext>
              </a:extLst>
            </p:cNvPr>
            <p:cNvSpPr/>
            <p:nvPr/>
          </p:nvSpPr>
          <p:spPr>
            <a:xfrm>
              <a:off x="455159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61" name="양쪽 모서리가 둥근 사각형 60">
              <a:extLst>
                <a:ext uri="{FF2B5EF4-FFF2-40B4-BE49-F238E27FC236}">
                  <a16:creationId xmlns:a16="http://schemas.microsoft.com/office/drawing/2014/main" id="{4F2E6D8C-4864-FDEB-1C62-42CCCD86EAD2}"/>
                </a:ext>
              </a:extLst>
            </p:cNvPr>
            <p:cNvSpPr/>
            <p:nvPr/>
          </p:nvSpPr>
          <p:spPr>
            <a:xfrm>
              <a:off x="556461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28" name="평행 사변형[P] 27">
            <a:extLst>
              <a:ext uri="{FF2B5EF4-FFF2-40B4-BE49-F238E27FC236}">
                <a16:creationId xmlns:a16="http://schemas.microsoft.com/office/drawing/2014/main" id="{D7F6290F-26BC-2D91-994F-54CE0D98AD18}"/>
              </a:ext>
            </a:extLst>
          </p:cNvPr>
          <p:cNvSpPr/>
          <p:nvPr/>
        </p:nvSpPr>
        <p:spPr>
          <a:xfrm>
            <a:off x="1847528" y="692696"/>
            <a:ext cx="7200800" cy="238043"/>
          </a:xfrm>
          <a:prstGeom prst="parallelogram">
            <a:avLst/>
          </a:prstGeom>
          <a:solidFill>
            <a:srgbClr val="0971CE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객실 예약 상태가 </a:t>
            </a:r>
            <a:r>
              <a:rPr lang="en" altLang="ko-KR" sz="1000" b="1" dirty="0">
                <a:solidFill>
                  <a:schemeClr val="bg1"/>
                </a:solidFill>
              </a:rPr>
              <a:t>CANCELED </a:t>
            </a:r>
            <a:r>
              <a:rPr lang="ko-KR" altLang="en-US" sz="1000" b="1" dirty="0">
                <a:solidFill>
                  <a:schemeClr val="bg1"/>
                </a:solidFill>
              </a:rPr>
              <a:t>또는 </a:t>
            </a:r>
            <a:r>
              <a:rPr lang="en" altLang="ko-KR" sz="1000" b="1" dirty="0">
                <a:solidFill>
                  <a:schemeClr val="bg1"/>
                </a:solidFill>
              </a:rPr>
              <a:t>NO-SHOW </a:t>
            </a:r>
            <a:r>
              <a:rPr lang="ko-KR" altLang="en-US" sz="1000" b="1" dirty="0">
                <a:solidFill>
                  <a:schemeClr val="bg1"/>
                </a:solidFill>
              </a:rPr>
              <a:t>또는 </a:t>
            </a:r>
            <a:r>
              <a:rPr lang="en" altLang="ko-KR" sz="1000" b="1" dirty="0">
                <a:solidFill>
                  <a:schemeClr val="bg1"/>
                </a:solidFill>
              </a:rPr>
              <a:t>CHECKED-OUT </a:t>
            </a:r>
            <a:r>
              <a:rPr lang="ko-KR" altLang="en-US" sz="1000" b="1" dirty="0">
                <a:solidFill>
                  <a:schemeClr val="bg1"/>
                </a:solidFill>
              </a:rPr>
              <a:t>일 경우 화면 출력 </a:t>
            </a:r>
            <a:r>
              <a:rPr lang="en-US" altLang="ko-KR" sz="1000" b="1" dirty="0">
                <a:solidFill>
                  <a:schemeClr val="bg1"/>
                </a:solidFill>
              </a:rPr>
              <a:t>(VIEW</a:t>
            </a:r>
            <a:r>
              <a:rPr lang="ko-KR" altLang="en-US" sz="1000" b="1" dirty="0">
                <a:solidFill>
                  <a:schemeClr val="bg1"/>
                </a:solidFill>
              </a:rPr>
              <a:t>만 제공</a:t>
            </a:r>
            <a:r>
              <a:rPr lang="en-US" altLang="ko-KR" sz="1000" b="1" dirty="0">
                <a:solidFill>
                  <a:schemeClr val="bg1"/>
                </a:solidFill>
              </a:rPr>
              <a:t>)</a:t>
            </a:r>
            <a:r>
              <a:rPr lang="ko-KR" altLang="en-US" sz="1000" b="1" dirty="0">
                <a:solidFill>
                  <a:schemeClr val="bg1"/>
                </a:solidFill>
              </a:rPr>
              <a:t> </a:t>
            </a:r>
            <a:endParaRPr kumimoji="1"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Teardrop 1">
            <a:extLst>
              <a:ext uri="{FF2B5EF4-FFF2-40B4-BE49-F238E27FC236}">
                <a16:creationId xmlns:a16="http://schemas.microsoft.com/office/drawing/2014/main" id="{378D655C-147C-7DD6-80B9-02D0A63EAED0}"/>
              </a:ext>
            </a:extLst>
          </p:cNvPr>
          <p:cNvSpPr/>
          <p:nvPr/>
        </p:nvSpPr>
        <p:spPr>
          <a:xfrm rot="16200000" flipH="1" flipV="1">
            <a:off x="2977806" y="180356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7870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15A8-EFAB-2076-65B9-5D32A02A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81D35501-6E27-B9EC-B1B4-A83BA8256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16755"/>
              </p:ext>
            </p:extLst>
          </p:nvPr>
        </p:nvGraphicFramePr>
        <p:xfrm>
          <a:off x="1494321" y="1504202"/>
          <a:ext cx="7812789" cy="509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713329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61359338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835576795"/>
                    </a:ext>
                  </a:extLst>
                </a:gridCol>
                <a:gridCol w="3139102">
                  <a:extLst>
                    <a:ext uri="{9D8B030D-6E8A-4147-A177-3AD203B41FA5}">
                      <a16:colId xmlns:a16="http://schemas.microsoft.com/office/drawing/2014/main" val="554311665"/>
                    </a:ext>
                  </a:extLst>
                </a:gridCol>
              </a:tblGrid>
              <a:tr h="223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전 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255019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조정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016400"/>
                  </a:ext>
                </a:extLst>
              </a:tr>
              <a:tr h="255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조정 내역이 없습니다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,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필요 시 위 추가 버튼을 통해 입력 가능 합니다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50958"/>
                  </a:ext>
                </a:extLst>
              </a:tr>
              <a:tr h="255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조정 금액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(KRW)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공급가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45,000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TAX :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5,000 / 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합계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- 50,000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코멘트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관리자가 입력한 코멘트 내용이 출력되는 영역입니다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31928"/>
                  </a:ext>
                </a:extLst>
              </a:tr>
              <a:tr h="2550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조정 금액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(KRW) 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TAX : 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합계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코멘트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626457"/>
                  </a:ext>
                </a:extLst>
              </a:tr>
              <a:tr h="38494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8" name="제목 17">
            <a:extLst>
              <a:ext uri="{FF2B5EF4-FFF2-40B4-BE49-F238E27FC236}">
                <a16:creationId xmlns:a16="http://schemas.microsoft.com/office/drawing/2014/main" id="{DD1F0C66-9663-5DF1-2500-7D52BE94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CE3592A-9AF3-357E-4FDD-DF87F445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53730B7-719D-47E4-85CF-C5E07C03BC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42534EE0-5DA6-6766-B481-30F60CB902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1F3C1E-FAF0-8EF0-936A-16D703BE5AE2}"/>
              </a:ext>
            </a:extLst>
          </p:cNvPr>
          <p:cNvSpPr/>
          <p:nvPr/>
        </p:nvSpPr>
        <p:spPr>
          <a:xfrm>
            <a:off x="47328" y="527538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C384014-A9B1-AB29-BCA0-AA0D09563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3662"/>
              </p:ext>
            </p:extLst>
          </p:nvPr>
        </p:nvGraphicFramePr>
        <p:xfrm>
          <a:off x="9406740" y="440717"/>
          <a:ext cx="2785260" cy="3312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처리 버튼 클릭 시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결제 상태 변경 후 결제 완료 일시 출력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상태가 충족하지 않은 경우 버튼 미 출력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예약 상태가 </a:t>
                      </a: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CHECKED-OUT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 일 경우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예약 상태가 </a:t>
                      </a:r>
                      <a:r>
                        <a:rPr kumimoji="0" lang="en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CANCELED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 일 경우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예약 상태가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NO-SHOW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 일 경우 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조정금액 입력 필드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입력 값 선택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코멘트 입력 텍스트 인풋 박스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등록 시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취소 시 취소 처리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공급가 입력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와 합계 금액은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프로퍼티 기준으로 적용하여 계산 처리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조정 금액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leg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번호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버튼 클릭 시 조정 금액 추가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갯수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제안 없음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71D01C4-ABA8-4EAB-0867-C9C23DEC7730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7AA7EE-DDFF-2662-F580-C3D1AB3E5E57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FBBC1-75DB-749A-0BDD-944E1F8918D9}"/>
              </a:ext>
            </a:extLst>
          </p:cNvPr>
          <p:cNvSpPr txBox="1"/>
          <p:nvPr/>
        </p:nvSpPr>
        <p:spPr>
          <a:xfrm>
            <a:off x="1405715" y="1279307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9C8BFFD-B508-0BE0-AF0B-4A12776BE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104051"/>
              </p:ext>
            </p:extLst>
          </p:nvPr>
        </p:nvGraphicFramePr>
        <p:xfrm>
          <a:off x="2311168" y="2784775"/>
          <a:ext cx="6948000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528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5899472">
                  <a:extLst>
                    <a:ext uri="{9D8B030D-6E8A-4147-A177-3AD203B41FA5}">
                      <a16:colId xmlns:a16="http://schemas.microsoft.com/office/drawing/2014/main" val="122659929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660,000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220,000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 금액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996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2391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 서비스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62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8313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2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792072"/>
                  </a:ext>
                </a:extLst>
              </a:tr>
              <a:tr h="1707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10483"/>
                  </a:ext>
                </a:extLst>
              </a:tr>
            </a:tbl>
          </a:graphicData>
        </a:graphic>
      </p:graphicFrame>
      <p:sp>
        <p:nvSpPr>
          <p:cNvPr id="15" name="Chevron Left">
            <a:extLst>
              <a:ext uri="{FF2B5EF4-FFF2-40B4-BE49-F238E27FC236}">
                <a16:creationId xmlns:a16="http://schemas.microsoft.com/office/drawing/2014/main" id="{F6E7A18C-96A8-B627-C3D4-F545D7B2DA09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2814527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1AB06E6-B6EA-6906-6B8D-C54992EAAAD7}"/>
              </a:ext>
            </a:extLst>
          </p:cNvPr>
          <p:cNvSpPr/>
          <p:nvPr/>
        </p:nvSpPr>
        <p:spPr>
          <a:xfrm>
            <a:off x="2382867" y="5797675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C99EC341-20A4-8A7E-3FE1-4134B21D332E}"/>
              </a:ext>
            </a:extLst>
          </p:cNvPr>
          <p:cNvGrpSpPr/>
          <p:nvPr/>
        </p:nvGrpSpPr>
        <p:grpSpPr>
          <a:xfrm>
            <a:off x="2454474" y="5870730"/>
            <a:ext cx="1272170" cy="511096"/>
            <a:chOff x="2618905" y="5949418"/>
            <a:chExt cx="1272170" cy="5110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3EFC812-2FB2-24D1-780B-024FDC2564F7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880,000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B51FBD0-D9B3-7D82-23D5-E09E5F694320}"/>
                </a:ext>
              </a:extLst>
            </p:cNvPr>
            <p:cNvSpPr txBox="1"/>
            <p:nvPr/>
          </p:nvSpPr>
          <p:spPr>
            <a:xfrm>
              <a:off x="2771308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4C89565-71AC-C778-8D51-55D9503471C0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6615721-097A-C3D1-7FEB-5BEFC4DAA11D}"/>
              </a:ext>
            </a:extLst>
          </p:cNvPr>
          <p:cNvGrpSpPr/>
          <p:nvPr/>
        </p:nvGrpSpPr>
        <p:grpSpPr>
          <a:xfrm>
            <a:off x="3805485" y="5870730"/>
            <a:ext cx="1272170" cy="511096"/>
            <a:chOff x="3926592" y="5949418"/>
            <a:chExt cx="1272170" cy="51109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862997B-9465-6B4D-45C6-6D9817EBB5AE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33,000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7DBCE12-DE0B-FE79-223C-079F7070D21D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7B8BCB-C0EB-2D37-25BE-D9722F75D1A2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8FAA6F9-9AFB-2E2D-FD8D-9C3656A78635}"/>
              </a:ext>
            </a:extLst>
          </p:cNvPr>
          <p:cNvGrpSpPr/>
          <p:nvPr/>
        </p:nvGrpSpPr>
        <p:grpSpPr>
          <a:xfrm>
            <a:off x="7704150" y="5870730"/>
            <a:ext cx="1272170" cy="511096"/>
            <a:chOff x="7133672" y="5949418"/>
            <a:chExt cx="1272170" cy="51109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072E6E-B443-E346-CA6A-E2CF902CBAD6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863,000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527F610-7449-94F5-04CD-A8E4C65A16A1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총 합계 금액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519716-9814-E5BF-8E48-4495A55B585D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6F017D9-70B6-68C4-FCF3-F7F00D87B743}"/>
              </a:ext>
            </a:extLst>
          </p:cNvPr>
          <p:cNvGrpSpPr/>
          <p:nvPr/>
        </p:nvGrpSpPr>
        <p:grpSpPr>
          <a:xfrm rot="10800000">
            <a:off x="1289409" y="1278089"/>
            <a:ext cx="360000" cy="372571"/>
            <a:chOff x="3180625" y="5062589"/>
            <a:chExt cx="360000" cy="372571"/>
          </a:xfrm>
        </p:grpSpPr>
        <p:cxnSp>
          <p:nvCxnSpPr>
            <p:cNvPr id="270" name="직선 연결선 206">
              <a:extLst>
                <a:ext uri="{FF2B5EF4-FFF2-40B4-BE49-F238E27FC236}">
                  <a16:creationId xmlns:a16="http://schemas.microsoft.com/office/drawing/2014/main" id="{86B3F747-C759-DC54-8626-A0D208B27B8E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087AA9D5-6255-28A5-3D53-E6067732B793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2C2EBF39-BDDF-7E15-5152-735E018A45F3}"/>
              </a:ext>
            </a:extLst>
          </p:cNvPr>
          <p:cNvGrpSpPr/>
          <p:nvPr/>
        </p:nvGrpSpPr>
        <p:grpSpPr>
          <a:xfrm>
            <a:off x="1491675" y="1001045"/>
            <a:ext cx="5063217" cy="263263"/>
            <a:chOff x="1512625" y="1374043"/>
            <a:chExt cx="5063217" cy="263263"/>
          </a:xfrm>
        </p:grpSpPr>
        <p:sp>
          <p:nvSpPr>
            <p:cNvPr id="286" name="양쪽 모서리가 둥근 사각형 285">
              <a:extLst>
                <a:ext uri="{FF2B5EF4-FFF2-40B4-BE49-F238E27FC236}">
                  <a16:creationId xmlns:a16="http://schemas.microsoft.com/office/drawing/2014/main" id="{4B3A9D25-C118-309D-0EE8-4B83D1EA5F9C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87" name="양쪽 모서리가 둥근 사각형 286">
              <a:extLst>
                <a:ext uri="{FF2B5EF4-FFF2-40B4-BE49-F238E27FC236}">
                  <a16:creationId xmlns:a16="http://schemas.microsoft.com/office/drawing/2014/main" id="{7596A0E5-D98E-D808-01EA-322D5BC63CCE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8" name="양쪽 모서리가 둥근 사각형 287">
              <a:extLst>
                <a:ext uri="{FF2B5EF4-FFF2-40B4-BE49-F238E27FC236}">
                  <a16:creationId xmlns:a16="http://schemas.microsoft.com/office/drawing/2014/main" id="{62FDEC67-4C56-99A1-C40C-EE5A615F3FDB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89" name="양쪽 모서리가 둥근 사각형 288">
              <a:extLst>
                <a:ext uri="{FF2B5EF4-FFF2-40B4-BE49-F238E27FC236}">
                  <a16:creationId xmlns:a16="http://schemas.microsoft.com/office/drawing/2014/main" id="{8E81DEA2-3F67-FD3A-842C-878D5A568452}"/>
                </a:ext>
              </a:extLst>
            </p:cNvPr>
            <p:cNvSpPr/>
            <p:nvPr/>
          </p:nvSpPr>
          <p:spPr>
            <a:xfrm>
              <a:off x="4552476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90" name="양쪽 모서리가 둥근 사각형 289">
              <a:extLst>
                <a:ext uri="{FF2B5EF4-FFF2-40B4-BE49-F238E27FC236}">
                  <a16:creationId xmlns:a16="http://schemas.microsoft.com/office/drawing/2014/main" id="{970ED407-61BC-AA4C-1672-F23BB21C3F86}"/>
                </a:ext>
              </a:extLst>
            </p:cNvPr>
            <p:cNvSpPr/>
            <p:nvPr/>
          </p:nvSpPr>
          <p:spPr>
            <a:xfrm>
              <a:off x="556415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6C165E8D-6028-45F8-D374-8B86E24DA677}"/>
              </a:ext>
            </a:extLst>
          </p:cNvPr>
          <p:cNvSpPr/>
          <p:nvPr/>
        </p:nvSpPr>
        <p:spPr>
          <a:xfrm>
            <a:off x="2757771" y="1538907"/>
            <a:ext cx="563532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결제 처리</a:t>
            </a:r>
          </a:p>
        </p:txBody>
      </p:sp>
      <p:sp>
        <p:nvSpPr>
          <p:cNvPr id="294" name="Teardrop 1">
            <a:extLst>
              <a:ext uri="{FF2B5EF4-FFF2-40B4-BE49-F238E27FC236}">
                <a16:creationId xmlns:a16="http://schemas.microsoft.com/office/drawing/2014/main" id="{6DC966EA-9CFB-E130-DFB9-0E16BDF40292}"/>
              </a:ext>
            </a:extLst>
          </p:cNvPr>
          <p:cNvSpPr/>
          <p:nvPr/>
        </p:nvSpPr>
        <p:spPr>
          <a:xfrm rot="16200000" flipH="1" flipV="1">
            <a:off x="2175660" y="139536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평행 사변형[P] 8">
            <a:extLst>
              <a:ext uri="{FF2B5EF4-FFF2-40B4-BE49-F238E27FC236}">
                <a16:creationId xmlns:a16="http://schemas.microsoft.com/office/drawing/2014/main" id="{16DFB53E-1A25-1AE0-3216-B706E656A8F8}"/>
              </a:ext>
            </a:extLst>
          </p:cNvPr>
          <p:cNvSpPr/>
          <p:nvPr/>
        </p:nvSpPr>
        <p:spPr>
          <a:xfrm>
            <a:off x="1847528" y="692696"/>
            <a:ext cx="7200800" cy="238043"/>
          </a:xfrm>
          <a:prstGeom prst="parallelogram">
            <a:avLst/>
          </a:prstGeom>
          <a:solidFill>
            <a:srgbClr val="FFC000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결제 상태 </a:t>
            </a:r>
            <a:r>
              <a:rPr kumimoji="1"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결제 전</a:t>
            </a:r>
            <a:r>
              <a:rPr lang="en-US" altLang="ko-K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케이스</a:t>
            </a:r>
            <a:endParaRPr kumimoji="1"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1C533B-2911-2243-83B8-140879750CC5}"/>
              </a:ext>
            </a:extLst>
          </p:cNvPr>
          <p:cNvSpPr txBox="1"/>
          <p:nvPr/>
        </p:nvSpPr>
        <p:spPr>
          <a:xfrm>
            <a:off x="6833559" y="3963545"/>
            <a:ext cx="2523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유료 서비스 옵션 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적용박수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설정을 따름</a:t>
            </a:r>
            <a:endParaRPr kumimoji="1" lang="en-US" altLang="ko-KR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    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(1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박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모든 박수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해당 없음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830DE5-4308-6930-595D-41CF13424E7C}"/>
              </a:ext>
            </a:extLst>
          </p:cNvPr>
          <p:cNvSpPr txBox="1"/>
          <p:nvPr/>
        </p:nvSpPr>
        <p:spPr>
          <a:xfrm>
            <a:off x="6833559" y="4361364"/>
            <a:ext cx="2523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유료 서비스 옵션 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적용박수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설정을 따름</a:t>
            </a:r>
            <a:endParaRPr kumimoji="1" lang="en-US" altLang="ko-KR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    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(1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박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모든 박수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해당 없음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F4BA4D-2B70-023F-05B2-355DBE10001D}"/>
              </a:ext>
            </a:extLst>
          </p:cNvPr>
          <p:cNvSpPr txBox="1"/>
          <p:nvPr/>
        </p:nvSpPr>
        <p:spPr>
          <a:xfrm>
            <a:off x="7290077" y="3344727"/>
            <a:ext cx="1398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봉사료는 객실만 적용 됨</a:t>
            </a:r>
            <a:endParaRPr kumimoji="1" lang="en-US" altLang="ko-KR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    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프로퍼티 설정을 </a:t>
            </a:r>
            <a:r>
              <a:rPr kumimoji="1" lang="ko-KR" altLang="en-US" sz="7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따라감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4A097CBF-23DB-D47F-6175-03AE0CDD5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984467"/>
              </p:ext>
            </p:extLst>
          </p:nvPr>
        </p:nvGraphicFramePr>
        <p:xfrm>
          <a:off x="2311681" y="5031033"/>
          <a:ext cx="6948000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528">
                  <a:extLst>
                    <a:ext uri="{9D8B030D-6E8A-4147-A177-3AD203B41FA5}">
                      <a16:colId xmlns:a16="http://schemas.microsoft.com/office/drawing/2014/main" val="714143658"/>
                    </a:ext>
                  </a:extLst>
                </a:gridCol>
                <a:gridCol w="5899472">
                  <a:extLst>
                    <a:ext uri="{9D8B030D-6E8A-4147-A177-3AD203B41FA5}">
                      <a16:colId xmlns:a16="http://schemas.microsoft.com/office/drawing/2014/main" val="65067949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78873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220,000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514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39835"/>
                  </a:ext>
                </a:extLst>
              </a:tr>
            </a:tbl>
          </a:graphicData>
        </a:graphic>
      </p:graphicFrame>
      <p:sp>
        <p:nvSpPr>
          <p:cNvPr id="40" name="Chevron Left">
            <a:extLst>
              <a:ext uri="{FF2B5EF4-FFF2-40B4-BE49-F238E27FC236}">
                <a16:creationId xmlns:a16="http://schemas.microsoft.com/office/drawing/2014/main" id="{608201F9-6F36-1CF8-30C3-A65469C34B95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5054007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1D8572-CA7C-9FAE-8495-80BA1D7569D9}"/>
              </a:ext>
            </a:extLst>
          </p:cNvPr>
          <p:cNvSpPr txBox="1"/>
          <p:nvPr/>
        </p:nvSpPr>
        <p:spPr>
          <a:xfrm>
            <a:off x="7409738" y="5221443"/>
            <a:ext cx="17208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유료 옵션이 없는 경우 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ROW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미 출력</a:t>
            </a:r>
          </a:p>
        </p:txBody>
      </p:sp>
      <p:sp>
        <p:nvSpPr>
          <p:cNvPr id="43" name="Text Box">
            <a:extLst>
              <a:ext uri="{FF2B5EF4-FFF2-40B4-BE49-F238E27FC236}">
                <a16:creationId xmlns:a16="http://schemas.microsoft.com/office/drawing/2014/main" id="{61EFA1E2-3C57-5049-9486-C61472DFB39B}"/>
              </a:ext>
            </a:extLst>
          </p:cNvPr>
          <p:cNvSpPr>
            <a:spLocks/>
          </p:cNvSpPr>
          <p:nvPr/>
        </p:nvSpPr>
        <p:spPr bwMode="auto">
          <a:xfrm>
            <a:off x="3934733" y="2540229"/>
            <a:ext cx="520828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공급가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6D8670F0-F2E2-17A3-AB02-50778DA6E069}"/>
              </a:ext>
            </a:extLst>
          </p:cNvPr>
          <p:cNvGrpSpPr/>
          <p:nvPr/>
        </p:nvGrpSpPr>
        <p:grpSpPr>
          <a:xfrm>
            <a:off x="3435377" y="2540229"/>
            <a:ext cx="451443" cy="179714"/>
            <a:chOff x="3645726" y="2272890"/>
            <a:chExt cx="451443" cy="179714"/>
          </a:xfrm>
        </p:grpSpPr>
        <p:sp>
          <p:nvSpPr>
            <p:cNvPr id="56" name="Text Box">
              <a:extLst>
                <a:ext uri="{FF2B5EF4-FFF2-40B4-BE49-F238E27FC236}">
                  <a16:creationId xmlns:a16="http://schemas.microsoft.com/office/drawing/2014/main" id="{884E4F65-0F66-9E1B-DB42-91AAF9A9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726" y="2272890"/>
              <a:ext cx="451443" cy="17971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7" name="Chevron Left">
              <a:extLst>
                <a:ext uri="{FF2B5EF4-FFF2-40B4-BE49-F238E27FC236}">
                  <a16:creationId xmlns:a16="http://schemas.microsoft.com/office/drawing/2014/main" id="{8A0C306A-6BAE-1334-269B-D5C592D59FD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966580" y="2318061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9" name="Text Box">
            <a:extLst>
              <a:ext uri="{FF2B5EF4-FFF2-40B4-BE49-F238E27FC236}">
                <a16:creationId xmlns:a16="http://schemas.microsoft.com/office/drawing/2014/main" id="{ECB74501-C07E-623A-A22D-B05FAF07194F}"/>
              </a:ext>
            </a:extLst>
          </p:cNvPr>
          <p:cNvSpPr>
            <a:spLocks/>
          </p:cNvSpPr>
          <p:nvPr/>
        </p:nvSpPr>
        <p:spPr bwMode="auto">
          <a:xfrm>
            <a:off x="6259344" y="2540229"/>
            <a:ext cx="199689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코멘트를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027E659-051F-9E5A-1E8D-75F25052EA01}"/>
              </a:ext>
            </a:extLst>
          </p:cNvPr>
          <p:cNvSpPr/>
          <p:nvPr/>
        </p:nvSpPr>
        <p:spPr>
          <a:xfrm>
            <a:off x="2373595" y="1786059"/>
            <a:ext cx="61679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금액 조정 추가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03509F-5527-8B5F-E932-89D57D50B267}"/>
              </a:ext>
            </a:extLst>
          </p:cNvPr>
          <p:cNvSpPr txBox="1"/>
          <p:nvPr/>
        </p:nvSpPr>
        <p:spPr>
          <a:xfrm>
            <a:off x="6833559" y="4773959"/>
            <a:ext cx="2523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유료 서비스 옵션 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적용박수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설정을 따름</a:t>
            </a:r>
            <a:endParaRPr kumimoji="1" lang="en-US" altLang="ko-KR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  <a:p>
            <a:pPr algn="l"/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    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(1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박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모든 박수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해당 없음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1A79FC2-406A-7A03-0C12-F95BED88C12C}"/>
              </a:ext>
            </a:extLst>
          </p:cNvPr>
          <p:cNvSpPr/>
          <p:nvPr/>
        </p:nvSpPr>
        <p:spPr>
          <a:xfrm>
            <a:off x="2372932" y="2492896"/>
            <a:ext cx="6930657" cy="258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Teardrop 1">
            <a:extLst>
              <a:ext uri="{FF2B5EF4-FFF2-40B4-BE49-F238E27FC236}">
                <a16:creationId xmlns:a16="http://schemas.microsoft.com/office/drawing/2014/main" id="{5DC8A7D5-0096-06BC-94F9-780940CAC687}"/>
              </a:ext>
            </a:extLst>
          </p:cNvPr>
          <p:cNvSpPr/>
          <p:nvPr/>
        </p:nvSpPr>
        <p:spPr>
          <a:xfrm rot="16200000" flipH="1" flipV="1">
            <a:off x="3227459" y="268681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256" name="꺾인 연결선[E] 255">
            <a:extLst>
              <a:ext uri="{FF2B5EF4-FFF2-40B4-BE49-F238E27FC236}">
                <a16:creationId xmlns:a16="http://schemas.microsoft.com/office/drawing/2014/main" id="{03AB1684-6775-C23D-AA8A-370805A5118B}"/>
              </a:ext>
            </a:extLst>
          </p:cNvPr>
          <p:cNvCxnSpPr>
            <a:stCxn id="60" idx="1"/>
            <a:endCxn id="62" idx="1"/>
          </p:cNvCxnSpPr>
          <p:nvPr/>
        </p:nvCxnSpPr>
        <p:spPr>
          <a:xfrm rot="10800000" flipV="1">
            <a:off x="2372933" y="1858059"/>
            <a:ext cx="663" cy="764302"/>
          </a:xfrm>
          <a:prstGeom prst="bentConnector3">
            <a:avLst>
              <a:gd name="adj1" fmla="val 3457963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6" name="Click">
            <a:extLst>
              <a:ext uri="{FF2B5EF4-FFF2-40B4-BE49-F238E27FC236}">
                <a16:creationId xmlns:a16="http://schemas.microsoft.com/office/drawing/2014/main" id="{2430FF03-94C1-A256-0F47-7D5E0D21AC9B}"/>
              </a:ext>
            </a:extLst>
          </p:cNvPr>
          <p:cNvGrpSpPr>
            <a:grpSpLocks noChangeAspect="1"/>
          </p:cNvGrpSpPr>
          <p:nvPr/>
        </p:nvGrpSpPr>
        <p:grpSpPr>
          <a:xfrm>
            <a:off x="2744265" y="1783947"/>
            <a:ext cx="362153" cy="516120"/>
            <a:chOff x="5294313" y="2197100"/>
            <a:chExt cx="530225" cy="755651"/>
          </a:xfrm>
        </p:grpSpPr>
        <p:sp>
          <p:nvSpPr>
            <p:cNvPr id="327" name="Arrow Cursor">
              <a:extLst>
                <a:ext uri="{FF2B5EF4-FFF2-40B4-BE49-F238E27FC236}">
                  <a16:creationId xmlns:a16="http://schemas.microsoft.com/office/drawing/2014/main" id="{12A9F1C4-DA6F-82A4-1C9D-F0D2C73CA4E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28" name="Click">
              <a:extLst>
                <a:ext uri="{FF2B5EF4-FFF2-40B4-BE49-F238E27FC236}">
                  <a16:creationId xmlns:a16="http://schemas.microsoft.com/office/drawing/2014/main" id="{656E41FF-7B97-A703-A14F-F899F7BF32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CBF4FDFF-65D9-DCFF-4669-61747E75B946}"/>
              </a:ext>
            </a:extLst>
          </p:cNvPr>
          <p:cNvSpPr txBox="1"/>
          <p:nvPr/>
        </p:nvSpPr>
        <p:spPr>
          <a:xfrm>
            <a:off x="5143004" y="2006109"/>
            <a:ext cx="15546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디폴트 상태 출력 텍스트</a:t>
            </a: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45D89FB0-8870-7FB1-CBAE-DB3D3AA817E0}"/>
              </a:ext>
            </a:extLst>
          </p:cNvPr>
          <p:cNvSpPr/>
          <p:nvPr/>
        </p:nvSpPr>
        <p:spPr>
          <a:xfrm>
            <a:off x="8306546" y="2535487"/>
            <a:ext cx="460290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7D2B6881-E94C-65ED-4E5A-DC68F57DADC7}"/>
              </a:ext>
            </a:extLst>
          </p:cNvPr>
          <p:cNvSpPr/>
          <p:nvPr/>
        </p:nvSpPr>
        <p:spPr>
          <a:xfrm>
            <a:off x="8798489" y="2535487"/>
            <a:ext cx="460290" cy="17971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E93DBCDA-C2B7-74A0-99F0-A15694AA96C0}"/>
              </a:ext>
            </a:extLst>
          </p:cNvPr>
          <p:cNvSpPr txBox="1"/>
          <p:nvPr/>
        </p:nvSpPr>
        <p:spPr>
          <a:xfrm>
            <a:off x="2998115" y="1752109"/>
            <a:ext cx="21448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클릭 시 조정금액 입력 필드 생성</a:t>
            </a:r>
          </a:p>
        </p:txBody>
      </p:sp>
      <p:sp>
        <p:nvSpPr>
          <p:cNvPr id="262" name="Teardrop 1">
            <a:extLst>
              <a:ext uri="{FF2B5EF4-FFF2-40B4-BE49-F238E27FC236}">
                <a16:creationId xmlns:a16="http://schemas.microsoft.com/office/drawing/2014/main" id="{EDF60AC1-CA39-806A-21AD-801C6E2B85A5}"/>
              </a:ext>
            </a:extLst>
          </p:cNvPr>
          <p:cNvSpPr/>
          <p:nvPr/>
        </p:nvSpPr>
        <p:spPr>
          <a:xfrm rot="16200000" flipH="1" flipV="1">
            <a:off x="3311983" y="245245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19BED059-F56E-AF7F-F356-9C0E293252DA}"/>
              </a:ext>
            </a:extLst>
          </p:cNvPr>
          <p:cNvSpPr/>
          <p:nvPr/>
        </p:nvSpPr>
        <p:spPr>
          <a:xfrm>
            <a:off x="8306546" y="2276868"/>
            <a:ext cx="460290" cy="17971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64" name="Teardrop 1">
            <a:extLst>
              <a:ext uri="{FF2B5EF4-FFF2-40B4-BE49-F238E27FC236}">
                <a16:creationId xmlns:a16="http://schemas.microsoft.com/office/drawing/2014/main" id="{240504F5-99DF-8391-863D-43F1A2B72E4C}"/>
              </a:ext>
            </a:extLst>
          </p:cNvPr>
          <p:cNvSpPr/>
          <p:nvPr/>
        </p:nvSpPr>
        <p:spPr>
          <a:xfrm rot="16200000" flipH="1" flipV="1">
            <a:off x="8188783" y="215688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967CA6F1-082E-5C4C-37D5-6FDD88B9031B}"/>
              </a:ext>
            </a:extLst>
          </p:cNvPr>
          <p:cNvGrpSpPr/>
          <p:nvPr/>
        </p:nvGrpSpPr>
        <p:grpSpPr>
          <a:xfrm>
            <a:off x="5079312" y="5870730"/>
            <a:ext cx="1272170" cy="511096"/>
            <a:chOff x="3926592" y="5949418"/>
            <a:chExt cx="1272170" cy="511096"/>
          </a:xfrm>
        </p:grpSpPr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91222AB-B9EC-F198-2503-59417708E839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   </a:t>
              </a:r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0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E5F6BAF-0A23-421E-52CE-832204E8A05C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봉사료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B7C69993-15C1-BE4A-0A7A-E777883AB17B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A35C79B8-59BF-0FCD-2461-AC04A3548C2F}"/>
              </a:ext>
            </a:extLst>
          </p:cNvPr>
          <p:cNvGrpSpPr/>
          <p:nvPr/>
        </p:nvGrpSpPr>
        <p:grpSpPr>
          <a:xfrm>
            <a:off x="6391731" y="5870730"/>
            <a:ext cx="1272170" cy="511096"/>
            <a:chOff x="3926592" y="5949418"/>
            <a:chExt cx="1272170" cy="511096"/>
          </a:xfrm>
        </p:grpSpPr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372DC0A7-37ED-1EEE-D4AE-2CA1F6D73DA1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-50,000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4999328B-9104-D10C-7A26-EFEFF10D89AA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금액 조정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64C8E101-38EE-30BB-3C0D-8A71136C031D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CFCF5E2D-5750-2185-55BB-F361FBBD0644}"/>
              </a:ext>
            </a:extLst>
          </p:cNvPr>
          <p:cNvGrpSpPr/>
          <p:nvPr/>
        </p:nvGrpSpPr>
        <p:grpSpPr>
          <a:xfrm>
            <a:off x="4979682" y="6047078"/>
            <a:ext cx="191168" cy="173789"/>
            <a:chOff x="10466789" y="6047079"/>
            <a:chExt cx="191168" cy="173789"/>
          </a:xfrm>
        </p:grpSpPr>
        <p:pic>
          <p:nvPicPr>
            <p:cNvPr id="277" name="그래픽 276" descr="추가 단색으로 채워진">
              <a:extLst>
                <a:ext uri="{FF2B5EF4-FFF2-40B4-BE49-F238E27FC236}">
                  <a16:creationId xmlns:a16="http://schemas.microsoft.com/office/drawing/2014/main" id="{33200F52-1508-11C9-1500-F34F1E6E9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DD7884EB-8D7A-A2F4-1D40-BE79C05D13B2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81CFEC42-9F3D-7E07-3705-6FA0C65851A2}"/>
              </a:ext>
            </a:extLst>
          </p:cNvPr>
          <p:cNvGrpSpPr/>
          <p:nvPr/>
        </p:nvGrpSpPr>
        <p:grpSpPr>
          <a:xfrm>
            <a:off x="3691795" y="6047078"/>
            <a:ext cx="191168" cy="173789"/>
            <a:chOff x="10466789" y="6047079"/>
            <a:chExt cx="191168" cy="173789"/>
          </a:xfrm>
        </p:grpSpPr>
        <p:pic>
          <p:nvPicPr>
            <p:cNvPr id="281" name="그래픽 280" descr="추가 단색으로 채워진">
              <a:extLst>
                <a:ext uri="{FF2B5EF4-FFF2-40B4-BE49-F238E27FC236}">
                  <a16:creationId xmlns:a16="http://schemas.microsoft.com/office/drawing/2014/main" id="{8469D8E2-8402-69B0-A6A3-B0A096911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54DF4ADC-33D8-20E7-C1C9-DD53A996B529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CC0C58C5-C550-AE4C-B0AE-9E5356DE8C16}"/>
              </a:ext>
            </a:extLst>
          </p:cNvPr>
          <p:cNvGrpSpPr/>
          <p:nvPr/>
        </p:nvGrpSpPr>
        <p:grpSpPr>
          <a:xfrm>
            <a:off x="6277229" y="6047078"/>
            <a:ext cx="191168" cy="173789"/>
            <a:chOff x="10466789" y="6047079"/>
            <a:chExt cx="191168" cy="173789"/>
          </a:xfrm>
        </p:grpSpPr>
        <p:pic>
          <p:nvPicPr>
            <p:cNvPr id="284" name="그래픽 283" descr="추가 단색으로 채워진">
              <a:extLst>
                <a:ext uri="{FF2B5EF4-FFF2-40B4-BE49-F238E27FC236}">
                  <a16:creationId xmlns:a16="http://schemas.microsoft.com/office/drawing/2014/main" id="{604EA595-D177-2BA6-D0BA-C2C8CDB73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91" name="타원 290">
              <a:extLst>
                <a:ext uri="{FF2B5EF4-FFF2-40B4-BE49-F238E27FC236}">
                  <a16:creationId xmlns:a16="http://schemas.microsoft.com/office/drawing/2014/main" id="{07D13CF8-094F-B2BC-CD3F-AA3FCD044763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92" name="Teardrop 1">
            <a:extLst>
              <a:ext uri="{FF2B5EF4-FFF2-40B4-BE49-F238E27FC236}">
                <a16:creationId xmlns:a16="http://schemas.microsoft.com/office/drawing/2014/main" id="{621043BA-2E9A-FB78-1462-11F9A632ACC0}"/>
              </a:ext>
            </a:extLst>
          </p:cNvPr>
          <p:cNvSpPr/>
          <p:nvPr/>
        </p:nvSpPr>
        <p:spPr>
          <a:xfrm rot="16200000" flipH="1" flipV="1">
            <a:off x="8740986" y="246564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2209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A2CA-7C39-BCA2-DD83-74470621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3B0C74A0-42FA-2C77-FF8C-E53C29DEF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939355"/>
              </p:ext>
            </p:extLst>
          </p:nvPr>
        </p:nvGraphicFramePr>
        <p:xfrm>
          <a:off x="1494321" y="1504202"/>
          <a:ext cx="7812789" cy="4546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7020783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221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결제완료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7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7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25297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조정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04856"/>
                  </a:ext>
                </a:extLst>
              </a:tr>
              <a:tr h="25297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조정 내역이 없습니다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필요 시 위 추가 버튼을 통해 입력 가능 합니다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31928"/>
                  </a:ext>
                </a:extLst>
              </a:tr>
              <a:tr h="38186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8" name="제목 17">
            <a:extLst>
              <a:ext uri="{FF2B5EF4-FFF2-40B4-BE49-F238E27FC236}">
                <a16:creationId xmlns:a16="http://schemas.microsoft.com/office/drawing/2014/main" id="{66CA5EDA-BAB9-D06D-60B6-BC9CE8043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20CF3848-3DDC-5F84-AA2E-C6B28501A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6E591249-F25D-B7AB-1382-4F0F4856AB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844B170-FAFF-69C6-AA85-A436092505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F78B2D-FF64-67F6-0891-6AFEE20A990D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7E4D5CB-7C2A-3A8E-2951-2FC089D51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907351"/>
              </p:ext>
            </p:extLst>
          </p:nvPr>
        </p:nvGraphicFramePr>
        <p:xfrm>
          <a:off x="9406740" y="440717"/>
          <a:ext cx="2785260" cy="1867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20A4B6C-9A43-1C61-A954-29091E1F2BAE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B1AC21-85DF-8D5A-5EB4-7824586A3004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3CE01-4A2B-D561-ED57-7084499322C3}"/>
              </a:ext>
            </a:extLst>
          </p:cNvPr>
          <p:cNvSpPr txBox="1"/>
          <p:nvPr/>
        </p:nvSpPr>
        <p:spPr>
          <a:xfrm>
            <a:off x="1405715" y="1279307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4486F9A-1BD1-B5A9-88AC-15AD1BC72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896635"/>
              </p:ext>
            </p:extLst>
          </p:nvPr>
        </p:nvGraphicFramePr>
        <p:xfrm>
          <a:off x="2311168" y="2271361"/>
          <a:ext cx="6948000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528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5899472">
                  <a:extLst>
                    <a:ext uri="{9D8B030D-6E8A-4147-A177-3AD203B41FA5}">
                      <a16:colId xmlns:a16="http://schemas.microsoft.com/office/drawing/2014/main" val="122659929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660,000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220,000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 금액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996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2391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 서비스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62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8313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2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792072"/>
                  </a:ext>
                </a:extLst>
              </a:tr>
              <a:tr h="1707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10483"/>
                  </a:ext>
                </a:extLst>
              </a:tr>
            </a:tbl>
          </a:graphicData>
        </a:graphic>
      </p:graphicFrame>
      <p:sp>
        <p:nvSpPr>
          <p:cNvPr id="15" name="Chevron Left">
            <a:extLst>
              <a:ext uri="{FF2B5EF4-FFF2-40B4-BE49-F238E27FC236}">
                <a16:creationId xmlns:a16="http://schemas.microsoft.com/office/drawing/2014/main" id="{A6E80ED8-6CB9-F101-0FCD-3F7960B293DA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2301113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07C5CD4-A4A7-A779-7F8A-9C910DC46C79}"/>
              </a:ext>
            </a:extLst>
          </p:cNvPr>
          <p:cNvSpPr/>
          <p:nvPr/>
        </p:nvSpPr>
        <p:spPr>
          <a:xfrm>
            <a:off x="2382867" y="5284261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6BED3DF-130C-1276-DA62-74652CF6973A}"/>
              </a:ext>
            </a:extLst>
          </p:cNvPr>
          <p:cNvGrpSpPr/>
          <p:nvPr/>
        </p:nvGrpSpPr>
        <p:grpSpPr>
          <a:xfrm>
            <a:off x="2454474" y="5357316"/>
            <a:ext cx="1272170" cy="511096"/>
            <a:chOff x="2618905" y="5949418"/>
            <a:chExt cx="1272170" cy="5110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163DBFA-1E09-D62B-4CE5-35241059373E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880,000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96C4E25-8A5D-7CB3-2C15-AB7ED00D837F}"/>
                </a:ext>
              </a:extLst>
            </p:cNvPr>
            <p:cNvSpPr txBox="1"/>
            <p:nvPr/>
          </p:nvSpPr>
          <p:spPr>
            <a:xfrm>
              <a:off x="2771308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5AF6200-88E7-FE57-04BC-FC71886B499B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DB34B88-CCE3-BDAF-0BBA-FAA2E536A462}"/>
              </a:ext>
            </a:extLst>
          </p:cNvPr>
          <p:cNvGrpSpPr/>
          <p:nvPr/>
        </p:nvGrpSpPr>
        <p:grpSpPr>
          <a:xfrm>
            <a:off x="3805485" y="5357316"/>
            <a:ext cx="1272170" cy="511096"/>
            <a:chOff x="3926592" y="5949418"/>
            <a:chExt cx="1272170" cy="51109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317F33D-1AB7-D703-73F5-5786196EB336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33,000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61B466-0AC6-5A21-53E9-1D3D33E69D85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23C7C0F-F16C-DF7F-3402-3B2483EA42C5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2B45769-01B0-629E-549B-4027850EEB49}"/>
              </a:ext>
            </a:extLst>
          </p:cNvPr>
          <p:cNvGrpSpPr/>
          <p:nvPr/>
        </p:nvGrpSpPr>
        <p:grpSpPr>
          <a:xfrm>
            <a:off x="7704150" y="5357316"/>
            <a:ext cx="1272170" cy="511096"/>
            <a:chOff x="7133672" y="5949418"/>
            <a:chExt cx="1272170" cy="51109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3A13AB2-5B45-72E5-0E49-3D837E453814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863,000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15E98F1-3BF2-A7B6-90EF-FEDE35AEB1D1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총 합계 금액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F8D1A94-E254-1709-9CF4-44A559D6EDA4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E255C618-52D4-F808-DD32-4B71199600CA}"/>
              </a:ext>
            </a:extLst>
          </p:cNvPr>
          <p:cNvGrpSpPr/>
          <p:nvPr/>
        </p:nvGrpSpPr>
        <p:grpSpPr>
          <a:xfrm rot="10800000">
            <a:off x="1289409" y="1278089"/>
            <a:ext cx="360000" cy="372571"/>
            <a:chOff x="3180625" y="5062589"/>
            <a:chExt cx="360000" cy="372571"/>
          </a:xfrm>
        </p:grpSpPr>
        <p:cxnSp>
          <p:nvCxnSpPr>
            <p:cNvPr id="270" name="직선 연결선 206">
              <a:extLst>
                <a:ext uri="{FF2B5EF4-FFF2-40B4-BE49-F238E27FC236}">
                  <a16:creationId xmlns:a16="http://schemas.microsoft.com/office/drawing/2014/main" id="{6B7B03FC-AD1A-8A0C-0EF9-069F7328F708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27DA754D-9DB6-FA75-D8F2-605D1C640457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C5ECCAEF-F37F-2B00-C6C6-72D9191137C1}"/>
              </a:ext>
            </a:extLst>
          </p:cNvPr>
          <p:cNvGrpSpPr/>
          <p:nvPr/>
        </p:nvGrpSpPr>
        <p:grpSpPr>
          <a:xfrm>
            <a:off x="1491675" y="1001045"/>
            <a:ext cx="5063217" cy="263263"/>
            <a:chOff x="1512625" y="1374043"/>
            <a:chExt cx="5063217" cy="263263"/>
          </a:xfrm>
        </p:grpSpPr>
        <p:sp>
          <p:nvSpPr>
            <p:cNvPr id="286" name="양쪽 모서리가 둥근 사각형 285">
              <a:extLst>
                <a:ext uri="{FF2B5EF4-FFF2-40B4-BE49-F238E27FC236}">
                  <a16:creationId xmlns:a16="http://schemas.microsoft.com/office/drawing/2014/main" id="{21CB10A7-9D81-C2A1-B59C-52EB5FC6BCEE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87" name="양쪽 모서리가 둥근 사각형 286">
              <a:extLst>
                <a:ext uri="{FF2B5EF4-FFF2-40B4-BE49-F238E27FC236}">
                  <a16:creationId xmlns:a16="http://schemas.microsoft.com/office/drawing/2014/main" id="{81434462-C56B-8261-812D-FFDFB1F197AD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8" name="양쪽 모서리가 둥근 사각형 287">
              <a:extLst>
                <a:ext uri="{FF2B5EF4-FFF2-40B4-BE49-F238E27FC236}">
                  <a16:creationId xmlns:a16="http://schemas.microsoft.com/office/drawing/2014/main" id="{CD9AED0F-4071-89A5-2696-ADBA239572C7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89" name="양쪽 모서리가 둥근 사각형 288">
              <a:extLst>
                <a:ext uri="{FF2B5EF4-FFF2-40B4-BE49-F238E27FC236}">
                  <a16:creationId xmlns:a16="http://schemas.microsoft.com/office/drawing/2014/main" id="{CE881A17-A76E-D3A2-C45D-9F883D5BAF44}"/>
                </a:ext>
              </a:extLst>
            </p:cNvPr>
            <p:cNvSpPr/>
            <p:nvPr/>
          </p:nvSpPr>
          <p:spPr>
            <a:xfrm>
              <a:off x="4552476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90" name="양쪽 모서리가 둥근 사각형 289">
              <a:extLst>
                <a:ext uri="{FF2B5EF4-FFF2-40B4-BE49-F238E27FC236}">
                  <a16:creationId xmlns:a16="http://schemas.microsoft.com/office/drawing/2014/main" id="{7336F190-FE81-3140-7617-AF2DDF1508FC}"/>
                </a:ext>
              </a:extLst>
            </p:cNvPr>
            <p:cNvSpPr/>
            <p:nvPr/>
          </p:nvSpPr>
          <p:spPr>
            <a:xfrm>
              <a:off x="556415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294" name="Teardrop 1">
            <a:extLst>
              <a:ext uri="{FF2B5EF4-FFF2-40B4-BE49-F238E27FC236}">
                <a16:creationId xmlns:a16="http://schemas.microsoft.com/office/drawing/2014/main" id="{4E693184-EDAA-5BE6-B56F-844A088D120D}"/>
              </a:ext>
            </a:extLst>
          </p:cNvPr>
          <p:cNvSpPr/>
          <p:nvPr/>
        </p:nvSpPr>
        <p:spPr>
          <a:xfrm rot="16200000" flipH="1" flipV="1">
            <a:off x="2211820" y="139536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평행 사변형[P] 8">
            <a:extLst>
              <a:ext uri="{FF2B5EF4-FFF2-40B4-BE49-F238E27FC236}">
                <a16:creationId xmlns:a16="http://schemas.microsoft.com/office/drawing/2014/main" id="{4B6E5928-14DA-68B1-E152-A80DFA20C8AF}"/>
              </a:ext>
            </a:extLst>
          </p:cNvPr>
          <p:cNvSpPr/>
          <p:nvPr/>
        </p:nvSpPr>
        <p:spPr>
          <a:xfrm>
            <a:off x="1847528" y="692696"/>
            <a:ext cx="7200800" cy="238043"/>
          </a:xfrm>
          <a:prstGeom prst="parallelogram">
            <a:avLst/>
          </a:prstGeom>
          <a:solidFill>
            <a:srgbClr val="FFC000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결제 상태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결제완료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케이스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D4700CAA-26D0-8172-307B-B0AE98FE9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276274"/>
              </p:ext>
            </p:extLst>
          </p:nvPr>
        </p:nvGraphicFramePr>
        <p:xfrm>
          <a:off x="2311681" y="4517619"/>
          <a:ext cx="6948000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528">
                  <a:extLst>
                    <a:ext uri="{9D8B030D-6E8A-4147-A177-3AD203B41FA5}">
                      <a16:colId xmlns:a16="http://schemas.microsoft.com/office/drawing/2014/main" val="714143658"/>
                    </a:ext>
                  </a:extLst>
                </a:gridCol>
                <a:gridCol w="5899472">
                  <a:extLst>
                    <a:ext uri="{9D8B030D-6E8A-4147-A177-3AD203B41FA5}">
                      <a16:colId xmlns:a16="http://schemas.microsoft.com/office/drawing/2014/main" val="65067949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78873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220,000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514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39835"/>
                  </a:ext>
                </a:extLst>
              </a:tr>
            </a:tbl>
          </a:graphicData>
        </a:graphic>
      </p:graphicFrame>
      <p:sp>
        <p:nvSpPr>
          <p:cNvPr id="40" name="Chevron Left">
            <a:extLst>
              <a:ext uri="{FF2B5EF4-FFF2-40B4-BE49-F238E27FC236}">
                <a16:creationId xmlns:a16="http://schemas.microsoft.com/office/drawing/2014/main" id="{3DF80DAF-CA89-6D72-F8DA-D148605B780F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4540593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DC0FB0A3-D4E6-5BDC-8F83-987FA1B9FA43}"/>
              </a:ext>
            </a:extLst>
          </p:cNvPr>
          <p:cNvGrpSpPr/>
          <p:nvPr/>
        </p:nvGrpSpPr>
        <p:grpSpPr>
          <a:xfrm>
            <a:off x="5079312" y="5357316"/>
            <a:ext cx="1272170" cy="511096"/>
            <a:chOff x="3926592" y="5949418"/>
            <a:chExt cx="1272170" cy="511096"/>
          </a:xfrm>
        </p:grpSpPr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6B3725C4-741E-30EF-035D-3242974B1201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   </a:t>
              </a:r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0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E0AD0BF6-E69B-C6BF-02ED-9CB87ADD1A0C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봉사료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938E1088-FAAA-A9B2-CB86-8E2F46B9B263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5ED81CA4-CA2C-0DD4-8DD3-95B4486E1E0E}"/>
              </a:ext>
            </a:extLst>
          </p:cNvPr>
          <p:cNvGrpSpPr/>
          <p:nvPr/>
        </p:nvGrpSpPr>
        <p:grpSpPr>
          <a:xfrm>
            <a:off x="6391731" y="5357316"/>
            <a:ext cx="1272170" cy="511096"/>
            <a:chOff x="3926592" y="5949418"/>
            <a:chExt cx="1272170" cy="511096"/>
          </a:xfrm>
        </p:grpSpPr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84DE4360-2CC7-5FB2-5453-685900249C25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-50,000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1D031D8E-6AAD-28D1-C62E-661A2DA50110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금액 조정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55644B9D-4445-71E1-D4A5-D4A7EF65C018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E386DC32-60F5-FA9E-DE2B-06B4C96003A4}"/>
              </a:ext>
            </a:extLst>
          </p:cNvPr>
          <p:cNvGrpSpPr/>
          <p:nvPr/>
        </p:nvGrpSpPr>
        <p:grpSpPr>
          <a:xfrm>
            <a:off x="4979682" y="5533664"/>
            <a:ext cx="191168" cy="173789"/>
            <a:chOff x="10466789" y="6047079"/>
            <a:chExt cx="191168" cy="173789"/>
          </a:xfrm>
        </p:grpSpPr>
        <p:pic>
          <p:nvPicPr>
            <p:cNvPr id="277" name="그래픽 276" descr="추가 단색으로 채워진">
              <a:extLst>
                <a:ext uri="{FF2B5EF4-FFF2-40B4-BE49-F238E27FC236}">
                  <a16:creationId xmlns:a16="http://schemas.microsoft.com/office/drawing/2014/main" id="{2B054263-C319-AD8A-202C-25A2DD469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5B5675EB-FAB2-3169-77FD-6A07A70CCE5E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8653A781-4A2B-72BC-D22E-C2F2C3FB1E3D}"/>
              </a:ext>
            </a:extLst>
          </p:cNvPr>
          <p:cNvGrpSpPr/>
          <p:nvPr/>
        </p:nvGrpSpPr>
        <p:grpSpPr>
          <a:xfrm>
            <a:off x="3691795" y="5533664"/>
            <a:ext cx="191168" cy="173789"/>
            <a:chOff x="10466789" y="6047079"/>
            <a:chExt cx="191168" cy="173789"/>
          </a:xfrm>
        </p:grpSpPr>
        <p:pic>
          <p:nvPicPr>
            <p:cNvPr id="281" name="그래픽 280" descr="추가 단색으로 채워진">
              <a:extLst>
                <a:ext uri="{FF2B5EF4-FFF2-40B4-BE49-F238E27FC236}">
                  <a16:creationId xmlns:a16="http://schemas.microsoft.com/office/drawing/2014/main" id="{7BDD7E9C-6E13-6546-F6BE-EFD01E479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295742B1-C8BD-B82A-89B6-DFBEFBB61B6B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06260B19-DE2C-FF5B-D626-CFA33324A8DD}"/>
              </a:ext>
            </a:extLst>
          </p:cNvPr>
          <p:cNvGrpSpPr/>
          <p:nvPr/>
        </p:nvGrpSpPr>
        <p:grpSpPr>
          <a:xfrm>
            <a:off x="6277229" y="5533664"/>
            <a:ext cx="191168" cy="173789"/>
            <a:chOff x="10466789" y="6047079"/>
            <a:chExt cx="191168" cy="173789"/>
          </a:xfrm>
        </p:grpSpPr>
        <p:pic>
          <p:nvPicPr>
            <p:cNvPr id="284" name="그래픽 283" descr="추가 단색으로 채워진">
              <a:extLst>
                <a:ext uri="{FF2B5EF4-FFF2-40B4-BE49-F238E27FC236}">
                  <a16:creationId xmlns:a16="http://schemas.microsoft.com/office/drawing/2014/main" id="{80A84803-5A08-DB94-31D5-20D6C19FE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91" name="타원 290">
              <a:extLst>
                <a:ext uri="{FF2B5EF4-FFF2-40B4-BE49-F238E27FC236}">
                  <a16:creationId xmlns:a16="http://schemas.microsoft.com/office/drawing/2014/main" id="{F90EC4B7-0C2E-BD4F-1234-4642D3270B67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D8AE02-CBCC-0AAB-1AC5-0BEE73C0D75B}"/>
              </a:ext>
            </a:extLst>
          </p:cNvPr>
          <p:cNvSpPr/>
          <p:nvPr/>
        </p:nvSpPr>
        <p:spPr>
          <a:xfrm>
            <a:off x="2363980" y="1786059"/>
            <a:ext cx="61679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금액 조정 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0A64-B524-6C03-7BAB-37F6DC5B6F2B}"/>
              </a:ext>
            </a:extLst>
          </p:cNvPr>
          <p:cNvSpPr txBox="1"/>
          <p:nvPr/>
        </p:nvSpPr>
        <p:spPr>
          <a:xfrm>
            <a:off x="3005682" y="1758929"/>
            <a:ext cx="35367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결제상태가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결제완료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상태일 경우 취소가 필요하면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금액 조정으로 처리 함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2F29C-37A4-4D1E-568F-07656A031C0B}"/>
              </a:ext>
            </a:extLst>
          </p:cNvPr>
          <p:cNvSpPr txBox="1"/>
          <p:nvPr/>
        </p:nvSpPr>
        <p:spPr>
          <a:xfrm>
            <a:off x="3925869" y="1521648"/>
            <a:ext cx="35367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결제완료일시 출력 기준은 호텔 관리자가 결제처리를 클릭 한 시점으로 정의 함 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F9056-374A-E095-F6C7-F5E0ECF3A61B}"/>
              </a:ext>
            </a:extLst>
          </p:cNvPr>
          <p:cNvSpPr txBox="1"/>
          <p:nvPr/>
        </p:nvSpPr>
        <p:spPr>
          <a:xfrm>
            <a:off x="4163069" y="2264087"/>
            <a:ext cx="25089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결제상태가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결제완료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일 경우 전체취소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부분취소 불가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78872-D561-9A5B-558C-E2B0B8905F08}"/>
              </a:ext>
            </a:extLst>
          </p:cNvPr>
          <p:cNvSpPr txBox="1"/>
          <p:nvPr/>
        </p:nvSpPr>
        <p:spPr>
          <a:xfrm>
            <a:off x="4163069" y="4521312"/>
            <a:ext cx="25089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결제상태가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결제완료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"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일 경우 전체취소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부분취소 불가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82897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2F2C-BA4D-6EA2-A3EE-A946ACED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433B5BD-D051-1183-462B-CBBA78E4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F2147B5-5478-47FE-35C6-090523D47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예치금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4636D73-CFF6-3A45-61F6-044652439F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00EBB2D-BEE1-517B-9D80-9A19C6203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A4583B-0695-4A15-F3CE-0975F99EA87B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199D38C-6BF5-8E66-D577-E4B96A64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783209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예치금 처리 수단 및 금액 적용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59A95CB-FD80-A976-D068-09738DC561C6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926F68-887D-DDAB-1F29-EC36797C5942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132" name="표 131">
            <a:extLst>
              <a:ext uri="{FF2B5EF4-FFF2-40B4-BE49-F238E27FC236}">
                <a16:creationId xmlns:a16="http://schemas.microsoft.com/office/drawing/2014/main" id="{FCB4AF2B-64FC-35F4-79EB-D494C37C3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15606"/>
              </p:ext>
            </p:extLst>
          </p:nvPr>
        </p:nvGraphicFramePr>
        <p:xfrm>
          <a:off x="1487971" y="1413023"/>
          <a:ext cx="7746196" cy="99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◉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89311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B172A86A-50D9-3A9E-9EBB-4E1779AE7183}"/>
              </a:ext>
            </a:extLst>
          </p:cNvPr>
          <p:cNvSpPr txBox="1"/>
          <p:nvPr/>
        </p:nvSpPr>
        <p:spPr>
          <a:xfrm>
            <a:off x="1405715" y="115154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예치금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34" name="Text Box">
            <a:extLst>
              <a:ext uri="{FF2B5EF4-FFF2-40B4-BE49-F238E27FC236}">
                <a16:creationId xmlns:a16="http://schemas.microsoft.com/office/drawing/2014/main" id="{DEB11AFA-DD56-4A83-7CDA-4395A686128B}"/>
              </a:ext>
            </a:extLst>
          </p:cNvPr>
          <p:cNvSpPr>
            <a:spLocks/>
          </p:cNvSpPr>
          <p:nvPr/>
        </p:nvSpPr>
        <p:spPr bwMode="auto">
          <a:xfrm>
            <a:off x="2552488" y="1698805"/>
            <a:ext cx="2685238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1234-1234-1234-1234</a:t>
            </a:r>
          </a:p>
        </p:txBody>
      </p:sp>
      <p:sp>
        <p:nvSpPr>
          <p:cNvPr id="135" name="Text Box">
            <a:extLst>
              <a:ext uri="{FF2B5EF4-FFF2-40B4-BE49-F238E27FC236}">
                <a16:creationId xmlns:a16="http://schemas.microsoft.com/office/drawing/2014/main" id="{C671295E-9471-DAEB-E6DD-ACBECCC9003D}"/>
              </a:ext>
            </a:extLst>
          </p:cNvPr>
          <p:cNvSpPr>
            <a:spLocks/>
          </p:cNvSpPr>
          <p:nvPr/>
        </p:nvSpPr>
        <p:spPr bwMode="auto">
          <a:xfrm>
            <a:off x="2552488" y="1948592"/>
            <a:ext cx="27801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02</a:t>
            </a:r>
          </a:p>
        </p:txBody>
      </p:sp>
      <p:sp>
        <p:nvSpPr>
          <p:cNvPr id="136" name="Text Box">
            <a:extLst>
              <a:ext uri="{FF2B5EF4-FFF2-40B4-BE49-F238E27FC236}">
                <a16:creationId xmlns:a16="http://schemas.microsoft.com/office/drawing/2014/main" id="{25F2B1E5-F3B0-8D1F-05F6-B19FCB085358}"/>
              </a:ext>
            </a:extLst>
          </p:cNvPr>
          <p:cNvSpPr>
            <a:spLocks/>
          </p:cNvSpPr>
          <p:nvPr/>
        </p:nvSpPr>
        <p:spPr bwMode="auto">
          <a:xfrm>
            <a:off x="2917654" y="1948592"/>
            <a:ext cx="371066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2030</a:t>
            </a:r>
          </a:p>
        </p:txBody>
      </p:sp>
      <p:sp>
        <p:nvSpPr>
          <p:cNvPr id="137" name="Text Box">
            <a:extLst>
              <a:ext uri="{FF2B5EF4-FFF2-40B4-BE49-F238E27FC236}">
                <a16:creationId xmlns:a16="http://schemas.microsoft.com/office/drawing/2014/main" id="{EC3DD948-FCE5-2181-259B-DD2B60159AC5}"/>
              </a:ext>
            </a:extLst>
          </p:cNvPr>
          <p:cNvSpPr>
            <a:spLocks/>
          </p:cNvSpPr>
          <p:nvPr/>
        </p:nvSpPr>
        <p:spPr bwMode="auto">
          <a:xfrm>
            <a:off x="6566927" y="1698805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</a:t>
            </a:r>
          </a:p>
        </p:txBody>
      </p:sp>
      <p:sp>
        <p:nvSpPr>
          <p:cNvPr id="138" name="Text Box">
            <a:extLst>
              <a:ext uri="{FF2B5EF4-FFF2-40B4-BE49-F238E27FC236}">
                <a16:creationId xmlns:a16="http://schemas.microsoft.com/office/drawing/2014/main" id="{EBE64FFA-72B9-BCE5-07AB-904EBF4D6EE1}"/>
              </a:ext>
            </a:extLst>
          </p:cNvPr>
          <p:cNvSpPr>
            <a:spLocks/>
          </p:cNvSpPr>
          <p:nvPr/>
        </p:nvSpPr>
        <p:spPr bwMode="auto">
          <a:xfrm>
            <a:off x="3033558" y="2202840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300,000</a:t>
            </a:r>
          </a:p>
        </p:txBody>
      </p:sp>
      <p:sp>
        <p:nvSpPr>
          <p:cNvPr id="139" name="Text Box">
            <a:extLst>
              <a:ext uri="{FF2B5EF4-FFF2-40B4-BE49-F238E27FC236}">
                <a16:creationId xmlns:a16="http://schemas.microsoft.com/office/drawing/2014/main" id="{B03D1313-756F-0309-3B8B-33505A4BDB14}"/>
              </a:ext>
            </a:extLst>
          </p:cNvPr>
          <p:cNvSpPr>
            <a:spLocks/>
          </p:cNvSpPr>
          <p:nvPr/>
        </p:nvSpPr>
        <p:spPr bwMode="auto">
          <a:xfrm>
            <a:off x="6566927" y="1948592"/>
            <a:ext cx="694165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</a:t>
            </a:r>
          </a:p>
        </p:txBody>
      </p:sp>
      <p:pic>
        <p:nvPicPr>
          <p:cNvPr id="140" name="그래픽 139" descr="눈 단색으로 채워진">
            <a:extLst>
              <a:ext uri="{FF2B5EF4-FFF2-40B4-BE49-F238E27FC236}">
                <a16:creationId xmlns:a16="http://schemas.microsoft.com/office/drawing/2014/main" id="{192353B0-324C-E091-F4E9-97ADA5776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2944" y="1680993"/>
            <a:ext cx="199000" cy="199000"/>
          </a:xfrm>
          <a:prstGeom prst="rect">
            <a:avLst/>
          </a:prstGeom>
        </p:spPr>
      </p:pic>
      <p:pic>
        <p:nvPicPr>
          <p:cNvPr id="141" name="그래픽 140" descr="눈 단색으로 채워진">
            <a:extLst>
              <a:ext uri="{FF2B5EF4-FFF2-40B4-BE49-F238E27FC236}">
                <a16:creationId xmlns:a16="http://schemas.microsoft.com/office/drawing/2014/main" id="{4982BBD5-7E8A-40F0-7285-95B503FA0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680993"/>
            <a:ext cx="199000" cy="199000"/>
          </a:xfrm>
          <a:prstGeom prst="rect">
            <a:avLst/>
          </a:prstGeom>
        </p:spPr>
      </p:pic>
      <p:pic>
        <p:nvPicPr>
          <p:cNvPr id="142" name="그래픽 141" descr="눈 단색으로 채워진">
            <a:extLst>
              <a:ext uri="{FF2B5EF4-FFF2-40B4-BE49-F238E27FC236}">
                <a16:creationId xmlns:a16="http://schemas.microsoft.com/office/drawing/2014/main" id="{DD52744A-DEBD-928E-F798-D1245B9FA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837" y="1935350"/>
            <a:ext cx="199000" cy="199000"/>
          </a:xfrm>
          <a:prstGeom prst="rect">
            <a:avLst/>
          </a:prstGeom>
        </p:spPr>
      </p:pic>
      <p:sp>
        <p:nvSpPr>
          <p:cNvPr id="143" name="Text Box">
            <a:extLst>
              <a:ext uri="{FF2B5EF4-FFF2-40B4-BE49-F238E27FC236}">
                <a16:creationId xmlns:a16="http://schemas.microsoft.com/office/drawing/2014/main" id="{C2B696EF-91CC-373C-6B24-A12E8427BD43}"/>
              </a:ext>
            </a:extLst>
          </p:cNvPr>
          <p:cNvSpPr>
            <a:spLocks/>
          </p:cNvSpPr>
          <p:nvPr/>
        </p:nvSpPr>
        <p:spPr bwMode="auto">
          <a:xfrm>
            <a:off x="6566927" y="1458202"/>
            <a:ext cx="1016104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VISA</a:t>
            </a: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82F8CE38-C989-D1D4-8F3D-B4615F419AE4}"/>
              </a:ext>
            </a:extLst>
          </p:cNvPr>
          <p:cNvGrpSpPr/>
          <p:nvPr/>
        </p:nvGrpSpPr>
        <p:grpSpPr>
          <a:xfrm>
            <a:off x="2552488" y="2198379"/>
            <a:ext cx="446018" cy="163376"/>
            <a:chOff x="1290369" y="2868764"/>
            <a:chExt cx="446018" cy="163376"/>
          </a:xfrm>
        </p:grpSpPr>
        <p:sp>
          <p:nvSpPr>
            <p:cNvPr id="145" name="Text Box">
              <a:extLst>
                <a:ext uri="{FF2B5EF4-FFF2-40B4-BE49-F238E27FC236}">
                  <a16:creationId xmlns:a16="http://schemas.microsoft.com/office/drawing/2014/main" id="{E28B5336-9B37-4943-24C0-08C4F1D99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1633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6" name="Chevron Left">
              <a:extLst>
                <a:ext uri="{FF2B5EF4-FFF2-40B4-BE49-F238E27FC236}">
                  <a16:creationId xmlns:a16="http://schemas.microsoft.com/office/drawing/2014/main" id="{640EFA79-4411-CE8E-7967-19CF9DF1354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8" name="표 147">
            <a:extLst>
              <a:ext uri="{FF2B5EF4-FFF2-40B4-BE49-F238E27FC236}">
                <a16:creationId xmlns:a16="http://schemas.microsoft.com/office/drawing/2014/main" id="{F246D303-F6FE-6919-A7FD-F22D16B9A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009266"/>
              </p:ext>
            </p:extLst>
          </p:nvPr>
        </p:nvGraphicFramePr>
        <p:xfrm>
          <a:off x="1487971" y="2893548"/>
          <a:ext cx="7746196" cy="248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◎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◉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현금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 금액 </a:t>
                      </a:r>
                      <a:r>
                        <a:rPr lang="en-US" altLang="ko-KR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49" name="Text Box">
            <a:extLst>
              <a:ext uri="{FF2B5EF4-FFF2-40B4-BE49-F238E27FC236}">
                <a16:creationId xmlns:a16="http://schemas.microsoft.com/office/drawing/2014/main" id="{C226F75C-289A-4CC3-8405-B830736E2BA0}"/>
              </a:ext>
            </a:extLst>
          </p:cNvPr>
          <p:cNvSpPr>
            <a:spLocks/>
          </p:cNvSpPr>
          <p:nvPr/>
        </p:nvSpPr>
        <p:spPr bwMode="auto">
          <a:xfrm>
            <a:off x="7049837" y="2940163"/>
            <a:ext cx="733049" cy="1633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300,000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B559D6BC-DB5C-8ACB-F1DB-8F97C784D420}"/>
              </a:ext>
            </a:extLst>
          </p:cNvPr>
          <p:cNvGrpSpPr/>
          <p:nvPr/>
        </p:nvGrpSpPr>
        <p:grpSpPr>
          <a:xfrm>
            <a:off x="6568767" y="2935702"/>
            <a:ext cx="446018" cy="493298"/>
            <a:chOff x="1290369" y="2868764"/>
            <a:chExt cx="446018" cy="493298"/>
          </a:xfrm>
        </p:grpSpPr>
        <p:sp>
          <p:nvSpPr>
            <p:cNvPr id="151" name="Text Box">
              <a:extLst>
                <a:ext uri="{FF2B5EF4-FFF2-40B4-BE49-F238E27FC236}">
                  <a16:creationId xmlns:a16="http://schemas.microsoft.com/office/drawing/2014/main" id="{A67C47D7-E930-5BC4-B3BC-2799418A5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369" y="2868764"/>
              <a:ext cx="446018" cy="493298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kern="0" dirty="0">
                  <a:solidFill>
                    <a:schemeClr val="tx1"/>
                  </a:solidFill>
                  <a:latin typeface="+mn-ea"/>
                </a:rPr>
                <a:t>---------</a:t>
              </a:r>
              <a:endParaRPr kumimoji="0" lang="en-US" altLang="ko-KR" sz="70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KRW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USD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2" name="Chevron Left">
              <a:extLst>
                <a:ext uri="{FF2B5EF4-FFF2-40B4-BE49-F238E27FC236}">
                  <a16:creationId xmlns:a16="http://schemas.microsoft.com/office/drawing/2014/main" id="{EB08E7B8-7537-49D6-7347-691EA619D97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599059" y="2912344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9" name="Cutout">
            <a:extLst>
              <a:ext uri="{FF2B5EF4-FFF2-40B4-BE49-F238E27FC236}">
                <a16:creationId xmlns:a16="http://schemas.microsoft.com/office/drawing/2014/main" id="{40017C5D-DCAE-3EF2-C3C1-0D52F96B07F6}"/>
              </a:ext>
            </a:extLst>
          </p:cNvPr>
          <p:cNvGrpSpPr/>
          <p:nvPr/>
        </p:nvGrpSpPr>
        <p:grpSpPr>
          <a:xfrm rot="16200000">
            <a:off x="5285313" y="-130289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90" name="Fill">
              <a:extLst>
                <a:ext uri="{FF2B5EF4-FFF2-40B4-BE49-F238E27FC236}">
                  <a16:creationId xmlns:a16="http://schemas.microsoft.com/office/drawing/2014/main" id="{30B7E8D3-A802-F03C-CA16-6D8F431BA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1" name="Border">
              <a:extLst>
                <a:ext uri="{FF2B5EF4-FFF2-40B4-BE49-F238E27FC236}">
                  <a16:creationId xmlns:a16="http://schemas.microsoft.com/office/drawing/2014/main" id="{69CDA585-99E8-B7C8-EE7F-83F778C1DC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27DC53E6-C193-8A14-CA78-BDA079B659CB}"/>
              </a:ext>
            </a:extLst>
          </p:cNvPr>
          <p:cNvSpPr txBox="1"/>
          <p:nvPr/>
        </p:nvSpPr>
        <p:spPr>
          <a:xfrm>
            <a:off x="4359120" y="2559576"/>
            <a:ext cx="17572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 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예치금 현금</a:t>
            </a:r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99A4AED-2CDF-C3CA-D3FC-27BD9574E9D7}"/>
              </a:ext>
            </a:extLst>
          </p:cNvPr>
          <p:cNvSpPr/>
          <p:nvPr/>
        </p:nvSpPr>
        <p:spPr>
          <a:xfrm>
            <a:off x="8803915" y="1187278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03F23F6-31E6-9923-B77B-673CE12B6F63}"/>
              </a:ext>
            </a:extLst>
          </p:cNvPr>
          <p:cNvGrpSpPr/>
          <p:nvPr/>
        </p:nvGrpSpPr>
        <p:grpSpPr>
          <a:xfrm rot="10800000">
            <a:off x="1289409" y="1061085"/>
            <a:ext cx="360000" cy="372571"/>
            <a:chOff x="3180625" y="5062589"/>
            <a:chExt cx="360000" cy="372571"/>
          </a:xfrm>
        </p:grpSpPr>
        <p:cxnSp>
          <p:nvCxnSpPr>
            <p:cNvPr id="27" name="직선 연결선 206">
              <a:extLst>
                <a:ext uri="{FF2B5EF4-FFF2-40B4-BE49-F238E27FC236}">
                  <a16:creationId xmlns:a16="http://schemas.microsoft.com/office/drawing/2014/main" id="{B5630CF4-7FB4-ECC4-190D-6BF30D601FF2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7CD2466B-5D81-348F-4A32-E56AE7C3E0D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026B249-E0E0-A205-DA30-1AECD1B30ACF}"/>
              </a:ext>
            </a:extLst>
          </p:cNvPr>
          <p:cNvGrpSpPr/>
          <p:nvPr/>
        </p:nvGrpSpPr>
        <p:grpSpPr>
          <a:xfrm>
            <a:off x="1491675" y="724347"/>
            <a:ext cx="5058415" cy="263263"/>
            <a:chOff x="1512625" y="1374043"/>
            <a:chExt cx="5058415" cy="263263"/>
          </a:xfrm>
        </p:grpSpPr>
        <p:sp>
          <p:nvSpPr>
            <p:cNvPr id="35" name="양쪽 모서리가 둥근 사각형 34">
              <a:extLst>
                <a:ext uri="{FF2B5EF4-FFF2-40B4-BE49-F238E27FC236}">
                  <a16:creationId xmlns:a16="http://schemas.microsoft.com/office/drawing/2014/main" id="{371B6403-681B-1532-EBFA-30B1705E4826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36" name="양쪽 모서리가 둥근 사각형 35">
              <a:extLst>
                <a:ext uri="{FF2B5EF4-FFF2-40B4-BE49-F238E27FC236}">
                  <a16:creationId xmlns:a16="http://schemas.microsoft.com/office/drawing/2014/main" id="{2CFBD9E5-7712-EBB1-97B1-E7155052D44B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37" name="양쪽 모서리가 둥근 사각형 36">
              <a:extLst>
                <a:ext uri="{FF2B5EF4-FFF2-40B4-BE49-F238E27FC236}">
                  <a16:creationId xmlns:a16="http://schemas.microsoft.com/office/drawing/2014/main" id="{AF941A3D-75D2-2BBE-9C6E-99BDD7D36FD9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9EFB36B4-8FC1-B28C-8576-D7E7A052B86E}"/>
                </a:ext>
              </a:extLst>
            </p:cNvPr>
            <p:cNvSpPr/>
            <p:nvPr/>
          </p:nvSpPr>
          <p:spPr>
            <a:xfrm>
              <a:off x="4547961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9" name="양쪽 모서리가 둥근 사각형 38">
              <a:extLst>
                <a:ext uri="{FF2B5EF4-FFF2-40B4-BE49-F238E27FC236}">
                  <a16:creationId xmlns:a16="http://schemas.microsoft.com/office/drawing/2014/main" id="{46C4C79A-2561-CD21-E44E-634F5D321348}"/>
                </a:ext>
              </a:extLst>
            </p:cNvPr>
            <p:cNvSpPr/>
            <p:nvPr/>
          </p:nvSpPr>
          <p:spPr>
            <a:xfrm>
              <a:off x="5559357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44" name="Teardrop 1">
            <a:extLst>
              <a:ext uri="{FF2B5EF4-FFF2-40B4-BE49-F238E27FC236}">
                <a16:creationId xmlns:a16="http://schemas.microsoft.com/office/drawing/2014/main" id="{EBB1BA8C-B01E-C9AC-14C3-402313788CE6}"/>
              </a:ext>
            </a:extLst>
          </p:cNvPr>
          <p:cNvSpPr/>
          <p:nvPr/>
        </p:nvSpPr>
        <p:spPr>
          <a:xfrm rot="16200000" flipH="1" flipV="1">
            <a:off x="8707001" y="105316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078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C7C74-03FC-DFEC-FF58-57690ECB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8BD58DE-C16C-90E9-4ED1-2975DD33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4416206-7CF0-7B87-AA1E-B64DBB69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기타정보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0896D05-76EF-5E1E-5EDF-AACF09522A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099D06A4-BE5D-A68F-282F-D07E85DBE4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C77F42-0EFB-EDC4-E921-44D34FD16EFC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49E62D16-C9F1-1FBA-8A3C-F2BBC1144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26814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관리자 메모 등록 시 하위 게시글 등록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소트 순서는 등록일 최신 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글 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780F77B4-A514-CAE5-04EF-3A4F20410B42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9EA4ED-4D9E-4621-4BC7-11B8B8AFE33A}"/>
              </a:ext>
            </a:extLst>
          </p:cNvPr>
          <p:cNvSpPr txBox="1"/>
          <p:nvPr/>
        </p:nvSpPr>
        <p:spPr>
          <a:xfrm>
            <a:off x="1427884" y="106241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관리자 메모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13470DF-586A-FC07-F3FF-9E6C8BA13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606114"/>
              </p:ext>
            </p:extLst>
          </p:nvPr>
        </p:nvGraphicFramePr>
        <p:xfrm>
          <a:off x="1513108" y="1831676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담당자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객실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고층 배정 요청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14:00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담당자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ID)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VIP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고객 친구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웰컴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프릇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준비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FD77BFB3-C2CF-F66F-90EB-2F902598C820}"/>
              </a:ext>
            </a:extLst>
          </p:cNvPr>
          <p:cNvGrpSpPr/>
          <p:nvPr/>
        </p:nvGrpSpPr>
        <p:grpSpPr>
          <a:xfrm>
            <a:off x="1513108" y="1324286"/>
            <a:ext cx="7723583" cy="438118"/>
            <a:chOff x="1513108" y="1982770"/>
            <a:chExt cx="7723583" cy="43811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2D0DA6-AD15-E57F-107F-7DDE877EDEC5}"/>
                </a:ext>
              </a:extLst>
            </p:cNvPr>
            <p:cNvSpPr/>
            <p:nvPr/>
          </p:nvSpPr>
          <p:spPr>
            <a:xfrm>
              <a:off x="1513108" y="1988840"/>
              <a:ext cx="7247188" cy="432048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게시글을 등록하세요</a:t>
              </a:r>
              <a:r>
                <a:rPr kumimoji="1"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.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1BF83B8-60BA-4420-3E0E-0A9B3B7B8C8D}"/>
                </a:ext>
              </a:extLst>
            </p:cNvPr>
            <p:cNvSpPr/>
            <p:nvPr/>
          </p:nvSpPr>
          <p:spPr>
            <a:xfrm>
              <a:off x="8806439" y="1982770"/>
              <a:ext cx="430252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spc="-9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저장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937F12D8-67DA-D349-21F6-7525357D7FA4}"/>
                </a:ext>
              </a:extLst>
            </p:cNvPr>
            <p:cNvGrpSpPr/>
            <p:nvPr/>
          </p:nvGrpSpPr>
          <p:grpSpPr>
            <a:xfrm>
              <a:off x="8635145" y="2015606"/>
              <a:ext cx="86270" cy="383158"/>
              <a:chOff x="8635145" y="2015606"/>
              <a:chExt cx="86270" cy="38315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25B29326-E29D-941F-176B-BD9E151760E7}"/>
                  </a:ext>
                </a:extLst>
              </p:cNvPr>
              <p:cNvSpPr/>
              <p:nvPr/>
            </p:nvSpPr>
            <p:spPr>
              <a:xfrm>
                <a:off x="8635145" y="2015606"/>
                <a:ext cx="86270" cy="383158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4B2C8E52-8BDC-CFA3-D98A-A9871359F26B}"/>
                  </a:ext>
                </a:extLst>
              </p:cNvPr>
              <p:cNvSpPr/>
              <p:nvPr/>
            </p:nvSpPr>
            <p:spPr>
              <a:xfrm>
                <a:off x="8651497" y="2025525"/>
                <a:ext cx="57842" cy="21628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42" name="Close">
            <a:extLst>
              <a:ext uri="{FF2B5EF4-FFF2-40B4-BE49-F238E27FC236}">
                <a16:creationId xmlns:a16="http://schemas.microsoft.com/office/drawing/2014/main" id="{C1E513E9-4EC5-8A59-09D6-2CF489D475C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231437" y="1946044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lose">
            <a:extLst>
              <a:ext uri="{FF2B5EF4-FFF2-40B4-BE49-F238E27FC236}">
                <a16:creationId xmlns:a16="http://schemas.microsoft.com/office/drawing/2014/main" id="{A919EE2D-7450-E9BB-198C-4F6018E1F7E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385983" y="2123129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80CB91D-1C59-F3E5-A28E-0005E47DD846}"/>
              </a:ext>
            </a:extLst>
          </p:cNvPr>
          <p:cNvSpPr/>
          <p:nvPr/>
        </p:nvSpPr>
        <p:spPr>
          <a:xfrm>
            <a:off x="4962742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목록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D37FD1F-ACA1-5413-455A-19B32C39D0E4}"/>
              </a:ext>
            </a:extLst>
          </p:cNvPr>
          <p:cNvGrpSpPr/>
          <p:nvPr/>
        </p:nvGrpSpPr>
        <p:grpSpPr>
          <a:xfrm>
            <a:off x="1491675" y="724347"/>
            <a:ext cx="5062014" cy="263263"/>
            <a:chOff x="1512625" y="1374043"/>
            <a:chExt cx="5062014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4B9E096E-CDEE-E882-ED9B-06C60076301C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7AB981A5-BE85-3D25-9412-99D75FC0B68A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41B58BBA-1174-8FEB-CFB8-74CDA9D794CA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0204FDEC-E71F-94D8-5B96-2253B812A216}"/>
                </a:ext>
              </a:extLst>
            </p:cNvPr>
            <p:cNvSpPr/>
            <p:nvPr/>
          </p:nvSpPr>
          <p:spPr>
            <a:xfrm>
              <a:off x="454767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2" name="양쪽 모서리가 둥근 사각형 31">
              <a:extLst>
                <a:ext uri="{FF2B5EF4-FFF2-40B4-BE49-F238E27FC236}">
                  <a16:creationId xmlns:a16="http://schemas.microsoft.com/office/drawing/2014/main" id="{9F8E0F31-8747-D96D-EE61-27BCD43715F7}"/>
                </a:ext>
              </a:extLst>
            </p:cNvPr>
            <p:cNvSpPr/>
            <p:nvPr/>
          </p:nvSpPr>
          <p:spPr>
            <a:xfrm>
              <a:off x="5562956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9" name="Teardrop 1">
            <a:extLst>
              <a:ext uri="{FF2B5EF4-FFF2-40B4-BE49-F238E27FC236}">
                <a16:creationId xmlns:a16="http://schemas.microsoft.com/office/drawing/2014/main" id="{1ABED246-962E-0815-D695-1C887035F4C1}"/>
              </a:ext>
            </a:extLst>
          </p:cNvPr>
          <p:cNvSpPr/>
          <p:nvPr/>
        </p:nvSpPr>
        <p:spPr>
          <a:xfrm rot="16200000" flipH="1" flipV="1">
            <a:off x="8730979" y="123406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ardrop 1">
            <a:extLst>
              <a:ext uri="{FF2B5EF4-FFF2-40B4-BE49-F238E27FC236}">
                <a16:creationId xmlns:a16="http://schemas.microsoft.com/office/drawing/2014/main" id="{1BEF2516-17EB-6439-D421-D5D1CB1B493E}"/>
              </a:ext>
            </a:extLst>
          </p:cNvPr>
          <p:cNvSpPr/>
          <p:nvPr/>
        </p:nvSpPr>
        <p:spPr>
          <a:xfrm rot="16200000" flipH="1" flipV="1">
            <a:off x="1422174" y="17648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ardrop 1">
            <a:extLst>
              <a:ext uri="{FF2B5EF4-FFF2-40B4-BE49-F238E27FC236}">
                <a16:creationId xmlns:a16="http://schemas.microsoft.com/office/drawing/2014/main" id="{44EB7AD0-5226-535E-F427-A0109D30D60E}"/>
              </a:ext>
            </a:extLst>
          </p:cNvPr>
          <p:cNvSpPr/>
          <p:nvPr/>
        </p:nvSpPr>
        <p:spPr>
          <a:xfrm rot="16200000" flipH="1" flipV="1">
            <a:off x="4036384" y="17648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88A4002-23BD-F7AA-5D30-9EA577CDD514}"/>
              </a:ext>
            </a:extLst>
          </p:cNvPr>
          <p:cNvGrpSpPr/>
          <p:nvPr/>
        </p:nvGrpSpPr>
        <p:grpSpPr>
          <a:xfrm rot="10800000">
            <a:off x="1289409" y="978074"/>
            <a:ext cx="360000" cy="372571"/>
            <a:chOff x="3180625" y="5062589"/>
            <a:chExt cx="360000" cy="372571"/>
          </a:xfrm>
        </p:grpSpPr>
        <p:cxnSp>
          <p:nvCxnSpPr>
            <p:cNvPr id="22" name="직선 연결선 206">
              <a:extLst>
                <a:ext uri="{FF2B5EF4-FFF2-40B4-BE49-F238E27FC236}">
                  <a16:creationId xmlns:a16="http://schemas.microsoft.com/office/drawing/2014/main" id="{5C7A6A3E-BAEF-1767-2E11-F4F07943B933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480AF5F-7A30-797D-1651-D20902153749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241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E067-696A-54C1-D413-84E9E4A2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C749E5-3A6B-3040-56FB-ED6FA3C5DD19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수정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/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상세 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(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마켓코드 </a:t>
            </a:r>
            <a:r>
              <a:rPr kumimoji="1"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OTA</a:t>
            </a:r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일 경우</a:t>
            </a:r>
            <a:r>
              <a:rPr lang="en-US" altLang="ko-KR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)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403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B9BA-A6DE-D72F-A7D5-C723653A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EE26D27-E377-5F55-63D7-A410C9B3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D5D2991-D3D4-D69F-A57E-8DE1B3698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예약정보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348C465-95F2-7A69-6268-F361637AA8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8CA4844-025F-B442-7680-A338EAC73D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EBDCAF-46E2-F834-EE7E-9BCCD182C57C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53DF62-87A9-BEE0-FF91-D4E1F51A663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211C05-892A-878C-BEDE-C45F76B3D199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7C63B7F0-7610-1D4C-0116-0C017EC70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621959"/>
              </p:ext>
            </p:extLst>
          </p:nvPr>
        </p:nvGraphicFramePr>
        <p:xfrm>
          <a:off x="9406740" y="440717"/>
          <a:ext cx="2785260" cy="3636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 경우 체크인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아웃 일자 수정 불가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의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불가</a:t>
                      </a: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해당 </a:t>
                      </a:r>
                      <a:r>
                        <a:rPr lang="en-US" altLang="ko-KR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채널에서 취소 처리</a:t>
                      </a: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rgbClr val="C00000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D5DD3FC-F8F0-931B-E06D-9B1F441DBA2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0FB42B9-A495-92F4-F485-3BAB664810B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EA463A4-3282-018A-6A50-F437B953F8FB}"/>
              </a:ext>
            </a:extLst>
          </p:cNvPr>
          <p:cNvGrpSpPr/>
          <p:nvPr/>
        </p:nvGrpSpPr>
        <p:grpSpPr>
          <a:xfrm>
            <a:off x="1512625" y="937647"/>
            <a:ext cx="5037223" cy="263263"/>
            <a:chOff x="1512625" y="1374043"/>
            <a:chExt cx="5037223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50D64E22-074A-C478-FD09-603B2F8A0FA1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7" name="양쪽 모서리가 둥근 사각형 26">
              <a:extLst>
                <a:ext uri="{FF2B5EF4-FFF2-40B4-BE49-F238E27FC236}">
                  <a16:creationId xmlns:a16="http://schemas.microsoft.com/office/drawing/2014/main" id="{B3B84DF0-011B-846D-960F-F8310FFE3431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18EFBE47-B992-9F52-4B69-33761F8538AC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2021AA1E-843D-D69B-3EC4-04877A83AEED}"/>
                </a:ext>
              </a:extLst>
            </p:cNvPr>
            <p:cNvSpPr/>
            <p:nvPr/>
          </p:nvSpPr>
          <p:spPr>
            <a:xfrm>
              <a:off x="453434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7" name="양쪽 모서리가 둥근 사각형 6">
              <a:extLst>
                <a:ext uri="{FF2B5EF4-FFF2-40B4-BE49-F238E27FC236}">
                  <a16:creationId xmlns:a16="http://schemas.microsoft.com/office/drawing/2014/main" id="{30827FC5-7F94-FC38-04D9-C2D36B9A6AE6}"/>
                </a:ext>
              </a:extLst>
            </p:cNvPr>
            <p:cNvSpPr/>
            <p:nvPr/>
          </p:nvSpPr>
          <p:spPr>
            <a:xfrm>
              <a:off x="553816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52AAFA-3FC0-2D34-F9C4-69CDC05087B4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45" name="Chevron Left">
            <a:extLst>
              <a:ext uri="{FF2B5EF4-FFF2-40B4-BE49-F238E27FC236}">
                <a16:creationId xmlns:a16="http://schemas.microsoft.com/office/drawing/2014/main" id="{4D9FB285-5BD1-04FA-A6D6-AA983BCFDBBA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173581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0CAC039-CCFF-532E-71C9-97154718E297}"/>
              </a:ext>
            </a:extLst>
          </p:cNvPr>
          <p:cNvGrpSpPr/>
          <p:nvPr/>
        </p:nvGrpSpPr>
        <p:grpSpPr>
          <a:xfrm rot="10800000">
            <a:off x="1289409" y="1202934"/>
            <a:ext cx="360000" cy="372571"/>
            <a:chOff x="3180625" y="5062589"/>
            <a:chExt cx="360000" cy="372571"/>
          </a:xfrm>
        </p:grpSpPr>
        <p:cxnSp>
          <p:nvCxnSpPr>
            <p:cNvPr id="9" name="직선 연결선 206">
              <a:extLst>
                <a:ext uri="{FF2B5EF4-FFF2-40B4-BE49-F238E27FC236}">
                  <a16:creationId xmlns:a16="http://schemas.microsoft.com/office/drawing/2014/main" id="{16901C98-031A-DD1F-9E69-38C9BD0BAC70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9C15964E-BBCB-42C3-46ED-6F0C1C0EB48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99E322-FE90-CDA4-9B67-9E2D13EA2C01}"/>
              </a:ext>
            </a:extLst>
          </p:cNvPr>
          <p:cNvSpPr/>
          <p:nvPr/>
        </p:nvSpPr>
        <p:spPr bwMode="auto">
          <a:xfrm>
            <a:off x="-106106" y="114848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0AE0A2-0F35-0985-AF1D-6FA2ABFE6636}"/>
              </a:ext>
            </a:extLst>
          </p:cNvPr>
          <p:cNvSpPr/>
          <p:nvPr/>
        </p:nvSpPr>
        <p:spPr>
          <a:xfrm>
            <a:off x="-14" y="808615"/>
            <a:ext cx="1444756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예약관리</a:t>
            </a:r>
            <a:endParaRPr lang="en-US" altLang="ko-KR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예약관리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9FA243-3BAF-5100-4011-C4CF079FCED9}"/>
              </a:ext>
            </a:extLst>
          </p:cNvPr>
          <p:cNvSpPr txBox="1"/>
          <p:nvPr/>
        </p:nvSpPr>
        <p:spPr>
          <a:xfrm>
            <a:off x="1427883" y="2648758"/>
            <a:ext cx="308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6C500C93-0628-CDE4-BF78-A56B7DAE0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828916"/>
              </p:ext>
            </p:extLst>
          </p:nvPr>
        </p:nvGraphicFramePr>
        <p:xfrm>
          <a:off x="1513108" y="2870448"/>
          <a:ext cx="7778187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214561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731256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예약일시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88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예약번호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 예약상태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2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레이트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STANDARDRATE</a:t>
                      </a: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마켓코드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프로모션 타입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495C504B-40EC-F19B-391A-D18BAD843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894265"/>
              </p:ext>
            </p:extLst>
          </p:nvPr>
        </p:nvGraphicFramePr>
        <p:xfrm>
          <a:off x="1530818" y="1649793"/>
          <a:ext cx="7781146" cy="88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82570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  <a:gridCol w="754870">
                  <a:extLst>
                    <a:ext uri="{9D8B030D-6E8A-4147-A177-3AD203B41FA5}">
                      <a16:colId xmlns:a16="http://schemas.microsoft.com/office/drawing/2014/main" val="3159053114"/>
                    </a:ext>
                  </a:extLst>
                </a:gridCol>
                <a:gridCol w="1003224">
                  <a:extLst>
                    <a:ext uri="{9D8B030D-6E8A-4147-A177-3AD203B41FA5}">
                      <a16:colId xmlns:a16="http://schemas.microsoft.com/office/drawing/2014/main" val="1370927980"/>
                    </a:ext>
                  </a:extLst>
                </a:gridCol>
              </a:tblGrid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</a:t>
                      </a:r>
                      <a:r>
                        <a:rPr lang="en-US" altLang="ko-KR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7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7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</a:t>
                      </a:r>
                      <a:r>
                        <a:rPr kumimoji="1" lang="ko-KR" altLang="en-US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마포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553991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예약자 명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휴대폰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221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생년월일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국적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82388"/>
                  </a:ext>
                </a:extLst>
              </a:tr>
            </a:tbl>
          </a:graphicData>
        </a:graphic>
      </p:graphicFrame>
      <p:sp>
        <p:nvSpPr>
          <p:cNvPr id="174" name="TextBox 173">
            <a:extLst>
              <a:ext uri="{FF2B5EF4-FFF2-40B4-BE49-F238E27FC236}">
                <a16:creationId xmlns:a16="http://schemas.microsoft.com/office/drawing/2014/main" id="{861F603E-96E9-BB56-B15C-8EB118A184A8}"/>
              </a:ext>
            </a:extLst>
          </p:cNvPr>
          <p:cNvSpPr txBox="1"/>
          <p:nvPr/>
        </p:nvSpPr>
        <p:spPr>
          <a:xfrm>
            <a:off x="1445594" y="139637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예약자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175" name="Text Box">
            <a:extLst>
              <a:ext uri="{FF2B5EF4-FFF2-40B4-BE49-F238E27FC236}">
                <a16:creationId xmlns:a16="http://schemas.microsoft.com/office/drawing/2014/main" id="{DAE07779-BA97-5849-222B-DC39280A4D54}"/>
              </a:ext>
            </a:extLst>
          </p:cNvPr>
          <p:cNvSpPr>
            <a:spLocks/>
          </p:cNvSpPr>
          <p:nvPr/>
        </p:nvSpPr>
        <p:spPr bwMode="auto">
          <a:xfrm>
            <a:off x="6593739" y="1909414"/>
            <a:ext cx="712083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6" name="Text Box">
            <a:extLst>
              <a:ext uri="{FF2B5EF4-FFF2-40B4-BE49-F238E27FC236}">
                <a16:creationId xmlns:a16="http://schemas.microsoft.com/office/drawing/2014/main" id="{8585879B-9F69-8222-8B94-229D8B0F4C90}"/>
              </a:ext>
            </a:extLst>
          </p:cNvPr>
          <p:cNvSpPr>
            <a:spLocks/>
          </p:cNvSpPr>
          <p:nvPr/>
        </p:nvSpPr>
        <p:spPr bwMode="auto">
          <a:xfrm>
            <a:off x="8108429" y="1905303"/>
            <a:ext cx="876921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" altLang="ko-KR" sz="700" b="0" kern="0" spc="-30" baseline="0" dirty="0" err="1">
                <a:solidFill>
                  <a:schemeClr val="tx1"/>
                </a:solidFill>
                <a:latin typeface="+mn-ea"/>
                <a:ea typeface="+mn-ea"/>
              </a:rPr>
              <a:t>Jinyoung</a:t>
            </a:r>
            <a:endParaRPr kumimoji="0" lang="en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3" name="Text Box">
            <a:extLst>
              <a:ext uri="{FF2B5EF4-FFF2-40B4-BE49-F238E27FC236}">
                <a16:creationId xmlns:a16="http://schemas.microsoft.com/office/drawing/2014/main" id="{8F76674E-8B0A-C604-EBB9-44867533CF0F}"/>
              </a:ext>
            </a:extLst>
          </p:cNvPr>
          <p:cNvSpPr>
            <a:spLocks/>
          </p:cNvSpPr>
          <p:nvPr/>
        </p:nvSpPr>
        <p:spPr bwMode="auto">
          <a:xfrm>
            <a:off x="2541991" y="1910474"/>
            <a:ext cx="1357775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장진영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EF171DE8-CD77-A0EB-24BA-D6740D9F4B72}"/>
              </a:ext>
            </a:extLst>
          </p:cNvPr>
          <p:cNvGrpSpPr/>
          <p:nvPr/>
        </p:nvGrpSpPr>
        <p:grpSpPr>
          <a:xfrm>
            <a:off x="2541992" y="2129553"/>
            <a:ext cx="1357775" cy="148590"/>
            <a:chOff x="3067263" y="2005049"/>
            <a:chExt cx="1357775" cy="217550"/>
          </a:xfrm>
        </p:grpSpPr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EC1B6B77-2480-F40C-0FE3-8E632CC2C871}"/>
                </a:ext>
              </a:extLst>
            </p:cNvPr>
            <p:cNvSpPr/>
            <p:nvPr/>
          </p:nvSpPr>
          <p:spPr>
            <a:xfrm>
              <a:off x="3067263" y="2006575"/>
              <a:ext cx="43644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C2E9817B-5C07-78A9-56AA-7A82098C9618}"/>
                </a:ext>
              </a:extLst>
            </p:cNvPr>
            <p:cNvSpPr/>
            <p:nvPr/>
          </p:nvSpPr>
          <p:spPr>
            <a:xfrm>
              <a:off x="3563879" y="2005049"/>
              <a:ext cx="86115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7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10-1234-1234</a:t>
              </a:r>
              <a:endParaRPr kumimoji="1" lang="ko-KR" altLang="en-US" sz="7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7" name="Chevron Left">
              <a:extLst>
                <a:ext uri="{FF2B5EF4-FFF2-40B4-BE49-F238E27FC236}">
                  <a16:creationId xmlns:a16="http://schemas.microsoft.com/office/drawing/2014/main" id="{92A04249-450E-EF40-1168-1B275C4CFA1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FEA3DF22-B6A0-80F2-2417-5260240CD453}"/>
              </a:ext>
            </a:extLst>
          </p:cNvPr>
          <p:cNvGrpSpPr/>
          <p:nvPr/>
        </p:nvGrpSpPr>
        <p:grpSpPr>
          <a:xfrm>
            <a:off x="2542614" y="2350587"/>
            <a:ext cx="710141" cy="144000"/>
            <a:chOff x="2523054" y="4377902"/>
            <a:chExt cx="710141" cy="144000"/>
          </a:xfrm>
        </p:grpSpPr>
        <p:sp>
          <p:nvSpPr>
            <p:cNvPr id="189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523B975-CB8D-83D7-21F2-23FF6E62C965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dirty="0">
                  <a:solidFill>
                    <a:schemeClr val="tx1"/>
                  </a:solidFill>
                  <a:cs typeface="Calibri" pitchFamily="34" charset="0"/>
                </a:rPr>
                <a:t>1990-01-01</a:t>
              </a:r>
            </a:p>
          </p:txBody>
        </p:sp>
        <p:sp>
          <p:nvSpPr>
            <p:cNvPr id="190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CCE1CFF-3A2F-0D56-78F5-CE033446F024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191" name="Text Box">
            <a:extLst>
              <a:ext uri="{FF2B5EF4-FFF2-40B4-BE49-F238E27FC236}">
                <a16:creationId xmlns:a16="http://schemas.microsoft.com/office/drawing/2014/main" id="{18ECD4C8-CC7C-2E32-9917-0FCDB2E882F0}"/>
              </a:ext>
            </a:extLst>
          </p:cNvPr>
          <p:cNvSpPr>
            <a:spLocks/>
          </p:cNvSpPr>
          <p:nvPr/>
        </p:nvSpPr>
        <p:spPr bwMode="auto">
          <a:xfrm>
            <a:off x="3392376" y="3684601"/>
            <a:ext cx="2015377" cy="14852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D9C0E4BB-E7CB-F76E-4CF1-6161D75EF732}"/>
              </a:ext>
            </a:extLst>
          </p:cNvPr>
          <p:cNvGrpSpPr/>
          <p:nvPr/>
        </p:nvGrpSpPr>
        <p:grpSpPr>
          <a:xfrm>
            <a:off x="6585596" y="2353658"/>
            <a:ext cx="872935" cy="147548"/>
            <a:chOff x="6601675" y="2344801"/>
            <a:chExt cx="872935" cy="147548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C0495122-4835-DB95-1C72-9F4BFA20D74F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ko-KR" altLang="en-US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남자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4" name="Chevron Left">
              <a:extLst>
                <a:ext uri="{FF2B5EF4-FFF2-40B4-BE49-F238E27FC236}">
                  <a16:creationId xmlns:a16="http://schemas.microsoft.com/office/drawing/2014/main" id="{3967F864-0C97-D93F-F3A5-8F66D9B5599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A957CCF2-4C71-63AA-F2EA-330FB039883E}"/>
              </a:ext>
            </a:extLst>
          </p:cNvPr>
          <p:cNvGrpSpPr/>
          <p:nvPr/>
        </p:nvGrpSpPr>
        <p:grpSpPr>
          <a:xfrm>
            <a:off x="8346394" y="2350752"/>
            <a:ext cx="872935" cy="147548"/>
            <a:chOff x="6601675" y="2344801"/>
            <a:chExt cx="872935" cy="147548"/>
          </a:xfrm>
        </p:grpSpPr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B64DA580-DDC1-EB2D-C733-9E8A23EE0036}"/>
                </a:ext>
              </a:extLst>
            </p:cNvPr>
            <p:cNvSpPr/>
            <p:nvPr/>
          </p:nvSpPr>
          <p:spPr>
            <a:xfrm>
              <a:off x="6601675" y="2344801"/>
              <a:ext cx="872935" cy="147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KOR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97" name="Chevron Left">
              <a:extLst>
                <a:ext uri="{FF2B5EF4-FFF2-40B4-BE49-F238E27FC236}">
                  <a16:creationId xmlns:a16="http://schemas.microsoft.com/office/drawing/2014/main" id="{EB5B9AAA-E070-62B5-1FBE-411D8EFB1455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7369301" y="2375976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CDD4A14C-4DE1-9927-3D7A-945CB1244865}"/>
              </a:ext>
            </a:extLst>
          </p:cNvPr>
          <p:cNvGrpSpPr/>
          <p:nvPr/>
        </p:nvGrpSpPr>
        <p:grpSpPr>
          <a:xfrm>
            <a:off x="2541991" y="3688893"/>
            <a:ext cx="826563" cy="148524"/>
            <a:chOff x="8346822" y="1278001"/>
            <a:chExt cx="826563" cy="148524"/>
          </a:xfrm>
        </p:grpSpPr>
        <p:sp>
          <p:nvSpPr>
            <p:cNvPr id="199" name="Text Box">
              <a:extLst>
                <a:ext uri="{FF2B5EF4-FFF2-40B4-BE49-F238E27FC236}">
                  <a16:creationId xmlns:a16="http://schemas.microsoft.com/office/drawing/2014/main" id="{041DC80A-7B7D-9B36-2072-34AD90E89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14852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kern="0" spc="-30" dirty="0">
                  <a:solidFill>
                    <a:schemeClr val="tx1"/>
                  </a:solidFill>
                  <a:latin typeface="+mn-ea"/>
                </a:rPr>
                <a:t>선택</a:t>
              </a:r>
              <a:endPara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00" name="Chevron Left">
              <a:extLst>
                <a:ext uri="{FF2B5EF4-FFF2-40B4-BE49-F238E27FC236}">
                  <a16:creationId xmlns:a16="http://schemas.microsoft.com/office/drawing/2014/main" id="{E3828A87-C4DF-A3D8-908F-9430313661C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1" name="Teardrop 1">
            <a:extLst>
              <a:ext uri="{FF2B5EF4-FFF2-40B4-BE49-F238E27FC236}">
                <a16:creationId xmlns:a16="http://schemas.microsoft.com/office/drawing/2014/main" id="{0645E1BB-78BC-D0E7-FBAE-D59F27C35879}"/>
              </a:ext>
            </a:extLst>
          </p:cNvPr>
          <p:cNvSpPr/>
          <p:nvPr/>
        </p:nvSpPr>
        <p:spPr>
          <a:xfrm rot="16200000" flipH="1" flipV="1">
            <a:off x="5589542" y="295913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3CD7B838-2A00-E03E-9959-D8ECD00199A0}"/>
              </a:ext>
            </a:extLst>
          </p:cNvPr>
          <p:cNvSpPr/>
          <p:nvPr/>
        </p:nvSpPr>
        <p:spPr>
          <a:xfrm>
            <a:off x="8850364" y="2680843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B4A903BC-76EC-3D6C-45C5-37BE36F9D023}"/>
              </a:ext>
            </a:extLst>
          </p:cNvPr>
          <p:cNvSpPr/>
          <p:nvPr/>
        </p:nvSpPr>
        <p:spPr>
          <a:xfrm>
            <a:off x="8850364" y="1413100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07" name="Chevron Left">
            <a:extLst>
              <a:ext uri="{FF2B5EF4-FFF2-40B4-BE49-F238E27FC236}">
                <a16:creationId xmlns:a16="http://schemas.microsoft.com/office/drawing/2014/main" id="{CAAC4C43-063B-5819-6F71-8522C364148D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92541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3531D86C-F96E-31BF-A594-2273F55B58A7}"/>
              </a:ext>
            </a:extLst>
          </p:cNvPr>
          <p:cNvCxnSpPr/>
          <p:nvPr/>
        </p:nvCxnSpPr>
        <p:spPr>
          <a:xfrm rot="10800000">
            <a:off x="1469409" y="1386587"/>
            <a:ext cx="0" cy="37257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4CCCEBE4-5334-F70B-E26E-C45888BBB789}"/>
              </a:ext>
            </a:extLst>
          </p:cNvPr>
          <p:cNvGrpSpPr/>
          <p:nvPr/>
        </p:nvGrpSpPr>
        <p:grpSpPr>
          <a:xfrm>
            <a:off x="6632640" y="3293437"/>
            <a:ext cx="710141" cy="144000"/>
            <a:chOff x="2523054" y="4377902"/>
            <a:chExt cx="710141" cy="144000"/>
          </a:xfrm>
        </p:grpSpPr>
        <p:sp>
          <p:nvSpPr>
            <p:cNvPr id="217" name="Date Picker Field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2615982-1AE8-51F7-17DE-EBC81BA920D5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523054" y="4377902"/>
              <a:ext cx="710141" cy="14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" rIns="36000" bIns="324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2025-01-03</a:t>
              </a:r>
            </a:p>
          </p:txBody>
        </p:sp>
        <p:sp>
          <p:nvSpPr>
            <p:cNvPr id="218" name="Date Picker Butt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0C1573F-525A-BA30-4F6B-9DA09C0272FA}"/>
                </a:ext>
              </a:extLst>
            </p:cNvPr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090009" y="4397572"/>
              <a:ext cx="101381" cy="108538"/>
            </a:xfrm>
            <a:custGeom>
              <a:avLst/>
              <a:gdLst>
                <a:gd name="T0" fmla="*/ 71 w 369"/>
                <a:gd name="T1" fmla="*/ 44 h 395"/>
                <a:gd name="T2" fmla="*/ 0 w 369"/>
                <a:gd name="T3" fmla="*/ 64 h 395"/>
                <a:gd name="T4" fmla="*/ 360 w 369"/>
                <a:gd name="T5" fmla="*/ 395 h 395"/>
                <a:gd name="T6" fmla="*/ 360 w 369"/>
                <a:gd name="T7" fmla="*/ 56 h 395"/>
                <a:gd name="T8" fmla="*/ 293 w 369"/>
                <a:gd name="T9" fmla="*/ 15 h 395"/>
                <a:gd name="T10" fmla="*/ 245 w 369"/>
                <a:gd name="T11" fmla="*/ 44 h 395"/>
                <a:gd name="T12" fmla="*/ 125 w 369"/>
                <a:gd name="T13" fmla="*/ 44 h 395"/>
                <a:gd name="T14" fmla="*/ 98 w 369"/>
                <a:gd name="T15" fmla="*/ 17 h 395"/>
                <a:gd name="T16" fmla="*/ 106 w 369"/>
                <a:gd name="T17" fmla="*/ 56 h 395"/>
                <a:gd name="T18" fmla="*/ 92 w 369"/>
                <a:gd name="T19" fmla="*/ 23 h 395"/>
                <a:gd name="T20" fmla="*/ 277 w 369"/>
                <a:gd name="T21" fmla="*/ 23 h 395"/>
                <a:gd name="T22" fmla="*/ 263 w 369"/>
                <a:gd name="T23" fmla="*/ 56 h 395"/>
                <a:gd name="T24" fmla="*/ 272 w 369"/>
                <a:gd name="T25" fmla="*/ 17 h 395"/>
                <a:gd name="T26" fmla="*/ 351 w 369"/>
                <a:gd name="T27" fmla="*/ 377 h 395"/>
                <a:gd name="T28" fmla="*/ 129 w 369"/>
                <a:gd name="T29" fmla="*/ 146 h 395"/>
                <a:gd name="T30" fmla="*/ 129 w 369"/>
                <a:gd name="T31" fmla="*/ 199 h 395"/>
                <a:gd name="T32" fmla="*/ 173 w 369"/>
                <a:gd name="T33" fmla="*/ 155 h 395"/>
                <a:gd name="T34" fmla="*/ 205 w 369"/>
                <a:gd name="T35" fmla="*/ 146 h 395"/>
                <a:gd name="T36" fmla="*/ 205 w 369"/>
                <a:gd name="T37" fmla="*/ 199 h 395"/>
                <a:gd name="T38" fmla="*/ 250 w 369"/>
                <a:gd name="T39" fmla="*/ 155 h 395"/>
                <a:gd name="T40" fmla="*/ 282 w 369"/>
                <a:gd name="T41" fmla="*/ 146 h 395"/>
                <a:gd name="T42" fmla="*/ 282 w 369"/>
                <a:gd name="T43" fmla="*/ 199 h 395"/>
                <a:gd name="T44" fmla="*/ 326 w 369"/>
                <a:gd name="T45" fmla="*/ 155 h 395"/>
                <a:gd name="T46" fmla="*/ 137 w 369"/>
                <a:gd name="T47" fmla="*/ 164 h 395"/>
                <a:gd name="T48" fmla="*/ 137 w 369"/>
                <a:gd name="T49" fmla="*/ 182 h 395"/>
                <a:gd name="T50" fmla="*/ 232 w 369"/>
                <a:gd name="T51" fmla="*/ 164 h 395"/>
                <a:gd name="T52" fmla="*/ 214 w 369"/>
                <a:gd name="T53" fmla="*/ 164 h 395"/>
                <a:gd name="T54" fmla="*/ 309 w 369"/>
                <a:gd name="T55" fmla="*/ 182 h 395"/>
                <a:gd name="T56" fmla="*/ 52 w 369"/>
                <a:gd name="T57" fmla="*/ 220 h 395"/>
                <a:gd name="T58" fmla="*/ 52 w 369"/>
                <a:gd name="T59" fmla="*/ 273 h 395"/>
                <a:gd name="T60" fmla="*/ 97 w 369"/>
                <a:gd name="T61" fmla="*/ 228 h 395"/>
                <a:gd name="T62" fmla="*/ 129 w 369"/>
                <a:gd name="T63" fmla="*/ 220 h 395"/>
                <a:gd name="T64" fmla="*/ 129 w 369"/>
                <a:gd name="T65" fmla="*/ 273 h 395"/>
                <a:gd name="T66" fmla="*/ 173 w 369"/>
                <a:gd name="T67" fmla="*/ 228 h 395"/>
                <a:gd name="T68" fmla="*/ 205 w 369"/>
                <a:gd name="T69" fmla="*/ 220 h 395"/>
                <a:gd name="T70" fmla="*/ 205 w 369"/>
                <a:gd name="T71" fmla="*/ 273 h 395"/>
                <a:gd name="T72" fmla="*/ 250 w 369"/>
                <a:gd name="T73" fmla="*/ 228 h 395"/>
                <a:gd name="T74" fmla="*/ 282 w 369"/>
                <a:gd name="T75" fmla="*/ 220 h 395"/>
                <a:gd name="T76" fmla="*/ 282 w 369"/>
                <a:gd name="T77" fmla="*/ 273 h 395"/>
                <a:gd name="T78" fmla="*/ 326 w 369"/>
                <a:gd name="T79" fmla="*/ 228 h 395"/>
                <a:gd name="T80" fmla="*/ 61 w 369"/>
                <a:gd name="T81" fmla="*/ 237 h 395"/>
                <a:gd name="T82" fmla="*/ 61 w 369"/>
                <a:gd name="T83" fmla="*/ 255 h 395"/>
                <a:gd name="T84" fmla="*/ 156 w 369"/>
                <a:gd name="T85" fmla="*/ 237 h 395"/>
                <a:gd name="T86" fmla="*/ 137 w 369"/>
                <a:gd name="T87" fmla="*/ 237 h 395"/>
                <a:gd name="T88" fmla="*/ 232 w 369"/>
                <a:gd name="T89" fmla="*/ 255 h 395"/>
                <a:gd name="T90" fmla="*/ 290 w 369"/>
                <a:gd name="T91" fmla="*/ 237 h 395"/>
                <a:gd name="T92" fmla="*/ 290 w 369"/>
                <a:gd name="T93" fmla="*/ 255 h 395"/>
                <a:gd name="T94" fmla="*/ 46 w 369"/>
                <a:gd name="T95" fmla="*/ 296 h 395"/>
                <a:gd name="T96" fmla="*/ 52 w 369"/>
                <a:gd name="T97" fmla="*/ 347 h 395"/>
                <a:gd name="T98" fmla="*/ 97 w 369"/>
                <a:gd name="T99" fmla="*/ 302 h 395"/>
                <a:gd name="T100" fmla="*/ 129 w 369"/>
                <a:gd name="T101" fmla="*/ 293 h 395"/>
                <a:gd name="T102" fmla="*/ 129 w 369"/>
                <a:gd name="T103" fmla="*/ 347 h 395"/>
                <a:gd name="T104" fmla="*/ 173 w 369"/>
                <a:gd name="T105" fmla="*/ 302 h 395"/>
                <a:gd name="T106" fmla="*/ 205 w 369"/>
                <a:gd name="T107" fmla="*/ 293 h 395"/>
                <a:gd name="T108" fmla="*/ 205 w 369"/>
                <a:gd name="T109" fmla="*/ 347 h 395"/>
                <a:gd name="T110" fmla="*/ 250 w 369"/>
                <a:gd name="T111" fmla="*/ 302 h 395"/>
                <a:gd name="T112" fmla="*/ 61 w 369"/>
                <a:gd name="T113" fmla="*/ 311 h 395"/>
                <a:gd name="T114" fmla="*/ 61 w 369"/>
                <a:gd name="T115" fmla="*/ 329 h 395"/>
                <a:gd name="T116" fmla="*/ 156 w 369"/>
                <a:gd name="T117" fmla="*/ 311 h 395"/>
                <a:gd name="T118" fmla="*/ 137 w 369"/>
                <a:gd name="T119" fmla="*/ 311 h 395"/>
                <a:gd name="T120" fmla="*/ 232 w 369"/>
                <a:gd name="T121" fmla="*/ 32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9" h="395">
                  <a:moveTo>
                    <a:pt x="98" y="0"/>
                  </a:moveTo>
                  <a:cubicBezTo>
                    <a:pt x="88" y="0"/>
                    <a:pt x="81" y="7"/>
                    <a:pt x="77" y="15"/>
                  </a:cubicBezTo>
                  <a:cubicBezTo>
                    <a:pt x="73" y="23"/>
                    <a:pt x="71" y="33"/>
                    <a:pt x="71" y="44"/>
                  </a:cubicBezTo>
                  <a:cubicBezTo>
                    <a:pt x="71" y="48"/>
                    <a:pt x="71" y="52"/>
                    <a:pt x="72" y="56"/>
                  </a:cubicBezTo>
                  <a:lnTo>
                    <a:pt x="9" y="56"/>
                  </a:lnTo>
                  <a:cubicBezTo>
                    <a:pt x="4" y="56"/>
                    <a:pt x="1" y="60"/>
                    <a:pt x="0" y="64"/>
                  </a:cubicBezTo>
                  <a:lnTo>
                    <a:pt x="0" y="386"/>
                  </a:lnTo>
                  <a:cubicBezTo>
                    <a:pt x="1" y="391"/>
                    <a:pt x="5" y="395"/>
                    <a:pt x="9" y="395"/>
                  </a:cubicBezTo>
                  <a:lnTo>
                    <a:pt x="360" y="395"/>
                  </a:lnTo>
                  <a:cubicBezTo>
                    <a:pt x="365" y="394"/>
                    <a:pt x="369" y="391"/>
                    <a:pt x="369" y="386"/>
                  </a:cubicBezTo>
                  <a:lnTo>
                    <a:pt x="369" y="64"/>
                  </a:lnTo>
                  <a:cubicBezTo>
                    <a:pt x="369" y="59"/>
                    <a:pt x="365" y="56"/>
                    <a:pt x="360" y="56"/>
                  </a:cubicBezTo>
                  <a:lnTo>
                    <a:pt x="298" y="56"/>
                  </a:lnTo>
                  <a:cubicBezTo>
                    <a:pt x="299" y="52"/>
                    <a:pt x="299" y="48"/>
                    <a:pt x="299" y="44"/>
                  </a:cubicBezTo>
                  <a:cubicBezTo>
                    <a:pt x="299" y="33"/>
                    <a:pt x="297" y="23"/>
                    <a:pt x="293" y="15"/>
                  </a:cubicBezTo>
                  <a:cubicBezTo>
                    <a:pt x="289" y="7"/>
                    <a:pt x="282" y="0"/>
                    <a:pt x="272" y="0"/>
                  </a:cubicBezTo>
                  <a:cubicBezTo>
                    <a:pt x="262" y="0"/>
                    <a:pt x="256" y="7"/>
                    <a:pt x="251" y="15"/>
                  </a:cubicBezTo>
                  <a:cubicBezTo>
                    <a:pt x="247" y="23"/>
                    <a:pt x="245" y="33"/>
                    <a:pt x="245" y="44"/>
                  </a:cubicBezTo>
                  <a:cubicBezTo>
                    <a:pt x="245" y="48"/>
                    <a:pt x="245" y="52"/>
                    <a:pt x="246" y="56"/>
                  </a:cubicBezTo>
                  <a:lnTo>
                    <a:pt x="124" y="56"/>
                  </a:lnTo>
                  <a:cubicBezTo>
                    <a:pt x="124" y="52"/>
                    <a:pt x="125" y="48"/>
                    <a:pt x="125" y="44"/>
                  </a:cubicBezTo>
                  <a:cubicBezTo>
                    <a:pt x="125" y="33"/>
                    <a:pt x="122" y="23"/>
                    <a:pt x="118" y="15"/>
                  </a:cubicBezTo>
                  <a:cubicBezTo>
                    <a:pt x="114" y="7"/>
                    <a:pt x="107" y="0"/>
                    <a:pt x="98" y="0"/>
                  </a:cubicBezTo>
                  <a:close/>
                  <a:moveTo>
                    <a:pt x="98" y="17"/>
                  </a:moveTo>
                  <a:cubicBezTo>
                    <a:pt x="98" y="17"/>
                    <a:pt x="101" y="18"/>
                    <a:pt x="103" y="23"/>
                  </a:cubicBezTo>
                  <a:cubicBezTo>
                    <a:pt x="106" y="28"/>
                    <a:pt x="108" y="35"/>
                    <a:pt x="108" y="44"/>
                  </a:cubicBezTo>
                  <a:cubicBezTo>
                    <a:pt x="108" y="48"/>
                    <a:pt x="107" y="52"/>
                    <a:pt x="106" y="56"/>
                  </a:cubicBezTo>
                  <a:lnTo>
                    <a:pt x="89" y="56"/>
                  </a:lnTo>
                  <a:cubicBezTo>
                    <a:pt x="88" y="52"/>
                    <a:pt x="88" y="48"/>
                    <a:pt x="88" y="44"/>
                  </a:cubicBezTo>
                  <a:cubicBezTo>
                    <a:pt x="88" y="35"/>
                    <a:pt x="90" y="28"/>
                    <a:pt x="92" y="23"/>
                  </a:cubicBezTo>
                  <a:cubicBezTo>
                    <a:pt x="95" y="18"/>
                    <a:pt x="97" y="17"/>
                    <a:pt x="98" y="17"/>
                  </a:cubicBezTo>
                  <a:close/>
                  <a:moveTo>
                    <a:pt x="272" y="17"/>
                  </a:moveTo>
                  <a:cubicBezTo>
                    <a:pt x="273" y="17"/>
                    <a:pt x="275" y="18"/>
                    <a:pt x="277" y="23"/>
                  </a:cubicBezTo>
                  <a:cubicBezTo>
                    <a:pt x="280" y="28"/>
                    <a:pt x="282" y="35"/>
                    <a:pt x="282" y="44"/>
                  </a:cubicBezTo>
                  <a:cubicBezTo>
                    <a:pt x="282" y="48"/>
                    <a:pt x="281" y="52"/>
                    <a:pt x="281" y="56"/>
                  </a:cubicBezTo>
                  <a:lnTo>
                    <a:pt x="263" y="56"/>
                  </a:lnTo>
                  <a:cubicBezTo>
                    <a:pt x="263" y="52"/>
                    <a:pt x="262" y="48"/>
                    <a:pt x="262" y="44"/>
                  </a:cubicBezTo>
                  <a:cubicBezTo>
                    <a:pt x="262" y="35"/>
                    <a:pt x="264" y="28"/>
                    <a:pt x="267" y="23"/>
                  </a:cubicBezTo>
                  <a:cubicBezTo>
                    <a:pt x="269" y="18"/>
                    <a:pt x="272" y="17"/>
                    <a:pt x="272" y="17"/>
                  </a:cubicBezTo>
                  <a:close/>
                  <a:moveTo>
                    <a:pt x="18" y="118"/>
                  </a:moveTo>
                  <a:lnTo>
                    <a:pt x="351" y="118"/>
                  </a:lnTo>
                  <a:lnTo>
                    <a:pt x="351" y="377"/>
                  </a:lnTo>
                  <a:lnTo>
                    <a:pt x="18" y="377"/>
                  </a:lnTo>
                  <a:lnTo>
                    <a:pt x="18" y="118"/>
                  </a:lnTo>
                  <a:close/>
                  <a:moveTo>
                    <a:pt x="129" y="146"/>
                  </a:moveTo>
                  <a:cubicBezTo>
                    <a:pt x="123" y="146"/>
                    <a:pt x="120" y="150"/>
                    <a:pt x="120" y="155"/>
                  </a:cubicBezTo>
                  <a:lnTo>
                    <a:pt x="120" y="191"/>
                  </a:lnTo>
                  <a:cubicBezTo>
                    <a:pt x="120" y="196"/>
                    <a:pt x="124" y="199"/>
                    <a:pt x="129" y="199"/>
                  </a:cubicBezTo>
                  <a:lnTo>
                    <a:pt x="164" y="199"/>
                  </a:lnTo>
                  <a:cubicBezTo>
                    <a:pt x="170" y="199"/>
                    <a:pt x="173" y="195"/>
                    <a:pt x="173" y="191"/>
                  </a:cubicBezTo>
                  <a:lnTo>
                    <a:pt x="173" y="155"/>
                  </a:lnTo>
                  <a:cubicBezTo>
                    <a:pt x="173" y="150"/>
                    <a:pt x="169" y="146"/>
                    <a:pt x="164" y="146"/>
                  </a:cubicBezTo>
                  <a:lnTo>
                    <a:pt x="129" y="146"/>
                  </a:lnTo>
                  <a:close/>
                  <a:moveTo>
                    <a:pt x="205" y="146"/>
                  </a:moveTo>
                  <a:cubicBezTo>
                    <a:pt x="200" y="146"/>
                    <a:pt x="196" y="150"/>
                    <a:pt x="196" y="155"/>
                  </a:cubicBezTo>
                  <a:lnTo>
                    <a:pt x="196" y="191"/>
                  </a:lnTo>
                  <a:cubicBezTo>
                    <a:pt x="197" y="196"/>
                    <a:pt x="200" y="199"/>
                    <a:pt x="205" y="199"/>
                  </a:cubicBezTo>
                  <a:lnTo>
                    <a:pt x="241" y="199"/>
                  </a:lnTo>
                  <a:cubicBezTo>
                    <a:pt x="246" y="199"/>
                    <a:pt x="250" y="195"/>
                    <a:pt x="250" y="191"/>
                  </a:cubicBezTo>
                  <a:lnTo>
                    <a:pt x="250" y="155"/>
                  </a:lnTo>
                  <a:cubicBezTo>
                    <a:pt x="249" y="150"/>
                    <a:pt x="246" y="146"/>
                    <a:pt x="241" y="146"/>
                  </a:cubicBezTo>
                  <a:lnTo>
                    <a:pt x="205" y="146"/>
                  </a:lnTo>
                  <a:close/>
                  <a:moveTo>
                    <a:pt x="282" y="146"/>
                  </a:moveTo>
                  <a:cubicBezTo>
                    <a:pt x="276" y="146"/>
                    <a:pt x="273" y="150"/>
                    <a:pt x="273" y="155"/>
                  </a:cubicBezTo>
                  <a:lnTo>
                    <a:pt x="273" y="191"/>
                  </a:lnTo>
                  <a:cubicBezTo>
                    <a:pt x="273" y="196"/>
                    <a:pt x="277" y="199"/>
                    <a:pt x="282" y="199"/>
                  </a:cubicBezTo>
                  <a:lnTo>
                    <a:pt x="317" y="199"/>
                  </a:lnTo>
                  <a:cubicBezTo>
                    <a:pt x="323" y="199"/>
                    <a:pt x="326" y="195"/>
                    <a:pt x="326" y="191"/>
                  </a:cubicBezTo>
                  <a:lnTo>
                    <a:pt x="326" y="155"/>
                  </a:lnTo>
                  <a:cubicBezTo>
                    <a:pt x="326" y="150"/>
                    <a:pt x="322" y="146"/>
                    <a:pt x="317" y="146"/>
                  </a:cubicBezTo>
                  <a:lnTo>
                    <a:pt x="282" y="146"/>
                  </a:lnTo>
                  <a:close/>
                  <a:moveTo>
                    <a:pt x="137" y="164"/>
                  </a:moveTo>
                  <a:lnTo>
                    <a:pt x="156" y="164"/>
                  </a:lnTo>
                  <a:lnTo>
                    <a:pt x="156" y="182"/>
                  </a:lnTo>
                  <a:lnTo>
                    <a:pt x="137" y="182"/>
                  </a:lnTo>
                  <a:lnTo>
                    <a:pt x="137" y="164"/>
                  </a:lnTo>
                  <a:close/>
                  <a:moveTo>
                    <a:pt x="214" y="164"/>
                  </a:moveTo>
                  <a:lnTo>
                    <a:pt x="232" y="164"/>
                  </a:lnTo>
                  <a:lnTo>
                    <a:pt x="232" y="182"/>
                  </a:lnTo>
                  <a:lnTo>
                    <a:pt x="214" y="182"/>
                  </a:lnTo>
                  <a:lnTo>
                    <a:pt x="214" y="164"/>
                  </a:lnTo>
                  <a:close/>
                  <a:moveTo>
                    <a:pt x="290" y="164"/>
                  </a:moveTo>
                  <a:lnTo>
                    <a:pt x="309" y="164"/>
                  </a:lnTo>
                  <a:lnTo>
                    <a:pt x="309" y="182"/>
                  </a:lnTo>
                  <a:lnTo>
                    <a:pt x="290" y="182"/>
                  </a:lnTo>
                  <a:lnTo>
                    <a:pt x="290" y="164"/>
                  </a:lnTo>
                  <a:close/>
                  <a:moveTo>
                    <a:pt x="52" y="220"/>
                  </a:moveTo>
                  <a:cubicBezTo>
                    <a:pt x="47" y="220"/>
                    <a:pt x="43" y="224"/>
                    <a:pt x="43" y="228"/>
                  </a:cubicBezTo>
                  <a:lnTo>
                    <a:pt x="43" y="264"/>
                  </a:lnTo>
                  <a:cubicBezTo>
                    <a:pt x="50" y="274"/>
                    <a:pt x="42" y="272"/>
                    <a:pt x="52" y="273"/>
                  </a:cubicBezTo>
                  <a:lnTo>
                    <a:pt x="88" y="273"/>
                  </a:lnTo>
                  <a:cubicBezTo>
                    <a:pt x="93" y="273"/>
                    <a:pt x="97" y="269"/>
                    <a:pt x="97" y="264"/>
                  </a:cubicBezTo>
                  <a:lnTo>
                    <a:pt x="97" y="228"/>
                  </a:lnTo>
                  <a:cubicBezTo>
                    <a:pt x="96" y="223"/>
                    <a:pt x="93" y="220"/>
                    <a:pt x="88" y="220"/>
                  </a:cubicBezTo>
                  <a:lnTo>
                    <a:pt x="52" y="220"/>
                  </a:lnTo>
                  <a:close/>
                  <a:moveTo>
                    <a:pt x="129" y="220"/>
                  </a:moveTo>
                  <a:cubicBezTo>
                    <a:pt x="123" y="220"/>
                    <a:pt x="120" y="224"/>
                    <a:pt x="120" y="228"/>
                  </a:cubicBezTo>
                  <a:lnTo>
                    <a:pt x="120" y="264"/>
                  </a:lnTo>
                  <a:cubicBezTo>
                    <a:pt x="120" y="269"/>
                    <a:pt x="124" y="273"/>
                    <a:pt x="129" y="273"/>
                  </a:cubicBezTo>
                  <a:lnTo>
                    <a:pt x="164" y="273"/>
                  </a:lnTo>
                  <a:cubicBezTo>
                    <a:pt x="170" y="273"/>
                    <a:pt x="173" y="269"/>
                    <a:pt x="173" y="264"/>
                  </a:cubicBezTo>
                  <a:lnTo>
                    <a:pt x="173" y="228"/>
                  </a:lnTo>
                  <a:cubicBezTo>
                    <a:pt x="173" y="223"/>
                    <a:pt x="169" y="220"/>
                    <a:pt x="164" y="220"/>
                  </a:cubicBezTo>
                  <a:lnTo>
                    <a:pt x="129" y="220"/>
                  </a:lnTo>
                  <a:close/>
                  <a:moveTo>
                    <a:pt x="205" y="220"/>
                  </a:moveTo>
                  <a:cubicBezTo>
                    <a:pt x="200" y="220"/>
                    <a:pt x="196" y="224"/>
                    <a:pt x="196" y="228"/>
                  </a:cubicBezTo>
                  <a:lnTo>
                    <a:pt x="196" y="264"/>
                  </a:lnTo>
                  <a:cubicBezTo>
                    <a:pt x="197" y="269"/>
                    <a:pt x="200" y="273"/>
                    <a:pt x="205" y="273"/>
                  </a:cubicBezTo>
                  <a:lnTo>
                    <a:pt x="241" y="273"/>
                  </a:lnTo>
                  <a:cubicBezTo>
                    <a:pt x="246" y="273"/>
                    <a:pt x="250" y="269"/>
                    <a:pt x="250" y="264"/>
                  </a:cubicBezTo>
                  <a:lnTo>
                    <a:pt x="250" y="228"/>
                  </a:lnTo>
                  <a:cubicBezTo>
                    <a:pt x="249" y="223"/>
                    <a:pt x="246" y="220"/>
                    <a:pt x="241" y="220"/>
                  </a:cubicBezTo>
                  <a:lnTo>
                    <a:pt x="205" y="220"/>
                  </a:lnTo>
                  <a:close/>
                  <a:moveTo>
                    <a:pt x="282" y="220"/>
                  </a:moveTo>
                  <a:cubicBezTo>
                    <a:pt x="276" y="220"/>
                    <a:pt x="273" y="224"/>
                    <a:pt x="273" y="228"/>
                  </a:cubicBezTo>
                  <a:lnTo>
                    <a:pt x="273" y="264"/>
                  </a:lnTo>
                  <a:cubicBezTo>
                    <a:pt x="273" y="269"/>
                    <a:pt x="277" y="273"/>
                    <a:pt x="282" y="273"/>
                  </a:cubicBezTo>
                  <a:lnTo>
                    <a:pt x="317" y="273"/>
                  </a:lnTo>
                  <a:cubicBezTo>
                    <a:pt x="323" y="273"/>
                    <a:pt x="326" y="269"/>
                    <a:pt x="326" y="264"/>
                  </a:cubicBezTo>
                  <a:lnTo>
                    <a:pt x="326" y="228"/>
                  </a:lnTo>
                  <a:cubicBezTo>
                    <a:pt x="326" y="223"/>
                    <a:pt x="322" y="220"/>
                    <a:pt x="317" y="220"/>
                  </a:cubicBezTo>
                  <a:lnTo>
                    <a:pt x="282" y="220"/>
                  </a:lnTo>
                  <a:close/>
                  <a:moveTo>
                    <a:pt x="61" y="237"/>
                  </a:moveTo>
                  <a:lnTo>
                    <a:pt x="79" y="237"/>
                  </a:lnTo>
                  <a:lnTo>
                    <a:pt x="79" y="255"/>
                  </a:lnTo>
                  <a:lnTo>
                    <a:pt x="61" y="255"/>
                  </a:lnTo>
                  <a:lnTo>
                    <a:pt x="61" y="237"/>
                  </a:lnTo>
                  <a:close/>
                  <a:moveTo>
                    <a:pt x="137" y="237"/>
                  </a:moveTo>
                  <a:lnTo>
                    <a:pt x="156" y="237"/>
                  </a:lnTo>
                  <a:lnTo>
                    <a:pt x="156" y="255"/>
                  </a:lnTo>
                  <a:lnTo>
                    <a:pt x="137" y="255"/>
                  </a:lnTo>
                  <a:lnTo>
                    <a:pt x="137" y="237"/>
                  </a:lnTo>
                  <a:close/>
                  <a:moveTo>
                    <a:pt x="214" y="237"/>
                  </a:moveTo>
                  <a:lnTo>
                    <a:pt x="232" y="237"/>
                  </a:lnTo>
                  <a:lnTo>
                    <a:pt x="232" y="255"/>
                  </a:lnTo>
                  <a:lnTo>
                    <a:pt x="214" y="255"/>
                  </a:lnTo>
                  <a:lnTo>
                    <a:pt x="214" y="237"/>
                  </a:lnTo>
                  <a:close/>
                  <a:moveTo>
                    <a:pt x="290" y="237"/>
                  </a:moveTo>
                  <a:lnTo>
                    <a:pt x="309" y="237"/>
                  </a:lnTo>
                  <a:lnTo>
                    <a:pt x="309" y="255"/>
                  </a:lnTo>
                  <a:lnTo>
                    <a:pt x="290" y="255"/>
                  </a:lnTo>
                  <a:lnTo>
                    <a:pt x="290" y="237"/>
                  </a:lnTo>
                  <a:close/>
                  <a:moveTo>
                    <a:pt x="52" y="293"/>
                  </a:moveTo>
                  <a:cubicBezTo>
                    <a:pt x="50" y="293"/>
                    <a:pt x="47" y="294"/>
                    <a:pt x="46" y="296"/>
                  </a:cubicBezTo>
                  <a:cubicBezTo>
                    <a:pt x="44" y="297"/>
                    <a:pt x="43" y="300"/>
                    <a:pt x="43" y="302"/>
                  </a:cubicBezTo>
                  <a:lnTo>
                    <a:pt x="43" y="338"/>
                  </a:lnTo>
                  <a:cubicBezTo>
                    <a:pt x="44" y="343"/>
                    <a:pt x="47" y="347"/>
                    <a:pt x="52" y="347"/>
                  </a:cubicBezTo>
                  <a:lnTo>
                    <a:pt x="88" y="347"/>
                  </a:lnTo>
                  <a:cubicBezTo>
                    <a:pt x="93" y="346"/>
                    <a:pt x="97" y="343"/>
                    <a:pt x="97" y="338"/>
                  </a:cubicBezTo>
                  <a:lnTo>
                    <a:pt x="97" y="302"/>
                  </a:lnTo>
                  <a:cubicBezTo>
                    <a:pt x="96" y="297"/>
                    <a:pt x="93" y="293"/>
                    <a:pt x="88" y="293"/>
                  </a:cubicBezTo>
                  <a:lnTo>
                    <a:pt x="52" y="293"/>
                  </a:lnTo>
                  <a:close/>
                  <a:moveTo>
                    <a:pt x="129" y="293"/>
                  </a:moveTo>
                  <a:cubicBezTo>
                    <a:pt x="123" y="294"/>
                    <a:pt x="120" y="297"/>
                    <a:pt x="120" y="302"/>
                  </a:cubicBezTo>
                  <a:lnTo>
                    <a:pt x="120" y="338"/>
                  </a:lnTo>
                  <a:cubicBezTo>
                    <a:pt x="120" y="343"/>
                    <a:pt x="124" y="347"/>
                    <a:pt x="129" y="347"/>
                  </a:cubicBezTo>
                  <a:lnTo>
                    <a:pt x="164" y="347"/>
                  </a:lnTo>
                  <a:cubicBezTo>
                    <a:pt x="170" y="346"/>
                    <a:pt x="173" y="343"/>
                    <a:pt x="173" y="338"/>
                  </a:cubicBezTo>
                  <a:lnTo>
                    <a:pt x="173" y="302"/>
                  </a:lnTo>
                  <a:cubicBezTo>
                    <a:pt x="173" y="297"/>
                    <a:pt x="169" y="293"/>
                    <a:pt x="164" y="293"/>
                  </a:cubicBezTo>
                  <a:lnTo>
                    <a:pt x="129" y="293"/>
                  </a:lnTo>
                  <a:close/>
                  <a:moveTo>
                    <a:pt x="205" y="293"/>
                  </a:moveTo>
                  <a:cubicBezTo>
                    <a:pt x="200" y="294"/>
                    <a:pt x="196" y="297"/>
                    <a:pt x="196" y="302"/>
                  </a:cubicBezTo>
                  <a:lnTo>
                    <a:pt x="196" y="338"/>
                  </a:lnTo>
                  <a:cubicBezTo>
                    <a:pt x="197" y="343"/>
                    <a:pt x="200" y="347"/>
                    <a:pt x="205" y="347"/>
                  </a:cubicBezTo>
                  <a:lnTo>
                    <a:pt x="241" y="347"/>
                  </a:lnTo>
                  <a:cubicBezTo>
                    <a:pt x="246" y="346"/>
                    <a:pt x="250" y="343"/>
                    <a:pt x="250" y="338"/>
                  </a:cubicBezTo>
                  <a:lnTo>
                    <a:pt x="250" y="302"/>
                  </a:lnTo>
                  <a:cubicBezTo>
                    <a:pt x="249" y="297"/>
                    <a:pt x="246" y="293"/>
                    <a:pt x="241" y="293"/>
                  </a:cubicBezTo>
                  <a:lnTo>
                    <a:pt x="205" y="293"/>
                  </a:lnTo>
                  <a:close/>
                  <a:moveTo>
                    <a:pt x="61" y="311"/>
                  </a:moveTo>
                  <a:lnTo>
                    <a:pt x="79" y="311"/>
                  </a:lnTo>
                  <a:lnTo>
                    <a:pt x="79" y="329"/>
                  </a:lnTo>
                  <a:lnTo>
                    <a:pt x="61" y="329"/>
                  </a:lnTo>
                  <a:lnTo>
                    <a:pt x="61" y="311"/>
                  </a:lnTo>
                  <a:close/>
                  <a:moveTo>
                    <a:pt x="137" y="311"/>
                  </a:moveTo>
                  <a:lnTo>
                    <a:pt x="156" y="311"/>
                  </a:lnTo>
                  <a:lnTo>
                    <a:pt x="156" y="329"/>
                  </a:lnTo>
                  <a:lnTo>
                    <a:pt x="137" y="329"/>
                  </a:lnTo>
                  <a:lnTo>
                    <a:pt x="137" y="311"/>
                  </a:lnTo>
                  <a:close/>
                  <a:moveTo>
                    <a:pt x="214" y="311"/>
                  </a:moveTo>
                  <a:lnTo>
                    <a:pt x="232" y="311"/>
                  </a:lnTo>
                  <a:lnTo>
                    <a:pt x="232" y="329"/>
                  </a:lnTo>
                  <a:lnTo>
                    <a:pt x="214" y="329"/>
                  </a:lnTo>
                  <a:lnTo>
                    <a:pt x="214" y="311"/>
                  </a:lnTo>
                  <a:close/>
                </a:path>
              </a:pathLst>
            </a:custGeom>
            <a:solidFill>
              <a:srgbClr val="26262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en-US" sz="900" b="0" dirty="0">
                <a:solidFill>
                  <a:srgbClr val="262626"/>
                </a:solidFill>
                <a:latin typeface="+mn-ea"/>
                <a:cs typeface="Calibri" pitchFamily="34" charset="0"/>
              </a:endParaRPr>
            </a:p>
          </p:txBody>
        </p:sp>
      </p:grpSp>
      <p:sp>
        <p:nvSpPr>
          <p:cNvPr id="222" name="Teardrop 1">
            <a:extLst>
              <a:ext uri="{FF2B5EF4-FFF2-40B4-BE49-F238E27FC236}">
                <a16:creationId xmlns:a16="http://schemas.microsoft.com/office/drawing/2014/main" id="{E7CC2219-B638-9F38-BC9D-FB86B040A8B8}"/>
              </a:ext>
            </a:extLst>
          </p:cNvPr>
          <p:cNvSpPr/>
          <p:nvPr/>
        </p:nvSpPr>
        <p:spPr>
          <a:xfrm rot="16200000" flipH="1" flipV="1">
            <a:off x="1588528" y="31980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3" name="Teardrop 1">
            <a:extLst>
              <a:ext uri="{FF2B5EF4-FFF2-40B4-BE49-F238E27FC236}">
                <a16:creationId xmlns:a16="http://schemas.microsoft.com/office/drawing/2014/main" id="{09D73AE8-D0EC-BE42-46A3-381ED4B00E29}"/>
              </a:ext>
            </a:extLst>
          </p:cNvPr>
          <p:cNvSpPr/>
          <p:nvPr/>
        </p:nvSpPr>
        <p:spPr>
          <a:xfrm rot="16200000" flipH="1" flipV="1">
            <a:off x="5726871" y="31980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4" name="Text Box">
            <a:extLst>
              <a:ext uri="{FF2B5EF4-FFF2-40B4-BE49-F238E27FC236}">
                <a16:creationId xmlns:a16="http://schemas.microsoft.com/office/drawing/2014/main" id="{1020A5EE-323C-BEB0-F2E5-9F19DDD280A0}"/>
              </a:ext>
            </a:extLst>
          </p:cNvPr>
          <p:cNvSpPr>
            <a:spLocks/>
          </p:cNvSpPr>
          <p:nvPr/>
        </p:nvSpPr>
        <p:spPr bwMode="auto">
          <a:xfrm>
            <a:off x="6593178" y="2127050"/>
            <a:ext cx="2001629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/>
                </a:solidFill>
                <a:latin typeface="+mn-ea"/>
                <a:ea typeface="+mn-ea"/>
              </a:rPr>
              <a:t>Jang</a:t>
            </a:r>
            <a:r>
              <a:rPr kumimoji="0" lang="en-US" altLang="ko-KR" sz="7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@</a:t>
            </a:r>
            <a:r>
              <a:rPr kumimoji="0" lang="en-US" altLang="ko-KR" sz="700" b="0" i="0" u="none" strike="noStrike" kern="0" cap="none" spc="-3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example.com</a:t>
            </a:r>
            <a:endParaRPr kumimoji="0" lang="en-US" altLang="ko-KR" sz="700" b="0" i="0" u="none" strike="noStrike" kern="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2178054-9D37-77EC-3882-ED0CE4850D44}"/>
              </a:ext>
            </a:extLst>
          </p:cNvPr>
          <p:cNvSpPr txBox="1"/>
          <p:nvPr/>
        </p:nvSpPr>
        <p:spPr>
          <a:xfrm>
            <a:off x="7815570" y="119683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26" name="Text Box">
            <a:extLst>
              <a:ext uri="{FF2B5EF4-FFF2-40B4-BE49-F238E27FC236}">
                <a16:creationId xmlns:a16="http://schemas.microsoft.com/office/drawing/2014/main" id="{91419489-2464-CD4C-A216-FB741740DE08}"/>
              </a:ext>
            </a:extLst>
          </p:cNvPr>
          <p:cNvSpPr>
            <a:spLocks/>
          </p:cNvSpPr>
          <p:nvPr/>
        </p:nvSpPr>
        <p:spPr bwMode="auto">
          <a:xfrm>
            <a:off x="7345769" y="1909414"/>
            <a:ext cx="712083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CDC7D85-16F0-9A5D-B704-5DC3C5CB1110}"/>
              </a:ext>
            </a:extLst>
          </p:cNvPr>
          <p:cNvSpPr txBox="1"/>
          <p:nvPr/>
        </p:nvSpPr>
        <p:spPr>
          <a:xfrm>
            <a:off x="7447829" y="1704837"/>
            <a:ext cx="100860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↓ 미들 네임 필수 아님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21DF613-7ABC-8458-1F7A-78465C251D31}"/>
              </a:ext>
            </a:extLst>
          </p:cNvPr>
          <p:cNvGrpSpPr/>
          <p:nvPr/>
        </p:nvGrpSpPr>
        <p:grpSpPr>
          <a:xfrm>
            <a:off x="6617568" y="3116506"/>
            <a:ext cx="826563" cy="495702"/>
            <a:chOff x="8346822" y="1278001"/>
            <a:chExt cx="826563" cy="495702"/>
          </a:xfrm>
        </p:grpSpPr>
        <p:sp>
          <p:nvSpPr>
            <p:cNvPr id="52" name="Text Box">
              <a:extLst>
                <a:ext uri="{FF2B5EF4-FFF2-40B4-BE49-F238E27FC236}">
                  <a16:creationId xmlns:a16="http://schemas.microsoft.com/office/drawing/2014/main" id="{22FD5135-3C45-8C21-60D6-E27A0DD3D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49570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</p:txBody>
        </p:sp>
        <p:sp>
          <p:nvSpPr>
            <p:cNvPr id="54" name="Chevron Left">
              <a:extLst>
                <a:ext uri="{FF2B5EF4-FFF2-40B4-BE49-F238E27FC236}">
                  <a16:creationId xmlns:a16="http://schemas.microsoft.com/office/drawing/2014/main" id="{619464FD-2F94-37F8-365F-85533058526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28" name="TextBox 227">
            <a:extLst>
              <a:ext uri="{FF2B5EF4-FFF2-40B4-BE49-F238E27FC236}">
                <a16:creationId xmlns:a16="http://schemas.microsoft.com/office/drawing/2014/main" id="{33476D4A-D183-ECA8-665E-E337EE613A82}"/>
              </a:ext>
            </a:extLst>
          </p:cNvPr>
          <p:cNvSpPr txBox="1"/>
          <p:nvPr/>
        </p:nvSpPr>
        <p:spPr>
          <a:xfrm>
            <a:off x="3848937" y="668593"/>
            <a:ext cx="3437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OTA 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예약건의 결제정보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탭</a:t>
            </a:r>
            <a:r>
              <a:rPr kumimoji="1" lang="en-US" altLang="ko-KR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는 예약정보 수집 시 </a:t>
            </a:r>
            <a:r>
              <a:rPr kumimoji="1" lang="ko-KR" altLang="en-US" sz="800" b="1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부터</a:t>
            </a:r>
            <a:r>
              <a:rPr kumimoji="1" lang="ko-KR" altLang="en-US" sz="800" b="1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출력</a:t>
            </a:r>
          </a:p>
        </p:txBody>
      </p:sp>
    </p:spTree>
    <p:extLst>
      <p:ext uri="{BB962C8B-B14F-4D97-AF65-F5344CB8AC3E}">
        <p14:creationId xmlns:p14="http://schemas.microsoft.com/office/powerpoint/2010/main" val="1578215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2AB3-CAD8-346A-A989-3638C5B7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555C96D-C765-7FAA-E360-BFC5D42F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0BBB1D2-0DE3-9514-F9D9-0CA6AA3E3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상세정보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380A27C-DF85-EA8A-D32A-19FE55BE6B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BBDB307-9854-6C15-660C-0F71964985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659246-27C2-F4E4-425A-3B0C8631493C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3D1764A-4C20-7DF9-4AA9-D67C0DBF4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531156"/>
              </p:ext>
            </p:extLst>
          </p:nvPr>
        </p:nvGraphicFramePr>
        <p:xfrm>
          <a:off x="9406740" y="440717"/>
          <a:ext cx="2785260" cy="3647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</a:t>
                      </a:r>
                      <a:r>
                        <a:rPr lang="en-US" altLang="ko-KR" sz="800" b="0" i="0" strike="noStrike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</a:t>
                      </a:r>
                      <a:endParaRPr lang="en-US" altLang="ko-KR" sz="800" b="0" i="0" strike="noStrike" baseline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i="0" strike="noStrike" kern="1200" baseline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CANCELED</a:t>
                      </a:r>
                      <a:r>
                        <a:rPr lang="ko-KR" altLang="en-US" sz="800" b="0" i="0" strike="noStrike" kern="1200" baseline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선택 불가</a:t>
                      </a:r>
                      <a:endParaRPr lang="en" altLang="ko-KR" sz="800" b="0" i="0" strike="noStrike" kern="1200" baseline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해당 </a:t>
                      </a:r>
                      <a:r>
                        <a:rPr lang="en-US" altLang="ko-KR" sz="800" b="0" i="0" strike="noStrike" baseline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채널에서 취소 처리</a:t>
                      </a:r>
                      <a:endParaRPr lang="en-US" altLang="ko-KR" sz="800" b="0" i="0" strike="noStrike" baseline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8C052B38-EB70-9F55-555F-AF290BF2E327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D2D07A-6C8E-D59F-92A2-BA5471260C1A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435AAC3-AFC0-B110-A9D6-4AE10D31E639}"/>
              </a:ext>
            </a:extLst>
          </p:cNvPr>
          <p:cNvSpPr txBox="1"/>
          <p:nvPr/>
        </p:nvSpPr>
        <p:spPr>
          <a:xfrm>
            <a:off x="1427884" y="104775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예약 상세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218" name="표 217">
            <a:extLst>
              <a:ext uri="{FF2B5EF4-FFF2-40B4-BE49-F238E27FC236}">
                <a16:creationId xmlns:a16="http://schemas.microsoft.com/office/drawing/2014/main" id="{3567D579-DB4C-60D2-FA96-A864069A4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395482"/>
              </p:ext>
            </p:extLst>
          </p:nvPr>
        </p:nvGraphicFramePr>
        <p:xfrm>
          <a:off x="1513108" y="1268178"/>
          <a:ext cx="7801314" cy="3744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021662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31639894"/>
                    </a:ext>
                  </a:extLst>
                </a:gridCol>
                <a:gridCol w="2947280">
                  <a:extLst>
                    <a:ext uri="{9D8B030D-6E8A-4147-A177-3AD203B41FA5}">
                      <a16:colId xmlns:a16="http://schemas.microsoft.com/office/drawing/2014/main" val="1764560277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예약 상태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62854"/>
                  </a:ext>
                </a:extLst>
              </a:tr>
              <a:tr h="2929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타입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DELUXE/GARDEN VIEW/KING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층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호수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15F</a:t>
                      </a:r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 1503</a:t>
                      </a:r>
                      <a:endParaRPr lang="en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86338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인원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52357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아동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정보 </a:t>
                      </a:r>
                      <a:r>
                        <a:rPr lang="en-US" altLang="ko-KR" sz="7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64590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5166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투숙객 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</a:t>
                      </a: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52014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368216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dirty="0">
                          <a:solidFill>
                            <a:schemeClr val="tx1"/>
                          </a:solidFill>
                          <a:cs typeface="Calibri" pitchFamily="34" charset="0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체크아웃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dirty="0">
                          <a:solidFill>
                            <a:schemeClr val="tx1"/>
                          </a:solidFill>
                          <a:cs typeface="Calibri" pitchFamily="34" charset="0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522515"/>
                  </a:ext>
                </a:extLst>
              </a:tr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Early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check-in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Late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Check-out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97243"/>
                  </a:ext>
                </a:extLst>
              </a:tr>
              <a:tr h="21386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유료 서비스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139768"/>
                  </a:ext>
                </a:extLst>
              </a:tr>
              <a:tr h="379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2025-01-02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90919"/>
                  </a:ext>
                </a:extLst>
              </a:tr>
              <a:tr h="4331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룸서비스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2025-01-02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13137"/>
                  </a:ext>
                </a:extLst>
              </a:tr>
              <a:tr h="2736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endParaRPr lang="ko-KR" altLang="en-US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2025-01-01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-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 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11,000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744297"/>
                  </a:ext>
                </a:extLst>
              </a:tr>
            </a:tbl>
          </a:graphicData>
        </a:graphic>
      </p:graphicFrame>
      <p:sp>
        <p:nvSpPr>
          <p:cNvPr id="227" name="Chevron Left">
            <a:extLst>
              <a:ext uri="{FF2B5EF4-FFF2-40B4-BE49-F238E27FC236}">
                <a16:creationId xmlns:a16="http://schemas.microsoft.com/office/drawing/2014/main" id="{C374C9A3-3C1C-C4CA-7374-023B2B55B764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53085" y="129307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28" name="표 227">
            <a:extLst>
              <a:ext uri="{FF2B5EF4-FFF2-40B4-BE49-F238E27FC236}">
                <a16:creationId xmlns:a16="http://schemas.microsoft.com/office/drawing/2014/main" id="{9A62DBE9-7D2C-2FED-A1F7-79EC9FE0E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545936"/>
              </p:ext>
            </p:extLst>
          </p:nvPr>
        </p:nvGraphicFramePr>
        <p:xfrm>
          <a:off x="1513108" y="5350698"/>
          <a:ext cx="7746196" cy="21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0">
                  <a:extLst>
                    <a:ext uri="{9D8B030D-6E8A-4147-A177-3AD203B41FA5}">
                      <a16:colId xmlns:a16="http://schemas.microsoft.com/office/drawing/2014/main" val="3995571070"/>
                    </a:ext>
                  </a:extLst>
                </a:gridCol>
              </a:tblGrid>
              <a:tr h="2138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서브 예약번호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63410"/>
                  </a:ext>
                </a:extLst>
              </a:tr>
            </a:tbl>
          </a:graphicData>
        </a:graphic>
      </p:graphicFrame>
      <p:sp>
        <p:nvSpPr>
          <p:cNvPr id="229" name="Chevron Left">
            <a:extLst>
              <a:ext uri="{FF2B5EF4-FFF2-40B4-BE49-F238E27FC236}">
                <a16:creationId xmlns:a16="http://schemas.microsoft.com/office/drawing/2014/main" id="{6E937E55-22DD-FA54-7229-41C6BCC3F2CB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053085" y="5375595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10A788BD-B7E2-7F7B-1849-85855295511A}"/>
              </a:ext>
            </a:extLst>
          </p:cNvPr>
          <p:cNvSpPr/>
          <p:nvPr/>
        </p:nvSpPr>
        <p:spPr>
          <a:xfrm>
            <a:off x="3793367" y="1762211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grpSp>
        <p:nvGrpSpPr>
          <p:cNvPr id="233" name="Click">
            <a:extLst>
              <a:ext uri="{FF2B5EF4-FFF2-40B4-BE49-F238E27FC236}">
                <a16:creationId xmlns:a16="http://schemas.microsoft.com/office/drawing/2014/main" id="{B65B33D4-97B1-E9CD-7BAB-53274C6F56BD}"/>
              </a:ext>
            </a:extLst>
          </p:cNvPr>
          <p:cNvGrpSpPr>
            <a:grpSpLocks noChangeAspect="1"/>
          </p:cNvGrpSpPr>
          <p:nvPr/>
        </p:nvGrpSpPr>
        <p:grpSpPr>
          <a:xfrm>
            <a:off x="8739636" y="5325486"/>
            <a:ext cx="362153" cy="516120"/>
            <a:chOff x="5294313" y="2197100"/>
            <a:chExt cx="530225" cy="755651"/>
          </a:xfrm>
        </p:grpSpPr>
        <p:sp>
          <p:nvSpPr>
            <p:cNvPr id="234" name="Arrow Cursor">
              <a:extLst>
                <a:ext uri="{FF2B5EF4-FFF2-40B4-BE49-F238E27FC236}">
                  <a16:creationId xmlns:a16="http://schemas.microsoft.com/office/drawing/2014/main" id="{0F53CA71-605B-54EE-17A5-9E426FE45B8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35" name="Click">
              <a:extLst>
                <a:ext uri="{FF2B5EF4-FFF2-40B4-BE49-F238E27FC236}">
                  <a16:creationId xmlns:a16="http://schemas.microsoft.com/office/drawing/2014/main" id="{FC8BC65B-52EA-EB7E-DA8F-FDB4B22316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BC5B78AE-21CD-2223-AB0F-A7559529212B}"/>
              </a:ext>
            </a:extLst>
          </p:cNvPr>
          <p:cNvSpPr/>
          <p:nvPr/>
        </p:nvSpPr>
        <p:spPr>
          <a:xfrm>
            <a:off x="6964643" y="1756509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F6B5AE44-E497-53BC-A69A-FD2FBC18EFD6}"/>
              </a:ext>
            </a:extLst>
          </p:cNvPr>
          <p:cNvSpPr/>
          <p:nvPr/>
        </p:nvSpPr>
        <p:spPr>
          <a:xfrm>
            <a:off x="8829052" y="1089583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3544BCDC-03C9-68DA-7531-94B4ECC57048}"/>
              </a:ext>
            </a:extLst>
          </p:cNvPr>
          <p:cNvSpPr/>
          <p:nvPr/>
        </p:nvSpPr>
        <p:spPr>
          <a:xfrm>
            <a:off x="8829052" y="5157192"/>
            <a:ext cx="430252" cy="14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8AB3F1B3-D1A5-E422-F938-0A4AD8FA6429}"/>
              </a:ext>
            </a:extLst>
          </p:cNvPr>
          <p:cNvGrpSpPr/>
          <p:nvPr/>
        </p:nvGrpSpPr>
        <p:grpSpPr>
          <a:xfrm rot="10800000">
            <a:off x="1289409" y="977787"/>
            <a:ext cx="360000" cy="372571"/>
            <a:chOff x="3180625" y="5062589"/>
            <a:chExt cx="360000" cy="372571"/>
          </a:xfrm>
        </p:grpSpPr>
        <p:cxnSp>
          <p:nvCxnSpPr>
            <p:cNvPr id="250" name="직선 연결선 206">
              <a:extLst>
                <a:ext uri="{FF2B5EF4-FFF2-40B4-BE49-F238E27FC236}">
                  <a16:creationId xmlns:a16="http://schemas.microsoft.com/office/drawing/2014/main" id="{E33F06A2-F63B-9DF8-545A-D5A62F677F06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화살표 연결선 250">
              <a:extLst>
                <a:ext uri="{FF2B5EF4-FFF2-40B4-BE49-F238E27FC236}">
                  <a16:creationId xmlns:a16="http://schemas.microsoft.com/office/drawing/2014/main" id="{22F2759F-C972-F2EF-B0B7-48E99400FE9D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66757FA8-F45E-CC4D-05CE-DB59F4DFE561}"/>
              </a:ext>
            </a:extLst>
          </p:cNvPr>
          <p:cNvGrpSpPr/>
          <p:nvPr/>
        </p:nvGrpSpPr>
        <p:grpSpPr>
          <a:xfrm>
            <a:off x="1512625" y="703438"/>
            <a:ext cx="5063668" cy="263263"/>
            <a:chOff x="1512625" y="1374043"/>
            <a:chExt cx="5063668" cy="263263"/>
          </a:xfrm>
        </p:grpSpPr>
        <p:sp>
          <p:nvSpPr>
            <p:cNvPr id="257" name="양쪽 모서리가 둥근 사각형 256">
              <a:extLst>
                <a:ext uri="{FF2B5EF4-FFF2-40B4-BE49-F238E27FC236}">
                  <a16:creationId xmlns:a16="http://schemas.microsoft.com/office/drawing/2014/main" id="{FCFC37DA-373B-EE1E-1DDC-7A9932F8A7E7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58" name="양쪽 모서리가 둥근 사각형 257">
              <a:extLst>
                <a:ext uri="{FF2B5EF4-FFF2-40B4-BE49-F238E27FC236}">
                  <a16:creationId xmlns:a16="http://schemas.microsoft.com/office/drawing/2014/main" id="{895CBB9A-A35A-2C52-DBA4-5D663F20FD55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59" name="양쪽 모서리가 둥근 사각형 258">
              <a:extLst>
                <a:ext uri="{FF2B5EF4-FFF2-40B4-BE49-F238E27FC236}">
                  <a16:creationId xmlns:a16="http://schemas.microsoft.com/office/drawing/2014/main" id="{7797BDBF-AFF2-FBF1-203C-15900A7022D9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60" name="양쪽 모서리가 둥근 사각형 259">
              <a:extLst>
                <a:ext uri="{FF2B5EF4-FFF2-40B4-BE49-F238E27FC236}">
                  <a16:creationId xmlns:a16="http://schemas.microsoft.com/office/drawing/2014/main" id="{1433A054-6C13-1A1A-1475-6E459068A141}"/>
                </a:ext>
              </a:extLst>
            </p:cNvPr>
            <p:cNvSpPr/>
            <p:nvPr/>
          </p:nvSpPr>
          <p:spPr>
            <a:xfrm>
              <a:off x="4551594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61" name="양쪽 모서리가 둥근 사각형 260">
              <a:extLst>
                <a:ext uri="{FF2B5EF4-FFF2-40B4-BE49-F238E27FC236}">
                  <a16:creationId xmlns:a16="http://schemas.microsoft.com/office/drawing/2014/main" id="{CFC7DFD6-D3E3-0DC7-C2B9-A16F27B783E9}"/>
                </a:ext>
              </a:extLst>
            </p:cNvPr>
            <p:cNvSpPr/>
            <p:nvPr/>
          </p:nvSpPr>
          <p:spPr>
            <a:xfrm>
              <a:off x="5564610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031F2384-02BF-ACA8-B785-0B08CF26E655}"/>
              </a:ext>
            </a:extLst>
          </p:cNvPr>
          <p:cNvSpPr/>
          <p:nvPr/>
        </p:nvSpPr>
        <p:spPr>
          <a:xfrm>
            <a:off x="8835942" y="825085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264" name="Text Box">
            <a:extLst>
              <a:ext uri="{FF2B5EF4-FFF2-40B4-BE49-F238E27FC236}">
                <a16:creationId xmlns:a16="http://schemas.microsoft.com/office/drawing/2014/main" id="{A202F3F5-99C6-35FB-0B23-0026E6BCEC31}"/>
              </a:ext>
            </a:extLst>
          </p:cNvPr>
          <p:cNvSpPr>
            <a:spLocks/>
          </p:cNvSpPr>
          <p:nvPr/>
        </p:nvSpPr>
        <p:spPr bwMode="auto">
          <a:xfrm>
            <a:off x="2558676" y="2658349"/>
            <a:ext cx="196989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박성광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5" name="Text Box">
            <a:extLst>
              <a:ext uri="{FF2B5EF4-FFF2-40B4-BE49-F238E27FC236}">
                <a16:creationId xmlns:a16="http://schemas.microsoft.com/office/drawing/2014/main" id="{1D5195D4-D001-0C09-1173-3810E3FF227C}"/>
              </a:ext>
            </a:extLst>
          </p:cNvPr>
          <p:cNvSpPr>
            <a:spLocks/>
          </p:cNvSpPr>
          <p:nvPr/>
        </p:nvSpPr>
        <p:spPr bwMode="auto">
          <a:xfrm>
            <a:off x="6435433" y="2662826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PARK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6" name="Text Box">
            <a:extLst>
              <a:ext uri="{FF2B5EF4-FFF2-40B4-BE49-F238E27FC236}">
                <a16:creationId xmlns:a16="http://schemas.microsoft.com/office/drawing/2014/main" id="{6C4AD271-6FA9-6F8B-38F3-8B5F8F2FD8EA}"/>
              </a:ext>
            </a:extLst>
          </p:cNvPr>
          <p:cNvSpPr>
            <a:spLocks/>
          </p:cNvSpPr>
          <p:nvPr/>
        </p:nvSpPr>
        <p:spPr bwMode="auto">
          <a:xfrm>
            <a:off x="7229418" y="2662826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middle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7" name="Text Box">
            <a:extLst>
              <a:ext uri="{FF2B5EF4-FFF2-40B4-BE49-F238E27FC236}">
                <a16:creationId xmlns:a16="http://schemas.microsoft.com/office/drawing/2014/main" id="{076CBD6E-5763-356E-95B8-3BA49A289FBA}"/>
              </a:ext>
            </a:extLst>
          </p:cNvPr>
          <p:cNvSpPr>
            <a:spLocks/>
          </p:cNvSpPr>
          <p:nvPr/>
        </p:nvSpPr>
        <p:spPr bwMode="auto">
          <a:xfrm>
            <a:off x="8040216" y="2662826"/>
            <a:ext cx="81877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SUNGKWANG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8" name="Text Box">
            <a:extLst>
              <a:ext uri="{FF2B5EF4-FFF2-40B4-BE49-F238E27FC236}">
                <a16:creationId xmlns:a16="http://schemas.microsoft.com/office/drawing/2014/main" id="{DEF172C6-0E96-9D64-D4D7-B64263AD156C}"/>
              </a:ext>
            </a:extLst>
          </p:cNvPr>
          <p:cNvSpPr>
            <a:spLocks/>
          </p:cNvSpPr>
          <p:nvPr/>
        </p:nvSpPr>
        <p:spPr bwMode="auto">
          <a:xfrm>
            <a:off x="2558676" y="2871225"/>
            <a:ext cx="1969894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권성일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9" name="Text Box">
            <a:extLst>
              <a:ext uri="{FF2B5EF4-FFF2-40B4-BE49-F238E27FC236}">
                <a16:creationId xmlns:a16="http://schemas.microsoft.com/office/drawing/2014/main" id="{24EE3F0E-071A-CB24-9573-BBFB7E0583E3}"/>
              </a:ext>
            </a:extLst>
          </p:cNvPr>
          <p:cNvSpPr>
            <a:spLocks/>
          </p:cNvSpPr>
          <p:nvPr/>
        </p:nvSpPr>
        <p:spPr bwMode="auto">
          <a:xfrm>
            <a:off x="6435433" y="2875702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GWON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0" name="Text Box">
            <a:extLst>
              <a:ext uri="{FF2B5EF4-FFF2-40B4-BE49-F238E27FC236}">
                <a16:creationId xmlns:a16="http://schemas.microsoft.com/office/drawing/2014/main" id="{5BABB627-32CD-6719-6A3E-C30DC4DB1777}"/>
              </a:ext>
            </a:extLst>
          </p:cNvPr>
          <p:cNvSpPr>
            <a:spLocks/>
          </p:cNvSpPr>
          <p:nvPr/>
        </p:nvSpPr>
        <p:spPr bwMode="auto">
          <a:xfrm>
            <a:off x="7229418" y="2875702"/>
            <a:ext cx="744336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middle</a:t>
            </a:r>
            <a:r>
              <a:rPr lang="ko-KR" altLang="en-US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700" b="0" kern="0" spc="-3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name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1" name="Text Box">
            <a:extLst>
              <a:ext uri="{FF2B5EF4-FFF2-40B4-BE49-F238E27FC236}">
                <a16:creationId xmlns:a16="http://schemas.microsoft.com/office/drawing/2014/main" id="{D67B68BC-8E1D-EB40-C167-13B2B2B3454F}"/>
              </a:ext>
            </a:extLst>
          </p:cNvPr>
          <p:cNvSpPr>
            <a:spLocks/>
          </p:cNvSpPr>
          <p:nvPr/>
        </p:nvSpPr>
        <p:spPr bwMode="auto">
          <a:xfrm>
            <a:off x="8040216" y="2875702"/>
            <a:ext cx="818770" cy="14852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SUNGILL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92F1F2D8-31FA-2665-30EA-053F8A9A34A2}"/>
              </a:ext>
            </a:extLst>
          </p:cNvPr>
          <p:cNvGrpSpPr/>
          <p:nvPr/>
        </p:nvGrpSpPr>
        <p:grpSpPr>
          <a:xfrm>
            <a:off x="2555732" y="1520642"/>
            <a:ext cx="826563" cy="495702"/>
            <a:chOff x="8346822" y="1278001"/>
            <a:chExt cx="826563" cy="495702"/>
          </a:xfrm>
        </p:grpSpPr>
        <p:sp>
          <p:nvSpPr>
            <p:cNvPr id="286" name="Text Box">
              <a:extLst>
                <a:ext uri="{FF2B5EF4-FFF2-40B4-BE49-F238E27FC236}">
                  <a16:creationId xmlns:a16="http://schemas.microsoft.com/office/drawing/2014/main" id="{AE46748E-C3E6-CF0C-17C2-C20962D07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822" y="1278001"/>
              <a:ext cx="826563" cy="495702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t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" altLang="ko-KR" sz="700" b="0" kern="0" spc="-30" baseline="0" dirty="0">
                  <a:solidFill>
                    <a:schemeClr val="tx1"/>
                  </a:solidFill>
                  <a:latin typeface="+mn-ea"/>
                  <a:ea typeface="+mn-ea"/>
                </a:rPr>
                <a:t>RESERVED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ko-KR" sz="700" i="0" u="none" strike="noStrike" kern="0" cap="none" spc="-30" normalizeH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cs typeface="+mn-cs"/>
                </a:rPr>
                <a:t>------------------------</a:t>
              </a:r>
              <a:endParaRPr kumimoji="0" lang="en" altLang="ko-KR" sz="700" kern="0" spc="-30" dirty="0">
                <a:solidFill>
                  <a:schemeClr val="tx1"/>
                </a:solidFill>
                <a:latin typeface="+mn-ea"/>
              </a:endParaRP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CHECK-IN</a:t>
              </a:r>
            </a:p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-3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NO-SHOW</a:t>
              </a:r>
            </a:p>
          </p:txBody>
        </p:sp>
        <p:sp>
          <p:nvSpPr>
            <p:cNvPr id="287" name="Chevron Left">
              <a:extLst>
                <a:ext uri="{FF2B5EF4-FFF2-40B4-BE49-F238E27FC236}">
                  <a16:creationId xmlns:a16="http://schemas.microsoft.com/office/drawing/2014/main" id="{3BC96064-9D52-AB9F-26AD-7743371D3AA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9065736" y="1309948"/>
              <a:ext cx="37029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53" name="Teardrop 1">
            <a:extLst>
              <a:ext uri="{FF2B5EF4-FFF2-40B4-BE49-F238E27FC236}">
                <a16:creationId xmlns:a16="http://schemas.microsoft.com/office/drawing/2014/main" id="{B3129AAA-B703-7719-05A0-E7219FF98DEB}"/>
              </a:ext>
            </a:extLst>
          </p:cNvPr>
          <p:cNvSpPr/>
          <p:nvPr/>
        </p:nvSpPr>
        <p:spPr>
          <a:xfrm rot="16200000" flipH="1" flipV="1">
            <a:off x="2399553" y="141291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30A87767-4FC6-769B-9428-34B440720C6C}"/>
              </a:ext>
            </a:extLst>
          </p:cNvPr>
          <p:cNvSpPr txBox="1"/>
          <p:nvPr/>
        </p:nvSpPr>
        <p:spPr>
          <a:xfrm>
            <a:off x="6285641" y="3988405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3BB56EB-3A79-C6DF-71F4-E112F466B5BF}"/>
              </a:ext>
            </a:extLst>
          </p:cNvPr>
          <p:cNvSpPr txBox="1"/>
          <p:nvPr/>
        </p:nvSpPr>
        <p:spPr>
          <a:xfrm>
            <a:off x="6285641" y="4421257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ECED30F-DDC2-A680-0488-88189FC21459}"/>
              </a:ext>
            </a:extLst>
          </p:cNvPr>
          <p:cNvSpPr txBox="1"/>
          <p:nvPr/>
        </p:nvSpPr>
        <p:spPr>
          <a:xfrm>
            <a:off x="6285641" y="4778360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642886C9-702B-87B5-6FCC-0402548DF2C2}"/>
              </a:ext>
            </a:extLst>
          </p:cNvPr>
          <p:cNvSpPr txBox="1"/>
          <p:nvPr/>
        </p:nvSpPr>
        <p:spPr>
          <a:xfrm>
            <a:off x="7091828" y="3474393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164E0F1-168B-10CD-01F8-17BD5C5262A7}"/>
              </a:ext>
            </a:extLst>
          </p:cNvPr>
          <p:cNvSpPr txBox="1"/>
          <p:nvPr/>
        </p:nvSpPr>
        <p:spPr>
          <a:xfrm>
            <a:off x="7091828" y="3257967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DDDCCC8C-BD80-0AB8-92F9-DDC80498F69F}"/>
              </a:ext>
            </a:extLst>
          </p:cNvPr>
          <p:cNvSpPr txBox="1"/>
          <p:nvPr/>
        </p:nvSpPr>
        <p:spPr>
          <a:xfrm>
            <a:off x="3212392" y="3474393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5B0B0596-FDB9-A20F-C772-59243BE4C9D3}"/>
              </a:ext>
            </a:extLst>
          </p:cNvPr>
          <p:cNvSpPr txBox="1"/>
          <p:nvPr/>
        </p:nvSpPr>
        <p:spPr>
          <a:xfrm>
            <a:off x="3212392" y="3257967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5EC015A3-0675-4B5D-6822-EAF59BD36CC5}"/>
              </a:ext>
            </a:extLst>
          </p:cNvPr>
          <p:cNvSpPr txBox="1"/>
          <p:nvPr/>
        </p:nvSpPr>
        <p:spPr>
          <a:xfrm>
            <a:off x="2792291" y="2202890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765AB900-468F-0772-340F-D28E8D169EBE}"/>
              </a:ext>
            </a:extLst>
          </p:cNvPr>
          <p:cNvSpPr txBox="1"/>
          <p:nvPr/>
        </p:nvSpPr>
        <p:spPr>
          <a:xfrm>
            <a:off x="6623032" y="2202890"/>
            <a:ext cx="22028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⟵ 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마켓코드 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"OTA"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의 경우 예약 상세 내용 수정 불가</a:t>
            </a:r>
            <a:endParaRPr kumimoji="1" lang="ko-KR" altLang="en-US" sz="7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3706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601F-46AD-EC77-CDF7-29E76368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3B95C24-46BF-AE87-D485-9EEA04FE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57791AA-95D7-578B-C42C-1D57D720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D88A8D1-48E0-F51A-FCF0-9DF94BB107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E3FE07C-D7F0-4E93-B966-3D99C25AF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51D670-D4CB-F5FA-7F66-694098B020C3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BF1AF20-D6A3-273B-CF3D-DD41A4B58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849241"/>
              </p:ext>
            </p:extLst>
          </p:nvPr>
        </p:nvGraphicFramePr>
        <p:xfrm>
          <a:off x="9406740" y="440717"/>
          <a:ext cx="2785260" cy="1985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시스템관리자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협력사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OTA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 건의 경우 플랫폼에서 결제되어 들어 옴으로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상태만 출력 됨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C6D6E9D-C149-1BAC-A9A6-832C5D6D7861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758F50-3C29-10B4-4062-2A731CB71718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5E80B430-CDCB-AC95-EDCE-82B293863D2F}"/>
              </a:ext>
            </a:extLst>
          </p:cNvPr>
          <p:cNvGrpSpPr/>
          <p:nvPr/>
        </p:nvGrpSpPr>
        <p:grpSpPr>
          <a:xfrm rot="10800000">
            <a:off x="1289409" y="7882508"/>
            <a:ext cx="360000" cy="372571"/>
            <a:chOff x="3180625" y="5062589"/>
            <a:chExt cx="360000" cy="372571"/>
          </a:xfrm>
        </p:grpSpPr>
        <p:cxnSp>
          <p:nvCxnSpPr>
            <p:cNvPr id="270" name="직선 연결선 206">
              <a:extLst>
                <a:ext uri="{FF2B5EF4-FFF2-40B4-BE49-F238E27FC236}">
                  <a16:creationId xmlns:a16="http://schemas.microsoft.com/office/drawing/2014/main" id="{B2797F98-A04D-A740-935B-EA3D9519FB24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F094B5B7-60D9-D276-7FBB-7534B62A846B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19BE4906-DC6A-F46B-1623-2E6AB4722F9D}"/>
              </a:ext>
            </a:extLst>
          </p:cNvPr>
          <p:cNvGrpSpPr/>
          <p:nvPr/>
        </p:nvGrpSpPr>
        <p:grpSpPr>
          <a:xfrm>
            <a:off x="1491675" y="7605464"/>
            <a:ext cx="6079703" cy="263263"/>
            <a:chOff x="1512625" y="1374043"/>
            <a:chExt cx="6079703" cy="263263"/>
          </a:xfrm>
        </p:grpSpPr>
        <p:sp>
          <p:nvSpPr>
            <p:cNvPr id="286" name="양쪽 모서리가 둥근 사각형 285">
              <a:extLst>
                <a:ext uri="{FF2B5EF4-FFF2-40B4-BE49-F238E27FC236}">
                  <a16:creationId xmlns:a16="http://schemas.microsoft.com/office/drawing/2014/main" id="{7C8A9009-796A-A4D5-C7A5-33F5CD0B6D56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87" name="양쪽 모서리가 둥근 사각형 286">
              <a:extLst>
                <a:ext uri="{FF2B5EF4-FFF2-40B4-BE49-F238E27FC236}">
                  <a16:creationId xmlns:a16="http://schemas.microsoft.com/office/drawing/2014/main" id="{C46BB02C-C87F-5018-73A7-4CB7D25FE0B9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8" name="양쪽 모서리가 둥근 사각형 287">
              <a:extLst>
                <a:ext uri="{FF2B5EF4-FFF2-40B4-BE49-F238E27FC236}">
                  <a16:creationId xmlns:a16="http://schemas.microsoft.com/office/drawing/2014/main" id="{BDA58AC2-16D9-0290-2C15-5B9FF4ECF27A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89" name="양쪽 모서리가 둥근 사각형 288">
              <a:extLst>
                <a:ext uri="{FF2B5EF4-FFF2-40B4-BE49-F238E27FC236}">
                  <a16:creationId xmlns:a16="http://schemas.microsoft.com/office/drawing/2014/main" id="{61101439-4BFA-6F68-F175-5AE4EE23049E}"/>
                </a:ext>
              </a:extLst>
            </p:cNvPr>
            <p:cNvSpPr/>
            <p:nvPr/>
          </p:nvSpPr>
          <p:spPr>
            <a:xfrm>
              <a:off x="557317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290" name="양쪽 모서리가 둥근 사각형 289">
              <a:extLst>
                <a:ext uri="{FF2B5EF4-FFF2-40B4-BE49-F238E27FC236}">
                  <a16:creationId xmlns:a16="http://schemas.microsoft.com/office/drawing/2014/main" id="{ACE577BC-7DD5-DD08-8209-0FF75D8FCD8B}"/>
                </a:ext>
              </a:extLst>
            </p:cNvPr>
            <p:cNvSpPr/>
            <p:nvPr/>
          </p:nvSpPr>
          <p:spPr>
            <a:xfrm>
              <a:off x="658064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  <p:sp>
          <p:nvSpPr>
            <p:cNvPr id="292" name="양쪽 모서리가 둥근 사각형 291">
              <a:extLst>
                <a:ext uri="{FF2B5EF4-FFF2-40B4-BE49-F238E27FC236}">
                  <a16:creationId xmlns:a16="http://schemas.microsoft.com/office/drawing/2014/main" id="{DAF69FE9-FC90-0BA4-16CD-1DB0CE1C05A3}"/>
                </a:ext>
              </a:extLst>
            </p:cNvPr>
            <p:cNvSpPr/>
            <p:nvPr/>
          </p:nvSpPr>
          <p:spPr>
            <a:xfrm>
              <a:off x="4558186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 수단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50FBE52-E0FA-4F4C-27A0-4B24ACAC0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967203"/>
              </p:ext>
            </p:extLst>
          </p:nvPr>
        </p:nvGraphicFramePr>
        <p:xfrm>
          <a:off x="1494321" y="8108622"/>
          <a:ext cx="7746196" cy="277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777922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158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25613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59AE93-CCFA-0724-59EB-DAF79AEA9C1A}"/>
              </a:ext>
            </a:extLst>
          </p:cNvPr>
          <p:cNvSpPr txBox="1"/>
          <p:nvPr/>
        </p:nvSpPr>
        <p:spPr>
          <a:xfrm>
            <a:off x="1405715" y="7883726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DFFB90F-8084-8BB2-9B5B-D16FFD345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683953"/>
              </p:ext>
            </p:extLst>
          </p:nvPr>
        </p:nvGraphicFramePr>
        <p:xfrm>
          <a:off x="2498351" y="8357514"/>
          <a:ext cx="6709642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6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55214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8046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617466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어린이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54,546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5,454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</a:tbl>
          </a:graphicData>
        </a:graphic>
      </p:graphicFrame>
      <p:sp>
        <p:nvSpPr>
          <p:cNvPr id="8" name="Chevron Left">
            <a:extLst>
              <a:ext uri="{FF2B5EF4-FFF2-40B4-BE49-F238E27FC236}">
                <a16:creationId xmlns:a16="http://schemas.microsoft.com/office/drawing/2014/main" id="{C0B0A57D-B907-ABF1-E9E8-5FC5CA59696E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8387266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5D3CF5E-10A4-0C19-C4DC-CFA4E8FD6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24535"/>
              </p:ext>
            </p:extLst>
          </p:nvPr>
        </p:nvGraphicFramePr>
        <p:xfrm>
          <a:off x="2498351" y="9387661"/>
          <a:ext cx="6709642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560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2552147">
                  <a:extLst>
                    <a:ext uri="{9D8B030D-6E8A-4147-A177-3AD203B41FA5}">
                      <a16:colId xmlns:a16="http://schemas.microsoft.com/office/drawing/2014/main" val="1740702914"/>
                    </a:ext>
                  </a:extLst>
                </a:gridCol>
                <a:gridCol w="780469">
                  <a:extLst>
                    <a:ext uri="{9D8B030D-6E8A-4147-A177-3AD203B41FA5}">
                      <a16:colId xmlns:a16="http://schemas.microsoft.com/office/drawing/2014/main" val="131667829"/>
                    </a:ext>
                  </a:extLst>
                </a:gridCol>
                <a:gridCol w="2617466">
                  <a:extLst>
                    <a:ext uri="{9D8B030D-6E8A-4147-A177-3AD203B41FA5}">
                      <a16:colId xmlns:a16="http://schemas.microsoft.com/office/drawing/2014/main" val="764409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어른 조식</a:t>
                      </a: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110,000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단가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325,000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32,500 / 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금액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357,500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</a:tbl>
          </a:graphicData>
        </a:graphic>
      </p:graphicFrame>
      <p:sp>
        <p:nvSpPr>
          <p:cNvPr id="11" name="Chevron Left">
            <a:extLst>
              <a:ext uri="{FF2B5EF4-FFF2-40B4-BE49-F238E27FC236}">
                <a16:creationId xmlns:a16="http://schemas.microsoft.com/office/drawing/2014/main" id="{AAA174C7-A4CB-8228-E396-053A6A93AD46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9417413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F79D377-CDFF-9F9E-C716-6B2C9AEB8B75}"/>
              </a:ext>
            </a:extLst>
          </p:cNvPr>
          <p:cNvSpPr/>
          <p:nvPr/>
        </p:nvSpPr>
        <p:spPr>
          <a:xfrm>
            <a:off x="2498351" y="10224587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F44E29-1E39-914C-0FE2-41F98984638A}"/>
              </a:ext>
            </a:extLst>
          </p:cNvPr>
          <p:cNvGrpSpPr/>
          <p:nvPr/>
        </p:nvGrpSpPr>
        <p:grpSpPr>
          <a:xfrm>
            <a:off x="2988395" y="10297642"/>
            <a:ext cx="1272170" cy="511096"/>
            <a:chOff x="2618905" y="5949418"/>
            <a:chExt cx="1272170" cy="5110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8F8F8B-35D4-0F2B-E363-FB92D0EE46A9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1,787,500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E68291-3156-C771-392D-05F9FA2A13BD}"/>
                </a:ext>
              </a:extLst>
            </p:cNvPr>
            <p:cNvSpPr txBox="1"/>
            <p:nvPr/>
          </p:nvSpPr>
          <p:spPr>
            <a:xfrm>
              <a:off x="2771308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EDA924E-382A-F4E5-12E1-41FEBE811E60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A4F1FA6-FB60-C3E2-C4E9-C91F610BB94D}"/>
              </a:ext>
            </a:extLst>
          </p:cNvPr>
          <p:cNvGrpSpPr/>
          <p:nvPr/>
        </p:nvGrpSpPr>
        <p:grpSpPr>
          <a:xfrm>
            <a:off x="5191775" y="10297642"/>
            <a:ext cx="1272170" cy="511096"/>
            <a:chOff x="3926592" y="5949418"/>
            <a:chExt cx="1272170" cy="5110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EAC152-4B4C-0464-D152-E4A1D59447D0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280,000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91EE90-9132-6687-F7AF-D3BE6A360987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B1C4DB-D022-6B16-725F-B7122A7375E5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A08E35-19E0-EC84-A98F-CDD0AE8053C5}"/>
              </a:ext>
            </a:extLst>
          </p:cNvPr>
          <p:cNvGrpSpPr/>
          <p:nvPr/>
        </p:nvGrpSpPr>
        <p:grpSpPr>
          <a:xfrm>
            <a:off x="7395154" y="10297642"/>
            <a:ext cx="1272170" cy="511096"/>
            <a:chOff x="7133672" y="5949418"/>
            <a:chExt cx="1272170" cy="51109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768A66-74B8-7787-693A-1B2E8CD2BD26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2,067,500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973A860-0024-D541-7A8D-C4A0AAE956FD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총 합계 금액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286105-98A1-59FA-2872-EF5301A745AE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sp>
        <p:nvSpPr>
          <p:cNvPr id="37" name="Teardrop 1">
            <a:extLst>
              <a:ext uri="{FF2B5EF4-FFF2-40B4-BE49-F238E27FC236}">
                <a16:creationId xmlns:a16="http://schemas.microsoft.com/office/drawing/2014/main" id="{93CA42A8-A662-4D42-83C7-B918D1FBC46F}"/>
              </a:ext>
            </a:extLst>
          </p:cNvPr>
          <p:cNvSpPr/>
          <p:nvPr/>
        </p:nvSpPr>
        <p:spPr>
          <a:xfrm rot="16200000" flipH="1" flipV="1">
            <a:off x="2298940" y="804024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ardrop 1">
            <a:extLst>
              <a:ext uri="{FF2B5EF4-FFF2-40B4-BE49-F238E27FC236}">
                <a16:creationId xmlns:a16="http://schemas.microsoft.com/office/drawing/2014/main" id="{95EC49EA-46D6-FD38-1992-D1A361A30C0C}"/>
              </a:ext>
            </a:extLst>
          </p:cNvPr>
          <p:cNvSpPr/>
          <p:nvPr/>
        </p:nvSpPr>
        <p:spPr>
          <a:xfrm rot="16200000" flipH="1" flipV="1">
            <a:off x="4225345" y="804024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Teardrop 1">
            <a:extLst>
              <a:ext uri="{FF2B5EF4-FFF2-40B4-BE49-F238E27FC236}">
                <a16:creationId xmlns:a16="http://schemas.microsoft.com/office/drawing/2014/main" id="{050D6D77-A6D5-0299-95F5-3B4A6F2D9A56}"/>
              </a:ext>
            </a:extLst>
          </p:cNvPr>
          <p:cNvSpPr/>
          <p:nvPr/>
        </p:nvSpPr>
        <p:spPr>
          <a:xfrm rot="16200000" flipH="1" flipV="1">
            <a:off x="5617493" y="864641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Teardrop 1">
            <a:extLst>
              <a:ext uri="{FF2B5EF4-FFF2-40B4-BE49-F238E27FC236}">
                <a16:creationId xmlns:a16="http://schemas.microsoft.com/office/drawing/2014/main" id="{6CC63B98-9850-D556-36F8-4CE541D5D631}"/>
              </a:ext>
            </a:extLst>
          </p:cNvPr>
          <p:cNvSpPr/>
          <p:nvPr/>
        </p:nvSpPr>
        <p:spPr>
          <a:xfrm rot="16200000" flipH="1" flipV="1">
            <a:off x="8972005" y="864641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B8D9373-DB87-DDC9-140C-E1248B3810E2}"/>
              </a:ext>
            </a:extLst>
          </p:cNvPr>
          <p:cNvSpPr/>
          <p:nvPr/>
        </p:nvSpPr>
        <p:spPr>
          <a:xfrm>
            <a:off x="2988395" y="11853936"/>
            <a:ext cx="5051821" cy="5040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rgbClr val="C00000"/>
                </a:solidFill>
              </a:rPr>
              <a:t>OTA </a:t>
            </a:r>
            <a:r>
              <a:rPr kumimoji="1" lang="ko-KR" altLang="en-US" sz="1200" b="1" dirty="0">
                <a:solidFill>
                  <a:srgbClr val="C00000"/>
                </a:solidFill>
              </a:rPr>
              <a:t>예약건의 경우 취소내역은 미 출력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4CC2B0-F985-7012-5CEA-C51DB82F3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917222"/>
              </p:ext>
            </p:extLst>
          </p:nvPr>
        </p:nvGraphicFramePr>
        <p:xfrm>
          <a:off x="1494321" y="1215625"/>
          <a:ext cx="7812789" cy="4546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7020783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</a:tblGrid>
              <a:tr h="221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결제완료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7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YYYY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-MM-DD </a:t>
                      </a:r>
                      <a:r>
                        <a:rPr kumimoji="0" lang="en-US" altLang="ko-KR" sz="7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HH:MM:SS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43129"/>
                  </a:ext>
                </a:extLst>
              </a:tr>
              <a:tr h="25297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조정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04856"/>
                  </a:ext>
                </a:extLst>
              </a:tr>
              <a:tr h="25297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조정 내역이 없습니다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필요 시 위 추가 버튼을 통해 입력 가능 합니다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531928"/>
                  </a:ext>
                </a:extLst>
              </a:tr>
              <a:tr h="38186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세부내역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B4286D7-1315-2B23-BE26-74B7F6416597}"/>
              </a:ext>
            </a:extLst>
          </p:cNvPr>
          <p:cNvSpPr txBox="1"/>
          <p:nvPr/>
        </p:nvSpPr>
        <p:spPr>
          <a:xfrm>
            <a:off x="1405715" y="990730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결제 내역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53124F5-365D-0455-47F5-42A11E5ED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700950"/>
              </p:ext>
            </p:extLst>
          </p:nvPr>
        </p:nvGraphicFramePr>
        <p:xfrm>
          <a:off x="2311168" y="1982784"/>
          <a:ext cx="6948000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528">
                  <a:extLst>
                    <a:ext uri="{9D8B030D-6E8A-4147-A177-3AD203B41FA5}">
                      <a16:colId xmlns:a16="http://schemas.microsoft.com/office/drawing/2014/main" val="3160277011"/>
                    </a:ext>
                  </a:extLst>
                </a:gridCol>
                <a:gridCol w="5899472">
                  <a:extLst>
                    <a:ext uri="{9D8B030D-6E8A-4147-A177-3AD203B41FA5}">
                      <a16:colId xmlns:a16="http://schemas.microsoft.com/office/drawing/2014/main" val="122659929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1,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어린이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R20250201-01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50077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660,000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62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220,000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65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9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6326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조식 금액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996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1EA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2391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룸 서비스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62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8313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ko-KR" altLang="en-US" sz="700" b="1" kern="0" spc="-2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어매니티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금액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792072"/>
                  </a:ext>
                </a:extLst>
              </a:tr>
              <a:tr h="1707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서비스명이 출력되는 영역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 TAX :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1EA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endParaRPr kumimoji="0" lang="en-US" altLang="ko-KR" sz="700" b="0" i="0" u="none" strike="noStrike" kern="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10483"/>
                  </a:ext>
                </a:extLst>
              </a:tr>
            </a:tbl>
          </a:graphicData>
        </a:graphic>
      </p:graphicFrame>
      <p:sp>
        <p:nvSpPr>
          <p:cNvPr id="25" name="Chevron Left">
            <a:extLst>
              <a:ext uri="{FF2B5EF4-FFF2-40B4-BE49-F238E27FC236}">
                <a16:creationId xmlns:a16="http://schemas.microsoft.com/office/drawing/2014/main" id="{FA16B3A2-DE75-B443-8B53-9930B26F5370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2012536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8DE8AE-0ACE-D40A-B330-638D42340E61}"/>
              </a:ext>
            </a:extLst>
          </p:cNvPr>
          <p:cNvSpPr/>
          <p:nvPr/>
        </p:nvSpPr>
        <p:spPr>
          <a:xfrm>
            <a:off x="2382867" y="4995684"/>
            <a:ext cx="6709642" cy="62123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46D10AE-C7C7-544E-BBF9-8DD1BAE1F784}"/>
              </a:ext>
            </a:extLst>
          </p:cNvPr>
          <p:cNvGrpSpPr/>
          <p:nvPr/>
        </p:nvGrpSpPr>
        <p:grpSpPr>
          <a:xfrm>
            <a:off x="2454474" y="5068739"/>
            <a:ext cx="1272170" cy="511096"/>
            <a:chOff x="2618905" y="5949418"/>
            <a:chExt cx="1272170" cy="51109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FA3127-B85C-FE8E-8812-5174A903D55E}"/>
                </a:ext>
              </a:extLst>
            </p:cNvPr>
            <p:cNvSpPr txBox="1"/>
            <p:nvPr/>
          </p:nvSpPr>
          <p:spPr>
            <a:xfrm>
              <a:off x="2618905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880,000</a:t>
              </a:r>
              <a:endParaRPr kumimoji="1" lang="ko-Kore-KR" altLang="en-US" b="1" dirty="0"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5B95D71-85CE-487A-D086-45AC02AED840}"/>
                </a:ext>
              </a:extLst>
            </p:cNvPr>
            <p:cNvSpPr txBox="1"/>
            <p:nvPr/>
          </p:nvSpPr>
          <p:spPr>
            <a:xfrm>
              <a:off x="2771308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55197B-F3B3-0284-8683-EC247FA8FD88}"/>
                </a:ext>
              </a:extLst>
            </p:cNvPr>
            <p:cNvSpPr txBox="1"/>
            <p:nvPr/>
          </p:nvSpPr>
          <p:spPr>
            <a:xfrm>
              <a:off x="3022236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93EFB0D-6614-1D85-E5DC-FD93ECB78231}"/>
              </a:ext>
            </a:extLst>
          </p:cNvPr>
          <p:cNvGrpSpPr/>
          <p:nvPr/>
        </p:nvGrpSpPr>
        <p:grpSpPr>
          <a:xfrm>
            <a:off x="3805485" y="5068739"/>
            <a:ext cx="1272170" cy="511096"/>
            <a:chOff x="3926592" y="5949418"/>
            <a:chExt cx="1272170" cy="511096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3E835F4-578F-2526-AEC8-4E2DE3E0B646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33,000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8B62491-B898-B956-12E0-6EB43FD09C24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옵션 결제 금액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3456AF4-0066-474C-AEEF-5BAFE516234C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7AC7871-AE95-001C-2289-0F6D52A1F404}"/>
              </a:ext>
            </a:extLst>
          </p:cNvPr>
          <p:cNvGrpSpPr/>
          <p:nvPr/>
        </p:nvGrpSpPr>
        <p:grpSpPr>
          <a:xfrm>
            <a:off x="7704150" y="5068739"/>
            <a:ext cx="1272170" cy="511096"/>
            <a:chOff x="7133672" y="5949418"/>
            <a:chExt cx="1272170" cy="51109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5FE7099-E011-A531-A0E8-F18368A8F4E9}"/>
                </a:ext>
              </a:extLst>
            </p:cNvPr>
            <p:cNvSpPr txBox="1"/>
            <p:nvPr/>
          </p:nvSpPr>
          <p:spPr>
            <a:xfrm>
              <a:off x="713367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863,000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BA29234-73E2-AA71-32EF-C962F78791E8}"/>
                </a:ext>
              </a:extLst>
            </p:cNvPr>
            <p:cNvSpPr txBox="1"/>
            <p:nvPr/>
          </p:nvSpPr>
          <p:spPr>
            <a:xfrm>
              <a:off x="728607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총 합계 금액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3D5897F-63E0-ED14-A48D-AA8B99FA0253}"/>
                </a:ext>
              </a:extLst>
            </p:cNvPr>
            <p:cNvSpPr txBox="1"/>
            <p:nvPr/>
          </p:nvSpPr>
          <p:spPr>
            <a:xfrm>
              <a:off x="753700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4636D1E-C6B4-921A-0C8B-90FC797D6A56}"/>
              </a:ext>
            </a:extLst>
          </p:cNvPr>
          <p:cNvGrpSpPr/>
          <p:nvPr/>
        </p:nvGrpSpPr>
        <p:grpSpPr>
          <a:xfrm rot="10800000">
            <a:off x="1289409" y="989512"/>
            <a:ext cx="360000" cy="372571"/>
            <a:chOff x="3180625" y="5062589"/>
            <a:chExt cx="360000" cy="372571"/>
          </a:xfrm>
        </p:grpSpPr>
        <p:cxnSp>
          <p:nvCxnSpPr>
            <p:cNvPr id="50" name="직선 연결선 206">
              <a:extLst>
                <a:ext uri="{FF2B5EF4-FFF2-40B4-BE49-F238E27FC236}">
                  <a16:creationId xmlns:a16="http://schemas.microsoft.com/office/drawing/2014/main" id="{0F691617-47B1-9FC6-5E52-3E5E66ADB355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8B5C073E-5771-EA9E-7CFD-B9DAB95DCDC2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8985655-27DD-8377-F798-6DFA568F31B1}"/>
              </a:ext>
            </a:extLst>
          </p:cNvPr>
          <p:cNvGrpSpPr/>
          <p:nvPr/>
        </p:nvGrpSpPr>
        <p:grpSpPr>
          <a:xfrm>
            <a:off x="1491675" y="712468"/>
            <a:ext cx="5063217" cy="263263"/>
            <a:chOff x="1512625" y="1374043"/>
            <a:chExt cx="5063217" cy="263263"/>
          </a:xfrm>
        </p:grpSpPr>
        <p:sp>
          <p:nvSpPr>
            <p:cNvPr id="53" name="양쪽 모서리가 둥근 사각형 52">
              <a:extLst>
                <a:ext uri="{FF2B5EF4-FFF2-40B4-BE49-F238E27FC236}">
                  <a16:creationId xmlns:a16="http://schemas.microsoft.com/office/drawing/2014/main" id="{9795E0C1-250F-1292-4016-1984BE422FAA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54" name="양쪽 모서리가 둥근 사각형 53">
              <a:extLst>
                <a:ext uri="{FF2B5EF4-FFF2-40B4-BE49-F238E27FC236}">
                  <a16:creationId xmlns:a16="http://schemas.microsoft.com/office/drawing/2014/main" id="{47A28D57-450A-EF97-DFFA-6C4CD2B3A8E9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57" name="양쪽 모서리가 둥근 사각형 56">
              <a:extLst>
                <a:ext uri="{FF2B5EF4-FFF2-40B4-BE49-F238E27FC236}">
                  <a16:creationId xmlns:a16="http://schemas.microsoft.com/office/drawing/2014/main" id="{C6B76931-23B6-346A-323D-CB75C6777884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58" name="양쪽 모서리가 둥근 사각형 57">
              <a:extLst>
                <a:ext uri="{FF2B5EF4-FFF2-40B4-BE49-F238E27FC236}">
                  <a16:creationId xmlns:a16="http://schemas.microsoft.com/office/drawing/2014/main" id="{F1D036F5-D47D-0BF4-2E7B-A870ABD8DAFA}"/>
                </a:ext>
              </a:extLst>
            </p:cNvPr>
            <p:cNvSpPr/>
            <p:nvPr/>
          </p:nvSpPr>
          <p:spPr>
            <a:xfrm>
              <a:off x="4552476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59" name="양쪽 모서리가 둥근 사각형 58">
              <a:extLst>
                <a:ext uri="{FF2B5EF4-FFF2-40B4-BE49-F238E27FC236}">
                  <a16:creationId xmlns:a16="http://schemas.microsoft.com/office/drawing/2014/main" id="{E43D7E34-D309-7323-7D84-40E065337798}"/>
                </a:ext>
              </a:extLst>
            </p:cNvPr>
            <p:cNvSpPr/>
            <p:nvPr/>
          </p:nvSpPr>
          <p:spPr>
            <a:xfrm>
              <a:off x="5564159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60" name="Teardrop 1">
            <a:extLst>
              <a:ext uri="{FF2B5EF4-FFF2-40B4-BE49-F238E27FC236}">
                <a16:creationId xmlns:a16="http://schemas.microsoft.com/office/drawing/2014/main" id="{ABBA944C-3C09-8A58-BF9F-72FB9BF6A393}"/>
              </a:ext>
            </a:extLst>
          </p:cNvPr>
          <p:cNvSpPr/>
          <p:nvPr/>
        </p:nvSpPr>
        <p:spPr>
          <a:xfrm rot="16200000" flipH="1" flipV="1">
            <a:off x="2211820" y="110679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758AFC0E-6E16-8D8D-9C23-CD8E63D60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069285"/>
              </p:ext>
            </p:extLst>
          </p:nvPr>
        </p:nvGraphicFramePr>
        <p:xfrm>
          <a:off x="2311681" y="4229042"/>
          <a:ext cx="6948000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528">
                  <a:extLst>
                    <a:ext uri="{9D8B030D-6E8A-4147-A177-3AD203B41FA5}">
                      <a16:colId xmlns:a16="http://schemas.microsoft.com/office/drawing/2014/main" val="714143658"/>
                    </a:ext>
                  </a:extLst>
                </a:gridCol>
                <a:gridCol w="5899472">
                  <a:extLst>
                    <a:ext uri="{9D8B030D-6E8A-4147-A177-3AD203B41FA5}">
                      <a16:colId xmlns:a16="http://schemas.microsoft.com/office/drawing/2014/main" val="65067949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객실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어른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700" b="1" kern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R20250201-02</a:t>
                      </a:r>
                      <a:endParaRPr lang="ko-KR" altLang="en-US" sz="700" b="1" kern="0" spc="-3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78873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객실 금액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소계 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220,000 (</a:t>
                      </a:r>
                      <a:r>
                        <a:rPr lang="ko-KR" altLang="en-US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통화 </a:t>
                      </a:r>
                      <a:r>
                        <a:rPr lang="en-US" altLang="ko-KR" sz="700" b="1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KRW)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1" kern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514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객실타입이 출력되는 영역 입니다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7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공급가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TAX : 20,000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봉사료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0 / 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합계 금액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39835"/>
                  </a:ext>
                </a:extLst>
              </a:tr>
            </a:tbl>
          </a:graphicData>
        </a:graphic>
      </p:graphicFrame>
      <p:sp>
        <p:nvSpPr>
          <p:cNvPr id="62" name="Chevron Left">
            <a:extLst>
              <a:ext uri="{FF2B5EF4-FFF2-40B4-BE49-F238E27FC236}">
                <a16:creationId xmlns:a16="http://schemas.microsoft.com/office/drawing/2014/main" id="{C65852F6-F208-F8F6-B25F-F8700D01BBAE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18693" y="4252016"/>
            <a:ext cx="79375" cy="144462"/>
          </a:xfrm>
          <a:custGeom>
            <a:avLst/>
            <a:gdLst>
              <a:gd name="T0" fmla="*/ 296 w 324"/>
              <a:gd name="T1" fmla="*/ 593 h 593"/>
              <a:gd name="T2" fmla="*/ 324 w 324"/>
              <a:gd name="T3" fmla="*/ 565 h 593"/>
              <a:gd name="T4" fmla="*/ 55 w 324"/>
              <a:gd name="T5" fmla="*/ 297 h 593"/>
              <a:gd name="T6" fmla="*/ 324 w 324"/>
              <a:gd name="T7" fmla="*/ 28 h 593"/>
              <a:gd name="T8" fmla="*/ 296 w 324"/>
              <a:gd name="T9" fmla="*/ 0 h 593"/>
              <a:gd name="T10" fmla="*/ 0 w 324"/>
              <a:gd name="T11" fmla="*/ 297 h 593"/>
              <a:gd name="T12" fmla="*/ 296 w 324"/>
              <a:gd name="T13" fmla="*/ 593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593">
                <a:moveTo>
                  <a:pt x="296" y="593"/>
                </a:moveTo>
                <a:lnTo>
                  <a:pt x="324" y="565"/>
                </a:lnTo>
                <a:lnTo>
                  <a:pt x="55" y="297"/>
                </a:lnTo>
                <a:lnTo>
                  <a:pt x="324" y="28"/>
                </a:lnTo>
                <a:lnTo>
                  <a:pt x="296" y="0"/>
                </a:lnTo>
                <a:lnTo>
                  <a:pt x="0" y="297"/>
                </a:lnTo>
                <a:lnTo>
                  <a:pt x="296" y="593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E32A377-EEF7-09C0-D239-6DE0C6C90E7C}"/>
              </a:ext>
            </a:extLst>
          </p:cNvPr>
          <p:cNvGrpSpPr/>
          <p:nvPr/>
        </p:nvGrpSpPr>
        <p:grpSpPr>
          <a:xfrm>
            <a:off x="5079312" y="5068739"/>
            <a:ext cx="1272170" cy="511096"/>
            <a:chOff x="3926592" y="5949418"/>
            <a:chExt cx="1272170" cy="511096"/>
          </a:xfrm>
        </p:grpSpPr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10F5CD1B-6043-1BDD-04F6-9E9573F7635D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ko-KR" altLang="en-US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   </a:t>
              </a:r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0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937F7F49-A8BA-482D-A674-396941D779F4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객실 봉사료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B6C146F6-D000-09F3-FA79-6DE878F2AEDD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CFE4BD2A-125B-2527-FE3F-8C11C41EFE60}"/>
              </a:ext>
            </a:extLst>
          </p:cNvPr>
          <p:cNvGrpSpPr/>
          <p:nvPr/>
        </p:nvGrpSpPr>
        <p:grpSpPr>
          <a:xfrm>
            <a:off x="6391731" y="5068739"/>
            <a:ext cx="1272170" cy="511096"/>
            <a:chOff x="3926592" y="5949418"/>
            <a:chExt cx="1272170" cy="511096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8651FAAF-0C1F-7A85-BF4F-DFCE0BC7E493}"/>
                </a:ext>
              </a:extLst>
            </p:cNvPr>
            <p:cNvSpPr txBox="1"/>
            <p:nvPr/>
          </p:nvSpPr>
          <p:spPr>
            <a:xfrm>
              <a:off x="3926592" y="6027995"/>
              <a:ext cx="127217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ko-KR" b="1" dirty="0">
                  <a:latin typeface="NanumMyeongjo" panose="02000300000000000000" pitchFamily="2" charset="-127"/>
                  <a:ea typeface="NanumMyeongjo" panose="02000300000000000000" pitchFamily="2" charset="-127"/>
                </a:rPr>
                <a:t>-50,000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A0F79B52-BD03-3197-4C49-7B21D3C6B677}"/>
                </a:ext>
              </a:extLst>
            </p:cNvPr>
            <p:cNvSpPr txBox="1"/>
            <p:nvPr/>
          </p:nvSpPr>
          <p:spPr>
            <a:xfrm>
              <a:off x="4078995" y="5949418"/>
              <a:ext cx="895377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금액 조정 합계</a:t>
              </a:r>
              <a:endParaRPr kumimoji="1" lang="ko-Kore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AA7EB24-399F-C621-B943-40092E9BEEF3}"/>
                </a:ext>
              </a:extLst>
            </p:cNvPr>
            <p:cNvSpPr txBox="1"/>
            <p:nvPr/>
          </p:nvSpPr>
          <p:spPr>
            <a:xfrm>
              <a:off x="4329923" y="6368181"/>
              <a:ext cx="711831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KRW/TAX </a:t>
              </a:r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Myeongjo" panose="02000300000000000000" pitchFamily="2" charset="-127"/>
                  <a:ea typeface="NanumMyeongjo" panose="02000300000000000000" pitchFamily="2" charset="-127"/>
                </a:rPr>
                <a:t>포함</a:t>
              </a:r>
              <a:endParaRPr kumimoji="1" lang="ko-Kore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9850884-A4BA-DABB-5FAE-EA45CE6A5CB3}"/>
              </a:ext>
            </a:extLst>
          </p:cNvPr>
          <p:cNvGrpSpPr/>
          <p:nvPr/>
        </p:nvGrpSpPr>
        <p:grpSpPr>
          <a:xfrm>
            <a:off x="4979682" y="5245087"/>
            <a:ext cx="191168" cy="173789"/>
            <a:chOff x="10466789" y="6047079"/>
            <a:chExt cx="191168" cy="173789"/>
          </a:xfrm>
        </p:grpSpPr>
        <p:pic>
          <p:nvPicPr>
            <p:cNvPr id="264" name="그래픽 263" descr="추가 단색으로 채워진">
              <a:extLst>
                <a:ext uri="{FF2B5EF4-FFF2-40B4-BE49-F238E27FC236}">
                  <a16:creationId xmlns:a16="http://schemas.microsoft.com/office/drawing/2014/main" id="{AEE664FC-4DFC-CAC7-3A94-EEFDA0732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65" name="타원 264">
              <a:extLst>
                <a:ext uri="{FF2B5EF4-FFF2-40B4-BE49-F238E27FC236}">
                  <a16:creationId xmlns:a16="http://schemas.microsoft.com/office/drawing/2014/main" id="{3D566139-932E-DE6F-CCED-64A847375EB6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74DFC634-FB8A-5D2C-72ED-7C5251E90897}"/>
              </a:ext>
            </a:extLst>
          </p:cNvPr>
          <p:cNvGrpSpPr/>
          <p:nvPr/>
        </p:nvGrpSpPr>
        <p:grpSpPr>
          <a:xfrm>
            <a:off x="3691795" y="5245087"/>
            <a:ext cx="191168" cy="173789"/>
            <a:chOff x="10466789" y="6047079"/>
            <a:chExt cx="191168" cy="173789"/>
          </a:xfrm>
        </p:grpSpPr>
        <p:pic>
          <p:nvPicPr>
            <p:cNvPr id="267" name="그래픽 266" descr="추가 단색으로 채워진">
              <a:extLst>
                <a:ext uri="{FF2B5EF4-FFF2-40B4-BE49-F238E27FC236}">
                  <a16:creationId xmlns:a16="http://schemas.microsoft.com/office/drawing/2014/main" id="{2E31B9B1-3F20-F6C2-8890-594C9BA7C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68" name="타원 267">
              <a:extLst>
                <a:ext uri="{FF2B5EF4-FFF2-40B4-BE49-F238E27FC236}">
                  <a16:creationId xmlns:a16="http://schemas.microsoft.com/office/drawing/2014/main" id="{2803C4BE-366C-DF54-43F4-5A4DAC7C3C89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E6CD05D0-0BA5-FC2B-A8DD-B53D6A738070}"/>
              </a:ext>
            </a:extLst>
          </p:cNvPr>
          <p:cNvGrpSpPr/>
          <p:nvPr/>
        </p:nvGrpSpPr>
        <p:grpSpPr>
          <a:xfrm>
            <a:off x="6277229" y="5245087"/>
            <a:ext cx="191168" cy="173789"/>
            <a:chOff x="10466789" y="6047079"/>
            <a:chExt cx="191168" cy="173789"/>
          </a:xfrm>
        </p:grpSpPr>
        <p:pic>
          <p:nvPicPr>
            <p:cNvPr id="273" name="그래픽 272" descr="추가 단색으로 채워진">
              <a:extLst>
                <a:ext uri="{FF2B5EF4-FFF2-40B4-BE49-F238E27FC236}">
                  <a16:creationId xmlns:a16="http://schemas.microsoft.com/office/drawing/2014/main" id="{A7564FB0-3031-68FC-A7BE-401AA045D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80142" y="6051742"/>
              <a:ext cx="164463" cy="164463"/>
            </a:xfrm>
            <a:prstGeom prst="rect">
              <a:avLst/>
            </a:prstGeom>
          </p:spPr>
        </p:pic>
        <p:sp>
          <p:nvSpPr>
            <p:cNvPr id="274" name="타원 273">
              <a:extLst>
                <a:ext uri="{FF2B5EF4-FFF2-40B4-BE49-F238E27FC236}">
                  <a16:creationId xmlns:a16="http://schemas.microsoft.com/office/drawing/2014/main" id="{8A3A3318-729E-EB52-AA70-78176B5D8D19}"/>
                </a:ext>
              </a:extLst>
            </p:cNvPr>
            <p:cNvSpPr/>
            <p:nvPr/>
          </p:nvSpPr>
          <p:spPr>
            <a:xfrm>
              <a:off x="10466789" y="6047079"/>
              <a:ext cx="191168" cy="173789"/>
            </a:xfrm>
            <a:prstGeom prst="ellipse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608D98B2-4307-6530-BA9D-9320C25F2581}"/>
              </a:ext>
            </a:extLst>
          </p:cNvPr>
          <p:cNvSpPr/>
          <p:nvPr/>
        </p:nvSpPr>
        <p:spPr>
          <a:xfrm>
            <a:off x="2363980" y="1497482"/>
            <a:ext cx="61679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금액 조정 추가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B7B13DA3-AA27-5559-8FC5-E81B3D4D511A}"/>
              </a:ext>
            </a:extLst>
          </p:cNvPr>
          <p:cNvSpPr txBox="1"/>
          <p:nvPr/>
        </p:nvSpPr>
        <p:spPr>
          <a:xfrm>
            <a:off x="2988395" y="1471688"/>
            <a:ext cx="35367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추가 결제가 필요할 경우 </a:t>
            </a:r>
            <a:r>
              <a:rPr kumimoji="1" lang="ko-KR" altLang="en-US" sz="7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관리가가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판단하여 사용 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1C252E00-FE30-7593-74EC-2AB6029F193A}"/>
              </a:ext>
            </a:extLst>
          </p:cNvPr>
          <p:cNvSpPr txBox="1"/>
          <p:nvPr/>
        </p:nvSpPr>
        <p:spPr>
          <a:xfrm>
            <a:off x="3925869" y="1233071"/>
            <a:ext cx="35367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마켓 코드가 </a:t>
            </a:r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OTA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로 들어온 결제 상태는 결제완료 상태로 </a:t>
            </a:r>
            <a:r>
              <a:rPr kumimoji="1" lang="ko-KR" altLang="en-US" sz="7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인입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0DD2B053-2E31-6181-4CE2-994CA2E623DE}"/>
              </a:ext>
            </a:extLst>
          </p:cNvPr>
          <p:cNvSpPr txBox="1"/>
          <p:nvPr/>
        </p:nvSpPr>
        <p:spPr>
          <a:xfrm>
            <a:off x="4163070" y="1975510"/>
            <a:ext cx="144650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OTA 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예약의 경우 취소 불가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81404107-246E-01C4-35D6-6691D83E69A4}"/>
              </a:ext>
            </a:extLst>
          </p:cNvPr>
          <p:cNvSpPr txBox="1"/>
          <p:nvPr/>
        </p:nvSpPr>
        <p:spPr>
          <a:xfrm>
            <a:off x="4163070" y="4226341"/>
            <a:ext cx="144650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</a:t>
            </a:r>
            <a:r>
              <a:rPr kumimoji="1"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OTA  </a:t>
            </a:r>
            <a:r>
              <a:rPr lang="ko-KR" altLang="en-US" sz="7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예약의 경우 취소 불가</a:t>
            </a:r>
            <a:endParaRPr kumimoji="1" lang="ko-KR" altLang="en-US" sz="7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92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3E60-2848-1509-0F74-A44BC523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F40EDD3-B7AF-98BA-12A8-7154E44C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691F7697-6FE6-8821-E4EC-043C003BE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예치금 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56A7E5C-BBD0-AB82-2981-A9A25D08D8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F227D12-A7E3-E5C1-BBF7-8EEB944E8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F4B79B-0255-31A6-B3E4-065210D69CCC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0E94058E-0FB5-7A1F-62DF-6FA15EC70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460888"/>
              </p:ext>
            </p:extLst>
          </p:nvPr>
        </p:nvGraphicFramePr>
        <p:xfrm>
          <a:off x="9406740" y="440717"/>
          <a:ext cx="2785260" cy="2013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예치금 정보는 각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사에서 수급 받은 값 만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VIEW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처리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주문건의 경우 예치금 수단은 신용카드만 허용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8DDA76A6-AABB-BDB6-449D-7BC90477EE5A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8E7713-AEF1-F398-3F75-037E7D9B3322}"/>
              </a:ext>
            </a:extLst>
          </p:cNvPr>
          <p:cNvSpPr/>
          <p:nvPr/>
        </p:nvSpPr>
        <p:spPr>
          <a:xfrm>
            <a:off x="47328" y="6682109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/>
              <a:t>▾</a:t>
            </a:r>
            <a:r>
              <a:rPr lang="ko-KR" altLang="en-US" sz="700" dirty="0"/>
              <a:t> 다음 페이지에서 계속</a:t>
            </a:r>
          </a:p>
        </p:txBody>
      </p:sp>
      <p:graphicFrame>
        <p:nvGraphicFramePr>
          <p:cNvPr id="132" name="표 131">
            <a:extLst>
              <a:ext uri="{FF2B5EF4-FFF2-40B4-BE49-F238E27FC236}">
                <a16:creationId xmlns:a16="http://schemas.microsoft.com/office/drawing/2014/main" id="{806D824E-D48E-23C3-93CF-3511192E8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509227"/>
              </p:ext>
            </p:extLst>
          </p:nvPr>
        </p:nvGraphicFramePr>
        <p:xfrm>
          <a:off x="1487971" y="1319380"/>
          <a:ext cx="7746196" cy="994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274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894538">
                  <a:extLst>
                    <a:ext uri="{9D8B030D-6E8A-4147-A177-3AD203B41FA5}">
                      <a16:colId xmlns:a16="http://schemas.microsoft.com/office/drawing/2014/main" val="1236396501"/>
                    </a:ext>
                  </a:extLst>
                </a:gridCol>
                <a:gridCol w="1393289">
                  <a:extLst>
                    <a:ext uri="{9D8B030D-6E8A-4147-A177-3AD203B41FA5}">
                      <a16:colId xmlns:a16="http://schemas.microsoft.com/office/drawing/2014/main" val="2685378222"/>
                    </a:ext>
                  </a:extLst>
                </a:gridCol>
                <a:gridCol w="2490095">
                  <a:extLst>
                    <a:ext uri="{9D8B030D-6E8A-4147-A177-3AD203B41FA5}">
                      <a16:colId xmlns:a16="http://schemas.microsoft.com/office/drawing/2014/main" val="4124465223"/>
                    </a:ext>
                  </a:extLst>
                </a:gridCol>
              </a:tblGrid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예치금 수단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신용카드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카드사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VISA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1234-1234-1234-1234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CVC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676581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유효기간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02/30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 비밀번호 </a:t>
                      </a: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뒷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자리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59200"/>
                  </a:ext>
                </a:extLst>
              </a:tr>
              <a:tr h="2487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KRW 300,000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989311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63327F22-C861-8AE2-036E-7BDA40023B9D}"/>
              </a:ext>
            </a:extLst>
          </p:cNvPr>
          <p:cNvSpPr txBox="1"/>
          <p:nvPr/>
        </p:nvSpPr>
        <p:spPr>
          <a:xfrm>
            <a:off x="1405715" y="1057897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예치금 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D84D128-5AD8-FFC2-DA76-C3C60AE1597A}"/>
              </a:ext>
            </a:extLst>
          </p:cNvPr>
          <p:cNvGrpSpPr/>
          <p:nvPr/>
        </p:nvGrpSpPr>
        <p:grpSpPr>
          <a:xfrm rot="10800000">
            <a:off x="1289409" y="994238"/>
            <a:ext cx="360000" cy="372571"/>
            <a:chOff x="3180625" y="5062589"/>
            <a:chExt cx="360000" cy="372571"/>
          </a:xfrm>
        </p:grpSpPr>
        <p:cxnSp>
          <p:nvCxnSpPr>
            <p:cNvPr id="27" name="직선 연결선 206">
              <a:extLst>
                <a:ext uri="{FF2B5EF4-FFF2-40B4-BE49-F238E27FC236}">
                  <a16:creationId xmlns:a16="http://schemas.microsoft.com/office/drawing/2014/main" id="{3D8161BA-2A8B-F194-5F5F-1DB9ACAF7B3B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A7DAA423-6DA0-76BE-1609-4082210D1BE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5473AA9-1FB2-963B-C45E-5D048F567371}"/>
              </a:ext>
            </a:extLst>
          </p:cNvPr>
          <p:cNvGrpSpPr/>
          <p:nvPr/>
        </p:nvGrpSpPr>
        <p:grpSpPr>
          <a:xfrm>
            <a:off x="1491675" y="724347"/>
            <a:ext cx="5055799" cy="263263"/>
            <a:chOff x="1512625" y="1374043"/>
            <a:chExt cx="5055799" cy="263263"/>
          </a:xfrm>
        </p:grpSpPr>
        <p:sp>
          <p:nvSpPr>
            <p:cNvPr id="35" name="양쪽 모서리가 둥근 사각형 34">
              <a:extLst>
                <a:ext uri="{FF2B5EF4-FFF2-40B4-BE49-F238E27FC236}">
                  <a16:creationId xmlns:a16="http://schemas.microsoft.com/office/drawing/2014/main" id="{63AEE2D5-650F-C8A4-D7F0-9B5B31B927D0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36" name="양쪽 모서리가 둥근 사각형 35">
              <a:extLst>
                <a:ext uri="{FF2B5EF4-FFF2-40B4-BE49-F238E27FC236}">
                  <a16:creationId xmlns:a16="http://schemas.microsoft.com/office/drawing/2014/main" id="{AD2A7A9D-1F81-E40D-4E66-AF358AFACDF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37" name="양쪽 모서리가 둥근 사각형 36">
              <a:extLst>
                <a:ext uri="{FF2B5EF4-FFF2-40B4-BE49-F238E27FC236}">
                  <a16:creationId xmlns:a16="http://schemas.microsoft.com/office/drawing/2014/main" id="{9356F653-CA00-B107-1082-1663755C1BF0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38" name="양쪽 모서리가 둥근 사각형 37">
              <a:extLst>
                <a:ext uri="{FF2B5EF4-FFF2-40B4-BE49-F238E27FC236}">
                  <a16:creationId xmlns:a16="http://schemas.microsoft.com/office/drawing/2014/main" id="{9FDAAD36-6E3E-8EA7-1B52-094E5A031788}"/>
                </a:ext>
              </a:extLst>
            </p:cNvPr>
            <p:cNvSpPr/>
            <p:nvPr/>
          </p:nvSpPr>
          <p:spPr>
            <a:xfrm>
              <a:off x="4545058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9" name="양쪽 모서리가 둥근 사각형 38">
              <a:extLst>
                <a:ext uri="{FF2B5EF4-FFF2-40B4-BE49-F238E27FC236}">
                  <a16:creationId xmlns:a16="http://schemas.microsoft.com/office/drawing/2014/main" id="{0502ED60-6D08-2801-269E-0C400445CB19}"/>
                </a:ext>
              </a:extLst>
            </p:cNvPr>
            <p:cNvSpPr/>
            <p:nvPr/>
          </p:nvSpPr>
          <p:spPr>
            <a:xfrm>
              <a:off x="5556741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" name="Teardrop 1">
            <a:extLst>
              <a:ext uri="{FF2B5EF4-FFF2-40B4-BE49-F238E27FC236}">
                <a16:creationId xmlns:a16="http://schemas.microsoft.com/office/drawing/2014/main" id="{362B5ABB-5675-2AA8-D0CB-58D54CFF231E}"/>
              </a:ext>
            </a:extLst>
          </p:cNvPr>
          <p:cNvSpPr/>
          <p:nvPr/>
        </p:nvSpPr>
        <p:spPr>
          <a:xfrm rot="16200000" flipH="1" flipV="1">
            <a:off x="1495408" y="124645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5124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EA7C-BCBE-2880-5A72-6476F885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8C7A618-F8FD-F005-98B6-0023067B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예약관리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99ECA0B5-96CF-E0CD-BBD5-8029320A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예약관리 </a:t>
            </a:r>
            <a:r>
              <a:rPr lang="en-US" altLang="ko-KR" dirty="0"/>
              <a:t>&gt;</a:t>
            </a:r>
            <a:r>
              <a:rPr lang="ko-KR" altLang="en-US" dirty="0"/>
              <a:t> 예약관리 </a:t>
            </a:r>
            <a:r>
              <a:rPr lang="en-US" altLang="ko-KR" dirty="0"/>
              <a:t>&gt;</a:t>
            </a:r>
            <a:r>
              <a:rPr lang="ko-KR" altLang="en-US" dirty="0"/>
              <a:t> 기타정보</a:t>
            </a:r>
            <a:r>
              <a:rPr lang="en-US" altLang="ko-KR" dirty="0"/>
              <a:t>(</a:t>
            </a:r>
            <a:r>
              <a:rPr lang="ko-KR" altLang="en-US" dirty="0"/>
              <a:t>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4FFBCDF-F02D-126B-B2EC-5DE3CE9BDB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74CE8AB-751D-F8E3-78E5-D686F450A7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예약관리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68E331-F60E-229D-0AAD-B526BB2AA551}"/>
              </a:ext>
            </a:extLst>
          </p:cNvPr>
          <p:cNvSpPr/>
          <p:nvPr/>
        </p:nvSpPr>
        <p:spPr>
          <a:xfrm>
            <a:off x="47328" y="499683"/>
            <a:ext cx="1368152" cy="6285838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A419D920-55B5-2B99-A69C-9A1F50C98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36297"/>
              </p:ext>
            </p:extLst>
          </p:nvPr>
        </p:nvGraphicFramePr>
        <p:xfrm>
          <a:off x="9406740" y="440717"/>
          <a:ext cx="2785260" cy="3281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OTA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 건의 경우 각 플랫폼에서 입력한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고객 코멘트 정보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GET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하여 출력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없으면 미 출력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7D07375C-D54B-F74C-D376-62D7528E91E7}"/>
              </a:ext>
            </a:extLst>
          </p:cNvPr>
          <p:cNvSpPr/>
          <p:nvPr/>
        </p:nvSpPr>
        <p:spPr>
          <a:xfrm>
            <a:off x="47328" y="491100"/>
            <a:ext cx="9290121" cy="11921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/>
              <a:t>▲ 이전 페이지에서 계속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BFEC1A-F7EC-5754-C4B2-EA0756A5E5F0}"/>
              </a:ext>
            </a:extLst>
          </p:cNvPr>
          <p:cNvSpPr txBox="1"/>
          <p:nvPr/>
        </p:nvSpPr>
        <p:spPr>
          <a:xfrm>
            <a:off x="1427884" y="1069501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고객 요청사항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A9FA9A2-62CA-2A73-1BBA-24A1D04CA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82857"/>
              </p:ext>
            </p:extLst>
          </p:nvPr>
        </p:nvGraphicFramePr>
        <p:xfrm>
          <a:off x="1513108" y="1332832"/>
          <a:ext cx="7746196" cy="306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306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높은 층으로 잡아 주시고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방 키는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미리 준비 해주세요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CF15D9D-16C2-01C0-7AE5-B87CD85DEF7B}"/>
              </a:ext>
            </a:extLst>
          </p:cNvPr>
          <p:cNvSpPr txBox="1"/>
          <p:nvPr/>
        </p:nvSpPr>
        <p:spPr>
          <a:xfrm>
            <a:off x="1427884" y="1723913"/>
            <a:ext cx="30840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ko-KR" altLang="en-US" sz="800" b="1">
                <a:latin typeface="+mn-ea"/>
                <a:ea typeface="+mn-ea"/>
              </a:rPr>
              <a:t>  관리자 메모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DF7DBC8-296F-3119-DFBD-CCF9656AC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90104"/>
              </p:ext>
            </p:extLst>
          </p:nvPr>
        </p:nvGraphicFramePr>
        <p:xfrm>
          <a:off x="1513108" y="2493178"/>
          <a:ext cx="7746196" cy="486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6196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</a:tblGrid>
              <a:tr h="486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객실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고층 배정 요청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14:00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VIP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고객 친구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웰컴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프릇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준비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3493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0266A4D7-BC43-8D2F-C456-A8D1EE5F1860}"/>
              </a:ext>
            </a:extLst>
          </p:cNvPr>
          <p:cNvGrpSpPr/>
          <p:nvPr/>
        </p:nvGrpSpPr>
        <p:grpSpPr>
          <a:xfrm>
            <a:off x="1513108" y="1985788"/>
            <a:ext cx="7723583" cy="438118"/>
            <a:chOff x="1513108" y="1982770"/>
            <a:chExt cx="7723583" cy="43811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342A928-4619-17D1-A42D-22B99B072061}"/>
                </a:ext>
              </a:extLst>
            </p:cNvPr>
            <p:cNvSpPr/>
            <p:nvPr/>
          </p:nvSpPr>
          <p:spPr>
            <a:xfrm>
              <a:off x="1513108" y="1988840"/>
              <a:ext cx="7247188" cy="432048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게시글을 등록하세요</a:t>
              </a:r>
              <a:r>
                <a:rPr kumimoji="1"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.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476118C-C338-05B6-45D1-28945635631B}"/>
                </a:ext>
              </a:extLst>
            </p:cNvPr>
            <p:cNvSpPr/>
            <p:nvPr/>
          </p:nvSpPr>
          <p:spPr>
            <a:xfrm>
              <a:off x="8806439" y="1982770"/>
              <a:ext cx="430252" cy="432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700" kern="0" spc="-9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저장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AAE831D-977A-8AC6-3C32-3E7E294FCC89}"/>
                </a:ext>
              </a:extLst>
            </p:cNvPr>
            <p:cNvGrpSpPr/>
            <p:nvPr/>
          </p:nvGrpSpPr>
          <p:grpSpPr>
            <a:xfrm>
              <a:off x="8635145" y="2015606"/>
              <a:ext cx="86270" cy="383158"/>
              <a:chOff x="8635145" y="2015606"/>
              <a:chExt cx="86270" cy="38315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360AD3C7-50DD-7B66-31E3-F365B199A97B}"/>
                  </a:ext>
                </a:extLst>
              </p:cNvPr>
              <p:cNvSpPr/>
              <p:nvPr/>
            </p:nvSpPr>
            <p:spPr>
              <a:xfrm>
                <a:off x="8635145" y="2015606"/>
                <a:ext cx="86270" cy="383158"/>
              </a:xfrm>
              <a:prstGeom prst="round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6" name="모서리가 둥근 직사각형 35">
                <a:extLst>
                  <a:ext uri="{FF2B5EF4-FFF2-40B4-BE49-F238E27FC236}">
                    <a16:creationId xmlns:a16="http://schemas.microsoft.com/office/drawing/2014/main" id="{14B51950-5FB2-8874-C59F-F6C5AD5D782E}"/>
                  </a:ext>
                </a:extLst>
              </p:cNvPr>
              <p:cNvSpPr/>
              <p:nvPr/>
            </p:nvSpPr>
            <p:spPr>
              <a:xfrm>
                <a:off x="8651497" y="2025525"/>
                <a:ext cx="57842" cy="216283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42" name="Close">
            <a:extLst>
              <a:ext uri="{FF2B5EF4-FFF2-40B4-BE49-F238E27FC236}">
                <a16:creationId xmlns:a16="http://schemas.microsoft.com/office/drawing/2014/main" id="{2DBF4E65-3021-AAEC-8CC0-09F25AFF2D9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727381" y="2607546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lose">
            <a:extLst>
              <a:ext uri="{FF2B5EF4-FFF2-40B4-BE49-F238E27FC236}">
                <a16:creationId xmlns:a16="http://schemas.microsoft.com/office/drawing/2014/main" id="{F6ED7733-879B-F209-B028-587CC38EDE5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81927" y="2784631"/>
            <a:ext cx="125841" cy="127074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4D558FF-780D-72A0-B9C5-BA6CA6B98425}"/>
              </a:ext>
            </a:extLst>
          </p:cNvPr>
          <p:cNvSpPr/>
          <p:nvPr/>
        </p:nvSpPr>
        <p:spPr>
          <a:xfrm>
            <a:off x="5171080" y="6475367"/>
            <a:ext cx="430252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25629BE-583F-FEC9-DDA9-50DD2845CB6F}"/>
              </a:ext>
            </a:extLst>
          </p:cNvPr>
          <p:cNvGrpSpPr/>
          <p:nvPr/>
        </p:nvGrpSpPr>
        <p:grpSpPr>
          <a:xfrm rot="10800000">
            <a:off x="1289409" y="978074"/>
            <a:ext cx="360000" cy="372571"/>
            <a:chOff x="3180625" y="5062589"/>
            <a:chExt cx="360000" cy="372571"/>
          </a:xfrm>
        </p:grpSpPr>
        <p:cxnSp>
          <p:nvCxnSpPr>
            <p:cNvPr id="22" name="직선 연결선 206">
              <a:extLst>
                <a:ext uri="{FF2B5EF4-FFF2-40B4-BE49-F238E27FC236}">
                  <a16:creationId xmlns:a16="http://schemas.microsoft.com/office/drawing/2014/main" id="{7A8EA543-0D38-843E-3229-CB06BC758823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E1DE521C-1B5F-BFB9-4931-078DBF01CA8C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09ED480-9858-4F65-8EB5-AEAF3E91A560}"/>
              </a:ext>
            </a:extLst>
          </p:cNvPr>
          <p:cNvGrpSpPr/>
          <p:nvPr/>
        </p:nvGrpSpPr>
        <p:grpSpPr>
          <a:xfrm>
            <a:off x="1491675" y="724347"/>
            <a:ext cx="5064411" cy="263263"/>
            <a:chOff x="1512625" y="1374043"/>
            <a:chExt cx="5064411" cy="263263"/>
          </a:xfrm>
        </p:grpSpPr>
        <p:sp>
          <p:nvSpPr>
            <p:cNvPr id="25" name="양쪽 모서리가 둥근 사각형 24">
              <a:extLst>
                <a:ext uri="{FF2B5EF4-FFF2-40B4-BE49-F238E27FC236}">
                  <a16:creationId xmlns:a16="http://schemas.microsoft.com/office/drawing/2014/main" id="{1E6689EC-53FF-4D4E-180D-845A6F6B5801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예약정보</a:t>
              </a:r>
            </a:p>
          </p:txBody>
        </p: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D457EDD0-DE3B-8B4E-6E2F-94CB945C3665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상세정보</a:t>
              </a:r>
            </a:p>
          </p:txBody>
        </p:sp>
        <p:sp>
          <p:nvSpPr>
            <p:cNvPr id="28" name="양쪽 모서리가 둥근 사각형 27">
              <a:extLst>
                <a:ext uri="{FF2B5EF4-FFF2-40B4-BE49-F238E27FC236}">
                  <a16:creationId xmlns:a16="http://schemas.microsoft.com/office/drawing/2014/main" id="{998FF6FB-90C0-5458-939D-30F721B548AD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결제정보</a:t>
              </a:r>
            </a:p>
          </p:txBody>
        </p:sp>
        <p:sp>
          <p:nvSpPr>
            <p:cNvPr id="29" name="양쪽 모서리가 둥근 사각형 28">
              <a:extLst>
                <a:ext uri="{FF2B5EF4-FFF2-40B4-BE49-F238E27FC236}">
                  <a16:creationId xmlns:a16="http://schemas.microsoft.com/office/drawing/2014/main" id="{522C2182-2BF5-DEF9-37C1-4D339BE0054D}"/>
                </a:ext>
              </a:extLst>
            </p:cNvPr>
            <p:cNvSpPr/>
            <p:nvPr/>
          </p:nvSpPr>
          <p:spPr>
            <a:xfrm>
              <a:off x="4555325" y="1374043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예치금 정보</a:t>
              </a:r>
            </a:p>
          </p:txBody>
        </p:sp>
        <p:sp>
          <p:nvSpPr>
            <p:cNvPr id="32" name="양쪽 모서리가 둥근 사각형 31">
              <a:extLst>
                <a:ext uri="{FF2B5EF4-FFF2-40B4-BE49-F238E27FC236}">
                  <a16:creationId xmlns:a16="http://schemas.microsoft.com/office/drawing/2014/main" id="{477B9F4A-20CA-1C66-7077-108EA57B5B62}"/>
                </a:ext>
              </a:extLst>
            </p:cNvPr>
            <p:cNvSpPr/>
            <p:nvPr/>
          </p:nvSpPr>
          <p:spPr>
            <a:xfrm>
              <a:off x="5565353" y="1374043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기타정보</a:t>
              </a:r>
            </a:p>
          </p:txBody>
        </p:sp>
      </p:grpSp>
      <p:sp>
        <p:nvSpPr>
          <p:cNvPr id="3" name="Teardrop 1">
            <a:extLst>
              <a:ext uri="{FF2B5EF4-FFF2-40B4-BE49-F238E27FC236}">
                <a16:creationId xmlns:a16="http://schemas.microsoft.com/office/drawing/2014/main" id="{3B56C8F3-9FAC-1A2D-6151-6A5EB313B0D6}"/>
              </a:ext>
            </a:extLst>
          </p:cNvPr>
          <p:cNvSpPr/>
          <p:nvPr/>
        </p:nvSpPr>
        <p:spPr>
          <a:xfrm rot="16200000" flipH="1" flipV="1">
            <a:off x="1447208" y="125564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7765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81636</TotalTime>
  <Words>5687</Words>
  <Application>Microsoft Macintosh PowerPoint</Application>
  <PresentationFormat>와이드스크린</PresentationFormat>
  <Paragraphs>1987</Paragraphs>
  <Slides>29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굴림</vt:lpstr>
      <vt:lpstr>나눔고딕</vt:lpstr>
      <vt:lpstr>나눔고딕</vt:lpstr>
      <vt:lpstr>나눔고딕OTF</vt:lpstr>
      <vt:lpstr>맑은 고딕</vt:lpstr>
      <vt:lpstr>맑은 고딕</vt:lpstr>
      <vt:lpstr>NanumMyeongjo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예약관리 리스트</vt:lpstr>
      <vt:lpstr>PowerPoint 프레젠테이션</vt:lpstr>
      <vt:lpstr>예약관리 등록</vt:lpstr>
      <vt:lpstr>예약관리 등록</vt:lpstr>
      <vt:lpstr>예약관리 등록</vt:lpstr>
      <vt:lpstr>예약관리 등록</vt:lpstr>
      <vt:lpstr>레이트 코드 조회 팝업</vt:lpstr>
      <vt:lpstr>마켓 코드 조회 팝업</vt:lpstr>
      <vt:lpstr>객실 조회 팝업</vt:lpstr>
      <vt:lpstr>층/호수 선택 팝업</vt:lpstr>
      <vt:lpstr>유료 서비스 조회 팝업</vt:lpstr>
      <vt:lpstr>PowerPoint 프레젠테이션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  <vt:lpstr>PowerPoint 프레젠테이션</vt:lpstr>
      <vt:lpstr>예약관리 수정/상세</vt:lpstr>
      <vt:lpstr>예약관리 수정/상세</vt:lpstr>
      <vt:lpstr>예약관리 수정/상세</vt:lpstr>
      <vt:lpstr>예약관리 수정/상세</vt:lpstr>
      <vt:lpstr>예약관리 수정/상세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14878</cp:revision>
  <cp:lastPrinted>2021-10-07T06:19:02Z</cp:lastPrinted>
  <dcterms:created xsi:type="dcterms:W3CDTF">2008-07-01T10:06:20Z</dcterms:created>
  <dcterms:modified xsi:type="dcterms:W3CDTF">2026-03-05T06:46:13Z</dcterms:modified>
</cp:coreProperties>
</file>