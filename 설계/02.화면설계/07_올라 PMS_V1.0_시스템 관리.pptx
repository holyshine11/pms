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2.xml" ContentType="application/vnd.openxmlformats-officedocument.presentationml.notesSlid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notesSlides/notesSlide3.xml" ContentType="application/vnd.openxmlformats-officedocument.presentationml.notesSlide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notesSlides/notesSlide4.xml" ContentType="application/vnd.openxmlformats-officedocument.presentationml.notesSlide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90" r:id="rId1"/>
  </p:sldMasterIdLst>
  <p:notesMasterIdLst>
    <p:notesMasterId r:id="rId10"/>
  </p:notesMasterIdLst>
  <p:handoutMasterIdLst>
    <p:handoutMasterId r:id="rId11"/>
  </p:handoutMasterIdLst>
  <p:sldIdLst>
    <p:sldId id="593" r:id="rId2"/>
    <p:sldId id="594" r:id="rId3"/>
    <p:sldId id="1279" r:id="rId4"/>
    <p:sldId id="1243" r:id="rId5"/>
    <p:sldId id="1276" r:id="rId6"/>
    <p:sldId id="1286" r:id="rId7"/>
    <p:sldId id="1287" r:id="rId8"/>
    <p:sldId id="1288" r:id="rId9"/>
  </p:sldIdLst>
  <p:sldSz cx="12192000" cy="6858000"/>
  <p:notesSz cx="9928225" cy="6797675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BC5E51F6-E9D1-434F-8C5A-59C1BF3F625F}">
          <p14:sldIdLst>
            <p14:sldId id="593"/>
            <p14:sldId id="594"/>
          </p14:sldIdLst>
        </p14:section>
        <p14:section name="그룹코드 관리" id="{E001F80A-F6AA-C54F-9CE7-2F41E3FCFC87}">
          <p14:sldIdLst>
            <p14:sldId id="1279"/>
            <p14:sldId id="1243"/>
            <p14:sldId id="1276"/>
          </p14:sldIdLst>
        </p14:section>
        <p14:section name="공통코드 관리" id="{85D0CB58-6D2A-F74A-A136-4434C0CCC65E}">
          <p14:sldIdLst>
            <p14:sldId id="1286"/>
            <p14:sldId id="1287"/>
            <p14:sldId id="1288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141" userDrawn="1">
          <p15:clr>
            <a:srgbClr val="A4A3A4"/>
          </p15:clr>
        </p15:guide>
        <p15:guide id="2" pos="3127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VNB10081" initials="M" lastIdx="1" clrIdx="0">
    <p:extLst>
      <p:ext uri="{19B8F6BF-5375-455C-9EA6-DF929625EA0E}">
        <p15:presenceInfo xmlns:p15="http://schemas.microsoft.com/office/powerpoint/2012/main" userId="MVNB10081" providerId="None"/>
      </p:ext>
    </p:extLst>
  </p:cmAuthor>
  <p:cmAuthor id="2" name="MV-NB-10035" initials="M" lastIdx="1" clrIdx="1">
    <p:extLst>
      <p:ext uri="{19B8F6BF-5375-455C-9EA6-DF929625EA0E}">
        <p15:presenceInfo xmlns:p15="http://schemas.microsoft.com/office/powerpoint/2012/main" userId="MV-NB-10035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32FF"/>
    <a:srgbClr val="1588EC"/>
    <a:srgbClr val="E0E0E0"/>
    <a:srgbClr val="E4E4E4"/>
    <a:srgbClr val="0E273B"/>
    <a:srgbClr val="FFFFFF"/>
    <a:srgbClr val="0971CE"/>
    <a:srgbClr val="BEDDFA"/>
    <a:srgbClr val="21AB75"/>
    <a:srgbClr val="99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530" autoAdjust="0"/>
    <p:restoredTop sz="96966" autoAdjust="0"/>
  </p:normalViewPr>
  <p:slideViewPr>
    <p:cSldViewPr>
      <p:cViewPr varScale="1">
        <p:scale>
          <a:sx n="137" d="100"/>
          <a:sy n="137" d="100"/>
        </p:scale>
        <p:origin x="4144" y="488"/>
      </p:cViewPr>
      <p:guideLst/>
    </p:cSldViewPr>
  </p:slideViewPr>
  <p:outlineViewPr>
    <p:cViewPr>
      <p:scale>
        <a:sx n="33" d="100"/>
        <a:sy n="33" d="100"/>
      </p:scale>
      <p:origin x="0" y="-2783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112" d="100"/>
          <a:sy n="112" d="100"/>
        </p:scale>
        <p:origin x="4062" y="84"/>
      </p:cViewPr>
      <p:guideLst>
        <p:guide orient="horz" pos="2141"/>
        <p:guide pos="3127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93C4621B-3802-BC5C-C7E4-2E6BB46ADC6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2125" cy="3413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3894800-2685-6DF9-667F-9C47B9CD442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622925" y="0"/>
            <a:ext cx="4303713" cy="3413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869EB4-CB51-6C4C-9306-F25758FE889F}" type="datetimeFigureOut">
              <a:rPr kumimoji="1" lang="ko-KR" altLang="en-US" smtClean="0"/>
              <a:t>2026. 3. 5.</a:t>
            </a:fld>
            <a:endParaRPr kumimoji="1"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1B0BC5F-69EC-00D0-A672-6847C187747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456363"/>
            <a:ext cx="4302125" cy="3413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84EAFA5-28B5-AABF-828A-82F42886093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622925" y="6456363"/>
            <a:ext cx="4303713" cy="3413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EBA4E0-88B1-BD4F-986C-2E10F92CF5B3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9879591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4302231" cy="339884"/>
          </a:xfrm>
          <a:prstGeom prst="rect">
            <a:avLst/>
          </a:prstGeom>
        </p:spPr>
        <p:txBody>
          <a:bodyPr vert="horz" lIns="91321" tIns="45661" rIns="91321" bIns="45661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 b="0" i="0"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3698" y="1"/>
            <a:ext cx="4302231" cy="339884"/>
          </a:xfrm>
          <a:prstGeom prst="rect">
            <a:avLst/>
          </a:prstGeom>
        </p:spPr>
        <p:txBody>
          <a:bodyPr vert="horz" lIns="91321" tIns="45661" rIns="91321" bIns="45661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 b="0" i="0"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pPr>
              <a:defRPr/>
            </a:pPr>
            <a:fld id="{E8AA0AC2-7CD3-45F0-8700-682885C075CF}" type="datetimeFigureOut">
              <a:rPr lang="ko-KR" altLang="en-US" smtClean="0"/>
              <a:pPr>
                <a:defRPr/>
              </a:pPr>
              <a:t>2026. 3. 5.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697163" y="509588"/>
            <a:ext cx="4533900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321" tIns="45661" rIns="91321" bIns="45661" rtlCol="0" anchor="ctr"/>
          <a:lstStyle/>
          <a:p>
            <a:pPr lv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2823" y="3228896"/>
            <a:ext cx="7942580" cy="3058954"/>
          </a:xfrm>
          <a:prstGeom prst="rect">
            <a:avLst/>
          </a:prstGeom>
        </p:spPr>
        <p:txBody>
          <a:bodyPr vert="horz" lIns="91321" tIns="45661" rIns="91321" bIns="45661" rtlCol="0">
            <a:normAutofit/>
          </a:bodyPr>
          <a:lstStyle/>
          <a:p>
            <a:pPr lvl="0"/>
            <a:r>
              <a:rPr lang="ko-KR" altLang="en-US" noProof="0" dirty="0"/>
              <a:t>마스터 텍스트 스타일을 편집합니다</a:t>
            </a:r>
          </a:p>
          <a:p>
            <a:pPr lvl="1"/>
            <a:r>
              <a:rPr lang="ko-KR" altLang="en-US" noProof="0" dirty="0"/>
              <a:t>둘째 수준</a:t>
            </a:r>
          </a:p>
          <a:p>
            <a:pPr lvl="2"/>
            <a:r>
              <a:rPr lang="ko-KR" altLang="en-US" noProof="0" dirty="0"/>
              <a:t>셋째 수준</a:t>
            </a:r>
          </a:p>
          <a:p>
            <a:pPr lvl="3"/>
            <a:r>
              <a:rPr lang="ko-KR" altLang="en-US" noProof="0" dirty="0"/>
              <a:t>넷째 수준</a:t>
            </a:r>
          </a:p>
          <a:p>
            <a:pPr lvl="4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" y="6456613"/>
            <a:ext cx="4302231" cy="339884"/>
          </a:xfrm>
          <a:prstGeom prst="rect">
            <a:avLst/>
          </a:prstGeom>
        </p:spPr>
        <p:txBody>
          <a:bodyPr vert="horz" lIns="91321" tIns="45661" rIns="91321" bIns="45661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 b="0" i="0"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3698" y="6456613"/>
            <a:ext cx="4302231" cy="339884"/>
          </a:xfrm>
          <a:prstGeom prst="rect">
            <a:avLst/>
          </a:prstGeom>
        </p:spPr>
        <p:txBody>
          <a:bodyPr vert="horz" lIns="91321" tIns="45661" rIns="91321" bIns="45661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 b="0" i="0"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140774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NanumGothic" panose="020D0604000000000000" pitchFamily="34" charset="-127"/>
        <a:ea typeface="NanumGothic" panose="020D0604000000000000" pitchFamily="34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NanumGothic" panose="020D0604000000000000" pitchFamily="34" charset="-127"/>
        <a:ea typeface="NanumGothic" panose="020D0604000000000000" pitchFamily="34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NanumGothic" panose="020D0604000000000000" pitchFamily="34" charset="-127"/>
        <a:ea typeface="NanumGothic" panose="020D0604000000000000" pitchFamily="34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NanumGothic" panose="020D0604000000000000" pitchFamily="34" charset="-127"/>
        <a:ea typeface="NanumGothic" panose="020D0604000000000000" pitchFamily="34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NanumGothic" panose="020D0604000000000000" pitchFamily="34" charset="-127"/>
        <a:ea typeface="NanumGothic" panose="020D0604000000000000" pitchFamily="34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479878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362480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24E22-E0FB-C513-379F-DD84B7E0F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3487C0-E888-8A06-E86A-9FA6D1A0BC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AF6E952-1442-AFE4-8CA7-9CD79B4CEB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 dirty="0"/>
              <a:t>공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AB2ADB-3229-4F9C-A267-7BBAD576DF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720521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14CAF-E997-6A08-766B-F219AB4C79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0B87AA-B029-B074-C2A9-064FEF7542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4930C5B-592A-D526-D8E1-A6B56AAE31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4F05CE-8A04-5857-11DF-A08E19B990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547973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16CA95-2F09-D976-318F-3948303E3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14A3DB0-68B5-FEA8-0A80-CBA1853071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AACEC7A-1B90-6EA2-3548-8AB97B2EF5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 dirty="0"/>
              <a:t>공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27018B-D874-7AD6-C4C9-32B2DAF7CC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840357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 userDrawn="1"/>
        </p:nvSpPr>
        <p:spPr>
          <a:xfrm>
            <a:off x="0" y="0"/>
            <a:ext cx="12191999" cy="421200"/>
          </a:xfrm>
          <a:prstGeom prst="rect">
            <a:avLst/>
          </a:prstGeom>
          <a:solidFill>
            <a:srgbClr val="0E27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00" b="0" i="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cxnSp>
        <p:nvCxnSpPr>
          <p:cNvPr id="11" name="직선 연결선 10"/>
          <p:cNvCxnSpPr/>
          <p:nvPr userDrawn="1"/>
        </p:nvCxnSpPr>
        <p:spPr>
          <a:xfrm>
            <a:off x="190640" y="6485868"/>
            <a:ext cx="11810724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>
            <a:spLocks noChangeArrowheads="1"/>
          </p:cNvSpPr>
          <p:nvPr userDrawn="1"/>
        </p:nvSpPr>
        <p:spPr bwMode="auto">
          <a:xfrm>
            <a:off x="151607" y="6525345"/>
            <a:ext cx="439514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D6BB093D-3447-43C0-8660-B1E87EBBAB4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167132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직선 연결선 10"/>
          <p:cNvCxnSpPr/>
          <p:nvPr userDrawn="1"/>
        </p:nvCxnSpPr>
        <p:spPr>
          <a:xfrm>
            <a:off x="190640" y="6485868"/>
            <a:ext cx="1181072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>
            <a:spLocks noChangeArrowheads="1"/>
          </p:cNvSpPr>
          <p:nvPr userDrawn="1"/>
        </p:nvSpPr>
        <p:spPr bwMode="auto">
          <a:xfrm>
            <a:off x="120349" y="6525345"/>
            <a:ext cx="502031" cy="2462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D6BB093D-3447-43C0-8660-B1E87EBBAB40}" type="slidenum">
              <a:rPr kumimoji="0" lang="ko-KR" altLang="en-US" sz="10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10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513093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521788681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019F228D-6EB5-FA35-7212-5C6A861037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7085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426034761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DE9E2F35-5318-8685-0C4C-8E540A7EF9A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0415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HEADER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FOOTER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0859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HEADER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5492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FOOTER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8720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54546A6-D322-964E-AA17-72D89B97C1E7}"/>
              </a:ext>
            </a:extLst>
          </p:cNvPr>
          <p:cNvSpPr/>
          <p:nvPr userDrawn="1"/>
        </p:nvSpPr>
        <p:spPr>
          <a:xfrm>
            <a:off x="3264969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E1DC5155-F261-A246-A4B1-0BBF454128C4}"/>
              </a:ext>
            </a:extLst>
          </p:cNvPr>
          <p:cNvSpPr/>
          <p:nvPr userDrawn="1"/>
        </p:nvSpPr>
        <p:spPr>
          <a:xfrm>
            <a:off x="6266586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CC2ECFC9-2559-7749-B55B-5BAF09C59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6194578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32839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54546A6-D322-964E-AA17-72D89B97C1E7}"/>
              </a:ext>
            </a:extLst>
          </p:cNvPr>
          <p:cNvSpPr/>
          <p:nvPr userDrawn="1"/>
        </p:nvSpPr>
        <p:spPr>
          <a:xfrm>
            <a:off x="3264969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E1DC5155-F261-A246-A4B1-0BBF454128C4}"/>
              </a:ext>
            </a:extLst>
          </p:cNvPr>
          <p:cNvSpPr/>
          <p:nvPr userDrawn="1"/>
        </p:nvSpPr>
        <p:spPr>
          <a:xfrm>
            <a:off x="6266586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95B7CBC-3AF4-4E4A-BAD6-988B99A57675}"/>
              </a:ext>
            </a:extLst>
          </p:cNvPr>
          <p:cNvSpPr/>
          <p:nvPr userDrawn="1"/>
        </p:nvSpPr>
        <p:spPr>
          <a:xfrm>
            <a:off x="6266586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CC2ECFC9-2559-7749-B55B-5BAF09C59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6194578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8043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54546A6-D322-964E-AA17-72D89B97C1E7}"/>
              </a:ext>
            </a:extLst>
          </p:cNvPr>
          <p:cNvSpPr/>
          <p:nvPr userDrawn="1"/>
        </p:nvSpPr>
        <p:spPr>
          <a:xfrm>
            <a:off x="3264969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E1DC5155-F261-A246-A4B1-0BBF454128C4}"/>
              </a:ext>
            </a:extLst>
          </p:cNvPr>
          <p:cNvSpPr/>
          <p:nvPr userDrawn="1"/>
        </p:nvSpPr>
        <p:spPr>
          <a:xfrm>
            <a:off x="6266586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95B7CBC-3AF4-4E4A-BAD6-988B99A57675}"/>
              </a:ext>
            </a:extLst>
          </p:cNvPr>
          <p:cNvSpPr/>
          <p:nvPr userDrawn="1"/>
        </p:nvSpPr>
        <p:spPr>
          <a:xfrm>
            <a:off x="6266586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CC2ECFC9-2559-7749-B55B-5BAF09C59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6194578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2924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54546A6-D322-964E-AA17-72D89B97C1E7}"/>
              </a:ext>
            </a:extLst>
          </p:cNvPr>
          <p:cNvSpPr/>
          <p:nvPr userDrawn="1"/>
        </p:nvSpPr>
        <p:spPr>
          <a:xfrm>
            <a:off x="3264969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E1DC5155-F261-A246-A4B1-0BBF454128C4}"/>
              </a:ext>
            </a:extLst>
          </p:cNvPr>
          <p:cNvSpPr/>
          <p:nvPr userDrawn="1"/>
        </p:nvSpPr>
        <p:spPr>
          <a:xfrm>
            <a:off x="6266586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CC2ECFC9-2559-7749-B55B-5BAF09C59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6194578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3853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5046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3415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1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A3838BF-7557-FEF1-B2AA-498A086256BC}"/>
              </a:ext>
            </a:extLst>
          </p:cNvPr>
          <p:cNvSpPr/>
          <p:nvPr userDrawn="1"/>
        </p:nvSpPr>
        <p:spPr>
          <a:xfrm>
            <a:off x="3274494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470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81873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54546A6-D322-964E-AA17-72D89B97C1E7}"/>
              </a:ext>
            </a:extLst>
          </p:cNvPr>
          <p:cNvSpPr/>
          <p:nvPr userDrawn="1"/>
        </p:nvSpPr>
        <p:spPr>
          <a:xfrm>
            <a:off x="3264969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12702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0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299360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07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00CD95D-380A-9D4D-A027-13B7757C598F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E524D94-2A44-674B-A570-1C9EA8569A3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7A48A7D-7900-BE46-AB45-9FF85B368E0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48415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36302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42FBCDB-7E6D-2444-82FC-E0DD0008E376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A377AE5-DBBE-4F43-B071-F42D175B4D9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86FC96D-27C7-C448-A94A-B179B784588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48415" y="501619"/>
            <a:ext cx="2880320" cy="623974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5F324CF-8C6F-AF45-91D4-B94407D4CC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6105486" y="495721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91087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00CD95D-380A-9D4D-A027-13B7757C598F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E524D94-2A44-674B-A570-1C9EA8569A3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7A48A7D-7900-BE46-AB45-9FF85B368E0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4738255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82086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39492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7943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037231016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583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13690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화면설계_for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roup 314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895772695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1139C0C-91F0-4795-9439-C314284C641F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7165E61F-BA38-49D5-8F96-A71EFAF80BE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583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0412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80542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5724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4" r:id="rId1"/>
    <p:sldLayoutId id="2147483815" r:id="rId2"/>
    <p:sldLayoutId id="2147483858" r:id="rId3"/>
    <p:sldLayoutId id="2147483859" r:id="rId4"/>
    <p:sldLayoutId id="2147483861" r:id="rId5"/>
    <p:sldLayoutId id="2147483862" r:id="rId6"/>
    <p:sldLayoutId id="2147483863" r:id="rId7"/>
    <p:sldLayoutId id="2147483871" r:id="rId8"/>
    <p:sldLayoutId id="2147483867" r:id="rId9"/>
    <p:sldLayoutId id="2147483870" r:id="rId10"/>
    <p:sldLayoutId id="2147483865" r:id="rId11"/>
    <p:sldLayoutId id="2147483866" r:id="rId12"/>
    <p:sldLayoutId id="2147483864" r:id="rId13"/>
    <p:sldLayoutId id="2147483873" r:id="rId14"/>
    <p:sldLayoutId id="2147483860" r:id="rId15"/>
    <p:sldLayoutId id="2147483868" r:id="rId16"/>
    <p:sldLayoutId id="2147483872" r:id="rId17"/>
    <p:sldLayoutId id="2147483840" r:id="rId18"/>
    <p:sldLayoutId id="2147483846" r:id="rId19"/>
    <p:sldLayoutId id="2147483848" r:id="rId20"/>
    <p:sldLayoutId id="2147483869" r:id="rId21"/>
    <p:sldLayoutId id="2147483847" r:id="rId22"/>
    <p:sldLayoutId id="2147483843" r:id="rId23"/>
    <p:sldLayoutId id="2147483844" r:id="rId24"/>
    <p:sldLayoutId id="2147483825" r:id="rId25"/>
    <p:sldLayoutId id="2147483801" r:id="rId26"/>
  </p:sldLayoutIdLst>
  <p:hf hdr="0" ftr="0" dt="0"/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124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248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373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497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1313" indent="-341313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1363" indent="-284163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1413" indent="-227013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598613" indent="-227013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5813" indent="-227013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183" indent="-228562" algn="l" defTabSz="914248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308" indent="-228562" algn="l" defTabSz="914248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432" indent="-228562" algn="l" defTabSz="914248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556" indent="-228562" algn="l" defTabSz="914248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24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48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73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97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21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745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870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994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tags" Target="../tags/tag11.xml"/><Relationship Id="rId13" Type="http://schemas.openxmlformats.org/officeDocument/2006/relationships/slideLayout" Target="../slideLayouts/slideLayout25.xml"/><Relationship Id="rId3" Type="http://schemas.openxmlformats.org/officeDocument/2006/relationships/tags" Target="../tags/tag6.xml"/><Relationship Id="rId7" Type="http://schemas.openxmlformats.org/officeDocument/2006/relationships/tags" Target="../tags/tag10.xml"/><Relationship Id="rId12" Type="http://schemas.openxmlformats.org/officeDocument/2006/relationships/tags" Target="../tags/tag15.xml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tags" Target="../tags/tag9.xml"/><Relationship Id="rId11" Type="http://schemas.openxmlformats.org/officeDocument/2006/relationships/tags" Target="../tags/tag14.xml"/><Relationship Id="rId5" Type="http://schemas.openxmlformats.org/officeDocument/2006/relationships/tags" Target="../tags/tag8.xml"/><Relationship Id="rId10" Type="http://schemas.openxmlformats.org/officeDocument/2006/relationships/tags" Target="../tags/tag13.xml"/><Relationship Id="rId4" Type="http://schemas.openxmlformats.org/officeDocument/2006/relationships/tags" Target="../tags/tag7.xml"/><Relationship Id="rId9" Type="http://schemas.openxmlformats.org/officeDocument/2006/relationships/tags" Target="../tags/tag12.xml"/><Relationship Id="rId14" Type="http://schemas.openxmlformats.org/officeDocument/2006/relationships/notesSlide" Target="../notesSlides/notesSlide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tags" Target="../tags/tag18.xml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5" Type="http://schemas.openxmlformats.org/officeDocument/2006/relationships/notesSlide" Target="../notesSlides/notesSlide4.xml"/><Relationship Id="rId4" Type="http://schemas.openxmlformats.org/officeDocument/2006/relationships/slideLayout" Target="../slideLayouts/slideLayout25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tags" Target="../tags/tag26.xml"/><Relationship Id="rId13" Type="http://schemas.openxmlformats.org/officeDocument/2006/relationships/slideLayout" Target="../slideLayouts/slideLayout25.xml"/><Relationship Id="rId3" Type="http://schemas.openxmlformats.org/officeDocument/2006/relationships/tags" Target="../tags/tag21.xml"/><Relationship Id="rId7" Type="http://schemas.openxmlformats.org/officeDocument/2006/relationships/tags" Target="../tags/tag25.xml"/><Relationship Id="rId12" Type="http://schemas.openxmlformats.org/officeDocument/2006/relationships/tags" Target="../tags/tag30.xml"/><Relationship Id="rId2" Type="http://schemas.openxmlformats.org/officeDocument/2006/relationships/tags" Target="../tags/tag20.xml"/><Relationship Id="rId1" Type="http://schemas.openxmlformats.org/officeDocument/2006/relationships/tags" Target="../tags/tag19.xml"/><Relationship Id="rId6" Type="http://schemas.openxmlformats.org/officeDocument/2006/relationships/tags" Target="../tags/tag24.xml"/><Relationship Id="rId11" Type="http://schemas.openxmlformats.org/officeDocument/2006/relationships/tags" Target="../tags/tag29.xml"/><Relationship Id="rId5" Type="http://schemas.openxmlformats.org/officeDocument/2006/relationships/tags" Target="../tags/tag23.xml"/><Relationship Id="rId10" Type="http://schemas.openxmlformats.org/officeDocument/2006/relationships/tags" Target="../tags/tag28.xml"/><Relationship Id="rId4" Type="http://schemas.openxmlformats.org/officeDocument/2006/relationships/tags" Target="../tags/tag22.xml"/><Relationship Id="rId9" Type="http://schemas.openxmlformats.org/officeDocument/2006/relationships/tags" Target="../tags/tag27.xml"/><Relationship Id="rId1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00B8047-21F8-65F7-4511-06941C793E18}"/>
              </a:ext>
            </a:extLst>
          </p:cNvPr>
          <p:cNvSpPr/>
          <p:nvPr/>
        </p:nvSpPr>
        <p:spPr>
          <a:xfrm>
            <a:off x="12899" y="1"/>
            <a:ext cx="9696400" cy="6857999"/>
          </a:xfrm>
          <a:prstGeom prst="rect">
            <a:avLst/>
          </a:prstGeom>
          <a:solidFill>
            <a:srgbClr val="0E273B"/>
          </a:solidFill>
          <a:ln>
            <a:solidFill>
              <a:srgbClr val="0E27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solidFill>
                <a:srgbClr val="0E273B"/>
              </a:solidFill>
              <a:latin typeface="NanumGothic" panose="020D0604000000000000" pitchFamily="34" charset="-12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79376" y="2276872"/>
            <a:ext cx="72728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올라</a:t>
            </a:r>
            <a:r>
              <a:rPr lang="en-US" altLang="ko-KR" sz="3600" b="1" dirty="0">
                <a:solidFill>
                  <a:schemeClr val="bg1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(Hola)</a:t>
            </a:r>
            <a:r>
              <a:rPr lang="ko-KR" altLang="en-US" sz="3600" b="1" dirty="0">
                <a:solidFill>
                  <a:schemeClr val="bg1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lang="en-US" altLang="ko-KR" sz="3600" b="1" dirty="0">
                <a:solidFill>
                  <a:schemeClr val="bg1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PMS</a:t>
            </a:r>
            <a:r>
              <a:rPr lang="ko-KR" altLang="en-US" sz="3600" b="1" dirty="0">
                <a:solidFill>
                  <a:schemeClr val="bg1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구축</a:t>
            </a:r>
            <a:endParaRPr lang="en-US" altLang="ko-KR" sz="3600" b="1" dirty="0">
              <a:solidFill>
                <a:schemeClr val="bg1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r>
              <a:rPr lang="ko-KR" altLang="en-US" sz="3600" b="1" dirty="0">
                <a:solidFill>
                  <a:schemeClr val="bg1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시스템 관리</a:t>
            </a:r>
            <a:endParaRPr lang="en-US" altLang="ko-KR" sz="3600" b="1" dirty="0">
              <a:solidFill>
                <a:schemeClr val="bg1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B3CFB0-434E-9EC3-C647-5D39A79CE9E9}"/>
              </a:ext>
            </a:extLst>
          </p:cNvPr>
          <p:cNvSpPr txBox="1"/>
          <p:nvPr/>
        </p:nvSpPr>
        <p:spPr>
          <a:xfrm>
            <a:off x="703143" y="4869160"/>
            <a:ext cx="68480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  <a:cs typeface="Arial" panose="020B0604020202020204" pitchFamily="34" charset="0"/>
              </a:rPr>
              <a:t>2025.01</a:t>
            </a:r>
            <a:endParaRPr lang="ko-KR" altLang="en-US" sz="10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19B1AC-406F-613B-7B8E-CCA7A79EC1EA}"/>
              </a:ext>
            </a:extLst>
          </p:cNvPr>
          <p:cNvSpPr txBox="1"/>
          <p:nvPr/>
        </p:nvSpPr>
        <p:spPr>
          <a:xfrm>
            <a:off x="703143" y="5298740"/>
            <a:ext cx="12202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  <a:cs typeface="Arial" panose="020B0604020202020204" pitchFamily="34" charset="0"/>
              </a:rPr>
              <a:t>by</a:t>
            </a:r>
            <a:r>
              <a:rPr lang="ko-KR" altLang="en-US" sz="14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  <a:cs typeface="Arial" panose="020B0604020202020204" pitchFamily="34" charset="0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  <a:cs typeface="Arial" panose="020B0604020202020204" pitchFamily="34" charset="0"/>
              </a:rPr>
              <a:t>Bluewave</a:t>
            </a:r>
            <a:endParaRPr lang="ko-KR" altLang="en-US" sz="14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  <a:cs typeface="Arial" panose="020B0604020202020204" pitchFamily="34" charset="0"/>
            </a:endParaRPr>
          </a:p>
        </p:txBody>
      </p:sp>
      <p:cxnSp>
        <p:nvCxnSpPr>
          <p:cNvPr id="10" name="직선 연결선 26">
            <a:extLst>
              <a:ext uri="{FF2B5EF4-FFF2-40B4-BE49-F238E27FC236}">
                <a16:creationId xmlns:a16="http://schemas.microsoft.com/office/drawing/2014/main" id="{C097CB60-C949-A811-C665-4F285C858A3D}"/>
              </a:ext>
            </a:extLst>
          </p:cNvPr>
          <p:cNvCxnSpPr>
            <a:cxnSpLocks/>
          </p:cNvCxnSpPr>
          <p:nvPr/>
        </p:nvCxnSpPr>
        <p:spPr>
          <a:xfrm>
            <a:off x="794357" y="5200948"/>
            <a:ext cx="266646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19473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57A7AD3A-9DD8-E707-5CC7-4618915AE368}"/>
              </a:ext>
            </a:extLst>
          </p:cNvPr>
          <p:cNvSpPr txBox="1">
            <a:spLocks/>
          </p:cNvSpPr>
          <p:nvPr/>
        </p:nvSpPr>
        <p:spPr>
          <a:xfrm>
            <a:off x="407368" y="260648"/>
            <a:ext cx="1266825" cy="291022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algn="ctr" rtl="0" eaLnBrk="0" fontAlgn="base" latinLnBrk="1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latinLnBrk="1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algn="ctr" rtl="0" eaLnBrk="0" fontAlgn="base" latinLnBrk="1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algn="ctr" rtl="0" eaLnBrk="0" fontAlgn="base" latinLnBrk="1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algn="ctr" rtl="0" eaLnBrk="0" fontAlgn="base" latinLnBrk="1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457124" algn="ctr" rtl="0" fontAlgn="base" latinLnBrk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914248" algn="ctr" rtl="0" fontAlgn="base" latinLnBrk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1371373" algn="ctr" rtl="0" fontAlgn="base" latinLnBrk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1828497" algn="ctr" rtl="0" fontAlgn="base" latinLnBrk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algn="l"/>
            <a:r>
              <a:rPr kumimoji="0" lang="ko-KR" altLang="en-US" sz="14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개정 이력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8133C224-A8E8-2BEB-7265-0D74AD2D67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9228722"/>
              </p:ext>
            </p:extLst>
          </p:nvPr>
        </p:nvGraphicFramePr>
        <p:xfrm>
          <a:off x="320130" y="764704"/>
          <a:ext cx="11320486" cy="27418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7318">
                  <a:extLst>
                    <a:ext uri="{9D8B030D-6E8A-4147-A177-3AD203B41FA5}">
                      <a16:colId xmlns:a16="http://schemas.microsoft.com/office/drawing/2014/main" val="3393011105"/>
                    </a:ext>
                  </a:extLst>
                </a:gridCol>
                <a:gridCol w="5832648">
                  <a:extLst>
                    <a:ext uri="{9D8B030D-6E8A-4147-A177-3AD203B41FA5}">
                      <a16:colId xmlns:a16="http://schemas.microsoft.com/office/drawing/2014/main" val="2661492004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3509239257"/>
                    </a:ext>
                  </a:extLst>
                </a:gridCol>
                <a:gridCol w="1354731">
                  <a:extLst>
                    <a:ext uri="{9D8B030D-6E8A-4147-A177-3AD203B41FA5}">
                      <a16:colId xmlns:a16="http://schemas.microsoft.com/office/drawing/2014/main" val="557358696"/>
                    </a:ext>
                  </a:extLst>
                </a:gridCol>
                <a:gridCol w="1741613">
                  <a:extLst>
                    <a:ext uri="{9D8B030D-6E8A-4147-A177-3AD203B41FA5}">
                      <a16:colId xmlns:a16="http://schemas.microsoft.com/office/drawing/2014/main" val="314170535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ko-KR" altLang="en-US" sz="1100" b="0" i="0" kern="1200" dirty="0">
                          <a:solidFill>
                            <a:schemeClr val="bg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버전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73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ko-KR" altLang="en-US" sz="1100" b="0" i="0" kern="1200" dirty="0">
                          <a:solidFill>
                            <a:schemeClr val="bg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개정내용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73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ko-KR" altLang="en-US" sz="1100" b="0" i="0" kern="1200" dirty="0">
                          <a:solidFill>
                            <a:schemeClr val="bg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페이지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73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ko-KR" altLang="en-US" sz="1100" b="0" i="0" kern="1200" dirty="0">
                          <a:solidFill>
                            <a:schemeClr val="bg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개정일자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73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ko-KR" altLang="en-US" sz="1100" b="0" i="0" kern="1200" dirty="0">
                          <a:solidFill>
                            <a:schemeClr val="bg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작성자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7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13003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altLang="ko-KR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V0.1</a:t>
                      </a: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ko-KR" altLang="en-US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최초 작성</a:t>
                      </a:r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altLang="ko-KR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2025-01-13</a:t>
                      </a: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ko-KR" altLang="en-US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박성광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27781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altLang="ko-KR" sz="1000" b="0" i="0" kern="1200" dirty="0" err="1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V1.0</a:t>
                      </a: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ko-KR" altLang="en-US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리뷰 수정 사항 반영 </a:t>
                      </a:r>
                      <a:r>
                        <a:rPr lang="en-US" altLang="ko-KR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(</a:t>
                      </a:r>
                      <a:r>
                        <a:rPr lang="ko-KR" altLang="en-US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메뉴 위치 변경</a:t>
                      </a:r>
                      <a:r>
                        <a:rPr lang="en-US" altLang="ko-KR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)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altLang="ko-KR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2025-02-20</a:t>
                      </a: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ko-KR" altLang="en-US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박성광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6912996"/>
                  </a:ext>
                </a:extLst>
              </a:tr>
              <a:tr h="288242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419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3481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2271077"/>
                  </a:ext>
                </a:extLst>
              </a:tr>
              <a:tr h="157223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54685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98441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9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9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7303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9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9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72731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305127"/>
                  </a:ext>
                </a:extLst>
              </a:tr>
            </a:tbl>
          </a:graphicData>
        </a:graphic>
      </p:graphicFrame>
      <p:cxnSp>
        <p:nvCxnSpPr>
          <p:cNvPr id="9" name="직선 연결선 3">
            <a:extLst>
              <a:ext uri="{FF2B5EF4-FFF2-40B4-BE49-F238E27FC236}">
                <a16:creationId xmlns:a16="http://schemas.microsoft.com/office/drawing/2014/main" id="{B5B5739F-6413-69C2-5017-304829A0DB7D}"/>
              </a:ext>
            </a:extLst>
          </p:cNvPr>
          <p:cNvCxnSpPr/>
          <p:nvPr/>
        </p:nvCxnSpPr>
        <p:spPr>
          <a:xfrm>
            <a:off x="321643" y="263189"/>
            <a:ext cx="0" cy="273240"/>
          </a:xfrm>
          <a:prstGeom prst="line">
            <a:avLst/>
          </a:prstGeom>
          <a:ln w="57150">
            <a:solidFill>
              <a:srgbClr val="0E27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60219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FFDBE39-250E-98EB-F500-016920480DBE}"/>
              </a:ext>
            </a:extLst>
          </p:cNvPr>
          <p:cNvSpPr/>
          <p:nvPr/>
        </p:nvSpPr>
        <p:spPr>
          <a:xfrm>
            <a:off x="0" y="1974770"/>
            <a:ext cx="12191999" cy="2908460"/>
          </a:xfrm>
          <a:prstGeom prst="rect">
            <a:avLst/>
          </a:prstGeom>
          <a:solidFill>
            <a:srgbClr val="0E273B"/>
          </a:solidFill>
          <a:ln>
            <a:solidFill>
              <a:srgbClr val="0E27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그룹 코드 관리</a:t>
            </a:r>
            <a:endParaRPr kumimoji="1" lang="ko-Kore-KR" altLang="en-US" sz="400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43878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8BE83-A4D3-D186-FDE4-529885303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036CCCFC-3E74-78C0-C672-64A03AB85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그룹 코드 관리 리스트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8AF9C8F3-728F-02DB-C519-A8B6EF71AB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시스템 관리 </a:t>
            </a:r>
            <a:r>
              <a:rPr lang="en-US" altLang="ko-KR" dirty="0"/>
              <a:t>&gt;</a:t>
            </a:r>
            <a:r>
              <a:rPr lang="ko-KR" altLang="en-US" dirty="0"/>
              <a:t> 그룹코드 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1DED0A28-7479-8121-0B97-3B92C96BDD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2A58F21D-776D-101F-5CE0-B365DBF457F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4" y="1569"/>
            <a:ext cx="1225301" cy="420821"/>
          </a:xfrm>
        </p:spPr>
        <p:txBody>
          <a:bodyPr/>
          <a:lstStyle/>
          <a:p>
            <a:r>
              <a:rPr lang="ko-KR" altLang="en-US" dirty="0"/>
              <a:t>시스템 관리</a:t>
            </a:r>
          </a:p>
        </p:txBody>
      </p:sp>
      <p:sp>
        <p:nvSpPr>
          <p:cNvPr id="131" name="직사각형 130">
            <a:extLst>
              <a:ext uri="{FF2B5EF4-FFF2-40B4-BE49-F238E27FC236}">
                <a16:creationId xmlns:a16="http://schemas.microsoft.com/office/drawing/2014/main" id="{A407895D-2D2A-C3E4-C18C-629F79FCE438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BA6A14EE-3E9A-1EA2-373D-B30F79BC7253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시스템 관리</a:t>
            </a:r>
          </a:p>
        </p:txBody>
      </p:sp>
      <p:sp>
        <p:nvSpPr>
          <p:cNvPr id="133" name="직사각형 132">
            <a:extLst>
              <a:ext uri="{FF2B5EF4-FFF2-40B4-BE49-F238E27FC236}">
                <a16:creationId xmlns:a16="http://schemas.microsoft.com/office/drawing/2014/main" id="{BF04C3AE-4201-0BDD-C089-13E1DBC8A485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27C634A4-673D-C4EB-E18A-7E4E821F5D33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그룹 코드 관리</a:t>
            </a:r>
          </a:p>
        </p:txBody>
      </p:sp>
      <p:cxnSp>
        <p:nvCxnSpPr>
          <p:cNvPr id="137" name="직선 연결선 18">
            <a:extLst>
              <a:ext uri="{FF2B5EF4-FFF2-40B4-BE49-F238E27FC236}">
                <a16:creationId xmlns:a16="http://schemas.microsoft.com/office/drawing/2014/main" id="{F1E7BA9A-90E9-5F2C-48E6-57F9A27FDB7A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39" name="표 138">
            <a:extLst>
              <a:ext uri="{FF2B5EF4-FFF2-40B4-BE49-F238E27FC236}">
                <a16:creationId xmlns:a16="http://schemas.microsoft.com/office/drawing/2014/main" id="{15A131AD-9162-4C6A-8031-55AD3B2E1D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4926028"/>
              </p:ext>
            </p:extLst>
          </p:nvPr>
        </p:nvGraphicFramePr>
        <p:xfrm>
          <a:off x="1448266" y="908719"/>
          <a:ext cx="7816085" cy="226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1350">
                  <a:extLst>
                    <a:ext uri="{9D8B030D-6E8A-4147-A177-3AD203B41FA5}">
                      <a16:colId xmlns:a16="http://schemas.microsoft.com/office/drawing/2014/main" val="50056753"/>
                    </a:ext>
                  </a:extLst>
                </a:gridCol>
                <a:gridCol w="2736304">
                  <a:extLst>
                    <a:ext uri="{9D8B030D-6E8A-4147-A177-3AD203B41FA5}">
                      <a16:colId xmlns:a16="http://schemas.microsoft.com/office/drawing/2014/main" val="1348785595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642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63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그룹 코드명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1" name="직사각형 140">
            <a:extLst>
              <a:ext uri="{FF2B5EF4-FFF2-40B4-BE49-F238E27FC236}">
                <a16:creationId xmlns:a16="http://schemas.microsoft.com/office/drawing/2014/main" id="{8A4175CA-2C82-7FA8-988D-D0E45071F4B4}"/>
              </a:ext>
            </a:extLst>
          </p:cNvPr>
          <p:cNvSpPr/>
          <p:nvPr/>
        </p:nvSpPr>
        <p:spPr>
          <a:xfrm>
            <a:off x="8832304" y="66417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초기화</a:t>
            </a:r>
          </a:p>
        </p:txBody>
      </p:sp>
      <p:sp>
        <p:nvSpPr>
          <p:cNvPr id="142" name="직사각형 141">
            <a:extLst>
              <a:ext uri="{FF2B5EF4-FFF2-40B4-BE49-F238E27FC236}">
                <a16:creationId xmlns:a16="http://schemas.microsoft.com/office/drawing/2014/main" id="{330348A7-764D-C89B-1AA5-90FE9DE7B662}"/>
              </a:ext>
            </a:extLst>
          </p:cNvPr>
          <p:cNvSpPr/>
          <p:nvPr/>
        </p:nvSpPr>
        <p:spPr>
          <a:xfrm>
            <a:off x="8387256" y="66417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검색</a:t>
            </a:r>
          </a:p>
        </p:txBody>
      </p:sp>
      <p:sp>
        <p:nvSpPr>
          <p:cNvPr id="144" name="직사각형 143">
            <a:extLst>
              <a:ext uri="{FF2B5EF4-FFF2-40B4-BE49-F238E27FC236}">
                <a16:creationId xmlns:a16="http://schemas.microsoft.com/office/drawing/2014/main" id="{07EA5914-F0DB-101A-46AC-5137F9F4FABF}"/>
              </a:ext>
            </a:extLst>
          </p:cNvPr>
          <p:cNvSpPr/>
          <p:nvPr/>
        </p:nvSpPr>
        <p:spPr>
          <a:xfrm>
            <a:off x="8616279" y="1217507"/>
            <a:ext cx="656507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그룹 코드 등록</a:t>
            </a:r>
          </a:p>
        </p:txBody>
      </p:sp>
      <p:graphicFrame>
        <p:nvGraphicFramePr>
          <p:cNvPr id="147" name="표 146">
            <a:extLst>
              <a:ext uri="{FF2B5EF4-FFF2-40B4-BE49-F238E27FC236}">
                <a16:creationId xmlns:a16="http://schemas.microsoft.com/office/drawing/2014/main" id="{2DB8FA0B-F4C7-90CC-B1D4-CF6EBCB2C7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8042142"/>
              </p:ext>
            </p:extLst>
          </p:nvPr>
        </p:nvGraphicFramePr>
        <p:xfrm>
          <a:off x="1447438" y="1456510"/>
          <a:ext cx="7816086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38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0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4216">
                  <a:extLst>
                    <a:ext uri="{9D8B030D-6E8A-4147-A177-3AD203B41FA5}">
                      <a16:colId xmlns:a16="http://schemas.microsoft.com/office/drawing/2014/main" val="2621640411"/>
                    </a:ext>
                  </a:extLst>
                </a:gridCol>
                <a:gridCol w="1536036">
                  <a:extLst>
                    <a:ext uri="{9D8B030D-6E8A-4147-A177-3AD203B41FA5}">
                      <a16:colId xmlns:a16="http://schemas.microsoft.com/office/drawing/2014/main" val="2904624617"/>
                    </a:ext>
                  </a:extLst>
                </a:gridCol>
                <a:gridCol w="1991528">
                  <a:extLst>
                    <a:ext uri="{9D8B030D-6E8A-4147-A177-3AD203B41FA5}">
                      <a16:colId xmlns:a16="http://schemas.microsoft.com/office/drawing/2014/main" val="337197810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1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코드명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설명</a:t>
                      </a:r>
                      <a:r>
                        <a:rPr lang="en-US" altLang="ko-KR" sz="8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(</a:t>
                      </a:r>
                      <a:r>
                        <a:rPr lang="ko-KR" altLang="en-US" sz="8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국문</a:t>
                      </a:r>
                      <a:r>
                        <a:rPr lang="en-US" altLang="ko-KR" sz="8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)</a:t>
                      </a:r>
                      <a:endParaRPr lang="ko-KR" altLang="en-US" sz="800" b="1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최종 수정일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sng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OTA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온라인여행사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 HH:MM:SS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sng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TEL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전화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 HH:MM:SS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  <a:endParaRPr lang="ko-KR" altLang="en-US" sz="8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sng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LOC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로컬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 </a:t>
                      </a:r>
                      <a:r>
                        <a:rPr kumimoji="0" lang="en-US" altLang="ko-KR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653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  <a:endParaRPr lang="ko-KR" altLang="en-US" sz="8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sng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FAX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팩스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 </a:t>
                      </a:r>
                      <a:r>
                        <a:rPr kumimoji="0" lang="en-US" altLang="ko-KR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4989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20</a:t>
                      </a:r>
                      <a:endParaRPr lang="ko-KR" altLang="en-US" sz="8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sng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SEL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휴대폰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 </a:t>
                      </a:r>
                      <a:r>
                        <a:rPr kumimoji="0" lang="en-US" altLang="ko-KR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3304"/>
                  </a:ext>
                </a:extLst>
              </a:tr>
            </a:tbl>
          </a:graphicData>
        </a:graphic>
      </p:graphicFrame>
      <p:sp>
        <p:nvSpPr>
          <p:cNvPr id="152" name="Pagination">
            <a:extLst>
              <a:ext uri="{FF2B5EF4-FFF2-40B4-BE49-F238E27FC236}">
                <a16:creationId xmlns:a16="http://schemas.microsoft.com/office/drawing/2014/main" id="{905774A8-6F0C-13CF-3A8C-8CF7645DE99D}"/>
              </a:ext>
            </a:extLst>
          </p:cNvPr>
          <p:cNvSpPr txBox="1"/>
          <p:nvPr/>
        </p:nvSpPr>
        <p:spPr>
          <a:xfrm>
            <a:off x="4737445" y="2883646"/>
            <a:ext cx="1329146" cy="181588"/>
          </a:xfrm>
          <a:prstGeom prst="rect">
            <a:avLst/>
          </a:prstGeom>
          <a:noFill/>
        </p:spPr>
        <p:txBody>
          <a:bodyPr wrap="none" lIns="73152" tIns="36576" rIns="73152" bIns="36576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&lt;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2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3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4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…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9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10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&gt;</a:t>
            </a:r>
          </a:p>
        </p:txBody>
      </p:sp>
      <p:graphicFrame>
        <p:nvGraphicFramePr>
          <p:cNvPr id="2" name="Table 7">
            <a:extLst>
              <a:ext uri="{FF2B5EF4-FFF2-40B4-BE49-F238E27FC236}">
                <a16:creationId xmlns:a16="http://schemas.microsoft.com/office/drawing/2014/main" id="{5E9DB376-F5B0-6E98-925A-C6935DC1F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7326364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b="0" i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슈퍼어드민</a:t>
                      </a: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권한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,</a:t>
                      </a: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시스템 관리자 권한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그룹코드 등록 상세 팝업 호출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코드 수정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상세 팝업 호출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grpSp>
        <p:nvGrpSpPr>
          <p:cNvPr id="9" name="그룹 8">
            <a:extLst>
              <a:ext uri="{FF2B5EF4-FFF2-40B4-BE49-F238E27FC236}">
                <a16:creationId xmlns:a16="http://schemas.microsoft.com/office/drawing/2014/main" id="{3F8DAB4F-4546-689D-AF4D-6508933A4BE9}"/>
              </a:ext>
            </a:extLst>
          </p:cNvPr>
          <p:cNvGrpSpPr/>
          <p:nvPr/>
        </p:nvGrpSpPr>
        <p:grpSpPr>
          <a:xfrm>
            <a:off x="1444055" y="1190681"/>
            <a:ext cx="1842121" cy="200055"/>
            <a:chOff x="1444055" y="1418657"/>
            <a:chExt cx="1842121" cy="20005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1BC81D3-A484-C6D3-F066-0F7B887BC5CC}"/>
                </a:ext>
              </a:extLst>
            </p:cNvPr>
            <p:cNvSpPr txBox="1"/>
            <p:nvPr/>
          </p:nvSpPr>
          <p:spPr>
            <a:xfrm>
              <a:off x="2380159" y="1418657"/>
              <a:ext cx="90601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700" dirty="0">
                  <a:latin typeface="+mn-ea"/>
                  <a:ea typeface="+mn-ea"/>
                </a:rPr>
                <a:t>검색 </a:t>
              </a:r>
              <a:r>
                <a:rPr kumimoji="1" lang="ko-KR" altLang="en-US" sz="700" dirty="0">
                  <a:latin typeface="+mn-ea"/>
                  <a:ea typeface="+mn-ea"/>
                </a:rPr>
                <a:t>결과 총 </a:t>
              </a:r>
              <a:r>
                <a:rPr lang="en-US" altLang="ko-KR" sz="700" dirty="0">
                  <a:latin typeface="+mn-ea"/>
                  <a:ea typeface="+mn-ea"/>
                </a:rPr>
                <a:t>2</a:t>
              </a:r>
              <a:r>
                <a:rPr kumimoji="1" lang="en-US" altLang="ko-KR" sz="700" dirty="0">
                  <a:latin typeface="+mn-ea"/>
                  <a:ea typeface="+mn-ea"/>
                </a:rPr>
                <a:t>0</a:t>
              </a:r>
              <a:r>
                <a:rPr kumimoji="1" lang="ko-KR" altLang="en-US" sz="700" dirty="0">
                  <a:latin typeface="+mn-ea"/>
                  <a:ea typeface="+mn-ea"/>
                </a:rPr>
                <a:t> 개</a:t>
              </a:r>
              <a:endParaRPr kumimoji="1" lang="ko-Kore-KR" altLang="en-US" sz="700" dirty="0">
                <a:latin typeface="+mn-ea"/>
                <a:ea typeface="+mn-ea"/>
              </a:endParaRPr>
            </a:p>
          </p:txBody>
        </p: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41775638-237B-397E-8995-C167003A9A03}"/>
                </a:ext>
              </a:extLst>
            </p:cNvPr>
            <p:cNvGrpSpPr/>
            <p:nvPr/>
          </p:nvGrpSpPr>
          <p:grpSpPr>
            <a:xfrm>
              <a:off x="1444055" y="1430083"/>
              <a:ext cx="891233" cy="174800"/>
              <a:chOff x="1244327" y="2887118"/>
              <a:chExt cx="891233" cy="174800"/>
            </a:xfrm>
          </p:grpSpPr>
          <p:sp>
            <p:nvSpPr>
              <p:cNvPr id="6" name="Text Box">
                <a:extLst>
                  <a:ext uri="{FF2B5EF4-FFF2-40B4-BE49-F238E27FC236}">
                    <a16:creationId xmlns:a16="http://schemas.microsoft.com/office/drawing/2014/main" id="{7DF7775A-26F5-447B-B4E7-81185E0CEE8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44327" y="2887118"/>
                <a:ext cx="891233" cy="174800"/>
              </a:xfrm>
              <a:prstGeom prst="rect">
                <a:avLst/>
              </a:prstGeom>
              <a:solidFill>
                <a:schemeClr val="bg1"/>
              </a:solidFill>
              <a:ln w="6350" cap="flat" cmpd="sng" algn="ctr">
                <a:solidFill>
                  <a:schemeClr val="bg1">
                    <a:lumMod val="6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tIns="32400" rIns="72000" bIns="32400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auto">
                  <a:spcBef>
                    <a:spcPts val="0"/>
                  </a:spcBef>
                  <a:spcAft>
                    <a:spcPts val="0"/>
                  </a:spcAft>
                </a:pPr>
                <a:r>
                  <a:rPr kumimoji="0" lang="en-US" altLang="ko-KR" sz="700" kern="0" dirty="0">
                    <a:solidFill>
                      <a:schemeClr val="tx1"/>
                    </a:solidFill>
                    <a:latin typeface="+mn-ea"/>
                  </a:rPr>
                  <a:t>20</a:t>
                </a:r>
                <a:r>
                  <a:rPr kumimoji="0" lang="ko-KR" altLang="en-US" sz="700" kern="0" dirty="0">
                    <a:solidFill>
                      <a:schemeClr val="tx1"/>
                    </a:solidFill>
                    <a:latin typeface="+mn-ea"/>
                  </a:rPr>
                  <a:t> 개씩 보기   </a:t>
                </a:r>
                <a:endParaRPr kumimoji="0" lang="en-US" altLang="ko-KR" sz="700" b="0" kern="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7" name="Chevron Left">
                <a:extLst>
                  <a:ext uri="{FF2B5EF4-FFF2-40B4-BE49-F238E27FC236}">
                    <a16:creationId xmlns:a16="http://schemas.microsoft.com/office/drawing/2014/main" id="{27F87F2F-5048-C94B-2F08-189018B2A2D5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16200000">
                <a:off x="1990266" y="2933272"/>
                <a:ext cx="54214" cy="98669"/>
              </a:xfrm>
              <a:custGeom>
                <a:avLst/>
                <a:gdLst>
                  <a:gd name="T0" fmla="*/ 296 w 324"/>
                  <a:gd name="T1" fmla="*/ 593 h 593"/>
                  <a:gd name="T2" fmla="*/ 324 w 324"/>
                  <a:gd name="T3" fmla="*/ 565 h 593"/>
                  <a:gd name="T4" fmla="*/ 55 w 324"/>
                  <a:gd name="T5" fmla="*/ 297 h 593"/>
                  <a:gd name="T6" fmla="*/ 324 w 324"/>
                  <a:gd name="T7" fmla="*/ 28 h 593"/>
                  <a:gd name="T8" fmla="*/ 296 w 324"/>
                  <a:gd name="T9" fmla="*/ 0 h 593"/>
                  <a:gd name="T10" fmla="*/ 0 w 324"/>
                  <a:gd name="T11" fmla="*/ 297 h 593"/>
                  <a:gd name="T12" fmla="*/ 296 w 324"/>
                  <a:gd name="T13" fmla="*/ 593 h 5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24" h="593">
                    <a:moveTo>
                      <a:pt x="296" y="593"/>
                    </a:moveTo>
                    <a:lnTo>
                      <a:pt x="324" y="565"/>
                    </a:lnTo>
                    <a:lnTo>
                      <a:pt x="55" y="297"/>
                    </a:lnTo>
                    <a:lnTo>
                      <a:pt x="324" y="28"/>
                    </a:lnTo>
                    <a:lnTo>
                      <a:pt x="296" y="0"/>
                    </a:lnTo>
                    <a:lnTo>
                      <a:pt x="0" y="297"/>
                    </a:lnTo>
                    <a:lnTo>
                      <a:pt x="296" y="593"/>
                    </a:lnTo>
                    <a:close/>
                  </a:path>
                </a:pathLst>
              </a:custGeom>
              <a:solidFill>
                <a:srgbClr val="5F5F5F"/>
              </a:solidFill>
              <a:ln w="9525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8" name="Text Box">
            <a:extLst>
              <a:ext uri="{FF2B5EF4-FFF2-40B4-BE49-F238E27FC236}">
                <a16:creationId xmlns:a16="http://schemas.microsoft.com/office/drawing/2014/main" id="{A0F81B3A-3BC0-89A9-834B-8F3CE380FAF1}"/>
              </a:ext>
            </a:extLst>
          </p:cNvPr>
          <p:cNvSpPr>
            <a:spLocks/>
          </p:cNvSpPr>
          <p:nvPr/>
        </p:nvSpPr>
        <p:spPr bwMode="auto">
          <a:xfrm>
            <a:off x="2707452" y="929191"/>
            <a:ext cx="2550071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코드명을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grpSp>
        <p:nvGrpSpPr>
          <p:cNvPr id="10" name="Radio Button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V9msqJ6s27Zavp5nq7xJ694nNJz8Ku213CK449c5eDCfyUfSl4dlBFM8xXm61etnfNZ4fXSADADCc/cuE7LIyuIHygZmis9p/PGXzk4wfU+qdzKP+OWzHuHHx7OZabf10YlM+EegZQykATTWhgQwNkb9tjch5qHhHLdtNp2nOXgqnQtTbehzkAlp1iKcu2WG9PsrKvr2bcelzdNPPtvQ/dj/Y3Csdd6u62Xa1us80vkvCT/6JV0o+vZ5Vjb+60E7I8GXVTFLBwa+VU1+mpg4bfLlLK9HQrPj+qJJ82GBizMQQ0izxn3dGzt4377yu4qquFli2vr61gLBrPYKQyOEfPEkDPsyOzDr0Q7xDHSKh1j3q9UM5G7n1DfADzf+BhRQOLqo8vGfDZjj2SCsqbK6JwWDPG0eIsYX2Vsiw7o280B6JS1ogHnTVjVBzc7JohGdqisixd15MQNFmGzNZtjhwHVCt3ouxQn1Mv6iqd7UxeuWpmW8wO/rfEjS8XSE7oaPz4tlVpbvzylfZDWNsxy/IszJcp1Uiy9ZBjtTOoRoBJvIR9OsJS26dfpumrNOT/N3t7cqEJTn1cUFVFldV/XWR8+yoqRJa6t0LUzODJkKx8i0jT8aoZNb6TLvV/fHXeKax816QYbo+ij82PgdZNNEvJRSyjDjDpC7fShGF4ov1Be8R+nZ06JZVU02KT3B7RDIQDE+ifN2Yq0YtAiP/Brxjbi9+Ed9GfeVmf016hHhiWnOedGMBU/6Nyq2cB+e1dXC9bXl+urOZs8MDcyZ+erzvG3Sq3lOc6YTJ9TOpu0aspNO8rIiuSe+yoRQ5By+86bT9hGZUjxKOvEofRfqRtJc5G36i40Z9eZIrdLhjRb4NkOvzolVOySww4Q6VCfia49YFfJtRntr6VeaBORMf+EvjDfG46g3/smiKUiA0s8+6wd5Qxr5Zo2Bp3mPEcDNuMmhxrNBScfGlF5m5TpPf4/ht/Dcetzpo28A0LOOA+g/N1uKHlMrd7HHKPow37pZzZyQIau3PlRZuECmYUG5MkqftBN/cFGQc5q6HEFf+9tehoTH94gjmi+qcN9n/P3vwIsOFgQj4vSaR0QvCud9nOCwz/Gb69VmieRhoxU46vO6Wq9I3j0KUENKpgDELr5gPxpfftUWJfIv7QvKRPhmA00/8l2Ej95fAhkPtc4X+P2M0jXwhz28Prefb/DqQA0PQDzs8J8bfOXB6MA8N7yPB47MFli4oAHtHtKPx595oxSC08effLIBT/Pcoj88Yt+Yeqnf2feK72+gnv+w0ZlmS/VcjVMzEMLGnhtpZ55bjgmP5fb3ZPTjdSsfbDRusUd6s+/f2G3QEl3zH1+SObnF7JrnPSiCx4baOkvC9VauxxBZFlN2IYbkc+h5T2TwBH4w43BLnvGfPvN1MyC3eQYCuthzy6a3bLYxZOw+70FjnuyQNO85ocNBKQO7JYFvQYYbmtzw9a0IeAvCDQ7XqcWbxrwB09vnEYYj95Mvv/jmg/fC5Yp/8c4voT+bNlvS+gG7WN2gmuP5EQIZqK2tO6wy4k4OnrgTiOcDI6lXOcdQ8AAfNzkFUHV+/tlHvWj5o7tHdkBf1yXUMYQtInTuKNdhl2JgjgbZzwHdmJE2yi+SfMCzMeGiP37J/wO4/5sEixsAAA==&lt;/Code&gt;&lt;CodeSignature&gt;PkA0BeKbb6k61bj3t4f1QSFayBUYgLPJscplsSWXSWETP9K+Qt+F64ckorPLd8+B5pUuOYUZt8sQCDzu9gBcKz39fQgV91hIt0oqFteS++UWEeHO1gycpKFFsJxcozm1FW5bSWpVeWg5EUj1A5nN8+y/N933tD4tJfkwKnd/wZ0pZ+OtKJ/hckodGR615t61VVRT4Y5s1n0MIa+55nxOosCBp6NOzORIp/azJKDPnIhk7JaEEhrmq1HM9ZcaH9udWluVSnR/A465IQeaosM5OvWqArccy/R8wGhgPdegn2Wx1JQV83Cjcp448iN6gnzRNlTFmBKLTBUHfR1hZGDSDw==&lt;/CodeSignature&gt;&lt;/SmartOptions&gt;&lt;SmartResize enabled=&quot;True&quot; minWidth=&quot;10&quot; minHeight=&quot;10&quot; /&gt;&lt;/SmartSettings&gt;">
            <a:extLst>
              <a:ext uri="{FF2B5EF4-FFF2-40B4-BE49-F238E27FC236}">
                <a16:creationId xmlns:a16="http://schemas.microsoft.com/office/drawing/2014/main" id="{2C6577A9-2096-E144-CD0A-7E3B2C54EE50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6741216" y="925344"/>
            <a:ext cx="414268" cy="181588"/>
            <a:chOff x="593892" y="1580313"/>
            <a:chExt cx="506614" cy="222066"/>
          </a:xfrm>
        </p:grpSpPr>
        <p:sp>
          <p:nvSpPr>
            <p:cNvPr id="11" name="Circle">
              <a:extLst>
                <a:ext uri="{FF2B5EF4-FFF2-40B4-BE49-F238E27FC236}">
                  <a16:creationId xmlns:a16="http://schemas.microsoft.com/office/drawing/2014/main" id="{1EEE10CD-8A7A-E665-2AF4-7F5D7422C4AC}"/>
                </a:ext>
              </a:extLst>
            </p:cNvPr>
            <p:cNvSpPr/>
            <p:nvPr/>
          </p:nvSpPr>
          <p:spPr>
            <a:xfrm>
              <a:off x="593892" y="1624671"/>
              <a:ext cx="133350" cy="133350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2" name="Check">
              <a:extLst>
                <a:ext uri="{FF2B5EF4-FFF2-40B4-BE49-F238E27FC236}">
                  <a16:creationId xmlns:a16="http://schemas.microsoft.com/office/drawing/2014/main" id="{871431A3-9BB1-1D1E-8C51-3BA13AE96865}"/>
                </a:ext>
              </a:extLst>
            </p:cNvPr>
            <p:cNvSpPr/>
            <p:nvPr/>
          </p:nvSpPr>
          <p:spPr>
            <a:xfrm>
              <a:off x="631198" y="1661977"/>
              <a:ext cx="58738" cy="58738"/>
            </a:xfrm>
            <a:prstGeom prst="ellipse">
              <a:avLst/>
            </a:prstGeom>
            <a:solidFill>
              <a:srgbClr val="1588EC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" name="Label">
              <a:extLst>
                <a:ext uri="{FF2B5EF4-FFF2-40B4-BE49-F238E27FC236}">
                  <a16:creationId xmlns:a16="http://schemas.microsoft.com/office/drawing/2014/main" id="{97F2B4DC-83C3-9911-388B-523B51FA3202}"/>
                </a:ext>
              </a:extLst>
            </p:cNvPr>
            <p:cNvSpPr txBox="1"/>
            <p:nvPr/>
          </p:nvSpPr>
          <p:spPr>
            <a:xfrm>
              <a:off x="712046" y="1580313"/>
              <a:ext cx="388460" cy="222066"/>
            </a:xfrm>
            <a:prstGeom prst="rect">
              <a:avLst/>
            </a:prstGeom>
            <a:noFill/>
          </p:spPr>
          <p:txBody>
            <a:bodyPr wrap="none" lIns="73152" tIns="36576" rIns="73152" bIns="36576" rtlCol="0" anchor="ctr" anchorCtr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전체</a:t>
              </a:r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4" name="Radio Button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V9msqJ6s27Zavp5nq7xJ694nNJz8Ku213CK449c5eDCfyUfSl4dlBFM8xXm61etnfNZ4fXSADADCc/cuE7LIyuIHygZmis9p/PGXzk4wfU+qdzKP+OWzHuHHx7OZabf10YlM+EegZQykATTWhgQwNkb9tjch5qHhHLdtNp2nOXgqnQtTbehzkAlp1iKcu2WG9PsrKvr2bcelzdNPPtvQ/dj/Y3Csdd6u62Xa1us80vkvCT/6JV0o+vZ5Vjb+60E7I8GXVTFLBwa+VU1+mpg4bfLlLK9HQrPj+qJJ82GBizMQQ0izxn3dGzt4377yu4qquFli2vr61gLBrPYKQyOEfPEkDPsyOzDr0Q7xDHSKh1j3q9UM5G7n1DfADzf+BhRQOLqo8vGfDZjj2SCsqbK6JwWDPG0eIsYX2Vsiw7o280B6JS1ogHnTVjVBzc7JohGdqisixd15MQNFmGzNZtjhwHVCt3ouxQn1Mv6iqd7UxeuWpmW8wO/rfEjS8XSE7oaPz4tlVpbvzylfZDWNsxy/IszJcp1Uiy9ZBjtTOoRoBJvIR9OsJS26dfpumrNOT/N3t7cqEJTn1cUFVFldV/XWR8+yoqRJa6t0LUzODJkKx8i0jT8aoZNb6TLvV/fHXeKax816QYbo+ij82PgdZNNEvJRSyjDjDpC7fShGF4ov1Be8R+nZ06JZVU02KT3B7RDIQDE+ifN2Yq0YtAiP/Brxjbi9+Ed9GfeVmf016hHhiWnOedGMBU/6Nyq2cB+e1dXC9bXl+urOZs8MDcyZ+erzvG3Sq3lOc6YTJ9TOpu0aspNO8rIiuSe+yoRQ5By+86bT9hGZUjxKOvEofRfqRtJc5G36i40Z9eZIrdLhjRb4NkOvzolVOySww4Q6VCfia49YFfJtRntr6VeaBORMf+EvjDfG46g3/smiKUiA0s8+6wd5Qxr5Zo2Bp3mPEcDNuMmhxrNBScfGlF5m5TpPf4/ht/Dcetzpo28A0LOOA+g/N1uKHlMrd7HHKPow37pZzZyQIau3PlRZuECmYUG5MkqftBN/cFGQc5q6HEFf+9tehoTH94gjmi+qcN9n/P3vwIsOFgQj4vSaR0QvCud9nOCwz/Gb69VmieRhoxU46vO6Wq9I3j0KUENKpgDELr5gPxpfftUWJfIv7QvKRPhmA00/8l2Ej95fAhkPtc4X+P2M0jXwhz28Prefb/DqQA0PQDzs8J8bfOXB6MA8N7yPB47MFli4oAHtHtKPx595oxSC08effLIBT/Pcoj88Yt+Yeqnf2feK72+gnv+w0ZlmS/VcjVMzEMLGnhtpZ55bjgmP5fb3ZPTjdSsfbDRusUd6s+/f2G3QEl3zH1+SObnF7JrnPSiCx4baOkvC9VauxxBZFlN2IYbkc+h5T2TwBH4w43BLnvGfPvN1MyC3eQYCuthzy6a3bLYxZOw+70FjnuyQNO85ocNBKQO7JYFvQYYbmtzw9a0IeAvCDQ7XqcWbxrwB09vnEYYj95Mvv/jmg/fC5Yp/8c4voT+bNlvS+gG7WN2gmuP5EQIZqK2tO6wy4k4OnrgTiOcDI6lXOcdQ8AAfNzkFUHV+/tlHvWj5o7tHdkBf1yXUMYQtInTuKNdhl2JgjgbZzwHdmJE2yi+SfMCzMeGiP37J/wO4/5sEixsAAA==&lt;/Code&gt;&lt;CodeSignature&gt;PkA0BeKbb6k61bj3t4f1QSFayBUYgLPJscplsSWXSWETP9K+Qt+F64ckorPLd8+B5pUuOYUZt8sQCDzu9gBcKz39fQgV91hIt0oqFteS++UWEeHO1gycpKFFsJxcozm1FW5bSWpVeWg5EUj1A5nN8+y/N933tD4tJfkwKnd/wZ0pZ+OtKJ/hckodGR615t61VVRT4Y5s1n0MIa+55nxOosCBp6NOzORIp/azJKDPnIhk7JaEEhrmq1HM9ZcaH9udWluVSnR/A465IQeaosM5OvWqArccy/R8wGhgPdegn2Wx1JQV83Cjcp448iN6gnzRNlTFmBKLTBUHfR1hZGDSDw==&lt;/CodeSignature&gt;&lt;/SmartOptions&gt;&lt;SmartResize enabled=&quot;True&quot; minWidth=&quot;10&quot; minHeight=&quot;10&quot; /&gt;&lt;/SmartSettings&gt;">
            <a:extLst>
              <a:ext uri="{FF2B5EF4-FFF2-40B4-BE49-F238E27FC236}">
                <a16:creationId xmlns:a16="http://schemas.microsoft.com/office/drawing/2014/main" id="{5397AECC-8B41-3162-8F26-3C8C02E3990D}"/>
              </a:ext>
            </a:extLst>
          </p:cNvPr>
          <p:cNvGrpSpPr/>
          <p:nvPr>
            <p:custDataLst>
              <p:tags r:id="rId2"/>
            </p:custDataLst>
          </p:nvPr>
        </p:nvGrpSpPr>
        <p:grpSpPr>
          <a:xfrm>
            <a:off x="7132272" y="925344"/>
            <a:ext cx="296579" cy="181588"/>
            <a:chOff x="593892" y="1580313"/>
            <a:chExt cx="362689" cy="222066"/>
          </a:xfrm>
        </p:grpSpPr>
        <p:sp>
          <p:nvSpPr>
            <p:cNvPr id="15" name="Circle">
              <a:extLst>
                <a:ext uri="{FF2B5EF4-FFF2-40B4-BE49-F238E27FC236}">
                  <a16:creationId xmlns:a16="http://schemas.microsoft.com/office/drawing/2014/main" id="{BB4A1514-5912-9EA0-9A05-94A0CDFBDF88}"/>
                </a:ext>
              </a:extLst>
            </p:cNvPr>
            <p:cNvSpPr/>
            <p:nvPr/>
          </p:nvSpPr>
          <p:spPr>
            <a:xfrm>
              <a:off x="593892" y="1624671"/>
              <a:ext cx="133350" cy="133350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6" name="Check" hidden="1">
              <a:extLst>
                <a:ext uri="{FF2B5EF4-FFF2-40B4-BE49-F238E27FC236}">
                  <a16:creationId xmlns:a16="http://schemas.microsoft.com/office/drawing/2014/main" id="{7E933A55-92AE-0DF4-C951-5367220E7202}"/>
                </a:ext>
              </a:extLst>
            </p:cNvPr>
            <p:cNvSpPr/>
            <p:nvPr/>
          </p:nvSpPr>
          <p:spPr>
            <a:xfrm>
              <a:off x="631198" y="1661977"/>
              <a:ext cx="58738" cy="58738"/>
            </a:xfrm>
            <a:prstGeom prst="ellipse">
              <a:avLst/>
            </a:prstGeom>
            <a:solidFill>
              <a:srgbClr val="808080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7" name="Label">
              <a:extLst>
                <a:ext uri="{FF2B5EF4-FFF2-40B4-BE49-F238E27FC236}">
                  <a16:creationId xmlns:a16="http://schemas.microsoft.com/office/drawing/2014/main" id="{A3BD6E14-49CB-9A50-FA14-BC663A198453}"/>
                </a:ext>
              </a:extLst>
            </p:cNvPr>
            <p:cNvSpPr txBox="1"/>
            <p:nvPr/>
          </p:nvSpPr>
          <p:spPr>
            <a:xfrm>
              <a:off x="715147" y="1580313"/>
              <a:ext cx="241434" cy="222066"/>
            </a:xfrm>
            <a:prstGeom prst="rect">
              <a:avLst/>
            </a:prstGeom>
            <a:noFill/>
          </p:spPr>
          <p:txBody>
            <a:bodyPr wrap="none" lIns="73152" tIns="36576" rIns="73152" bIns="36576" rtlCol="0" anchor="ctr" anchorCtr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Y</a:t>
              </a:r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2" name="Radio Button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V9msqJ6s27Zavp5nq7xJ694nNJz8Ku213CK449c5eDCfyUfSl4dlBFM8xXm61etnfNZ4fXSADADCc/cuE7LIyuIHygZmis9p/PGXzk4wfU+qdzKP+OWzHuHHx7OZabf10YlM+EegZQykATTWhgQwNkb9tjch5qHhHLdtNp2nOXgqnQtTbehzkAlp1iKcu2WG9PsrKvr2bcelzdNPPtvQ/dj/Y3Csdd6u62Xa1us80vkvCT/6JV0o+vZ5Vjb+60E7I8GXVTFLBwa+VU1+mpg4bfLlLK9HQrPj+qJJ82GBizMQQ0izxn3dGzt4377yu4qquFli2vr61gLBrPYKQyOEfPEkDPsyOzDr0Q7xDHSKh1j3q9UM5G7n1DfADzf+BhRQOLqo8vGfDZjj2SCsqbK6JwWDPG0eIsYX2Vsiw7o280B6JS1ogHnTVjVBzc7JohGdqisixd15MQNFmGzNZtjhwHVCt3ouxQn1Mv6iqd7UxeuWpmW8wO/rfEjS8XSE7oaPz4tlVpbvzylfZDWNsxy/IszJcp1Uiy9ZBjtTOoRoBJvIR9OsJS26dfpumrNOT/N3t7cqEJTn1cUFVFldV/XWR8+yoqRJa6t0LUzODJkKx8i0jT8aoZNb6TLvV/fHXeKax816QYbo+ij82PgdZNNEvJRSyjDjDpC7fShGF4ov1Be8R+nZ06JZVU02KT3B7RDIQDE+ifN2Yq0YtAiP/Brxjbi9+Ed9GfeVmf016hHhiWnOedGMBU/6Nyq2cB+e1dXC9bXl+urOZs8MDcyZ+erzvG3Sq3lOc6YTJ9TOpu0aspNO8rIiuSe+yoRQ5By+86bT9hGZUjxKOvEofRfqRtJc5G36i40Z9eZIrdLhjRb4NkOvzolVOySww4Q6VCfia49YFfJtRntr6VeaBORMf+EvjDfG46g3/smiKUiA0s8+6wd5Qxr5Zo2Bp3mPEcDNuMmhxrNBScfGlF5m5TpPf4/ht/Dcetzpo28A0LOOA+g/N1uKHlMrd7HHKPow37pZzZyQIau3PlRZuECmYUG5MkqftBN/cFGQc5q6HEFf+9tehoTH94gjmi+qcN9n/P3vwIsOFgQj4vSaR0QvCud9nOCwz/Gb69VmieRhoxU46vO6Wq9I3j0KUENKpgDELr5gPxpfftUWJfIv7QvKRPhmA00/8l2Ej95fAhkPtc4X+P2M0jXwhz28Prefb/DqQA0PQDzs8J8bfOXB6MA8N7yPB47MFli4oAHtHtKPx595oxSC08effLIBT/Pcoj88Yt+Yeqnf2feK72+gnv+w0ZlmS/VcjVMzEMLGnhtpZ55bjgmP5fb3ZPTjdSsfbDRusUd6s+/f2G3QEl3zH1+SObnF7JrnPSiCx4baOkvC9VauxxBZFlN2IYbkc+h5T2TwBH4w43BLnvGfPvN1MyC3eQYCuthzy6a3bLYxZOw+70FjnuyQNO85ocNBKQO7JYFvQYYbmtzw9a0IeAvCDQ7XqcWbxrwB09vnEYYj95Mvv/jmg/fC5Yp/8c4voT+bNlvS+gG7WN2gmuP5EQIZqK2tO6wy4k4OnrgTiOcDI6lXOcdQ8AAfNzkFUHV+/tlHvWj5o7tHdkBf1yXUMYQtInTuKNdhl2JgjgbZzwHdmJE2yi+SfMCzMeGiP37J/wO4/5sEixsAAA==&lt;/Code&gt;&lt;CodeSignature&gt;PkA0BeKbb6k61bj3t4f1QSFayBUYgLPJscplsSWXSWETP9K+Qt+F64ckorPLd8+B5pUuOYUZt8sQCDzu9gBcKz39fQgV91hIt0oqFteS++UWEeHO1gycpKFFsJxcozm1FW5bSWpVeWg5EUj1A5nN8+y/N933tD4tJfkwKnd/wZ0pZ+OtKJ/hckodGR615t61VVRT4Y5s1n0MIa+55nxOosCBp6NOzORIp/azJKDPnIhk7JaEEhrmq1HM9ZcaH9udWluVSnR/A465IQeaosM5OvWqArccy/R8wGhgPdegn2Wx1JQV83Cjcp448iN6gnzRNlTFmBKLTBUHfR1hZGDSDw==&lt;/CodeSignature&gt;&lt;/SmartOptions&gt;&lt;SmartResize enabled=&quot;True&quot; minWidth=&quot;10&quot; minHeight=&quot;10&quot; /&gt;&lt;/SmartSettings&gt;">
            <a:extLst>
              <a:ext uri="{FF2B5EF4-FFF2-40B4-BE49-F238E27FC236}">
                <a16:creationId xmlns:a16="http://schemas.microsoft.com/office/drawing/2014/main" id="{57A3B314-D267-4DC6-E676-CCF43836194B}"/>
              </a:ext>
            </a:extLst>
          </p:cNvPr>
          <p:cNvGrpSpPr/>
          <p:nvPr>
            <p:custDataLst>
              <p:tags r:id="rId3"/>
            </p:custDataLst>
          </p:nvPr>
        </p:nvGrpSpPr>
        <p:grpSpPr>
          <a:xfrm>
            <a:off x="7455226" y="925344"/>
            <a:ext cx="338257" cy="181588"/>
            <a:chOff x="593892" y="1580313"/>
            <a:chExt cx="413657" cy="222066"/>
          </a:xfrm>
        </p:grpSpPr>
        <p:sp>
          <p:nvSpPr>
            <p:cNvPr id="23" name="Circle">
              <a:extLst>
                <a:ext uri="{FF2B5EF4-FFF2-40B4-BE49-F238E27FC236}">
                  <a16:creationId xmlns:a16="http://schemas.microsoft.com/office/drawing/2014/main" id="{6B3AE6C3-0F4E-8AF4-3415-878C4B9ACEDA}"/>
                </a:ext>
              </a:extLst>
            </p:cNvPr>
            <p:cNvSpPr/>
            <p:nvPr/>
          </p:nvSpPr>
          <p:spPr>
            <a:xfrm>
              <a:off x="593892" y="1624671"/>
              <a:ext cx="133350" cy="133350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4" name="Check" hidden="1">
              <a:extLst>
                <a:ext uri="{FF2B5EF4-FFF2-40B4-BE49-F238E27FC236}">
                  <a16:creationId xmlns:a16="http://schemas.microsoft.com/office/drawing/2014/main" id="{176FAB25-67EB-7678-43D0-9C9A49EF64D2}"/>
                </a:ext>
              </a:extLst>
            </p:cNvPr>
            <p:cNvSpPr/>
            <p:nvPr/>
          </p:nvSpPr>
          <p:spPr>
            <a:xfrm>
              <a:off x="631198" y="1661977"/>
              <a:ext cx="58738" cy="58738"/>
            </a:xfrm>
            <a:prstGeom prst="ellipse">
              <a:avLst/>
            </a:prstGeom>
            <a:solidFill>
              <a:srgbClr val="808080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5" name="Label">
              <a:extLst>
                <a:ext uri="{FF2B5EF4-FFF2-40B4-BE49-F238E27FC236}">
                  <a16:creationId xmlns:a16="http://schemas.microsoft.com/office/drawing/2014/main" id="{64583323-C5B4-6730-0B5F-1F903A75DE71}"/>
                </a:ext>
              </a:extLst>
            </p:cNvPr>
            <p:cNvSpPr txBox="1"/>
            <p:nvPr/>
          </p:nvSpPr>
          <p:spPr>
            <a:xfrm>
              <a:off x="715147" y="1580313"/>
              <a:ext cx="292402" cy="222066"/>
            </a:xfrm>
            <a:prstGeom prst="rect">
              <a:avLst/>
            </a:prstGeom>
            <a:noFill/>
          </p:spPr>
          <p:txBody>
            <a:bodyPr wrap="none" lIns="73152" tIns="36576" rIns="73152" bIns="36576" rtlCol="0" anchor="ctr" anchorCtr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N</a:t>
              </a:r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45" name="Teardrop 1">
            <a:extLst>
              <a:ext uri="{FF2B5EF4-FFF2-40B4-BE49-F238E27FC236}">
                <a16:creationId xmlns:a16="http://schemas.microsoft.com/office/drawing/2014/main" id="{17015EB6-9C3D-4230-474F-41FA11011D6A}"/>
              </a:ext>
            </a:extLst>
          </p:cNvPr>
          <p:cNvSpPr/>
          <p:nvPr/>
        </p:nvSpPr>
        <p:spPr>
          <a:xfrm rot="16200000" flipH="1" flipV="1">
            <a:off x="2552950" y="162088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" name="Teardrop 1">
            <a:extLst>
              <a:ext uri="{FF2B5EF4-FFF2-40B4-BE49-F238E27FC236}">
                <a16:creationId xmlns:a16="http://schemas.microsoft.com/office/drawing/2014/main" id="{2B591409-AC5A-EB94-DC62-1B20AC290119}"/>
              </a:ext>
            </a:extLst>
          </p:cNvPr>
          <p:cNvSpPr/>
          <p:nvPr/>
        </p:nvSpPr>
        <p:spPr>
          <a:xfrm rot="16200000" flipH="1" flipV="1">
            <a:off x="8526514" y="1116824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7968B0D-038C-6218-3F4B-CCED2EF571AE}"/>
              </a:ext>
            </a:extLst>
          </p:cNvPr>
          <p:cNvSpPr/>
          <p:nvPr/>
        </p:nvSpPr>
        <p:spPr bwMode="auto">
          <a:xfrm>
            <a:off x="-106106" y="919795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A110990-CB53-9D87-F67B-1ED4761A55C3}"/>
              </a:ext>
            </a:extLst>
          </p:cNvPr>
          <p:cNvSpPr/>
          <p:nvPr/>
        </p:nvSpPr>
        <p:spPr>
          <a:xfrm>
            <a:off x="-14" y="808615"/>
            <a:ext cx="1318349" cy="5478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그룹코드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공통코드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239898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C4BE-267C-4F03-7991-88E722E43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3F262EAE-ABB5-1DD6-2A00-80210C17B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그룹 코드 관리 </a:t>
            </a:r>
            <a:r>
              <a:rPr lang="en-US" altLang="ko-KR" dirty="0">
                <a:highlight>
                  <a:srgbClr val="FFFF00"/>
                </a:highlight>
              </a:rPr>
              <a:t>(</a:t>
            </a:r>
            <a:r>
              <a:rPr lang="ko-KR" altLang="en-US" dirty="0">
                <a:highlight>
                  <a:srgbClr val="FFFF00"/>
                </a:highlight>
              </a:rPr>
              <a:t>팝업</a:t>
            </a:r>
            <a:r>
              <a:rPr lang="en-US" altLang="ko-KR" dirty="0">
                <a:highlight>
                  <a:srgbClr val="FFFF00"/>
                </a:highlight>
              </a:rPr>
              <a:t>)</a:t>
            </a:r>
            <a:endParaRPr lang="ko-KR" altLang="en-US" dirty="0">
              <a:highlight>
                <a:srgbClr val="FFFF00"/>
              </a:highlight>
            </a:endParaRP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643E79AA-D734-D28C-E368-E855D57A30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시스템 관리 </a:t>
            </a:r>
            <a:r>
              <a:rPr lang="en-US" altLang="ko-KR" dirty="0"/>
              <a:t>&gt;</a:t>
            </a:r>
            <a:r>
              <a:rPr lang="ko-KR" altLang="en-US" dirty="0"/>
              <a:t> 그룹코드 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7E6F818D-1684-98D1-FD9F-285F52430F2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3CACFE6A-6F72-6E8D-148F-9B6E31C4ED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4" y="1569"/>
            <a:ext cx="1225301" cy="420821"/>
          </a:xfrm>
        </p:spPr>
        <p:txBody>
          <a:bodyPr/>
          <a:lstStyle/>
          <a:p>
            <a:r>
              <a:rPr lang="ko-KR" altLang="en-US" dirty="0"/>
              <a:t>시스템 관리</a:t>
            </a:r>
          </a:p>
        </p:txBody>
      </p:sp>
      <p:sp>
        <p:nvSpPr>
          <p:cNvPr id="131" name="직사각형 130">
            <a:extLst>
              <a:ext uri="{FF2B5EF4-FFF2-40B4-BE49-F238E27FC236}">
                <a16:creationId xmlns:a16="http://schemas.microsoft.com/office/drawing/2014/main" id="{C517CF53-28FA-FE9E-B670-2318BD1C550F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EEE84E5F-C650-F73C-5083-BE70C2C1965D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시스템 관리</a:t>
            </a:r>
          </a:p>
        </p:txBody>
      </p:sp>
      <p:sp>
        <p:nvSpPr>
          <p:cNvPr id="133" name="직사각형 132">
            <a:extLst>
              <a:ext uri="{FF2B5EF4-FFF2-40B4-BE49-F238E27FC236}">
                <a16:creationId xmlns:a16="http://schemas.microsoft.com/office/drawing/2014/main" id="{7AF3F2AC-9EB7-C7A0-1B24-B5733594EBA4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83CF19F-1157-2F4F-05E0-1FDCEB5EEBFF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그룹 코드 관리</a:t>
            </a:r>
          </a:p>
        </p:txBody>
      </p:sp>
      <p:cxnSp>
        <p:nvCxnSpPr>
          <p:cNvPr id="137" name="직선 연결선 18">
            <a:extLst>
              <a:ext uri="{FF2B5EF4-FFF2-40B4-BE49-F238E27FC236}">
                <a16:creationId xmlns:a16="http://schemas.microsoft.com/office/drawing/2014/main" id="{2C796B54-37D2-C723-500D-7A7DF1B2791C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e 7">
            <a:extLst>
              <a:ext uri="{FF2B5EF4-FFF2-40B4-BE49-F238E27FC236}">
                <a16:creationId xmlns:a16="http://schemas.microsoft.com/office/drawing/2014/main" id="{30E94919-90D6-D062-B43B-70C69A5FED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6412659"/>
              </p:ext>
            </p:extLst>
          </p:nvPr>
        </p:nvGraphicFramePr>
        <p:xfrm>
          <a:off x="9406740" y="440717"/>
          <a:ext cx="2785260" cy="30982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b="0" i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슈퍼어드민</a:t>
                      </a: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권한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, </a:t>
                      </a: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시스템 관리자 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코드명 최대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20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자까지 입력 가능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코드 중복 확인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중복확인 팝업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171450" marR="0" indent="-17145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중복되는 코드명이 있습니다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171450" marR="0" indent="-17145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[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확인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]: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코드명 입력 값 사라짐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사용여부 디폴트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: 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사용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lastupdate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만 출력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Validation check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후 정상 등록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수정일 경우 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저장 후 </a:t>
                      </a: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부모창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이동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(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팝업 닫기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)</a:t>
                      </a: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그룹코드 하위에 </a:t>
                      </a: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맵핑된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공통코드가 있는 경우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삭제 불가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</a:tbl>
          </a:graphicData>
        </a:graphic>
      </p:graphicFrame>
      <p:grpSp>
        <p:nvGrpSpPr>
          <p:cNvPr id="3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5D94BE0E-7520-CEEA-36F8-EE61906F7BB3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2999656" y="1039860"/>
            <a:ext cx="4320480" cy="2597188"/>
            <a:chOff x="3593436" y="1261242"/>
            <a:chExt cx="3670715" cy="1753908"/>
          </a:xfrm>
        </p:grpSpPr>
        <p:sp>
          <p:nvSpPr>
            <p:cNvPr id="26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443ACC98-D166-25AD-B7A8-FE2A026A5242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3593436" y="1496299"/>
              <a:ext cx="3670709" cy="1518851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30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FF0C603E-9330-72E2-345C-B040073ADB69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3593436" y="1261242"/>
              <a:ext cx="3670715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그룹코드 관리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31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DFFF2FC7-5AD7-F4A0-A92F-FEE2E3516C78}"/>
                </a:ext>
              </a:extLst>
            </p:cNvPr>
            <p:cNvSpPr>
              <a:spLocks noEditPoints="1"/>
            </p:cNvSpPr>
            <p:nvPr>
              <p:custDataLst>
                <p:tags r:id="rId12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39FD05AD-730D-B776-3F65-E65CA0E94DA3}"/>
              </a:ext>
            </a:extLst>
          </p:cNvPr>
          <p:cNvSpPr txBox="1"/>
          <p:nvPr/>
        </p:nvSpPr>
        <p:spPr>
          <a:xfrm>
            <a:off x="3035659" y="1483392"/>
            <a:ext cx="9412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그룹 코드 관리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33" name="표 32">
            <a:extLst>
              <a:ext uri="{FF2B5EF4-FFF2-40B4-BE49-F238E27FC236}">
                <a16:creationId xmlns:a16="http://schemas.microsoft.com/office/drawing/2014/main" id="{64251495-32D9-9E91-99BF-7BD062DA2A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989798"/>
              </p:ext>
            </p:extLst>
          </p:nvPr>
        </p:nvGraphicFramePr>
        <p:xfrm>
          <a:off x="3108776" y="1793247"/>
          <a:ext cx="4071669" cy="14793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5016">
                  <a:extLst>
                    <a:ext uri="{9D8B030D-6E8A-4147-A177-3AD203B41FA5}">
                      <a16:colId xmlns:a16="http://schemas.microsoft.com/office/drawing/2014/main" val="50056753"/>
                    </a:ext>
                  </a:extLst>
                </a:gridCol>
                <a:gridCol w="2956653">
                  <a:extLst>
                    <a:ext uri="{9D8B030D-6E8A-4147-A177-3AD203B41FA5}">
                      <a16:colId xmlns:a16="http://schemas.microsoft.com/office/drawing/2014/main" val="1348785595"/>
                    </a:ext>
                  </a:extLst>
                </a:gridCol>
              </a:tblGrid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그룹 코드 </a:t>
                      </a:r>
                      <a:r>
                        <a:rPr lang="ko-KR" altLang="en-US" sz="800" b="1" i="0" kern="0" spc="-30" baseline="0" dirty="0">
                          <a:solidFill>
                            <a:srgbClr val="FF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*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설명 </a:t>
                      </a:r>
                      <a:r>
                        <a:rPr lang="ko-KR" altLang="en-US" sz="800" b="1" i="0" kern="0" spc="-30" baseline="0" dirty="0">
                          <a:solidFill>
                            <a:srgbClr val="FF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*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0942806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 </a:t>
                      </a:r>
                      <a:r>
                        <a:rPr lang="ko-KR" altLang="en-US" sz="800" b="1" i="0" kern="0" spc="-30" baseline="0" dirty="0">
                          <a:solidFill>
                            <a:srgbClr val="FF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*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8858915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최종 수정일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0993050"/>
                  </a:ext>
                </a:extLst>
              </a:tr>
            </a:tbl>
          </a:graphicData>
        </a:graphic>
      </p:graphicFrame>
      <p:sp>
        <p:nvSpPr>
          <p:cNvPr id="36" name="직사각형 35">
            <a:extLst>
              <a:ext uri="{FF2B5EF4-FFF2-40B4-BE49-F238E27FC236}">
                <a16:creationId xmlns:a16="http://schemas.microsoft.com/office/drawing/2014/main" id="{D0F6653A-7B95-B811-2E58-67E6188FA7DB}"/>
              </a:ext>
            </a:extLst>
          </p:cNvPr>
          <p:cNvSpPr/>
          <p:nvPr/>
        </p:nvSpPr>
        <p:spPr>
          <a:xfrm>
            <a:off x="4727848" y="3401142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1E51C536-5323-1B01-FE03-B84A9AE1FA83}"/>
              </a:ext>
            </a:extLst>
          </p:cNvPr>
          <p:cNvSpPr/>
          <p:nvPr/>
        </p:nvSpPr>
        <p:spPr>
          <a:xfrm>
            <a:off x="5230858" y="3401142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등록</a:t>
            </a:r>
          </a:p>
        </p:txBody>
      </p:sp>
      <p:sp>
        <p:nvSpPr>
          <p:cNvPr id="59" name="Text Box">
            <a:extLst>
              <a:ext uri="{FF2B5EF4-FFF2-40B4-BE49-F238E27FC236}">
                <a16:creationId xmlns:a16="http://schemas.microsoft.com/office/drawing/2014/main" id="{72D4C909-2401-361E-ECAC-6F34E6E9DAF7}"/>
              </a:ext>
            </a:extLst>
          </p:cNvPr>
          <p:cNvSpPr>
            <a:spLocks/>
          </p:cNvSpPr>
          <p:nvPr/>
        </p:nvSpPr>
        <p:spPr bwMode="auto">
          <a:xfrm>
            <a:off x="4337507" y="1854549"/>
            <a:ext cx="2168509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코드명을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E999E66-6BB6-0196-56C8-B5A7AB8817D9}"/>
              </a:ext>
            </a:extLst>
          </p:cNvPr>
          <p:cNvSpPr/>
          <p:nvPr/>
        </p:nvSpPr>
        <p:spPr>
          <a:xfrm>
            <a:off x="6561856" y="1851715"/>
            <a:ext cx="520224" cy="17971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중복확인</a:t>
            </a:r>
          </a:p>
        </p:txBody>
      </p:sp>
      <p:grpSp>
        <p:nvGrpSpPr>
          <p:cNvPr id="61" name="Radio Button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V9msqJ6s27Zavp5nq7xJ694nNJz8Ku213CK449c5eDCfyUfSl4dlBFM8xXm61etnfNZ4fXSADADCc/cuE7LIyuIHygZmis9p/PGXzk4wfU+qdzKP+OWzHuHHx7OZabf10YlM+EegZQykATTWhgQwNkb9tjch5qHhHLdtNp2nOXgqnQtTbehzkAlp1iKcu2WG9PsrKvr2bcelzdNPPtvQ/dj/Y3Csdd6u62Xa1us80vkvCT/6JV0o+vZ5Vjb+60E7I8GXVTFLBwa+VU1+mpg4bfLlLK9HQrPj+qJJ82GBizMQQ0izxn3dGzt4377yu4qquFli2vr61gLBrPYKQyOEfPEkDPsyOzDr0Q7xDHSKh1j3q9UM5G7n1DfADzf+BhRQOLqo8vGfDZjj2SCsqbK6JwWDPG0eIsYX2Vsiw7o280B6JS1ogHnTVjVBzc7JohGdqisixd15MQNFmGzNZtjhwHVCt3ouxQn1Mv6iqd7UxeuWpmW8wO/rfEjS8XSE7oaPz4tlVpbvzylfZDWNsxy/IszJcp1Uiy9ZBjtTOoRoBJvIR9OsJS26dfpumrNOT/N3t7cqEJTn1cUFVFldV/XWR8+yoqRJa6t0LUzODJkKx8i0jT8aoZNb6TLvV/fHXeKax816QYbo+ij82PgdZNNEvJRSyjDjDpC7fShGF4ov1Be8R+nZ06JZVU02KT3B7RDIQDE+ifN2Yq0YtAiP/Brxjbi9+Ed9GfeVmf016hHhiWnOedGMBU/6Nyq2cB+e1dXC9bXl+urOZs8MDcyZ+erzvG3Sq3lOc6YTJ9TOpu0aspNO8rIiuSe+yoRQ5By+86bT9hGZUjxKOvEofRfqRtJc5G36i40Z9eZIrdLhjRb4NkOvzolVOySww4Q6VCfia49YFfJtRntr6VeaBORMf+EvjDfG46g3/smiKUiA0s8+6wd5Qxr5Zo2Bp3mPEcDNuMmhxrNBScfGlF5m5TpPf4/ht/Dcetzpo28A0LOOA+g/N1uKHlMrd7HHKPow37pZzZyQIau3PlRZuECmYUG5MkqftBN/cFGQc5q6HEFf+9tehoTH94gjmi+qcN9n/P3vwIsOFgQj4vSaR0QvCud9nOCwz/Gb69VmieRhoxU46vO6Wq9I3j0KUENKpgDELr5gPxpfftUWJfIv7QvKRPhmA00/8l2Ej95fAhkPtc4X+P2M0jXwhz28Prefb/DqQA0PQDzs8J8bfOXB6MA8N7yPB47MFli4oAHtHtKPx595oxSC08effLIBT/Pcoj88Yt+Yeqnf2feK72+gnv+w0ZlmS/VcjVMzEMLGnhtpZ55bjgmP5fb3ZPTjdSsfbDRusUd6s+/f2G3QEl3zH1+SObnF7JrnPSiCx4baOkvC9VauxxBZFlN2IYbkc+h5T2TwBH4w43BLnvGfPvN1MyC3eQYCuthzy6a3bLYxZOw+70FjnuyQNO85ocNBKQO7JYFvQYYbmtzw9a0IeAvCDQ7XqcWbxrwB09vnEYYj95Mvv/jmg/fC5Yp/8c4voT+bNlvS+gG7WN2gmuP5EQIZqK2tO6wy4k4OnrgTiOcDI6lXOcdQ8AAfNzkFUHV+/tlHvWj5o7tHdkBf1yXUMYQtInTuKNdhl2JgjgbZzwHdmJE2yi+SfMCzMeGiP37J/wO4/5sEixsAAA==&lt;/Code&gt;&lt;CodeSignature&gt;PkA0BeKbb6k61bj3t4f1QSFayBUYgLPJscplsSWXSWETP9K+Qt+F64ckorPLd8+B5pUuOYUZt8sQCDzu9gBcKz39fQgV91hIt0oqFteS++UWEeHO1gycpKFFsJxcozm1FW5bSWpVeWg5EUj1A5nN8+y/N933tD4tJfkwKnd/wZ0pZ+OtKJ/hckodGR615t61VVRT4Y5s1n0MIa+55nxOosCBp6NOzORIp/azJKDPnIhk7JaEEhrmq1HM9ZcaH9udWluVSnR/A465IQeaosM5OvWqArccy/R8wGhgPdegn2Wx1JQV83Cjcp448iN6gnzRNlTFmBKLTBUHfR1hZGDSDw==&lt;/CodeSignature&gt;&lt;/SmartOptions&gt;&lt;SmartResize enabled=&quot;True&quot; minWidth=&quot;10&quot; minHeight=&quot;10&quot; /&gt;&lt;/SmartSettings&gt;">
            <a:extLst>
              <a:ext uri="{FF2B5EF4-FFF2-40B4-BE49-F238E27FC236}">
                <a16:creationId xmlns:a16="http://schemas.microsoft.com/office/drawing/2014/main" id="{4D0AB404-1F23-A3E3-9588-3849F60A8B66}"/>
              </a:ext>
            </a:extLst>
          </p:cNvPr>
          <p:cNvGrpSpPr/>
          <p:nvPr>
            <p:custDataLst>
              <p:tags r:id="rId2"/>
            </p:custDataLst>
          </p:nvPr>
        </p:nvGrpSpPr>
        <p:grpSpPr>
          <a:xfrm>
            <a:off x="4337507" y="2736547"/>
            <a:ext cx="294043" cy="181588"/>
            <a:chOff x="593892" y="1580313"/>
            <a:chExt cx="359589" cy="222066"/>
          </a:xfrm>
        </p:grpSpPr>
        <p:sp>
          <p:nvSpPr>
            <p:cNvPr id="62" name="Circle">
              <a:extLst>
                <a:ext uri="{FF2B5EF4-FFF2-40B4-BE49-F238E27FC236}">
                  <a16:creationId xmlns:a16="http://schemas.microsoft.com/office/drawing/2014/main" id="{386B0C37-A724-FA67-533D-0D419852CB49}"/>
                </a:ext>
              </a:extLst>
            </p:cNvPr>
            <p:cNvSpPr/>
            <p:nvPr/>
          </p:nvSpPr>
          <p:spPr>
            <a:xfrm>
              <a:off x="593892" y="1624671"/>
              <a:ext cx="133350" cy="133350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3" name="Check">
              <a:extLst>
                <a:ext uri="{FF2B5EF4-FFF2-40B4-BE49-F238E27FC236}">
                  <a16:creationId xmlns:a16="http://schemas.microsoft.com/office/drawing/2014/main" id="{3A50A293-9FBC-D056-18C0-D6FFFB1846EA}"/>
                </a:ext>
              </a:extLst>
            </p:cNvPr>
            <p:cNvSpPr/>
            <p:nvPr/>
          </p:nvSpPr>
          <p:spPr>
            <a:xfrm>
              <a:off x="631198" y="1661977"/>
              <a:ext cx="58738" cy="58738"/>
            </a:xfrm>
            <a:prstGeom prst="ellipse">
              <a:avLst/>
            </a:prstGeom>
            <a:solidFill>
              <a:srgbClr val="1588EC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28" name="Label">
              <a:extLst>
                <a:ext uri="{FF2B5EF4-FFF2-40B4-BE49-F238E27FC236}">
                  <a16:creationId xmlns:a16="http://schemas.microsoft.com/office/drawing/2014/main" id="{2F6441FF-406E-AF7F-AA24-ABB18E0A4F33}"/>
                </a:ext>
              </a:extLst>
            </p:cNvPr>
            <p:cNvSpPr txBox="1"/>
            <p:nvPr/>
          </p:nvSpPr>
          <p:spPr>
            <a:xfrm>
              <a:off x="712046" y="1580313"/>
              <a:ext cx="241435" cy="222066"/>
            </a:xfrm>
            <a:prstGeom prst="rect">
              <a:avLst/>
            </a:prstGeom>
            <a:noFill/>
          </p:spPr>
          <p:txBody>
            <a:bodyPr wrap="none" lIns="73152" tIns="36576" rIns="73152" bIns="36576" rtlCol="0" anchor="ctr" anchorCtr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Y</a:t>
              </a:r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29" name="Radio Button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V9msqJ6s27Zavp5nq7xJ694nNJz8Ku213CK449c5eDCfyUfSl4dlBFM8xXm61etnfNZ4fXSADADCc/cuE7LIyuIHygZmis9p/PGXzk4wfU+qdzKP+OWzHuHHx7OZabf10YlM+EegZQykATTWhgQwNkb9tjch5qHhHLdtNp2nOXgqnQtTbehzkAlp1iKcu2WG9PsrKvr2bcelzdNPPtvQ/dj/Y3Csdd6u62Xa1us80vkvCT/6JV0o+vZ5Vjb+60E7I8GXVTFLBwa+VU1+mpg4bfLlLK9HQrPj+qJJ82GBizMQQ0izxn3dGzt4377yu4qquFli2vr61gLBrPYKQyOEfPEkDPsyOzDr0Q7xDHSKh1j3q9UM5G7n1DfADzf+BhRQOLqo8vGfDZjj2SCsqbK6JwWDPG0eIsYX2Vsiw7o280B6JS1ogHnTVjVBzc7JohGdqisixd15MQNFmGzNZtjhwHVCt3ouxQn1Mv6iqd7UxeuWpmW8wO/rfEjS8XSE7oaPz4tlVpbvzylfZDWNsxy/IszJcp1Uiy9ZBjtTOoRoBJvIR9OsJS26dfpumrNOT/N3t7cqEJTn1cUFVFldV/XWR8+yoqRJa6t0LUzODJkKx8i0jT8aoZNb6TLvV/fHXeKax816QYbo+ij82PgdZNNEvJRSyjDjDpC7fShGF4ov1Be8R+nZ06JZVU02KT3B7RDIQDE+ifN2Yq0YtAiP/Brxjbi9+Ed9GfeVmf016hHhiWnOedGMBU/6Nyq2cB+e1dXC9bXl+urOZs8MDcyZ+erzvG3Sq3lOc6YTJ9TOpu0aspNO8rIiuSe+yoRQ5By+86bT9hGZUjxKOvEofRfqRtJc5G36i40Z9eZIrdLhjRb4NkOvzolVOySww4Q6VCfia49YFfJtRntr6VeaBORMf+EvjDfG46g3/smiKUiA0s8+6wd5Qxr5Zo2Bp3mPEcDNuMmhxrNBScfGlF5m5TpPf4/ht/Dcetzpo28A0LOOA+g/N1uKHlMrd7HHKPow37pZzZyQIau3PlRZuECmYUG5MkqftBN/cFGQc5q6HEFf+9tehoTH94gjmi+qcN9n/P3vwIsOFgQj4vSaR0QvCud9nOCwz/Gb69VmieRhoxU46vO6Wq9I3j0KUENKpgDELr5gPxpfftUWJfIv7QvKRPhmA00/8l2Ej95fAhkPtc4X+P2M0jXwhz28Prefb/DqQA0PQDzs8J8bfOXB6MA8N7yPB47MFli4oAHtHtKPx595oxSC08effLIBT/Pcoj88Yt+Yeqnf2feK72+gnv+w0ZlmS/VcjVMzEMLGnhtpZ55bjgmP5fb3ZPTjdSsfbDRusUd6s+/f2G3QEl3zH1+SObnF7JrnPSiCx4baOkvC9VauxxBZFlN2IYbkc+h5T2TwBH4w43BLnvGfPvN1MyC3eQYCuthzy6a3bLYxZOw+70FjnuyQNO85ocNBKQO7JYFvQYYbmtzw9a0IeAvCDQ7XqcWbxrwB09vnEYYj95Mvv/jmg/fC5Yp/8c4voT+bNlvS+gG7WN2gmuP5EQIZqK2tO6wy4k4OnrgTiOcDI6lXOcdQ8AAfNzkFUHV+/tlHvWj5o7tHdkBf1yXUMYQtInTuKNdhl2JgjgbZzwHdmJE2yi+SfMCzMeGiP37J/wO4/5sEixsAAA==&lt;/Code&gt;&lt;CodeSignature&gt;PkA0BeKbb6k61bj3t4f1QSFayBUYgLPJscplsSWXSWETP9K+Qt+F64ckorPLd8+B5pUuOYUZt8sQCDzu9gBcKz39fQgV91hIt0oqFteS++UWEeHO1gycpKFFsJxcozm1FW5bSWpVeWg5EUj1A5nN8+y/N933tD4tJfkwKnd/wZ0pZ+OtKJ/hckodGR615t61VVRT4Y5s1n0MIa+55nxOosCBp6NOzORIp/azJKDPnIhk7JaEEhrmq1HM9ZcaH9udWluVSnR/A465IQeaosM5OvWqArccy/R8wGhgPdegn2Wx1JQV83Cjcp448iN6gnzRNlTFmBKLTBUHfR1hZGDSDw==&lt;/CodeSignature&gt;&lt;/SmartOptions&gt;&lt;SmartResize enabled=&quot;True&quot; minWidth=&quot;10&quot; minHeight=&quot;10&quot; /&gt;&lt;/SmartSettings&gt;">
            <a:extLst>
              <a:ext uri="{FF2B5EF4-FFF2-40B4-BE49-F238E27FC236}">
                <a16:creationId xmlns:a16="http://schemas.microsoft.com/office/drawing/2014/main" id="{150E8909-F936-9A0F-71F3-25857421383E}"/>
              </a:ext>
            </a:extLst>
          </p:cNvPr>
          <p:cNvGrpSpPr/>
          <p:nvPr>
            <p:custDataLst>
              <p:tags r:id="rId3"/>
            </p:custDataLst>
          </p:nvPr>
        </p:nvGrpSpPr>
        <p:grpSpPr>
          <a:xfrm>
            <a:off x="4638199" y="2736547"/>
            <a:ext cx="314212" cy="181588"/>
            <a:chOff x="593892" y="1580313"/>
            <a:chExt cx="384253" cy="222066"/>
          </a:xfrm>
        </p:grpSpPr>
        <p:sp>
          <p:nvSpPr>
            <p:cNvPr id="130" name="Circle">
              <a:extLst>
                <a:ext uri="{FF2B5EF4-FFF2-40B4-BE49-F238E27FC236}">
                  <a16:creationId xmlns:a16="http://schemas.microsoft.com/office/drawing/2014/main" id="{569DE91D-963A-96A7-158A-954CB0203402}"/>
                </a:ext>
              </a:extLst>
            </p:cNvPr>
            <p:cNvSpPr/>
            <p:nvPr/>
          </p:nvSpPr>
          <p:spPr>
            <a:xfrm>
              <a:off x="593892" y="1624671"/>
              <a:ext cx="133350" cy="133350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8" name="Check" hidden="1">
              <a:extLst>
                <a:ext uri="{FF2B5EF4-FFF2-40B4-BE49-F238E27FC236}">
                  <a16:creationId xmlns:a16="http://schemas.microsoft.com/office/drawing/2014/main" id="{AC639D38-3460-42B0-8C25-75F22C1FF6EB}"/>
                </a:ext>
              </a:extLst>
            </p:cNvPr>
            <p:cNvSpPr/>
            <p:nvPr/>
          </p:nvSpPr>
          <p:spPr>
            <a:xfrm>
              <a:off x="631198" y="1661977"/>
              <a:ext cx="58738" cy="58738"/>
            </a:xfrm>
            <a:prstGeom prst="ellipse">
              <a:avLst/>
            </a:prstGeom>
            <a:solidFill>
              <a:srgbClr val="808080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0" name="Label">
              <a:extLst>
                <a:ext uri="{FF2B5EF4-FFF2-40B4-BE49-F238E27FC236}">
                  <a16:creationId xmlns:a16="http://schemas.microsoft.com/office/drawing/2014/main" id="{65964005-9FA4-E158-A6A1-967127B7ADCF}"/>
                </a:ext>
              </a:extLst>
            </p:cNvPr>
            <p:cNvSpPr txBox="1"/>
            <p:nvPr/>
          </p:nvSpPr>
          <p:spPr>
            <a:xfrm>
              <a:off x="715147" y="1580313"/>
              <a:ext cx="262998" cy="222066"/>
            </a:xfrm>
            <a:prstGeom prst="rect">
              <a:avLst/>
            </a:prstGeom>
            <a:noFill/>
          </p:spPr>
          <p:txBody>
            <a:bodyPr wrap="none" lIns="73152" tIns="36576" rIns="73152" bIns="36576" rtlCol="0" anchor="ctr" anchorCtr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N</a:t>
              </a:r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48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17CBE506-BB59-CC11-CD28-487D346C131F}"/>
              </a:ext>
            </a:extLst>
          </p:cNvPr>
          <p:cNvGrpSpPr/>
          <p:nvPr>
            <p:custDataLst>
              <p:tags r:id="rId4"/>
            </p:custDataLst>
          </p:nvPr>
        </p:nvGrpSpPr>
        <p:grpSpPr>
          <a:xfrm>
            <a:off x="2999656" y="3790537"/>
            <a:ext cx="4320480" cy="2662799"/>
            <a:chOff x="3593436" y="1261242"/>
            <a:chExt cx="3670715" cy="1798216"/>
          </a:xfrm>
        </p:grpSpPr>
        <p:sp>
          <p:nvSpPr>
            <p:cNvPr id="149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6C4AC69D-4476-D6D6-B47C-4C9ADB5EC005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3593436" y="1496299"/>
              <a:ext cx="3670709" cy="1563159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50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DB67D069-2BC9-B58A-7C86-D625E38F749E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3593436" y="1261242"/>
              <a:ext cx="3670715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그룹코드 관리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151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326E5A59-316B-62A4-7A5A-825BEAEA45EA}"/>
                </a:ext>
              </a:extLst>
            </p:cNvPr>
            <p:cNvSpPr>
              <a:spLocks noEditPoints="1"/>
            </p:cNvSpPr>
            <p:nvPr>
              <p:custDataLst>
                <p:tags r:id="rId9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153" name="TextBox 152">
            <a:extLst>
              <a:ext uri="{FF2B5EF4-FFF2-40B4-BE49-F238E27FC236}">
                <a16:creationId xmlns:a16="http://schemas.microsoft.com/office/drawing/2014/main" id="{D419EA94-6510-D491-FB81-64A7415B5E27}"/>
              </a:ext>
            </a:extLst>
          </p:cNvPr>
          <p:cNvSpPr txBox="1"/>
          <p:nvPr/>
        </p:nvSpPr>
        <p:spPr>
          <a:xfrm>
            <a:off x="3035659" y="4234069"/>
            <a:ext cx="9412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그룹 코드 관리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5" name="직사각형 154">
            <a:extLst>
              <a:ext uri="{FF2B5EF4-FFF2-40B4-BE49-F238E27FC236}">
                <a16:creationId xmlns:a16="http://schemas.microsoft.com/office/drawing/2014/main" id="{930DD042-F353-EA86-1647-6AE5134A39F1}"/>
              </a:ext>
            </a:extLst>
          </p:cNvPr>
          <p:cNvSpPr/>
          <p:nvPr/>
        </p:nvSpPr>
        <p:spPr>
          <a:xfrm>
            <a:off x="4540101" y="617028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156" name="직사각형 155">
            <a:extLst>
              <a:ext uri="{FF2B5EF4-FFF2-40B4-BE49-F238E27FC236}">
                <a16:creationId xmlns:a16="http://schemas.microsoft.com/office/drawing/2014/main" id="{073FF90B-095D-823B-CA15-08D04E430480}"/>
              </a:ext>
            </a:extLst>
          </p:cNvPr>
          <p:cNvSpPr/>
          <p:nvPr/>
        </p:nvSpPr>
        <p:spPr>
          <a:xfrm>
            <a:off x="5022306" y="617028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저장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8C8B888C-73A8-C349-CC27-91EE28D0DD17}"/>
              </a:ext>
            </a:extLst>
          </p:cNvPr>
          <p:cNvSpPr txBox="1"/>
          <p:nvPr/>
        </p:nvSpPr>
        <p:spPr>
          <a:xfrm>
            <a:off x="4738112" y="1115376"/>
            <a:ext cx="6719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ko-KR" sz="800" dirty="0">
                <a:highlight>
                  <a:srgbClr val="FFFF00"/>
                </a:highlight>
                <a:latin typeface="+mn-ea"/>
                <a:ea typeface="+mn-ea"/>
              </a:rPr>
              <a:t>[</a:t>
            </a:r>
            <a:r>
              <a:rPr kumimoji="1" lang="ko-KR" altLang="en-US" sz="800" dirty="0">
                <a:highlight>
                  <a:srgbClr val="FFFF00"/>
                </a:highlight>
                <a:latin typeface="+mn-ea"/>
                <a:ea typeface="+mn-ea"/>
              </a:rPr>
              <a:t>등록 팝업</a:t>
            </a:r>
            <a:r>
              <a:rPr kumimoji="1" lang="en-US" altLang="ko-KR" sz="800" dirty="0">
                <a:highlight>
                  <a:srgbClr val="FFFF00"/>
                </a:highlight>
                <a:latin typeface="+mn-ea"/>
                <a:ea typeface="+mn-ea"/>
              </a:rPr>
              <a:t>]</a:t>
            </a:r>
            <a:endParaRPr kumimoji="1" lang="ko-KR" altLang="en-US" sz="800" dirty="0"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BC627E04-6A7B-EDF7-09B3-3DE6F5907D10}"/>
              </a:ext>
            </a:extLst>
          </p:cNvPr>
          <p:cNvSpPr txBox="1"/>
          <p:nvPr/>
        </p:nvSpPr>
        <p:spPr>
          <a:xfrm>
            <a:off x="4622143" y="3866053"/>
            <a:ext cx="90281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ko-KR" sz="800" dirty="0">
                <a:highlight>
                  <a:srgbClr val="FFFF00"/>
                </a:highlight>
                <a:latin typeface="+mn-ea"/>
                <a:ea typeface="+mn-ea"/>
              </a:rPr>
              <a:t>[</a:t>
            </a:r>
            <a:r>
              <a:rPr kumimoji="1" lang="ko-KR" altLang="en-US" sz="800" dirty="0">
                <a:highlight>
                  <a:srgbClr val="FFFF00"/>
                </a:highlight>
                <a:latin typeface="+mn-ea"/>
                <a:ea typeface="+mn-ea"/>
              </a:rPr>
              <a:t>수정</a:t>
            </a:r>
            <a:r>
              <a:rPr kumimoji="1" lang="en-US" altLang="ko-KR" sz="800" dirty="0">
                <a:highlight>
                  <a:srgbClr val="FFFF00"/>
                </a:highlight>
                <a:latin typeface="+mn-ea"/>
                <a:ea typeface="+mn-ea"/>
              </a:rPr>
              <a:t>/</a:t>
            </a:r>
            <a:r>
              <a:rPr kumimoji="1" lang="ko-KR" altLang="en-US" sz="800" dirty="0">
                <a:highlight>
                  <a:srgbClr val="FFFF00"/>
                </a:highlight>
                <a:latin typeface="+mn-ea"/>
                <a:ea typeface="+mn-ea"/>
              </a:rPr>
              <a:t>상세 팝업</a:t>
            </a:r>
            <a:r>
              <a:rPr kumimoji="1" lang="en-US" altLang="ko-KR" sz="800" dirty="0">
                <a:highlight>
                  <a:srgbClr val="FFFF00"/>
                </a:highlight>
                <a:latin typeface="+mn-ea"/>
                <a:ea typeface="+mn-ea"/>
              </a:rPr>
              <a:t>]</a:t>
            </a:r>
            <a:endParaRPr kumimoji="1" lang="ko-KR" altLang="en-US" sz="800" dirty="0"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174" name="직사각형 173">
            <a:extLst>
              <a:ext uri="{FF2B5EF4-FFF2-40B4-BE49-F238E27FC236}">
                <a16:creationId xmlns:a16="http://schemas.microsoft.com/office/drawing/2014/main" id="{A785F93F-04E1-FD1E-B871-0AFD60C37F1E}"/>
              </a:ext>
            </a:extLst>
          </p:cNvPr>
          <p:cNvSpPr/>
          <p:nvPr/>
        </p:nvSpPr>
        <p:spPr>
          <a:xfrm>
            <a:off x="5488838" y="6170285"/>
            <a:ext cx="391138" cy="144000"/>
          </a:xfrm>
          <a:prstGeom prst="rect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삭제</a:t>
            </a:r>
          </a:p>
        </p:txBody>
      </p:sp>
      <p:sp>
        <p:nvSpPr>
          <p:cNvPr id="48" name="Teardrop 1">
            <a:extLst>
              <a:ext uri="{FF2B5EF4-FFF2-40B4-BE49-F238E27FC236}">
                <a16:creationId xmlns:a16="http://schemas.microsoft.com/office/drawing/2014/main" id="{DC0385EC-2D41-3BA3-4DB4-617AFD2ACC04}"/>
              </a:ext>
            </a:extLst>
          </p:cNvPr>
          <p:cNvSpPr/>
          <p:nvPr/>
        </p:nvSpPr>
        <p:spPr>
          <a:xfrm rot="16200000" flipH="1" flipV="1">
            <a:off x="3215002" y="2637003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4" name="Teardrop 1">
            <a:extLst>
              <a:ext uri="{FF2B5EF4-FFF2-40B4-BE49-F238E27FC236}">
                <a16:creationId xmlns:a16="http://schemas.microsoft.com/office/drawing/2014/main" id="{673A96C7-462B-31CC-A0CE-2DC63AAB6CBA}"/>
              </a:ext>
            </a:extLst>
          </p:cNvPr>
          <p:cNvSpPr/>
          <p:nvPr/>
        </p:nvSpPr>
        <p:spPr>
          <a:xfrm rot="16200000" flipH="1" flipV="1">
            <a:off x="5397905" y="6041226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5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4C04620-725C-A981-762F-E996C75544D3}"/>
              </a:ext>
            </a:extLst>
          </p:cNvPr>
          <p:cNvSpPr txBox="1"/>
          <p:nvPr/>
        </p:nvSpPr>
        <p:spPr>
          <a:xfrm>
            <a:off x="5920418" y="1488803"/>
            <a:ext cx="12698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dirty="0">
                <a:latin typeface="+mn-ea"/>
                <a:ea typeface="+mn-ea"/>
              </a:rPr>
              <a:t>"</a:t>
            </a:r>
            <a:r>
              <a:rPr lang="en-US" altLang="ko-KR" sz="700" dirty="0">
                <a:solidFill>
                  <a:srgbClr val="FF0000"/>
                </a:solidFill>
                <a:latin typeface="+mn-ea"/>
                <a:ea typeface="+mn-ea"/>
              </a:rPr>
              <a:t>*</a:t>
            </a:r>
            <a:r>
              <a:rPr lang="en-US" altLang="ko-KR" sz="700" dirty="0">
                <a:latin typeface="+mn-ea"/>
                <a:ea typeface="+mn-ea"/>
              </a:rPr>
              <a:t>"</a:t>
            </a:r>
            <a:r>
              <a:rPr lang="ko-KR" altLang="en-US" sz="700" dirty="0">
                <a:latin typeface="+mn-ea"/>
                <a:ea typeface="+mn-ea"/>
              </a:rPr>
              <a:t>는 필수 입력 항목입니다</a:t>
            </a:r>
            <a:r>
              <a:rPr lang="en-US" altLang="ko-KR" sz="700" dirty="0">
                <a:latin typeface="+mn-ea"/>
                <a:ea typeface="+mn-ea"/>
              </a:rPr>
              <a:t>.</a:t>
            </a:r>
            <a:endParaRPr kumimoji="1" lang="ko-Kore-KR" altLang="en-US" sz="700" dirty="0">
              <a:latin typeface="+mn-ea"/>
              <a:ea typeface="+mn-ea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B396F8D-6165-3446-CB12-686BC6679AE8}"/>
              </a:ext>
            </a:extLst>
          </p:cNvPr>
          <p:cNvSpPr txBox="1"/>
          <p:nvPr/>
        </p:nvSpPr>
        <p:spPr>
          <a:xfrm>
            <a:off x="5990055" y="4239480"/>
            <a:ext cx="12698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dirty="0">
                <a:latin typeface="+mn-ea"/>
                <a:ea typeface="+mn-ea"/>
              </a:rPr>
              <a:t>"</a:t>
            </a:r>
            <a:r>
              <a:rPr lang="en-US" altLang="ko-KR" sz="700" dirty="0">
                <a:solidFill>
                  <a:srgbClr val="FF0000"/>
                </a:solidFill>
                <a:latin typeface="+mn-ea"/>
                <a:ea typeface="+mn-ea"/>
              </a:rPr>
              <a:t>*</a:t>
            </a:r>
            <a:r>
              <a:rPr lang="en-US" altLang="ko-KR" sz="700" dirty="0">
                <a:latin typeface="+mn-ea"/>
                <a:ea typeface="+mn-ea"/>
              </a:rPr>
              <a:t>"</a:t>
            </a:r>
            <a:r>
              <a:rPr lang="ko-KR" altLang="en-US" sz="700" dirty="0">
                <a:latin typeface="+mn-ea"/>
                <a:ea typeface="+mn-ea"/>
              </a:rPr>
              <a:t>는 필수 입력 항목입니다</a:t>
            </a:r>
            <a:r>
              <a:rPr lang="en-US" altLang="ko-KR" sz="700" dirty="0">
                <a:latin typeface="+mn-ea"/>
                <a:ea typeface="+mn-ea"/>
              </a:rPr>
              <a:t>.</a:t>
            </a:r>
            <a:endParaRPr kumimoji="1" lang="ko-Kore-KR" altLang="en-US" sz="700" dirty="0">
              <a:latin typeface="+mn-ea"/>
              <a:ea typeface="+mn-ea"/>
            </a:endParaRPr>
          </a:p>
        </p:txBody>
      </p:sp>
      <p:sp>
        <p:nvSpPr>
          <p:cNvPr id="53" name="Teardrop 1">
            <a:extLst>
              <a:ext uri="{FF2B5EF4-FFF2-40B4-BE49-F238E27FC236}">
                <a16:creationId xmlns:a16="http://schemas.microsoft.com/office/drawing/2014/main" id="{59B14AC7-C96F-9664-5925-ECE7E4833C1A}"/>
              </a:ext>
            </a:extLst>
          </p:cNvPr>
          <p:cNvSpPr/>
          <p:nvPr/>
        </p:nvSpPr>
        <p:spPr>
          <a:xfrm rot="16200000" flipH="1" flipV="1">
            <a:off x="4225888" y="172325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09" name="Teardrop 1">
            <a:extLst>
              <a:ext uri="{FF2B5EF4-FFF2-40B4-BE49-F238E27FC236}">
                <a16:creationId xmlns:a16="http://schemas.microsoft.com/office/drawing/2014/main" id="{F55D0090-DDA4-3B9A-7D9D-ED6FA9865CAF}"/>
              </a:ext>
            </a:extLst>
          </p:cNvPr>
          <p:cNvSpPr/>
          <p:nvPr/>
        </p:nvSpPr>
        <p:spPr>
          <a:xfrm rot="16200000" flipH="1" flipV="1">
            <a:off x="5126130" y="3277065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4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0" name="Teardrop 1">
            <a:extLst>
              <a:ext uri="{FF2B5EF4-FFF2-40B4-BE49-F238E27FC236}">
                <a16:creationId xmlns:a16="http://schemas.microsoft.com/office/drawing/2014/main" id="{063DA0CE-A690-3043-FEEB-E3DF6B6A189D}"/>
              </a:ext>
            </a:extLst>
          </p:cNvPr>
          <p:cNvSpPr/>
          <p:nvPr/>
        </p:nvSpPr>
        <p:spPr>
          <a:xfrm rot="16200000" flipH="1" flipV="1">
            <a:off x="4916893" y="6041226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4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6" name="Text Box">
            <a:extLst>
              <a:ext uri="{FF2B5EF4-FFF2-40B4-BE49-F238E27FC236}">
                <a16:creationId xmlns:a16="http://schemas.microsoft.com/office/drawing/2014/main" id="{50A47DBC-7B51-AFF5-4E78-4612A4095FA5}"/>
              </a:ext>
            </a:extLst>
          </p:cNvPr>
          <p:cNvSpPr>
            <a:spLocks/>
          </p:cNvSpPr>
          <p:nvPr/>
        </p:nvSpPr>
        <p:spPr bwMode="auto">
          <a:xfrm>
            <a:off x="4337506" y="2181799"/>
            <a:ext cx="2744573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국문 설명을 입력하세요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7" name="Text Box">
            <a:extLst>
              <a:ext uri="{FF2B5EF4-FFF2-40B4-BE49-F238E27FC236}">
                <a16:creationId xmlns:a16="http://schemas.microsoft.com/office/drawing/2014/main" id="{2BE5D941-B01B-1D7A-3F4C-1EE5AD6214CA}"/>
              </a:ext>
            </a:extLst>
          </p:cNvPr>
          <p:cNvSpPr>
            <a:spLocks/>
          </p:cNvSpPr>
          <p:nvPr/>
        </p:nvSpPr>
        <p:spPr bwMode="auto">
          <a:xfrm>
            <a:off x="4337506" y="2426018"/>
            <a:ext cx="2744573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영문 설명을 입력하세요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8F126AF-FAC3-EF53-77D8-170CD75EB3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3966998"/>
              </p:ext>
            </p:extLst>
          </p:nvPr>
        </p:nvGraphicFramePr>
        <p:xfrm>
          <a:off x="3108776" y="4535377"/>
          <a:ext cx="4071669" cy="14793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5016">
                  <a:extLst>
                    <a:ext uri="{9D8B030D-6E8A-4147-A177-3AD203B41FA5}">
                      <a16:colId xmlns:a16="http://schemas.microsoft.com/office/drawing/2014/main" val="50056753"/>
                    </a:ext>
                  </a:extLst>
                </a:gridCol>
                <a:gridCol w="2956653">
                  <a:extLst>
                    <a:ext uri="{9D8B030D-6E8A-4147-A177-3AD203B41FA5}">
                      <a16:colId xmlns:a16="http://schemas.microsoft.com/office/drawing/2014/main" val="1348785595"/>
                    </a:ext>
                  </a:extLst>
                </a:gridCol>
              </a:tblGrid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그룹 코드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OTA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설명 </a:t>
                      </a:r>
                      <a:r>
                        <a:rPr lang="ko-KR" altLang="en-US" sz="800" b="1" i="0" kern="0" spc="-30" baseline="0" dirty="0">
                          <a:solidFill>
                            <a:srgbClr val="FF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*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0942806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 </a:t>
                      </a:r>
                      <a:r>
                        <a:rPr lang="ko-KR" altLang="en-US" sz="800" b="1" i="0" kern="0" spc="-30" baseline="0" dirty="0">
                          <a:solidFill>
                            <a:srgbClr val="FF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*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8858915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최종 수정일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YYYY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-MM-DD </a:t>
                      </a:r>
                      <a:r>
                        <a:rPr lang="en-US" altLang="ko-KR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HH:MM:SS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0993050"/>
                  </a:ext>
                </a:extLst>
              </a:tr>
            </a:tbl>
          </a:graphicData>
        </a:graphic>
      </p:graphicFrame>
      <p:sp>
        <p:nvSpPr>
          <p:cNvPr id="9" name="Text Box">
            <a:extLst>
              <a:ext uri="{FF2B5EF4-FFF2-40B4-BE49-F238E27FC236}">
                <a16:creationId xmlns:a16="http://schemas.microsoft.com/office/drawing/2014/main" id="{74168E65-1163-1EA7-9E30-BF4B76C5890C}"/>
              </a:ext>
            </a:extLst>
          </p:cNvPr>
          <p:cNvSpPr>
            <a:spLocks/>
          </p:cNvSpPr>
          <p:nvPr/>
        </p:nvSpPr>
        <p:spPr bwMode="auto">
          <a:xfrm>
            <a:off x="4287531" y="4900924"/>
            <a:ext cx="2744573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온라인 여행사</a:t>
            </a: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0" name="Text Box">
            <a:extLst>
              <a:ext uri="{FF2B5EF4-FFF2-40B4-BE49-F238E27FC236}">
                <a16:creationId xmlns:a16="http://schemas.microsoft.com/office/drawing/2014/main" id="{C74AE709-C55A-F5EE-CA5D-047DA50DD638}"/>
              </a:ext>
            </a:extLst>
          </p:cNvPr>
          <p:cNvSpPr>
            <a:spLocks/>
          </p:cNvSpPr>
          <p:nvPr/>
        </p:nvSpPr>
        <p:spPr bwMode="auto">
          <a:xfrm>
            <a:off x="4287531" y="5145143"/>
            <a:ext cx="2744573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en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Online Travel Agency</a:t>
            </a: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11" name="Radio Button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V9msqJ6s27Zavp5nq7xJ694nNJz8Ku213CK449c5eDCfyUfSl4dlBFM8xXm61etnfNZ4fXSADADCc/cuE7LIyuIHygZmis9p/PGXzk4wfU+qdzKP+OWzHuHHx7OZabf10YlM+EegZQykATTWhgQwNkb9tjch5qHhHLdtNp2nOXgqnQtTbehzkAlp1iKcu2WG9PsrKvr2bcelzdNPPtvQ/dj/Y3Csdd6u62Xa1us80vkvCT/6JV0o+vZ5Vjb+60E7I8GXVTFLBwa+VU1+mpg4bfLlLK9HQrPj+qJJ82GBizMQQ0izxn3dGzt4377yu4qquFli2vr61gLBrPYKQyOEfPEkDPsyOzDr0Q7xDHSKh1j3q9UM5G7n1DfADzf+BhRQOLqo8vGfDZjj2SCsqbK6JwWDPG0eIsYX2Vsiw7o280B6JS1ogHnTVjVBzc7JohGdqisixd15MQNFmGzNZtjhwHVCt3ouxQn1Mv6iqd7UxeuWpmW8wO/rfEjS8XSE7oaPz4tlVpbvzylfZDWNsxy/IszJcp1Uiy9ZBjtTOoRoBJvIR9OsJS26dfpumrNOT/N3t7cqEJTn1cUFVFldV/XWR8+yoqRJa6t0LUzODJkKx8i0jT8aoZNb6TLvV/fHXeKax816QYbo+ij82PgdZNNEvJRSyjDjDpC7fShGF4ov1Be8R+nZ06JZVU02KT3B7RDIQDE+ifN2Yq0YtAiP/Brxjbi9+Ed9GfeVmf016hHhiWnOedGMBU/6Nyq2cB+e1dXC9bXl+urOZs8MDcyZ+erzvG3Sq3lOc6YTJ9TOpu0aspNO8rIiuSe+yoRQ5By+86bT9hGZUjxKOvEofRfqRtJc5G36i40Z9eZIrdLhjRb4NkOvzolVOySww4Q6VCfia49YFfJtRntr6VeaBORMf+EvjDfG46g3/smiKUiA0s8+6wd5Qxr5Zo2Bp3mPEcDNuMmhxrNBScfGlF5m5TpPf4/ht/Dcetzpo28A0LOOA+g/N1uKHlMrd7HHKPow37pZzZyQIau3PlRZuECmYUG5MkqftBN/cFGQc5q6HEFf+9tehoTH94gjmi+qcN9n/P3vwIsOFgQj4vSaR0QvCud9nOCwz/Gb69VmieRhoxU46vO6Wq9I3j0KUENKpgDELr5gPxpfftUWJfIv7QvKRPhmA00/8l2Ej95fAhkPtc4X+P2M0jXwhz28Prefb/DqQA0PQDzs8J8bfOXB6MA8N7yPB47MFli4oAHtHtKPx595oxSC08effLIBT/Pcoj88Yt+Yeqnf2feK72+gnv+w0ZlmS/VcjVMzEMLGnhtpZ55bjgmP5fb3ZPTjdSsfbDRusUd6s+/f2G3QEl3zH1+SObnF7JrnPSiCx4baOkvC9VauxxBZFlN2IYbkc+h5T2TwBH4w43BLnvGfPvN1MyC3eQYCuthzy6a3bLYxZOw+70FjnuyQNO85ocNBKQO7JYFvQYYbmtzw9a0IeAvCDQ7XqcWbxrwB09vnEYYj95Mvv/jmg/fC5Yp/8c4voT+bNlvS+gG7WN2gmuP5EQIZqK2tO6wy4k4OnrgTiOcDI6lXOcdQ8AAfNzkFUHV+/tlHvWj5o7tHdkBf1yXUMYQtInTuKNdhl2JgjgbZzwHdmJE2yi+SfMCzMeGiP37J/wO4/5sEixsAAA==&lt;/Code&gt;&lt;CodeSignature&gt;PkA0BeKbb6k61bj3t4f1QSFayBUYgLPJscplsSWXSWETP9K+Qt+F64ckorPLd8+B5pUuOYUZt8sQCDzu9gBcKz39fQgV91hIt0oqFteS++UWEeHO1gycpKFFsJxcozm1FW5bSWpVeWg5EUj1A5nN8+y/N933tD4tJfkwKnd/wZ0pZ+OtKJ/hckodGR615t61VVRT4Y5s1n0MIa+55nxOosCBp6NOzORIp/azJKDPnIhk7JaEEhrmq1HM9ZcaH9udWluVSnR/A465IQeaosM5OvWqArccy/R8wGhgPdegn2Wx1JQV83Cjcp448iN6gnzRNlTFmBKLTBUHfR1hZGDSDw==&lt;/CodeSignature&gt;&lt;/SmartOptions&gt;&lt;SmartResize enabled=&quot;True&quot; minWidth=&quot;10&quot; minHeight=&quot;10&quot; /&gt;&lt;/SmartSettings&gt;">
            <a:extLst>
              <a:ext uri="{FF2B5EF4-FFF2-40B4-BE49-F238E27FC236}">
                <a16:creationId xmlns:a16="http://schemas.microsoft.com/office/drawing/2014/main" id="{BA9E4065-6133-53C2-E68A-1DFD4B9A36F5}"/>
              </a:ext>
            </a:extLst>
          </p:cNvPr>
          <p:cNvGrpSpPr/>
          <p:nvPr>
            <p:custDataLst>
              <p:tags r:id="rId5"/>
            </p:custDataLst>
          </p:nvPr>
        </p:nvGrpSpPr>
        <p:grpSpPr>
          <a:xfrm>
            <a:off x="4295800" y="5480918"/>
            <a:ext cx="294043" cy="181588"/>
            <a:chOff x="593892" y="1580313"/>
            <a:chExt cx="359589" cy="222066"/>
          </a:xfrm>
        </p:grpSpPr>
        <p:sp>
          <p:nvSpPr>
            <p:cNvPr id="12" name="Circle">
              <a:extLst>
                <a:ext uri="{FF2B5EF4-FFF2-40B4-BE49-F238E27FC236}">
                  <a16:creationId xmlns:a16="http://schemas.microsoft.com/office/drawing/2014/main" id="{3D21993A-F875-A2B4-486A-BD773C84D163}"/>
                </a:ext>
              </a:extLst>
            </p:cNvPr>
            <p:cNvSpPr/>
            <p:nvPr/>
          </p:nvSpPr>
          <p:spPr>
            <a:xfrm>
              <a:off x="593892" y="1624671"/>
              <a:ext cx="133350" cy="133350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" name="Check">
              <a:extLst>
                <a:ext uri="{FF2B5EF4-FFF2-40B4-BE49-F238E27FC236}">
                  <a16:creationId xmlns:a16="http://schemas.microsoft.com/office/drawing/2014/main" id="{0944FD38-2F59-7C4D-F88E-3D0D5CFDE5F3}"/>
                </a:ext>
              </a:extLst>
            </p:cNvPr>
            <p:cNvSpPr/>
            <p:nvPr/>
          </p:nvSpPr>
          <p:spPr>
            <a:xfrm>
              <a:off x="631198" y="1661977"/>
              <a:ext cx="58738" cy="58738"/>
            </a:xfrm>
            <a:prstGeom prst="ellipse">
              <a:avLst/>
            </a:prstGeom>
            <a:solidFill>
              <a:srgbClr val="1588EC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" name="Label">
              <a:extLst>
                <a:ext uri="{FF2B5EF4-FFF2-40B4-BE49-F238E27FC236}">
                  <a16:creationId xmlns:a16="http://schemas.microsoft.com/office/drawing/2014/main" id="{DD52339F-7587-9F97-6C03-4F49A597271E}"/>
                </a:ext>
              </a:extLst>
            </p:cNvPr>
            <p:cNvSpPr txBox="1"/>
            <p:nvPr/>
          </p:nvSpPr>
          <p:spPr>
            <a:xfrm>
              <a:off x="712046" y="1580313"/>
              <a:ext cx="241435" cy="222066"/>
            </a:xfrm>
            <a:prstGeom prst="rect">
              <a:avLst/>
            </a:prstGeom>
            <a:noFill/>
          </p:spPr>
          <p:txBody>
            <a:bodyPr wrap="none" lIns="73152" tIns="36576" rIns="73152" bIns="36576" rtlCol="0" anchor="ctr" anchorCtr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Y</a:t>
              </a:r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5" name="Radio Button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V9msqJ6s27Zavp5nq7xJ694nNJz8Ku213CK449c5eDCfyUfSl4dlBFM8xXm61etnfNZ4fXSADADCc/cuE7LIyuIHygZmis9p/PGXzk4wfU+qdzKP+OWzHuHHx7OZabf10YlM+EegZQykATTWhgQwNkb9tjch5qHhHLdtNp2nOXgqnQtTbehzkAlp1iKcu2WG9PsrKvr2bcelzdNPPtvQ/dj/Y3Csdd6u62Xa1us80vkvCT/6JV0o+vZ5Vjb+60E7I8GXVTFLBwa+VU1+mpg4bfLlLK9HQrPj+qJJ82GBizMQQ0izxn3dGzt4377yu4qquFli2vr61gLBrPYKQyOEfPEkDPsyOzDr0Q7xDHSKh1j3q9UM5G7n1DfADzf+BhRQOLqo8vGfDZjj2SCsqbK6JwWDPG0eIsYX2Vsiw7o280B6JS1ogHnTVjVBzc7JohGdqisixd15MQNFmGzNZtjhwHVCt3ouxQn1Mv6iqd7UxeuWpmW8wO/rfEjS8XSE7oaPz4tlVpbvzylfZDWNsxy/IszJcp1Uiy9ZBjtTOoRoBJvIR9OsJS26dfpumrNOT/N3t7cqEJTn1cUFVFldV/XWR8+yoqRJa6t0LUzODJkKx8i0jT8aoZNb6TLvV/fHXeKax816QYbo+ij82PgdZNNEvJRSyjDjDpC7fShGF4ov1Be8R+nZ06JZVU02KT3B7RDIQDE+ifN2Yq0YtAiP/Brxjbi9+Ed9GfeVmf016hHhiWnOedGMBU/6Nyq2cB+e1dXC9bXl+urOZs8MDcyZ+erzvG3Sq3lOc6YTJ9TOpu0aspNO8rIiuSe+yoRQ5By+86bT9hGZUjxKOvEofRfqRtJc5G36i40Z9eZIrdLhjRb4NkOvzolVOySww4Q6VCfia49YFfJtRntr6VeaBORMf+EvjDfG46g3/smiKUiA0s8+6wd5Qxr5Zo2Bp3mPEcDNuMmhxrNBScfGlF5m5TpPf4/ht/Dcetzpo28A0LOOA+g/N1uKHlMrd7HHKPow37pZzZyQIau3PlRZuECmYUG5MkqftBN/cFGQc5q6HEFf+9tehoTH94gjmi+qcN9n/P3vwIsOFgQj4vSaR0QvCud9nOCwz/Gb69VmieRhoxU46vO6Wq9I3j0KUENKpgDELr5gPxpfftUWJfIv7QvKRPhmA00/8l2Ej95fAhkPtc4X+P2M0jXwhz28Prefb/DqQA0PQDzs8J8bfOXB6MA8N7yPB47MFli4oAHtHtKPx595oxSC08effLIBT/Pcoj88Yt+Yeqnf2feK72+gnv+w0ZlmS/VcjVMzEMLGnhtpZ55bjgmP5fb3ZPTjdSsfbDRusUd6s+/f2G3QEl3zH1+SObnF7JrnPSiCx4baOkvC9VauxxBZFlN2IYbkc+h5T2TwBH4w43BLnvGfPvN1MyC3eQYCuthzy6a3bLYxZOw+70FjnuyQNO85ocNBKQO7JYFvQYYbmtzw9a0IeAvCDQ7XqcWbxrwB09vnEYYj95Mvv/jmg/fC5Yp/8c4voT+bNlvS+gG7WN2gmuP5EQIZqK2tO6wy4k4OnrgTiOcDI6lXOcdQ8AAfNzkFUHV+/tlHvWj5o7tHdkBf1yXUMYQtInTuKNdhl2JgjgbZzwHdmJE2yi+SfMCzMeGiP37J/wO4/5sEixsAAA==&lt;/Code&gt;&lt;CodeSignature&gt;PkA0BeKbb6k61bj3t4f1QSFayBUYgLPJscplsSWXSWETP9K+Qt+F64ckorPLd8+B5pUuOYUZt8sQCDzu9gBcKz39fQgV91hIt0oqFteS++UWEeHO1gycpKFFsJxcozm1FW5bSWpVeWg5EUj1A5nN8+y/N933tD4tJfkwKnd/wZ0pZ+OtKJ/hckodGR615t61VVRT4Y5s1n0MIa+55nxOosCBp6NOzORIp/azJKDPnIhk7JaEEhrmq1HM9ZcaH9udWluVSnR/A465IQeaosM5OvWqArccy/R8wGhgPdegn2Wx1JQV83Cjcp448iN6gnzRNlTFmBKLTBUHfR1hZGDSDw==&lt;/CodeSignature&gt;&lt;/SmartOptions&gt;&lt;SmartResize enabled=&quot;True&quot; minWidth=&quot;10&quot; minHeight=&quot;10&quot; /&gt;&lt;/SmartSettings&gt;">
            <a:extLst>
              <a:ext uri="{FF2B5EF4-FFF2-40B4-BE49-F238E27FC236}">
                <a16:creationId xmlns:a16="http://schemas.microsoft.com/office/drawing/2014/main" id="{3F684138-0F10-01FE-9BAB-57FC60F8047F}"/>
              </a:ext>
            </a:extLst>
          </p:cNvPr>
          <p:cNvGrpSpPr/>
          <p:nvPr>
            <p:custDataLst>
              <p:tags r:id="rId6"/>
            </p:custDataLst>
          </p:nvPr>
        </p:nvGrpSpPr>
        <p:grpSpPr>
          <a:xfrm>
            <a:off x="4596492" y="5480918"/>
            <a:ext cx="314212" cy="181588"/>
            <a:chOff x="593892" y="1580313"/>
            <a:chExt cx="384253" cy="222066"/>
          </a:xfrm>
        </p:grpSpPr>
        <p:sp>
          <p:nvSpPr>
            <p:cNvPr id="16" name="Circle">
              <a:extLst>
                <a:ext uri="{FF2B5EF4-FFF2-40B4-BE49-F238E27FC236}">
                  <a16:creationId xmlns:a16="http://schemas.microsoft.com/office/drawing/2014/main" id="{35BEA350-6260-27E0-7073-D19DC293B853}"/>
                </a:ext>
              </a:extLst>
            </p:cNvPr>
            <p:cNvSpPr/>
            <p:nvPr/>
          </p:nvSpPr>
          <p:spPr>
            <a:xfrm>
              <a:off x="593892" y="1624671"/>
              <a:ext cx="133350" cy="133350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7" name="Check" hidden="1">
              <a:extLst>
                <a:ext uri="{FF2B5EF4-FFF2-40B4-BE49-F238E27FC236}">
                  <a16:creationId xmlns:a16="http://schemas.microsoft.com/office/drawing/2014/main" id="{9655E9A0-2165-B702-1375-68E76040A09F}"/>
                </a:ext>
              </a:extLst>
            </p:cNvPr>
            <p:cNvSpPr/>
            <p:nvPr/>
          </p:nvSpPr>
          <p:spPr>
            <a:xfrm>
              <a:off x="631198" y="1661977"/>
              <a:ext cx="58738" cy="58738"/>
            </a:xfrm>
            <a:prstGeom prst="ellipse">
              <a:avLst/>
            </a:prstGeom>
            <a:solidFill>
              <a:srgbClr val="808080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2" name="Label">
              <a:extLst>
                <a:ext uri="{FF2B5EF4-FFF2-40B4-BE49-F238E27FC236}">
                  <a16:creationId xmlns:a16="http://schemas.microsoft.com/office/drawing/2014/main" id="{5ED40D74-0382-45CC-E221-FA6982E63BE6}"/>
                </a:ext>
              </a:extLst>
            </p:cNvPr>
            <p:cNvSpPr txBox="1"/>
            <p:nvPr/>
          </p:nvSpPr>
          <p:spPr>
            <a:xfrm>
              <a:off x="715147" y="1580313"/>
              <a:ext cx="262998" cy="222066"/>
            </a:xfrm>
            <a:prstGeom prst="rect">
              <a:avLst/>
            </a:prstGeom>
            <a:noFill/>
          </p:spPr>
          <p:txBody>
            <a:bodyPr wrap="none" lIns="73152" tIns="36576" rIns="73152" bIns="36576" rtlCol="0" anchor="ctr" anchorCtr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N</a:t>
              </a:r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FB6DB89A-71E6-2EA9-88EB-77D208F46D0A}"/>
              </a:ext>
            </a:extLst>
          </p:cNvPr>
          <p:cNvSpPr/>
          <p:nvPr/>
        </p:nvSpPr>
        <p:spPr bwMode="auto">
          <a:xfrm>
            <a:off x="-106106" y="919795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94967317-0388-4BA5-B61C-A989A6085B07}"/>
              </a:ext>
            </a:extLst>
          </p:cNvPr>
          <p:cNvSpPr/>
          <p:nvPr/>
        </p:nvSpPr>
        <p:spPr>
          <a:xfrm>
            <a:off x="-14" y="808615"/>
            <a:ext cx="1318349" cy="5478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그룹코드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공통코드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11824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50EA2-8DA1-CFA3-B5E0-2FCF19FBB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BF3FF23-5E4A-6777-4D18-A76043834F95}"/>
              </a:ext>
            </a:extLst>
          </p:cNvPr>
          <p:cNvSpPr/>
          <p:nvPr/>
        </p:nvSpPr>
        <p:spPr>
          <a:xfrm>
            <a:off x="0" y="1974770"/>
            <a:ext cx="12191999" cy="2908460"/>
          </a:xfrm>
          <a:prstGeom prst="rect">
            <a:avLst/>
          </a:prstGeom>
          <a:solidFill>
            <a:srgbClr val="0E273B"/>
          </a:solidFill>
          <a:ln>
            <a:solidFill>
              <a:srgbClr val="0E27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공통코드 관리</a:t>
            </a:r>
            <a:endParaRPr kumimoji="1" lang="ko-Kore-KR" altLang="en-US" sz="400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186359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A9B83-5C5F-1DED-DF8B-E7A774DB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D335F668-5FDF-21AF-562B-B1894FB5F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공통 코드 관리 리스트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AB6C151A-8B78-C7F1-ACB0-10B8097893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시스템 관리 </a:t>
            </a:r>
            <a:r>
              <a:rPr lang="en-US" altLang="ko-KR" dirty="0"/>
              <a:t>&gt;</a:t>
            </a:r>
            <a:r>
              <a:rPr lang="ko-KR" altLang="en-US" dirty="0"/>
              <a:t> 공통코드 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A58020AA-839C-97DC-9726-72D210674D8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C1407885-4D35-A3DD-5D08-078BD26702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4" y="1569"/>
            <a:ext cx="1225301" cy="420821"/>
          </a:xfrm>
        </p:spPr>
        <p:txBody>
          <a:bodyPr/>
          <a:lstStyle/>
          <a:p>
            <a:r>
              <a:rPr lang="ko-KR" altLang="en-US" dirty="0"/>
              <a:t>시스템 관리</a:t>
            </a:r>
          </a:p>
        </p:txBody>
      </p:sp>
      <p:sp>
        <p:nvSpPr>
          <p:cNvPr id="131" name="직사각형 130">
            <a:extLst>
              <a:ext uri="{FF2B5EF4-FFF2-40B4-BE49-F238E27FC236}">
                <a16:creationId xmlns:a16="http://schemas.microsoft.com/office/drawing/2014/main" id="{52C2A56B-3331-722B-E47D-CE20F14ECCA9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FF7ED6DC-CBF9-91B7-4F4D-AFD058738EF4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시스템 관리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207DD52E-6312-C3BA-2844-9A8CF7166C56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공통 코드 관리</a:t>
            </a:r>
          </a:p>
        </p:txBody>
      </p:sp>
      <p:cxnSp>
        <p:nvCxnSpPr>
          <p:cNvPr id="137" name="직선 연결선 18">
            <a:extLst>
              <a:ext uri="{FF2B5EF4-FFF2-40B4-BE49-F238E27FC236}">
                <a16:creationId xmlns:a16="http://schemas.microsoft.com/office/drawing/2014/main" id="{2467AABB-999D-C8D6-46A5-E424A0F34DEC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직사각형 140">
            <a:extLst>
              <a:ext uri="{FF2B5EF4-FFF2-40B4-BE49-F238E27FC236}">
                <a16:creationId xmlns:a16="http://schemas.microsoft.com/office/drawing/2014/main" id="{39F5C48F-3897-64DE-F684-FFC6E2D92B45}"/>
              </a:ext>
            </a:extLst>
          </p:cNvPr>
          <p:cNvSpPr/>
          <p:nvPr/>
        </p:nvSpPr>
        <p:spPr>
          <a:xfrm>
            <a:off x="8832304" y="66417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초기화</a:t>
            </a:r>
          </a:p>
        </p:txBody>
      </p:sp>
      <p:sp>
        <p:nvSpPr>
          <p:cNvPr id="142" name="직사각형 141">
            <a:extLst>
              <a:ext uri="{FF2B5EF4-FFF2-40B4-BE49-F238E27FC236}">
                <a16:creationId xmlns:a16="http://schemas.microsoft.com/office/drawing/2014/main" id="{97641002-EF68-DE4E-4C6F-4B61D9EDC4F3}"/>
              </a:ext>
            </a:extLst>
          </p:cNvPr>
          <p:cNvSpPr/>
          <p:nvPr/>
        </p:nvSpPr>
        <p:spPr>
          <a:xfrm>
            <a:off x="8387256" y="66417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검색</a:t>
            </a:r>
          </a:p>
        </p:txBody>
      </p:sp>
      <p:sp>
        <p:nvSpPr>
          <p:cNvPr id="144" name="직사각형 143">
            <a:extLst>
              <a:ext uri="{FF2B5EF4-FFF2-40B4-BE49-F238E27FC236}">
                <a16:creationId xmlns:a16="http://schemas.microsoft.com/office/drawing/2014/main" id="{D01C8072-4561-0385-3746-7A68FCC39EAC}"/>
              </a:ext>
            </a:extLst>
          </p:cNvPr>
          <p:cNvSpPr/>
          <p:nvPr/>
        </p:nvSpPr>
        <p:spPr>
          <a:xfrm>
            <a:off x="8699193" y="1289515"/>
            <a:ext cx="573593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공통코드 등록</a:t>
            </a:r>
          </a:p>
        </p:txBody>
      </p:sp>
      <p:graphicFrame>
        <p:nvGraphicFramePr>
          <p:cNvPr id="147" name="표 146">
            <a:extLst>
              <a:ext uri="{FF2B5EF4-FFF2-40B4-BE49-F238E27FC236}">
                <a16:creationId xmlns:a16="http://schemas.microsoft.com/office/drawing/2014/main" id="{258C90D6-2146-A79C-368D-EF7CED2616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9427824"/>
              </p:ext>
            </p:extLst>
          </p:nvPr>
        </p:nvGraphicFramePr>
        <p:xfrm>
          <a:off x="1447441" y="1528518"/>
          <a:ext cx="7816085" cy="85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42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2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8434">
                  <a:extLst>
                    <a:ext uri="{9D8B030D-6E8A-4147-A177-3AD203B41FA5}">
                      <a16:colId xmlns:a16="http://schemas.microsoft.com/office/drawing/2014/main" val="2621640411"/>
                    </a:ext>
                  </a:extLst>
                </a:gridCol>
                <a:gridCol w="1168434">
                  <a:extLst>
                    <a:ext uri="{9D8B030D-6E8A-4147-A177-3AD203B41FA5}">
                      <a16:colId xmlns:a16="http://schemas.microsoft.com/office/drawing/2014/main" val="2007734128"/>
                    </a:ext>
                  </a:extLst>
                </a:gridCol>
                <a:gridCol w="1099703">
                  <a:extLst>
                    <a:ext uri="{9D8B030D-6E8A-4147-A177-3AD203B41FA5}">
                      <a16:colId xmlns:a16="http://schemas.microsoft.com/office/drawing/2014/main" val="101904382"/>
                    </a:ext>
                  </a:extLst>
                </a:gridCol>
                <a:gridCol w="893509">
                  <a:extLst>
                    <a:ext uri="{9D8B030D-6E8A-4147-A177-3AD203B41FA5}">
                      <a16:colId xmlns:a16="http://schemas.microsoft.com/office/drawing/2014/main" val="2904624617"/>
                    </a:ext>
                  </a:extLst>
                </a:gridCol>
                <a:gridCol w="1729494">
                  <a:extLst>
                    <a:ext uri="{9D8B030D-6E8A-4147-A177-3AD203B41FA5}">
                      <a16:colId xmlns:a16="http://schemas.microsoft.com/office/drawing/2014/main" val="337197810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1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그룹코드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그룹코드 설명</a:t>
                      </a:r>
                      <a:r>
                        <a:rPr lang="en-US" altLang="ko-KR" sz="8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(</a:t>
                      </a:r>
                      <a:r>
                        <a:rPr lang="ko-KR" altLang="en-US" sz="8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국문</a:t>
                      </a:r>
                      <a:r>
                        <a:rPr lang="en-US" altLang="ko-KR" sz="8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)</a:t>
                      </a:r>
                      <a:endParaRPr lang="ko-KR" altLang="en-US" sz="800" b="1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공통코드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공통코드 설명</a:t>
                      </a:r>
                      <a:r>
                        <a:rPr lang="en-US" altLang="ko-KR" sz="8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(</a:t>
                      </a:r>
                      <a:r>
                        <a:rPr lang="ko-KR" altLang="en-US" sz="8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국문</a:t>
                      </a:r>
                      <a:r>
                        <a:rPr lang="en-US" altLang="ko-KR" sz="8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최종 수정일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OTA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온라인여행사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AGODA</a:t>
                      </a:r>
                      <a:endParaRPr kumimoji="0" lang="ko-KR" altLang="en-US" sz="8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아고다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 </a:t>
                      </a:r>
                      <a:r>
                        <a:rPr kumimoji="0" lang="en-US" altLang="ko-KR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OTA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온라인여행사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BOOKING</a:t>
                      </a:r>
                      <a:endParaRPr kumimoji="0" lang="ko-KR" altLang="en-US" sz="8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부킹닷컴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 HH:MM:SS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spc="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20</a:t>
                      </a:r>
                      <a:endParaRPr lang="ko-KR" altLang="en-US" sz="800" b="0" i="0" spc="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OTA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온라인여행사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HOTELS</a:t>
                      </a:r>
                      <a:endParaRPr kumimoji="0" lang="ko-KR" altLang="en-US" sz="800" b="0" i="0" u="sng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호텔스닷컴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 </a:t>
                      </a:r>
                      <a:r>
                        <a:rPr kumimoji="0" lang="en-US" altLang="ko-KR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653140"/>
                  </a:ext>
                </a:extLst>
              </a:tr>
            </a:tbl>
          </a:graphicData>
        </a:graphic>
      </p:graphicFrame>
      <p:sp>
        <p:nvSpPr>
          <p:cNvPr id="152" name="Pagination">
            <a:extLst>
              <a:ext uri="{FF2B5EF4-FFF2-40B4-BE49-F238E27FC236}">
                <a16:creationId xmlns:a16="http://schemas.microsoft.com/office/drawing/2014/main" id="{0AC114EF-9154-04CE-F8CF-C0F391E688E8}"/>
              </a:ext>
            </a:extLst>
          </p:cNvPr>
          <p:cNvSpPr txBox="1"/>
          <p:nvPr/>
        </p:nvSpPr>
        <p:spPr>
          <a:xfrm>
            <a:off x="4518267" y="2516275"/>
            <a:ext cx="1329146" cy="181588"/>
          </a:xfrm>
          <a:prstGeom prst="rect">
            <a:avLst/>
          </a:prstGeom>
          <a:noFill/>
        </p:spPr>
        <p:txBody>
          <a:bodyPr wrap="none" lIns="73152" tIns="36576" rIns="73152" bIns="36576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&lt;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2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3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4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…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9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10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&gt;</a:t>
            </a:r>
          </a:p>
        </p:txBody>
      </p:sp>
      <p:graphicFrame>
        <p:nvGraphicFramePr>
          <p:cNvPr id="2" name="Table 7">
            <a:extLst>
              <a:ext uri="{FF2B5EF4-FFF2-40B4-BE49-F238E27FC236}">
                <a16:creationId xmlns:a16="http://schemas.microsoft.com/office/drawing/2014/main" id="{CC869E17-D93C-1BD0-43C1-933FC936F3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206950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b="0" i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슈퍼어드민</a:t>
                      </a: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권한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,</a:t>
                      </a: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시스템 관리자 권한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코드명 클릭 시 코드 수정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상세 팝업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코드 등록 팝업 호출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grpSp>
        <p:nvGrpSpPr>
          <p:cNvPr id="9" name="그룹 8">
            <a:extLst>
              <a:ext uri="{FF2B5EF4-FFF2-40B4-BE49-F238E27FC236}">
                <a16:creationId xmlns:a16="http://schemas.microsoft.com/office/drawing/2014/main" id="{96019C53-7AFE-66BC-F805-E830C9C0982C}"/>
              </a:ext>
            </a:extLst>
          </p:cNvPr>
          <p:cNvGrpSpPr/>
          <p:nvPr/>
        </p:nvGrpSpPr>
        <p:grpSpPr>
          <a:xfrm>
            <a:off x="1444055" y="1262689"/>
            <a:ext cx="1842121" cy="200055"/>
            <a:chOff x="1444055" y="1418657"/>
            <a:chExt cx="1842121" cy="20005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75EDCE9-C6C0-6489-7F27-C39FB1627CBD}"/>
                </a:ext>
              </a:extLst>
            </p:cNvPr>
            <p:cNvSpPr txBox="1"/>
            <p:nvPr/>
          </p:nvSpPr>
          <p:spPr>
            <a:xfrm>
              <a:off x="2380159" y="1418657"/>
              <a:ext cx="90601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700" dirty="0">
                  <a:latin typeface="+mn-ea"/>
                  <a:ea typeface="+mn-ea"/>
                </a:rPr>
                <a:t>검색 </a:t>
              </a:r>
              <a:r>
                <a:rPr kumimoji="1" lang="ko-KR" altLang="en-US" sz="700" dirty="0">
                  <a:latin typeface="+mn-ea"/>
                  <a:ea typeface="+mn-ea"/>
                </a:rPr>
                <a:t>결과 총 </a:t>
              </a:r>
              <a:r>
                <a:rPr lang="en-US" altLang="ko-KR" sz="700" dirty="0">
                  <a:latin typeface="+mn-ea"/>
                  <a:ea typeface="+mn-ea"/>
                </a:rPr>
                <a:t>2</a:t>
              </a:r>
              <a:r>
                <a:rPr kumimoji="1" lang="en-US" altLang="ko-KR" sz="700" dirty="0">
                  <a:latin typeface="+mn-ea"/>
                  <a:ea typeface="+mn-ea"/>
                </a:rPr>
                <a:t>0</a:t>
              </a:r>
              <a:r>
                <a:rPr kumimoji="1" lang="ko-KR" altLang="en-US" sz="700" dirty="0">
                  <a:latin typeface="+mn-ea"/>
                  <a:ea typeface="+mn-ea"/>
                </a:rPr>
                <a:t> 개</a:t>
              </a:r>
              <a:endParaRPr kumimoji="1" lang="ko-Kore-KR" altLang="en-US" sz="700" dirty="0">
                <a:latin typeface="+mn-ea"/>
                <a:ea typeface="+mn-ea"/>
              </a:endParaRPr>
            </a:p>
          </p:txBody>
        </p: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A4083F4F-B792-E35A-B048-914FD2E4AC9E}"/>
                </a:ext>
              </a:extLst>
            </p:cNvPr>
            <p:cNvGrpSpPr/>
            <p:nvPr/>
          </p:nvGrpSpPr>
          <p:grpSpPr>
            <a:xfrm>
              <a:off x="1444055" y="1430083"/>
              <a:ext cx="891233" cy="174800"/>
              <a:chOff x="1244327" y="2887118"/>
              <a:chExt cx="891233" cy="174800"/>
            </a:xfrm>
          </p:grpSpPr>
          <p:sp>
            <p:nvSpPr>
              <p:cNvPr id="6" name="Text Box">
                <a:extLst>
                  <a:ext uri="{FF2B5EF4-FFF2-40B4-BE49-F238E27FC236}">
                    <a16:creationId xmlns:a16="http://schemas.microsoft.com/office/drawing/2014/main" id="{15676359-7916-8F55-C590-A851578BF71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44327" y="2887118"/>
                <a:ext cx="891233" cy="174800"/>
              </a:xfrm>
              <a:prstGeom prst="rect">
                <a:avLst/>
              </a:prstGeom>
              <a:solidFill>
                <a:schemeClr val="bg1"/>
              </a:solidFill>
              <a:ln w="6350" cap="flat" cmpd="sng" algn="ctr">
                <a:solidFill>
                  <a:schemeClr val="bg1">
                    <a:lumMod val="6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tIns="32400" rIns="72000" bIns="32400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auto">
                  <a:spcBef>
                    <a:spcPts val="0"/>
                  </a:spcBef>
                  <a:spcAft>
                    <a:spcPts val="0"/>
                  </a:spcAft>
                </a:pPr>
                <a:r>
                  <a:rPr kumimoji="0" lang="en-US" altLang="ko-KR" sz="700" kern="0" dirty="0">
                    <a:solidFill>
                      <a:schemeClr val="tx1"/>
                    </a:solidFill>
                    <a:latin typeface="+mn-ea"/>
                  </a:rPr>
                  <a:t>20</a:t>
                </a:r>
                <a:r>
                  <a:rPr kumimoji="0" lang="ko-KR" altLang="en-US" sz="700" kern="0" dirty="0">
                    <a:solidFill>
                      <a:schemeClr val="tx1"/>
                    </a:solidFill>
                    <a:latin typeface="+mn-ea"/>
                  </a:rPr>
                  <a:t> 개씩 보기   </a:t>
                </a:r>
                <a:endParaRPr kumimoji="0" lang="en-US" altLang="ko-KR" sz="700" b="0" kern="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7" name="Chevron Left">
                <a:extLst>
                  <a:ext uri="{FF2B5EF4-FFF2-40B4-BE49-F238E27FC236}">
                    <a16:creationId xmlns:a16="http://schemas.microsoft.com/office/drawing/2014/main" id="{75215461-5228-9444-FF92-72233D916647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16200000">
                <a:off x="1990266" y="2933272"/>
                <a:ext cx="54214" cy="98669"/>
              </a:xfrm>
              <a:custGeom>
                <a:avLst/>
                <a:gdLst>
                  <a:gd name="T0" fmla="*/ 296 w 324"/>
                  <a:gd name="T1" fmla="*/ 593 h 593"/>
                  <a:gd name="T2" fmla="*/ 324 w 324"/>
                  <a:gd name="T3" fmla="*/ 565 h 593"/>
                  <a:gd name="T4" fmla="*/ 55 w 324"/>
                  <a:gd name="T5" fmla="*/ 297 h 593"/>
                  <a:gd name="T6" fmla="*/ 324 w 324"/>
                  <a:gd name="T7" fmla="*/ 28 h 593"/>
                  <a:gd name="T8" fmla="*/ 296 w 324"/>
                  <a:gd name="T9" fmla="*/ 0 h 593"/>
                  <a:gd name="T10" fmla="*/ 0 w 324"/>
                  <a:gd name="T11" fmla="*/ 297 h 593"/>
                  <a:gd name="T12" fmla="*/ 296 w 324"/>
                  <a:gd name="T13" fmla="*/ 593 h 5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24" h="593">
                    <a:moveTo>
                      <a:pt x="296" y="593"/>
                    </a:moveTo>
                    <a:lnTo>
                      <a:pt x="324" y="565"/>
                    </a:lnTo>
                    <a:lnTo>
                      <a:pt x="55" y="297"/>
                    </a:lnTo>
                    <a:lnTo>
                      <a:pt x="324" y="28"/>
                    </a:lnTo>
                    <a:lnTo>
                      <a:pt x="296" y="0"/>
                    </a:lnTo>
                    <a:lnTo>
                      <a:pt x="0" y="297"/>
                    </a:lnTo>
                    <a:lnTo>
                      <a:pt x="296" y="593"/>
                    </a:lnTo>
                    <a:close/>
                  </a:path>
                </a:pathLst>
              </a:custGeom>
              <a:solidFill>
                <a:srgbClr val="5F5F5F"/>
              </a:solidFill>
              <a:ln w="9525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145" name="Teardrop 1">
            <a:extLst>
              <a:ext uri="{FF2B5EF4-FFF2-40B4-BE49-F238E27FC236}">
                <a16:creationId xmlns:a16="http://schemas.microsoft.com/office/drawing/2014/main" id="{BBFF760E-FA9B-BB94-AB29-D27FE733F16E}"/>
              </a:ext>
            </a:extLst>
          </p:cNvPr>
          <p:cNvSpPr/>
          <p:nvPr/>
        </p:nvSpPr>
        <p:spPr>
          <a:xfrm rot="16200000" flipH="1" flipV="1">
            <a:off x="4526187" y="1692888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" name="Teardrop 1">
            <a:extLst>
              <a:ext uri="{FF2B5EF4-FFF2-40B4-BE49-F238E27FC236}">
                <a16:creationId xmlns:a16="http://schemas.microsoft.com/office/drawing/2014/main" id="{F37678D7-86DB-322F-DA2D-52FF3FAA47F7}"/>
              </a:ext>
            </a:extLst>
          </p:cNvPr>
          <p:cNvSpPr/>
          <p:nvPr/>
        </p:nvSpPr>
        <p:spPr>
          <a:xfrm rot="16200000" flipH="1" flipV="1">
            <a:off x="8584803" y="118883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A93D42CB-F55A-C204-CFA7-26AAF4555CD2}"/>
              </a:ext>
            </a:extLst>
          </p:cNvPr>
          <p:cNvSpPr/>
          <p:nvPr/>
        </p:nvSpPr>
        <p:spPr bwMode="auto">
          <a:xfrm>
            <a:off x="-106106" y="1146576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60815582-2B07-16F0-023E-277FF425AE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8791565"/>
              </p:ext>
            </p:extLst>
          </p:nvPr>
        </p:nvGraphicFramePr>
        <p:xfrm>
          <a:off x="1448266" y="908719"/>
          <a:ext cx="7816085" cy="226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1350">
                  <a:extLst>
                    <a:ext uri="{9D8B030D-6E8A-4147-A177-3AD203B41FA5}">
                      <a16:colId xmlns:a16="http://schemas.microsoft.com/office/drawing/2014/main" val="50056753"/>
                    </a:ext>
                  </a:extLst>
                </a:gridCol>
                <a:gridCol w="2736304">
                  <a:extLst>
                    <a:ext uri="{9D8B030D-6E8A-4147-A177-3AD203B41FA5}">
                      <a16:colId xmlns:a16="http://schemas.microsoft.com/office/drawing/2014/main" val="1348785595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363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63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공통 코드명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7" name="Text Box">
            <a:extLst>
              <a:ext uri="{FF2B5EF4-FFF2-40B4-BE49-F238E27FC236}">
                <a16:creationId xmlns:a16="http://schemas.microsoft.com/office/drawing/2014/main" id="{6F66A2D5-6BF8-FC92-1658-EAE8DA560BD5}"/>
              </a:ext>
            </a:extLst>
          </p:cNvPr>
          <p:cNvSpPr>
            <a:spLocks/>
          </p:cNvSpPr>
          <p:nvPr/>
        </p:nvSpPr>
        <p:spPr bwMode="auto">
          <a:xfrm>
            <a:off x="2707452" y="929191"/>
            <a:ext cx="2508383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코드명을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grpSp>
        <p:nvGrpSpPr>
          <p:cNvPr id="28" name="Radio Button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V9msqJ6s27Zavp5nq7xJ694nNJz8Ku213CK449c5eDCfyUfSl4dlBFM8xXm61etnfNZ4fXSADADCc/cuE7LIyuIHygZmis9p/PGXzk4wfU+qdzKP+OWzHuHHx7OZabf10YlM+EegZQykATTWhgQwNkb9tjch5qHhHLdtNp2nOXgqnQtTbehzkAlp1iKcu2WG9PsrKvr2bcelzdNPPtvQ/dj/Y3Csdd6u62Xa1us80vkvCT/6JV0o+vZ5Vjb+60E7I8GXVTFLBwa+VU1+mpg4bfLlLK9HQrPj+qJJ82GBizMQQ0izxn3dGzt4377yu4qquFli2vr61gLBrPYKQyOEfPEkDPsyOzDr0Q7xDHSKh1j3q9UM5G7n1DfADzf+BhRQOLqo8vGfDZjj2SCsqbK6JwWDPG0eIsYX2Vsiw7o280B6JS1ogHnTVjVBzc7JohGdqisixd15MQNFmGzNZtjhwHVCt3ouxQn1Mv6iqd7UxeuWpmW8wO/rfEjS8XSE7oaPz4tlVpbvzylfZDWNsxy/IszJcp1Uiy9ZBjtTOoRoBJvIR9OsJS26dfpumrNOT/N3t7cqEJTn1cUFVFldV/XWR8+yoqRJa6t0LUzODJkKx8i0jT8aoZNb6TLvV/fHXeKax816QYbo+ij82PgdZNNEvJRSyjDjDpC7fShGF4ov1Be8R+nZ06JZVU02KT3B7RDIQDE+ifN2Yq0YtAiP/Brxjbi9+Ed9GfeVmf016hHhiWnOedGMBU/6Nyq2cB+e1dXC9bXl+urOZs8MDcyZ+erzvG3Sq3lOc6YTJ9TOpu0aspNO8rIiuSe+yoRQ5By+86bT9hGZUjxKOvEofRfqRtJc5G36i40Z9eZIrdLhjRb4NkOvzolVOySww4Q6VCfia49YFfJtRntr6VeaBORMf+EvjDfG46g3/smiKUiA0s8+6wd5Qxr5Zo2Bp3mPEcDNuMmhxrNBScfGlF5m5TpPf4/ht/Dcetzpo28A0LOOA+g/N1uKHlMrd7HHKPow37pZzZyQIau3PlRZuECmYUG5MkqftBN/cFGQc5q6HEFf+9tehoTH94gjmi+qcN9n/P3vwIsOFgQj4vSaR0QvCud9nOCwz/Gb69VmieRhoxU46vO6Wq9I3j0KUENKpgDELr5gPxpfftUWJfIv7QvKRPhmA00/8l2Ej95fAhkPtc4X+P2M0jXwhz28Prefb/DqQA0PQDzs8J8bfOXB6MA8N7yPB47MFli4oAHtHtKPx595oxSC08effLIBT/Pcoj88Yt+Yeqnf2feK72+gnv+w0ZlmS/VcjVMzEMLGnhtpZ55bjgmP5fb3ZPTjdSsfbDRusUd6s+/f2G3QEl3zH1+SObnF7JrnPSiCx4baOkvC9VauxxBZFlN2IYbkc+h5T2TwBH4w43BLnvGfPvN1MyC3eQYCuthzy6a3bLYxZOw+70FjnuyQNO85ocNBKQO7JYFvQYYbmtzw9a0IeAvCDQ7XqcWbxrwB09vnEYYj95Mvv/jmg/fC5Yp/8c4voT+bNlvS+gG7WN2gmuP5EQIZqK2tO6wy4k4OnrgTiOcDI6lXOcdQ8AAfNzkFUHV+/tlHvWj5o7tHdkBf1yXUMYQtInTuKNdhl2JgjgbZzwHdmJE2yi+SfMCzMeGiP37J/wO4/5sEixsAAA==&lt;/Code&gt;&lt;CodeSignature&gt;PkA0BeKbb6k61bj3t4f1QSFayBUYgLPJscplsSWXSWETP9K+Qt+F64ckorPLd8+B5pUuOYUZt8sQCDzu9gBcKz39fQgV91hIt0oqFteS++UWEeHO1gycpKFFsJxcozm1FW5bSWpVeWg5EUj1A5nN8+y/N933tD4tJfkwKnd/wZ0pZ+OtKJ/hckodGR615t61VVRT4Y5s1n0MIa+55nxOosCBp6NOzORIp/azJKDPnIhk7JaEEhrmq1HM9ZcaH9udWluVSnR/A465IQeaosM5OvWqArccy/R8wGhgPdegn2Wx1JQV83Cjcp448iN6gnzRNlTFmBKLTBUHfR1hZGDSDw==&lt;/CodeSignature&gt;&lt;/SmartOptions&gt;&lt;SmartResize enabled=&quot;True&quot; minWidth=&quot;10&quot; minHeight=&quot;10&quot; /&gt;&lt;/SmartSettings&gt;">
            <a:extLst>
              <a:ext uri="{FF2B5EF4-FFF2-40B4-BE49-F238E27FC236}">
                <a16:creationId xmlns:a16="http://schemas.microsoft.com/office/drawing/2014/main" id="{424AD8B9-DC74-D798-9320-6AC483199BA4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6672064" y="925344"/>
            <a:ext cx="414268" cy="181588"/>
            <a:chOff x="593892" y="1580313"/>
            <a:chExt cx="506614" cy="222066"/>
          </a:xfrm>
        </p:grpSpPr>
        <p:sp>
          <p:nvSpPr>
            <p:cNvPr id="29" name="Circle">
              <a:extLst>
                <a:ext uri="{FF2B5EF4-FFF2-40B4-BE49-F238E27FC236}">
                  <a16:creationId xmlns:a16="http://schemas.microsoft.com/office/drawing/2014/main" id="{3512E3D5-3813-E5E5-70C8-AADA9591C687}"/>
                </a:ext>
              </a:extLst>
            </p:cNvPr>
            <p:cNvSpPr/>
            <p:nvPr/>
          </p:nvSpPr>
          <p:spPr>
            <a:xfrm>
              <a:off x="593892" y="1624671"/>
              <a:ext cx="133350" cy="133350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0" name="Check">
              <a:extLst>
                <a:ext uri="{FF2B5EF4-FFF2-40B4-BE49-F238E27FC236}">
                  <a16:creationId xmlns:a16="http://schemas.microsoft.com/office/drawing/2014/main" id="{C42217D1-8A52-152D-9461-962F1E17F3E3}"/>
                </a:ext>
              </a:extLst>
            </p:cNvPr>
            <p:cNvSpPr/>
            <p:nvPr/>
          </p:nvSpPr>
          <p:spPr>
            <a:xfrm>
              <a:off x="631198" y="1661977"/>
              <a:ext cx="58738" cy="58738"/>
            </a:xfrm>
            <a:prstGeom prst="ellipse">
              <a:avLst/>
            </a:prstGeom>
            <a:solidFill>
              <a:srgbClr val="1588EC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1" name="Label">
              <a:extLst>
                <a:ext uri="{FF2B5EF4-FFF2-40B4-BE49-F238E27FC236}">
                  <a16:creationId xmlns:a16="http://schemas.microsoft.com/office/drawing/2014/main" id="{753A218D-C19F-2DA3-75D2-7AFEF1BDDCA0}"/>
                </a:ext>
              </a:extLst>
            </p:cNvPr>
            <p:cNvSpPr txBox="1"/>
            <p:nvPr/>
          </p:nvSpPr>
          <p:spPr>
            <a:xfrm>
              <a:off x="712046" y="1580313"/>
              <a:ext cx="388460" cy="222066"/>
            </a:xfrm>
            <a:prstGeom prst="rect">
              <a:avLst/>
            </a:prstGeom>
            <a:noFill/>
          </p:spPr>
          <p:txBody>
            <a:bodyPr wrap="none" lIns="73152" tIns="36576" rIns="73152" bIns="36576" rtlCol="0" anchor="ctr" anchorCtr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전체</a:t>
              </a:r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35" name="Radio Button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V9msqJ6s27Zavp5nq7xJ694nNJz8Ku213CK449c5eDCfyUfSl4dlBFM8xXm61etnfNZ4fXSADADCc/cuE7LIyuIHygZmis9p/PGXzk4wfU+qdzKP+OWzHuHHx7OZabf10YlM+EegZQykATTWhgQwNkb9tjch5qHhHLdtNp2nOXgqnQtTbehzkAlp1iKcu2WG9PsrKvr2bcelzdNPPtvQ/dj/Y3Csdd6u62Xa1us80vkvCT/6JV0o+vZ5Vjb+60E7I8GXVTFLBwa+VU1+mpg4bfLlLK9HQrPj+qJJ82GBizMQQ0izxn3dGzt4377yu4qquFli2vr61gLBrPYKQyOEfPEkDPsyOzDr0Q7xDHSKh1j3q9UM5G7n1DfADzf+BhRQOLqo8vGfDZjj2SCsqbK6JwWDPG0eIsYX2Vsiw7o280B6JS1ogHnTVjVBzc7JohGdqisixd15MQNFmGzNZtjhwHVCt3ouxQn1Mv6iqd7UxeuWpmW8wO/rfEjS8XSE7oaPz4tlVpbvzylfZDWNsxy/IszJcp1Uiy9ZBjtTOoRoBJvIR9OsJS26dfpumrNOT/N3t7cqEJTn1cUFVFldV/XWR8+yoqRJa6t0LUzODJkKx8i0jT8aoZNb6TLvV/fHXeKax816QYbo+ij82PgdZNNEvJRSyjDjDpC7fShGF4ov1Be8R+nZ06JZVU02KT3B7RDIQDE+ifN2Yq0YtAiP/Brxjbi9+Ed9GfeVmf016hHhiWnOedGMBU/6Nyq2cB+e1dXC9bXl+urOZs8MDcyZ+erzvG3Sq3lOc6YTJ9TOpu0aspNO8rIiuSe+yoRQ5By+86bT9hGZUjxKOvEofRfqRtJc5G36i40Z9eZIrdLhjRb4NkOvzolVOySww4Q6VCfia49YFfJtRntr6VeaBORMf+EvjDfG46g3/smiKUiA0s8+6wd5Qxr5Zo2Bp3mPEcDNuMmhxrNBScfGlF5m5TpPf4/ht/Dcetzpo28A0LOOA+g/N1uKHlMrd7HHKPow37pZzZyQIau3PlRZuECmYUG5MkqftBN/cFGQc5q6HEFf+9tehoTH94gjmi+qcN9n/P3vwIsOFgQj4vSaR0QvCud9nOCwz/Gb69VmieRhoxU46vO6Wq9I3j0KUENKpgDELr5gPxpfftUWJfIv7QvKRPhmA00/8l2Ej95fAhkPtc4X+P2M0jXwhz28Prefb/DqQA0PQDzs8J8bfOXB6MA8N7yPB47MFli4oAHtHtKPx595oxSC08effLIBT/Pcoj88Yt+Yeqnf2feK72+gnv+w0ZlmS/VcjVMzEMLGnhtpZ55bjgmP5fb3ZPTjdSsfbDRusUd6s+/f2G3QEl3zH1+SObnF7JrnPSiCx4baOkvC9VauxxBZFlN2IYbkc+h5T2TwBH4w43BLnvGfPvN1MyC3eQYCuthzy6a3bLYxZOw+70FjnuyQNO85ocNBKQO7JYFvQYYbmtzw9a0IeAvCDQ7XqcWbxrwB09vnEYYj95Mvv/jmg/fC5Yp/8c4voT+bNlvS+gG7WN2gmuP5EQIZqK2tO6wy4k4OnrgTiOcDI6lXOcdQ8AAfNzkFUHV+/tlHvWj5o7tHdkBf1yXUMYQtInTuKNdhl2JgjgbZzwHdmJE2yi+SfMCzMeGiP37J/wO4/5sEixsAAA==&lt;/Code&gt;&lt;CodeSignature&gt;PkA0BeKbb6k61bj3t4f1QSFayBUYgLPJscplsSWXSWETP9K+Qt+F64ckorPLd8+B5pUuOYUZt8sQCDzu9gBcKz39fQgV91hIt0oqFteS++UWEeHO1gycpKFFsJxcozm1FW5bSWpVeWg5EUj1A5nN8+y/N933tD4tJfkwKnd/wZ0pZ+OtKJ/hckodGR615t61VVRT4Y5s1n0MIa+55nxOosCBp6NOzORIp/azJKDPnIhk7JaEEhrmq1HM9ZcaH9udWluVSnR/A465IQeaosM5OvWqArccy/R8wGhgPdegn2Wx1JQV83Cjcp448iN6gnzRNlTFmBKLTBUHfR1hZGDSDw==&lt;/CodeSignature&gt;&lt;/SmartOptions&gt;&lt;SmartResize enabled=&quot;True&quot; minWidth=&quot;10&quot; minHeight=&quot;10&quot; /&gt;&lt;/SmartSettings&gt;">
            <a:extLst>
              <a:ext uri="{FF2B5EF4-FFF2-40B4-BE49-F238E27FC236}">
                <a16:creationId xmlns:a16="http://schemas.microsoft.com/office/drawing/2014/main" id="{5EA24228-EF65-5F04-45D3-4242FC293787}"/>
              </a:ext>
            </a:extLst>
          </p:cNvPr>
          <p:cNvGrpSpPr/>
          <p:nvPr>
            <p:custDataLst>
              <p:tags r:id="rId2"/>
            </p:custDataLst>
          </p:nvPr>
        </p:nvGrpSpPr>
        <p:grpSpPr>
          <a:xfrm>
            <a:off x="7063120" y="925344"/>
            <a:ext cx="296579" cy="181588"/>
            <a:chOff x="593892" y="1580313"/>
            <a:chExt cx="362689" cy="222066"/>
          </a:xfrm>
        </p:grpSpPr>
        <p:sp>
          <p:nvSpPr>
            <p:cNvPr id="36" name="Circle">
              <a:extLst>
                <a:ext uri="{FF2B5EF4-FFF2-40B4-BE49-F238E27FC236}">
                  <a16:creationId xmlns:a16="http://schemas.microsoft.com/office/drawing/2014/main" id="{83BB27E4-3C5F-83BC-CAF7-655F5E0B683D}"/>
                </a:ext>
              </a:extLst>
            </p:cNvPr>
            <p:cNvSpPr/>
            <p:nvPr/>
          </p:nvSpPr>
          <p:spPr>
            <a:xfrm>
              <a:off x="593892" y="1624671"/>
              <a:ext cx="133350" cy="133350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7" name="Check" hidden="1">
              <a:extLst>
                <a:ext uri="{FF2B5EF4-FFF2-40B4-BE49-F238E27FC236}">
                  <a16:creationId xmlns:a16="http://schemas.microsoft.com/office/drawing/2014/main" id="{18BD97CA-ADE4-D579-6D26-1325C5657DD7}"/>
                </a:ext>
              </a:extLst>
            </p:cNvPr>
            <p:cNvSpPr/>
            <p:nvPr/>
          </p:nvSpPr>
          <p:spPr>
            <a:xfrm>
              <a:off x="631198" y="1661977"/>
              <a:ext cx="58738" cy="58738"/>
            </a:xfrm>
            <a:prstGeom prst="ellipse">
              <a:avLst/>
            </a:prstGeom>
            <a:solidFill>
              <a:srgbClr val="808080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8" name="Label">
              <a:extLst>
                <a:ext uri="{FF2B5EF4-FFF2-40B4-BE49-F238E27FC236}">
                  <a16:creationId xmlns:a16="http://schemas.microsoft.com/office/drawing/2014/main" id="{5CDEDDDB-9FF4-769D-DB14-3FE2E79BC9C7}"/>
                </a:ext>
              </a:extLst>
            </p:cNvPr>
            <p:cNvSpPr txBox="1"/>
            <p:nvPr/>
          </p:nvSpPr>
          <p:spPr>
            <a:xfrm>
              <a:off x="715147" y="1580313"/>
              <a:ext cx="241434" cy="222066"/>
            </a:xfrm>
            <a:prstGeom prst="rect">
              <a:avLst/>
            </a:prstGeom>
            <a:noFill/>
          </p:spPr>
          <p:txBody>
            <a:bodyPr wrap="none" lIns="73152" tIns="36576" rIns="73152" bIns="36576" rtlCol="0" anchor="ctr" anchorCtr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Y</a:t>
              </a:r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39" name="Radio Button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V9msqJ6s27Zavp5nq7xJ694nNJz8Ku213CK449c5eDCfyUfSl4dlBFM8xXm61etnfNZ4fXSADADCc/cuE7LIyuIHygZmis9p/PGXzk4wfU+qdzKP+OWzHuHHx7OZabf10YlM+EegZQykATTWhgQwNkb9tjch5qHhHLdtNp2nOXgqnQtTbehzkAlp1iKcu2WG9PsrKvr2bcelzdNPPtvQ/dj/Y3Csdd6u62Xa1us80vkvCT/6JV0o+vZ5Vjb+60E7I8GXVTFLBwa+VU1+mpg4bfLlLK9HQrPj+qJJ82GBizMQQ0izxn3dGzt4377yu4qquFli2vr61gLBrPYKQyOEfPEkDPsyOzDr0Q7xDHSKh1j3q9UM5G7n1DfADzf+BhRQOLqo8vGfDZjj2SCsqbK6JwWDPG0eIsYX2Vsiw7o280B6JS1ogHnTVjVBzc7JohGdqisixd15MQNFmGzNZtjhwHVCt3ouxQn1Mv6iqd7UxeuWpmW8wO/rfEjS8XSE7oaPz4tlVpbvzylfZDWNsxy/IszJcp1Uiy9ZBjtTOoRoBJvIR9OsJS26dfpumrNOT/N3t7cqEJTn1cUFVFldV/XWR8+yoqRJa6t0LUzODJkKx8i0jT8aoZNb6TLvV/fHXeKax816QYbo+ij82PgdZNNEvJRSyjDjDpC7fShGF4ov1Be8R+nZ06JZVU02KT3B7RDIQDE+ifN2Yq0YtAiP/Brxjbi9+Ed9GfeVmf016hHhiWnOedGMBU/6Nyq2cB+e1dXC9bXl+urOZs8MDcyZ+erzvG3Sq3lOc6YTJ9TOpu0aspNO8rIiuSe+yoRQ5By+86bT9hGZUjxKOvEofRfqRtJc5G36i40Z9eZIrdLhjRb4NkOvzolVOySww4Q6VCfia49YFfJtRntr6VeaBORMf+EvjDfG46g3/smiKUiA0s8+6wd5Qxr5Zo2Bp3mPEcDNuMmhxrNBScfGlF5m5TpPf4/ht/Dcetzpo28A0LOOA+g/N1uKHlMrd7HHKPow37pZzZyQIau3PlRZuECmYUG5MkqftBN/cFGQc5q6HEFf+9tehoTH94gjmi+qcN9n/P3vwIsOFgQj4vSaR0QvCud9nOCwz/Gb69VmieRhoxU46vO6Wq9I3j0KUENKpgDELr5gPxpfftUWJfIv7QvKRPhmA00/8l2Ej95fAhkPtc4X+P2M0jXwhz28Prefb/DqQA0PQDzs8J8bfOXB6MA8N7yPB47MFli4oAHtHtKPx595oxSC08effLIBT/Pcoj88Yt+Yeqnf2feK72+gnv+w0ZlmS/VcjVMzEMLGnhtpZ55bjgmP5fb3ZPTjdSsfbDRusUd6s+/f2G3QEl3zH1+SObnF7JrnPSiCx4baOkvC9VauxxBZFlN2IYbkc+h5T2TwBH4w43BLnvGfPvN1MyC3eQYCuthzy6a3bLYxZOw+70FjnuyQNO85ocNBKQO7JYFvQYYbmtzw9a0IeAvCDQ7XqcWbxrwB09vnEYYj95Mvv/jmg/fC5Yp/8c4voT+bNlvS+gG7WN2gmuP5EQIZqK2tO6wy4k4OnrgTiOcDI6lXOcdQ8AAfNzkFUHV+/tlHvWj5o7tHdkBf1yXUMYQtInTuKNdhl2JgjgbZzwHdmJE2yi+SfMCzMeGiP37J/wO4/5sEixsAAA==&lt;/Code&gt;&lt;CodeSignature&gt;PkA0BeKbb6k61bj3t4f1QSFayBUYgLPJscplsSWXSWETP9K+Qt+F64ckorPLd8+B5pUuOYUZt8sQCDzu9gBcKz39fQgV91hIt0oqFteS++UWEeHO1gycpKFFsJxcozm1FW5bSWpVeWg5EUj1A5nN8+y/N933tD4tJfkwKnd/wZ0pZ+OtKJ/hckodGR615t61VVRT4Y5s1n0MIa+55nxOosCBp6NOzORIp/azJKDPnIhk7JaEEhrmq1HM9ZcaH9udWluVSnR/A465IQeaosM5OvWqArccy/R8wGhgPdegn2Wx1JQV83Cjcp448iN6gnzRNlTFmBKLTBUHfR1hZGDSDw==&lt;/CodeSignature&gt;&lt;/SmartOptions&gt;&lt;SmartResize enabled=&quot;True&quot; minWidth=&quot;10&quot; minHeight=&quot;10&quot; /&gt;&lt;/SmartSettings&gt;">
            <a:extLst>
              <a:ext uri="{FF2B5EF4-FFF2-40B4-BE49-F238E27FC236}">
                <a16:creationId xmlns:a16="http://schemas.microsoft.com/office/drawing/2014/main" id="{F514BE98-5CB5-92F1-D1E0-D1C9CE3C84C6}"/>
              </a:ext>
            </a:extLst>
          </p:cNvPr>
          <p:cNvGrpSpPr/>
          <p:nvPr>
            <p:custDataLst>
              <p:tags r:id="rId3"/>
            </p:custDataLst>
          </p:nvPr>
        </p:nvGrpSpPr>
        <p:grpSpPr>
          <a:xfrm>
            <a:off x="7386074" y="925344"/>
            <a:ext cx="338257" cy="181588"/>
            <a:chOff x="593892" y="1580313"/>
            <a:chExt cx="413657" cy="222066"/>
          </a:xfrm>
        </p:grpSpPr>
        <p:sp>
          <p:nvSpPr>
            <p:cNvPr id="40" name="Circle">
              <a:extLst>
                <a:ext uri="{FF2B5EF4-FFF2-40B4-BE49-F238E27FC236}">
                  <a16:creationId xmlns:a16="http://schemas.microsoft.com/office/drawing/2014/main" id="{8DB51097-0BCB-BBE3-FA52-0A9BFCB17733}"/>
                </a:ext>
              </a:extLst>
            </p:cNvPr>
            <p:cNvSpPr/>
            <p:nvPr/>
          </p:nvSpPr>
          <p:spPr>
            <a:xfrm>
              <a:off x="593892" y="1624671"/>
              <a:ext cx="133350" cy="133350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1" name="Check" hidden="1">
              <a:extLst>
                <a:ext uri="{FF2B5EF4-FFF2-40B4-BE49-F238E27FC236}">
                  <a16:creationId xmlns:a16="http://schemas.microsoft.com/office/drawing/2014/main" id="{7AEE1DDC-C72B-E2F3-3681-F9C57CBB01B8}"/>
                </a:ext>
              </a:extLst>
            </p:cNvPr>
            <p:cNvSpPr/>
            <p:nvPr/>
          </p:nvSpPr>
          <p:spPr>
            <a:xfrm>
              <a:off x="631198" y="1661977"/>
              <a:ext cx="58738" cy="58738"/>
            </a:xfrm>
            <a:prstGeom prst="ellipse">
              <a:avLst/>
            </a:prstGeom>
            <a:solidFill>
              <a:srgbClr val="808080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Label">
              <a:extLst>
                <a:ext uri="{FF2B5EF4-FFF2-40B4-BE49-F238E27FC236}">
                  <a16:creationId xmlns:a16="http://schemas.microsoft.com/office/drawing/2014/main" id="{C2B31A6D-7F12-9A26-5BD1-8B17D8D438C9}"/>
                </a:ext>
              </a:extLst>
            </p:cNvPr>
            <p:cNvSpPr txBox="1"/>
            <p:nvPr/>
          </p:nvSpPr>
          <p:spPr>
            <a:xfrm>
              <a:off x="715147" y="1580313"/>
              <a:ext cx="292402" cy="222066"/>
            </a:xfrm>
            <a:prstGeom prst="rect">
              <a:avLst/>
            </a:prstGeom>
            <a:noFill/>
          </p:spPr>
          <p:txBody>
            <a:bodyPr wrap="none" lIns="73152" tIns="36576" rIns="73152" bIns="36576" rtlCol="0" anchor="ctr" anchorCtr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N</a:t>
              </a:r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A87020D8-D38F-5E03-14E6-E28C51624EC5}"/>
              </a:ext>
            </a:extLst>
          </p:cNvPr>
          <p:cNvSpPr/>
          <p:nvPr/>
        </p:nvSpPr>
        <p:spPr bwMode="auto">
          <a:xfrm>
            <a:off x="-106106" y="1146576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A826302C-2F55-1A27-D228-894D1812D94A}"/>
              </a:ext>
            </a:extLst>
          </p:cNvPr>
          <p:cNvSpPr/>
          <p:nvPr/>
        </p:nvSpPr>
        <p:spPr>
          <a:xfrm>
            <a:off x="-14" y="808615"/>
            <a:ext cx="1318349" cy="5478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그룹코드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공통코드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846611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4BABC-9F1A-CBA6-EF38-93A33C17E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3DAD7411-3BDB-2172-0DED-8A222B0D4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공통 코드 관리 </a:t>
            </a:r>
            <a:r>
              <a:rPr lang="en-US" altLang="ko-KR" dirty="0">
                <a:highlight>
                  <a:srgbClr val="FFFF00"/>
                </a:highlight>
              </a:rPr>
              <a:t>(</a:t>
            </a:r>
            <a:r>
              <a:rPr lang="ko-KR" altLang="en-US" dirty="0">
                <a:highlight>
                  <a:srgbClr val="FFFF00"/>
                </a:highlight>
              </a:rPr>
              <a:t>팝업</a:t>
            </a:r>
            <a:r>
              <a:rPr lang="en-US" altLang="ko-KR" dirty="0">
                <a:highlight>
                  <a:srgbClr val="FFFF00"/>
                </a:highlight>
              </a:rPr>
              <a:t>)</a:t>
            </a:r>
            <a:endParaRPr lang="ko-KR" altLang="en-US" dirty="0">
              <a:highlight>
                <a:srgbClr val="FFFF00"/>
              </a:highlight>
            </a:endParaRP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EA734BB2-7331-1D5A-5428-93C4E73F49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시스템 관리 </a:t>
            </a:r>
            <a:r>
              <a:rPr lang="en-US" altLang="ko-KR" dirty="0"/>
              <a:t>&gt;</a:t>
            </a:r>
            <a:r>
              <a:rPr lang="ko-KR" altLang="en-US" dirty="0"/>
              <a:t> 공통코드 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52C61FB6-07BC-3804-7DA8-12406AE7002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1001C785-E9E2-F306-072C-265CD6FD7F3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4" y="1569"/>
            <a:ext cx="1225301" cy="420821"/>
          </a:xfrm>
        </p:spPr>
        <p:txBody>
          <a:bodyPr/>
          <a:lstStyle/>
          <a:p>
            <a:r>
              <a:rPr lang="ko-KR" altLang="en-US" dirty="0"/>
              <a:t>시스템 관리</a:t>
            </a:r>
          </a:p>
        </p:txBody>
      </p:sp>
      <p:sp>
        <p:nvSpPr>
          <p:cNvPr id="131" name="직사각형 130">
            <a:extLst>
              <a:ext uri="{FF2B5EF4-FFF2-40B4-BE49-F238E27FC236}">
                <a16:creationId xmlns:a16="http://schemas.microsoft.com/office/drawing/2014/main" id="{D893451A-CBAB-48A0-42CE-CFC8CC72441E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98CF7EE8-6E82-B1CC-04BC-1A14C7CE6FD6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시스템 관리</a:t>
            </a:r>
          </a:p>
        </p:txBody>
      </p:sp>
      <p:sp>
        <p:nvSpPr>
          <p:cNvPr id="133" name="직사각형 132">
            <a:extLst>
              <a:ext uri="{FF2B5EF4-FFF2-40B4-BE49-F238E27FC236}">
                <a16:creationId xmlns:a16="http://schemas.microsoft.com/office/drawing/2014/main" id="{6F46FDAD-3EAA-8658-AD24-2F823FE00412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1241FB97-F99F-21D3-0C32-2101F9DA6A6F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공통 코드 관리</a:t>
            </a:r>
          </a:p>
        </p:txBody>
      </p:sp>
      <p:cxnSp>
        <p:nvCxnSpPr>
          <p:cNvPr id="137" name="직선 연결선 18">
            <a:extLst>
              <a:ext uri="{FF2B5EF4-FFF2-40B4-BE49-F238E27FC236}">
                <a16:creationId xmlns:a16="http://schemas.microsoft.com/office/drawing/2014/main" id="{DACACD55-7DB9-6A84-650F-E8EBA9BBB80B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e 7">
            <a:extLst>
              <a:ext uri="{FF2B5EF4-FFF2-40B4-BE49-F238E27FC236}">
                <a16:creationId xmlns:a16="http://schemas.microsoft.com/office/drawing/2014/main" id="{148A6A1D-38CA-F903-5FA3-78A7E16D2B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3054854"/>
              </p:ext>
            </p:extLst>
          </p:nvPr>
        </p:nvGraphicFramePr>
        <p:xfrm>
          <a:off x="9406740" y="440717"/>
          <a:ext cx="2785260" cy="28652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b="0" i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슈퍼어드민</a:t>
                      </a: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권한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, </a:t>
                      </a: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시스템 관리자 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기 등록된 그룹코드 출력 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ABC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출력 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영문코드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국문설명 출력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 sort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기준 영문 오름차 순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영문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국문 공통 코드 중복 확인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코드 길이 최대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20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자 까지 허용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Validation check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후 정상 등록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수정일 경우 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저장 후 </a:t>
                      </a: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부모창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이동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(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팝업 닫기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)</a:t>
                      </a: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사용여부가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"N"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일 경우에만 삭제 가능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영문코드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|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국문 설명 출력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</a:tbl>
          </a:graphicData>
        </a:graphic>
      </p:graphicFrame>
      <p:grpSp>
        <p:nvGrpSpPr>
          <p:cNvPr id="3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2C9DA516-0BFF-014D-13AF-431E8D51D258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2567608" y="817082"/>
            <a:ext cx="4320480" cy="2877364"/>
            <a:chOff x="3593436" y="1261242"/>
            <a:chExt cx="3670715" cy="1943114"/>
          </a:xfrm>
        </p:grpSpPr>
        <p:sp>
          <p:nvSpPr>
            <p:cNvPr id="26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FCFC466C-0157-AD9A-3E44-69BB4795E668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3593436" y="1496299"/>
              <a:ext cx="3670709" cy="170805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30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7ABB4DC1-74FD-AACA-C2D0-711C60BD0EE0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3593436" y="1261242"/>
              <a:ext cx="3670715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공통코드 관리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31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E3107EF1-5CB2-8B0A-D7F0-40E16FC6CD14}"/>
                </a:ext>
              </a:extLst>
            </p:cNvPr>
            <p:cNvSpPr>
              <a:spLocks noEditPoints="1"/>
            </p:cNvSpPr>
            <p:nvPr>
              <p:custDataLst>
                <p:tags r:id="rId12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2BB9D834-D82F-7F03-0A96-6893F206FD3B}"/>
              </a:ext>
            </a:extLst>
          </p:cNvPr>
          <p:cNvSpPr txBox="1"/>
          <p:nvPr/>
        </p:nvSpPr>
        <p:spPr>
          <a:xfrm>
            <a:off x="2603611" y="1260614"/>
            <a:ext cx="9412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공통 코드 관리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33" name="표 32">
            <a:extLst>
              <a:ext uri="{FF2B5EF4-FFF2-40B4-BE49-F238E27FC236}">
                <a16:creationId xmlns:a16="http://schemas.microsoft.com/office/drawing/2014/main" id="{1A641DBF-13FF-7799-0F81-AF0A447398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9162412"/>
              </p:ext>
            </p:extLst>
          </p:nvPr>
        </p:nvGraphicFramePr>
        <p:xfrm>
          <a:off x="2676728" y="1570469"/>
          <a:ext cx="4071669" cy="1779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5016">
                  <a:extLst>
                    <a:ext uri="{9D8B030D-6E8A-4147-A177-3AD203B41FA5}">
                      <a16:colId xmlns:a16="http://schemas.microsoft.com/office/drawing/2014/main" val="50056753"/>
                    </a:ext>
                  </a:extLst>
                </a:gridCol>
                <a:gridCol w="2956653">
                  <a:extLst>
                    <a:ext uri="{9D8B030D-6E8A-4147-A177-3AD203B41FA5}">
                      <a16:colId xmlns:a16="http://schemas.microsoft.com/office/drawing/2014/main" val="1348785595"/>
                    </a:ext>
                  </a:extLst>
                </a:gridCol>
              </a:tblGrid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그룹 코드 </a:t>
                      </a:r>
                      <a:r>
                        <a:rPr lang="ko-KR" altLang="en-US" sz="800" b="1" i="0" kern="0" spc="-30" baseline="0" dirty="0">
                          <a:solidFill>
                            <a:srgbClr val="FF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*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코드</a:t>
                      </a:r>
                      <a:r>
                        <a:rPr lang="en-US" altLang="ko-KR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명</a:t>
                      </a:r>
                      <a:r>
                        <a:rPr lang="ko-KR" altLang="en-US" sz="800" b="1" i="0" kern="0" spc="-30" baseline="0" dirty="0">
                          <a:solidFill>
                            <a:srgbClr val="FF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*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0942806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설명 </a:t>
                      </a:r>
                      <a:r>
                        <a:rPr lang="ko-KR" altLang="en-US" sz="800" b="1" i="0" kern="0" spc="-30" baseline="0" dirty="0">
                          <a:solidFill>
                            <a:srgbClr val="FF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*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9780092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 </a:t>
                      </a:r>
                      <a:r>
                        <a:rPr lang="ko-KR" altLang="en-US" sz="800" b="1" i="0" kern="0" spc="-30" baseline="0" dirty="0">
                          <a:solidFill>
                            <a:srgbClr val="FF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*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8858915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최종 수정일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0993050"/>
                  </a:ext>
                </a:extLst>
              </a:tr>
            </a:tbl>
          </a:graphicData>
        </a:graphic>
      </p:graphicFrame>
      <p:sp>
        <p:nvSpPr>
          <p:cNvPr id="36" name="직사각형 35">
            <a:extLst>
              <a:ext uri="{FF2B5EF4-FFF2-40B4-BE49-F238E27FC236}">
                <a16:creationId xmlns:a16="http://schemas.microsoft.com/office/drawing/2014/main" id="{FB60BDD1-9F2E-1BB7-7B39-DD49ABDEB55D}"/>
              </a:ext>
            </a:extLst>
          </p:cNvPr>
          <p:cNvSpPr/>
          <p:nvPr/>
        </p:nvSpPr>
        <p:spPr>
          <a:xfrm>
            <a:off x="4270081" y="3459270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B4DB2D91-65F6-73B0-1142-003F678DC063}"/>
              </a:ext>
            </a:extLst>
          </p:cNvPr>
          <p:cNvSpPr/>
          <p:nvPr/>
        </p:nvSpPr>
        <p:spPr>
          <a:xfrm>
            <a:off x="4773091" y="3459270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등록</a:t>
            </a:r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0B4EBB4D-A29E-A731-8042-5907D8294C86}"/>
              </a:ext>
            </a:extLst>
          </p:cNvPr>
          <p:cNvGrpSpPr/>
          <p:nvPr/>
        </p:nvGrpSpPr>
        <p:grpSpPr>
          <a:xfrm>
            <a:off x="3856903" y="1633119"/>
            <a:ext cx="1159326" cy="174800"/>
            <a:chOff x="976235" y="2887118"/>
            <a:chExt cx="1159326" cy="174800"/>
          </a:xfrm>
        </p:grpSpPr>
        <p:sp>
          <p:nvSpPr>
            <p:cNvPr id="57" name="Text Box">
              <a:extLst>
                <a:ext uri="{FF2B5EF4-FFF2-40B4-BE49-F238E27FC236}">
                  <a16:creationId xmlns:a16="http://schemas.microsoft.com/office/drawing/2014/main" id="{F50B79C3-86C9-9963-2A86-D588DBF02171}"/>
                </a:ext>
              </a:extLst>
            </p:cNvPr>
            <p:cNvSpPr>
              <a:spLocks/>
            </p:cNvSpPr>
            <p:nvPr/>
          </p:nvSpPr>
          <p:spPr bwMode="auto">
            <a:xfrm>
              <a:off x="976235" y="2887118"/>
              <a:ext cx="1159326" cy="17480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그룹코드 선택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8" name="Chevron Left">
              <a:extLst>
                <a:ext uri="{FF2B5EF4-FFF2-40B4-BE49-F238E27FC236}">
                  <a16:creationId xmlns:a16="http://schemas.microsoft.com/office/drawing/2014/main" id="{5CFD0F93-32D2-42E0-85EE-8C570B27D2D0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990266" y="2933272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59" name="Text Box">
            <a:extLst>
              <a:ext uri="{FF2B5EF4-FFF2-40B4-BE49-F238E27FC236}">
                <a16:creationId xmlns:a16="http://schemas.microsoft.com/office/drawing/2014/main" id="{8518C2C8-8D47-2D86-87A6-541BFD5999AD}"/>
              </a:ext>
            </a:extLst>
          </p:cNvPr>
          <p:cNvSpPr>
            <a:spLocks/>
          </p:cNvSpPr>
          <p:nvPr/>
        </p:nvSpPr>
        <p:spPr bwMode="auto">
          <a:xfrm>
            <a:off x="3856902" y="1931066"/>
            <a:ext cx="1901941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코드명을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2253A015-C23C-7D77-AFD5-A76C6C15738B}"/>
              </a:ext>
            </a:extLst>
          </p:cNvPr>
          <p:cNvSpPr/>
          <p:nvPr/>
        </p:nvSpPr>
        <p:spPr>
          <a:xfrm>
            <a:off x="5814683" y="1928232"/>
            <a:ext cx="520224" cy="17971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중복확인</a:t>
            </a:r>
          </a:p>
        </p:txBody>
      </p:sp>
      <p:grpSp>
        <p:nvGrpSpPr>
          <p:cNvPr id="61" name="Radio Button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V9msqJ6s27Zavp5nq7xJ694nNJz8Ku213CK449c5eDCfyUfSl4dlBFM8xXm61etnfNZ4fXSADADCc/cuE7LIyuIHygZmis9p/PGXzk4wfU+qdzKP+OWzHuHHx7OZabf10YlM+EegZQykATTWhgQwNkb9tjch5qHhHLdtNp2nOXgqnQtTbehzkAlp1iKcu2WG9PsrKvr2bcelzdNPPtvQ/dj/Y3Csdd6u62Xa1us80vkvCT/6JV0o+vZ5Vjb+60E7I8GXVTFLBwa+VU1+mpg4bfLlLK9HQrPj+qJJ82GBizMQQ0izxn3dGzt4377yu4qquFli2vr61gLBrPYKQyOEfPEkDPsyOzDr0Q7xDHSKh1j3q9UM5G7n1DfADzf+BhRQOLqo8vGfDZjj2SCsqbK6JwWDPG0eIsYX2Vsiw7o280B6JS1ogHnTVjVBzc7JohGdqisixd15MQNFmGzNZtjhwHVCt3ouxQn1Mv6iqd7UxeuWpmW8wO/rfEjS8XSE7oaPz4tlVpbvzylfZDWNsxy/IszJcp1Uiy9ZBjtTOoRoBJvIR9OsJS26dfpumrNOT/N3t7cqEJTn1cUFVFldV/XWR8+yoqRJa6t0LUzODJkKx8i0jT8aoZNb6TLvV/fHXeKax816QYbo+ij82PgdZNNEvJRSyjDjDpC7fShGF4ov1Be8R+nZ06JZVU02KT3B7RDIQDE+ifN2Yq0YtAiP/Brxjbi9+Ed9GfeVmf016hHhiWnOedGMBU/6Nyq2cB+e1dXC9bXl+urOZs8MDcyZ+erzvG3Sq3lOc6YTJ9TOpu0aspNO8rIiuSe+yoRQ5By+86bT9hGZUjxKOvEofRfqRtJc5G36i40Z9eZIrdLhjRb4NkOvzolVOySww4Q6VCfia49YFfJtRntr6VeaBORMf+EvjDfG46g3/smiKUiA0s8+6wd5Qxr5Zo2Bp3mPEcDNuMmhxrNBScfGlF5m5TpPf4/ht/Dcetzpo28A0LOOA+g/N1uKHlMrd7HHKPow37pZzZyQIau3PlRZuECmYUG5MkqftBN/cFGQc5q6HEFf+9tehoTH94gjmi+qcN9n/P3vwIsOFgQj4vSaR0QvCud9nOCwz/Gb69VmieRhoxU46vO6Wq9I3j0KUENKpgDELr5gPxpfftUWJfIv7QvKRPhmA00/8l2Ej95fAhkPtc4X+P2M0jXwhz28Prefb/DqQA0PQDzs8J8bfOXB6MA8N7yPB47MFli4oAHtHtKPx595oxSC08effLIBT/Pcoj88Yt+Yeqnf2feK72+gnv+w0ZlmS/VcjVMzEMLGnhtpZ55bjgmP5fb3ZPTjdSsfbDRusUd6s+/f2G3QEl3zH1+SObnF7JrnPSiCx4baOkvC9VauxxBZFlN2IYbkc+h5T2TwBH4w43BLnvGfPvN1MyC3eQYCuthzy6a3bLYxZOw+70FjnuyQNO85ocNBKQO7JYFvQYYbmtzw9a0IeAvCDQ7XqcWbxrwB09vnEYYj95Mvv/jmg/fC5Yp/8c4voT+bNlvS+gG7WN2gmuP5EQIZqK2tO6wy4k4OnrgTiOcDI6lXOcdQ8AAfNzkFUHV+/tlHvWj5o7tHdkBf1yXUMYQtInTuKNdhl2JgjgbZzwHdmJE2yi+SfMCzMeGiP37J/wO4/5sEixsAAA==&lt;/Code&gt;&lt;CodeSignature&gt;PkA0BeKbb6k61bj3t4f1QSFayBUYgLPJscplsSWXSWETP9K+Qt+F64ckorPLd8+B5pUuOYUZt8sQCDzu9gBcKz39fQgV91hIt0oqFteS++UWEeHO1gycpKFFsJxcozm1FW5bSWpVeWg5EUj1A5nN8+y/N933tD4tJfkwKnd/wZ0pZ+OtKJ/hckodGR615t61VVRT4Y5s1n0MIa+55nxOosCBp6NOzORIp/azJKDPnIhk7JaEEhrmq1HM9ZcaH9udWluVSnR/A465IQeaosM5OvWqArccy/R8wGhgPdegn2Wx1JQV83Cjcp448iN6gnzRNlTFmBKLTBUHfR1hZGDSDw==&lt;/CodeSignature&gt;&lt;/SmartOptions&gt;&lt;SmartResize enabled=&quot;True&quot; minWidth=&quot;10&quot; minHeight=&quot;10&quot; /&gt;&lt;/SmartSettings&gt;">
            <a:extLst>
              <a:ext uri="{FF2B5EF4-FFF2-40B4-BE49-F238E27FC236}">
                <a16:creationId xmlns:a16="http://schemas.microsoft.com/office/drawing/2014/main" id="{02A81EC9-1F94-1338-8425-BB6ED7F4AC9F}"/>
              </a:ext>
            </a:extLst>
          </p:cNvPr>
          <p:cNvGrpSpPr/>
          <p:nvPr>
            <p:custDataLst>
              <p:tags r:id="rId2"/>
            </p:custDataLst>
          </p:nvPr>
        </p:nvGrpSpPr>
        <p:grpSpPr>
          <a:xfrm>
            <a:off x="3877973" y="2801201"/>
            <a:ext cx="294043" cy="181588"/>
            <a:chOff x="593892" y="1580313"/>
            <a:chExt cx="359589" cy="222066"/>
          </a:xfrm>
        </p:grpSpPr>
        <p:sp>
          <p:nvSpPr>
            <p:cNvPr id="62" name="Circle">
              <a:extLst>
                <a:ext uri="{FF2B5EF4-FFF2-40B4-BE49-F238E27FC236}">
                  <a16:creationId xmlns:a16="http://schemas.microsoft.com/office/drawing/2014/main" id="{DAE69829-E23E-2BBA-FA00-1C474A44E8F0}"/>
                </a:ext>
              </a:extLst>
            </p:cNvPr>
            <p:cNvSpPr/>
            <p:nvPr/>
          </p:nvSpPr>
          <p:spPr>
            <a:xfrm>
              <a:off x="593892" y="1624671"/>
              <a:ext cx="133350" cy="133350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3" name="Check">
              <a:extLst>
                <a:ext uri="{FF2B5EF4-FFF2-40B4-BE49-F238E27FC236}">
                  <a16:creationId xmlns:a16="http://schemas.microsoft.com/office/drawing/2014/main" id="{AEBE6355-4D7B-E3D4-4EED-14DB5CE7F7C7}"/>
                </a:ext>
              </a:extLst>
            </p:cNvPr>
            <p:cNvSpPr/>
            <p:nvPr/>
          </p:nvSpPr>
          <p:spPr>
            <a:xfrm>
              <a:off x="631198" y="1661977"/>
              <a:ext cx="58738" cy="58738"/>
            </a:xfrm>
            <a:prstGeom prst="ellipse">
              <a:avLst/>
            </a:prstGeom>
            <a:solidFill>
              <a:srgbClr val="1588EC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28" name="Label">
              <a:extLst>
                <a:ext uri="{FF2B5EF4-FFF2-40B4-BE49-F238E27FC236}">
                  <a16:creationId xmlns:a16="http://schemas.microsoft.com/office/drawing/2014/main" id="{BF71F2E7-442D-1166-4D70-0DD457247FB2}"/>
                </a:ext>
              </a:extLst>
            </p:cNvPr>
            <p:cNvSpPr txBox="1"/>
            <p:nvPr/>
          </p:nvSpPr>
          <p:spPr>
            <a:xfrm>
              <a:off x="712046" y="1580313"/>
              <a:ext cx="241435" cy="222066"/>
            </a:xfrm>
            <a:prstGeom prst="rect">
              <a:avLst/>
            </a:prstGeom>
            <a:noFill/>
          </p:spPr>
          <p:txBody>
            <a:bodyPr wrap="none" lIns="73152" tIns="36576" rIns="73152" bIns="36576" rtlCol="0" anchor="ctr" anchorCtr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Y</a:t>
              </a:r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29" name="Radio Button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V9msqJ6s27Zavp5nq7xJ694nNJz8Ku213CK449c5eDCfyUfSl4dlBFM8xXm61etnfNZ4fXSADADCc/cuE7LIyuIHygZmis9p/PGXzk4wfU+qdzKP+OWzHuHHx7OZabf10YlM+EegZQykATTWhgQwNkb9tjch5qHhHLdtNp2nOXgqnQtTbehzkAlp1iKcu2WG9PsrKvr2bcelzdNPPtvQ/dj/Y3Csdd6u62Xa1us80vkvCT/6JV0o+vZ5Vjb+60E7I8GXVTFLBwa+VU1+mpg4bfLlLK9HQrPj+qJJ82GBizMQQ0izxn3dGzt4377yu4qquFli2vr61gLBrPYKQyOEfPEkDPsyOzDr0Q7xDHSKh1j3q9UM5G7n1DfADzf+BhRQOLqo8vGfDZjj2SCsqbK6JwWDPG0eIsYX2Vsiw7o280B6JS1ogHnTVjVBzc7JohGdqisixd15MQNFmGzNZtjhwHVCt3ouxQn1Mv6iqd7UxeuWpmW8wO/rfEjS8XSE7oaPz4tlVpbvzylfZDWNsxy/IszJcp1Uiy9ZBjtTOoRoBJvIR9OsJS26dfpumrNOT/N3t7cqEJTn1cUFVFldV/XWR8+yoqRJa6t0LUzODJkKx8i0jT8aoZNb6TLvV/fHXeKax816QYbo+ij82PgdZNNEvJRSyjDjDpC7fShGF4ov1Be8R+nZ06JZVU02KT3B7RDIQDE+ifN2Yq0YtAiP/Brxjbi9+Ed9GfeVmf016hHhiWnOedGMBU/6Nyq2cB+e1dXC9bXl+urOZs8MDcyZ+erzvG3Sq3lOc6YTJ9TOpu0aspNO8rIiuSe+yoRQ5By+86bT9hGZUjxKOvEofRfqRtJc5G36i40Z9eZIrdLhjRb4NkOvzolVOySww4Q6VCfia49YFfJtRntr6VeaBORMf+EvjDfG46g3/smiKUiA0s8+6wd5Qxr5Zo2Bp3mPEcDNuMmhxrNBScfGlF5m5TpPf4/ht/Dcetzpo28A0LOOA+g/N1uKHlMrd7HHKPow37pZzZyQIau3PlRZuECmYUG5MkqftBN/cFGQc5q6HEFf+9tehoTH94gjmi+qcN9n/P3vwIsOFgQj4vSaR0QvCud9nOCwz/Gb69VmieRhoxU46vO6Wq9I3j0KUENKpgDELr5gPxpfftUWJfIv7QvKRPhmA00/8l2Ej95fAhkPtc4X+P2M0jXwhz28Prefb/DqQA0PQDzs8J8bfOXB6MA8N7yPB47MFli4oAHtHtKPx595oxSC08effLIBT/Pcoj88Yt+Yeqnf2feK72+gnv+w0ZlmS/VcjVMzEMLGnhtpZ55bjgmP5fb3ZPTjdSsfbDRusUd6s+/f2G3QEl3zH1+SObnF7JrnPSiCx4baOkvC9VauxxBZFlN2IYbkc+h5T2TwBH4w43BLnvGfPvN1MyC3eQYCuthzy6a3bLYxZOw+70FjnuyQNO85ocNBKQO7JYFvQYYbmtzw9a0IeAvCDQ7XqcWbxrwB09vnEYYj95Mvv/jmg/fC5Yp/8c4voT+bNlvS+gG7WN2gmuP5EQIZqK2tO6wy4k4OnrgTiOcDI6lXOcdQ8AAfNzkFUHV+/tlHvWj5o7tHdkBf1yXUMYQtInTuKNdhl2JgjgbZzwHdmJE2yi+SfMCzMeGiP37J/wO4/5sEixsAAA==&lt;/Code&gt;&lt;CodeSignature&gt;PkA0BeKbb6k61bj3t4f1QSFayBUYgLPJscplsSWXSWETP9K+Qt+F64ckorPLd8+B5pUuOYUZt8sQCDzu9gBcKz39fQgV91hIt0oqFteS++UWEeHO1gycpKFFsJxcozm1FW5bSWpVeWg5EUj1A5nN8+y/N933tD4tJfkwKnd/wZ0pZ+OtKJ/hckodGR615t61VVRT4Y5s1n0MIa+55nxOosCBp6NOzORIp/azJKDPnIhk7JaEEhrmq1HM9ZcaH9udWluVSnR/A465IQeaosM5OvWqArccy/R8wGhgPdegn2Wx1JQV83Cjcp448iN6gnzRNlTFmBKLTBUHfR1hZGDSDw==&lt;/CodeSignature&gt;&lt;/SmartOptions&gt;&lt;SmartResize enabled=&quot;True&quot; minWidth=&quot;10&quot; minHeight=&quot;10&quot; /&gt;&lt;/SmartSettings&gt;">
            <a:extLst>
              <a:ext uri="{FF2B5EF4-FFF2-40B4-BE49-F238E27FC236}">
                <a16:creationId xmlns:a16="http://schemas.microsoft.com/office/drawing/2014/main" id="{6419ECAD-8066-9986-91BB-F5E0D3DF8548}"/>
              </a:ext>
            </a:extLst>
          </p:cNvPr>
          <p:cNvGrpSpPr/>
          <p:nvPr>
            <p:custDataLst>
              <p:tags r:id="rId3"/>
            </p:custDataLst>
          </p:nvPr>
        </p:nvGrpSpPr>
        <p:grpSpPr>
          <a:xfrm>
            <a:off x="4184752" y="2801201"/>
            <a:ext cx="314212" cy="181588"/>
            <a:chOff x="593892" y="1580313"/>
            <a:chExt cx="384253" cy="222066"/>
          </a:xfrm>
        </p:grpSpPr>
        <p:sp>
          <p:nvSpPr>
            <p:cNvPr id="130" name="Circle">
              <a:extLst>
                <a:ext uri="{FF2B5EF4-FFF2-40B4-BE49-F238E27FC236}">
                  <a16:creationId xmlns:a16="http://schemas.microsoft.com/office/drawing/2014/main" id="{E77BBCBA-D242-2D4E-AB9F-8DE2C971457A}"/>
                </a:ext>
              </a:extLst>
            </p:cNvPr>
            <p:cNvSpPr/>
            <p:nvPr/>
          </p:nvSpPr>
          <p:spPr>
            <a:xfrm>
              <a:off x="593892" y="1624671"/>
              <a:ext cx="133350" cy="133350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8" name="Check" hidden="1">
              <a:extLst>
                <a:ext uri="{FF2B5EF4-FFF2-40B4-BE49-F238E27FC236}">
                  <a16:creationId xmlns:a16="http://schemas.microsoft.com/office/drawing/2014/main" id="{50CFA249-A343-B29D-0C20-695B259F0D22}"/>
                </a:ext>
              </a:extLst>
            </p:cNvPr>
            <p:cNvSpPr/>
            <p:nvPr/>
          </p:nvSpPr>
          <p:spPr>
            <a:xfrm>
              <a:off x="631198" y="1661977"/>
              <a:ext cx="58738" cy="58738"/>
            </a:xfrm>
            <a:prstGeom prst="ellipse">
              <a:avLst/>
            </a:prstGeom>
            <a:solidFill>
              <a:srgbClr val="808080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0" name="Label">
              <a:extLst>
                <a:ext uri="{FF2B5EF4-FFF2-40B4-BE49-F238E27FC236}">
                  <a16:creationId xmlns:a16="http://schemas.microsoft.com/office/drawing/2014/main" id="{497D15FB-4CCD-D407-9AC0-C51BC58A2A2F}"/>
                </a:ext>
              </a:extLst>
            </p:cNvPr>
            <p:cNvSpPr txBox="1"/>
            <p:nvPr/>
          </p:nvSpPr>
          <p:spPr>
            <a:xfrm>
              <a:off x="715147" y="1580313"/>
              <a:ext cx="262998" cy="222066"/>
            </a:xfrm>
            <a:prstGeom prst="rect">
              <a:avLst/>
            </a:prstGeom>
            <a:noFill/>
          </p:spPr>
          <p:txBody>
            <a:bodyPr wrap="none" lIns="73152" tIns="36576" rIns="73152" bIns="36576" rtlCol="0" anchor="ctr" anchorCtr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N</a:t>
              </a:r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72" name="TextBox 171">
            <a:extLst>
              <a:ext uri="{FF2B5EF4-FFF2-40B4-BE49-F238E27FC236}">
                <a16:creationId xmlns:a16="http://schemas.microsoft.com/office/drawing/2014/main" id="{8F0346FC-15DC-3090-7207-440030B372B3}"/>
              </a:ext>
            </a:extLst>
          </p:cNvPr>
          <p:cNvSpPr txBox="1"/>
          <p:nvPr/>
        </p:nvSpPr>
        <p:spPr>
          <a:xfrm>
            <a:off x="4306064" y="892598"/>
            <a:ext cx="6719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ko-KR" sz="800" dirty="0">
                <a:highlight>
                  <a:srgbClr val="FFFF00"/>
                </a:highlight>
                <a:latin typeface="+mn-ea"/>
                <a:ea typeface="+mn-ea"/>
              </a:rPr>
              <a:t>[</a:t>
            </a:r>
            <a:r>
              <a:rPr kumimoji="1" lang="ko-KR" altLang="en-US" sz="800" dirty="0">
                <a:highlight>
                  <a:srgbClr val="FFFF00"/>
                </a:highlight>
                <a:latin typeface="+mn-ea"/>
                <a:ea typeface="+mn-ea"/>
              </a:rPr>
              <a:t>등록 팝업</a:t>
            </a:r>
            <a:r>
              <a:rPr kumimoji="1" lang="en-US" altLang="ko-KR" sz="800" dirty="0">
                <a:highlight>
                  <a:srgbClr val="FFFF00"/>
                </a:highlight>
                <a:latin typeface="+mn-ea"/>
                <a:ea typeface="+mn-ea"/>
              </a:rPr>
              <a:t>]</a:t>
            </a:r>
            <a:endParaRPr kumimoji="1" lang="ko-KR" altLang="en-US" sz="800" dirty="0"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61C061F-C85E-B9D9-9FFB-E4E738499930}"/>
              </a:ext>
            </a:extLst>
          </p:cNvPr>
          <p:cNvSpPr txBox="1"/>
          <p:nvPr/>
        </p:nvSpPr>
        <p:spPr>
          <a:xfrm>
            <a:off x="5488370" y="1266025"/>
            <a:ext cx="12698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dirty="0">
                <a:latin typeface="+mn-ea"/>
                <a:ea typeface="+mn-ea"/>
              </a:rPr>
              <a:t>"</a:t>
            </a:r>
            <a:r>
              <a:rPr lang="en-US" altLang="ko-KR" sz="700" dirty="0">
                <a:solidFill>
                  <a:srgbClr val="FF0000"/>
                </a:solidFill>
                <a:latin typeface="+mn-ea"/>
                <a:ea typeface="+mn-ea"/>
              </a:rPr>
              <a:t>*</a:t>
            </a:r>
            <a:r>
              <a:rPr lang="en-US" altLang="ko-KR" sz="700" dirty="0">
                <a:latin typeface="+mn-ea"/>
                <a:ea typeface="+mn-ea"/>
              </a:rPr>
              <a:t>"</a:t>
            </a:r>
            <a:r>
              <a:rPr lang="ko-KR" altLang="en-US" sz="700" dirty="0">
                <a:latin typeface="+mn-ea"/>
                <a:ea typeface="+mn-ea"/>
              </a:rPr>
              <a:t>는 필수 입력 항목입니다</a:t>
            </a:r>
            <a:r>
              <a:rPr lang="en-US" altLang="ko-KR" sz="700" dirty="0">
                <a:latin typeface="+mn-ea"/>
                <a:ea typeface="+mn-ea"/>
              </a:rPr>
              <a:t>.</a:t>
            </a:r>
            <a:endParaRPr kumimoji="1" lang="ko-Kore-KR" altLang="en-US" sz="700" dirty="0">
              <a:latin typeface="+mn-ea"/>
              <a:ea typeface="+mn-ea"/>
            </a:endParaRPr>
          </a:p>
        </p:txBody>
      </p:sp>
      <p:grpSp>
        <p:nvGrpSpPr>
          <p:cNvPr id="134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677B6A55-38F0-BBDA-EEDC-280F7340BF0D}"/>
              </a:ext>
            </a:extLst>
          </p:cNvPr>
          <p:cNvGrpSpPr/>
          <p:nvPr>
            <p:custDataLst>
              <p:tags r:id="rId4"/>
            </p:custDataLst>
          </p:nvPr>
        </p:nvGrpSpPr>
        <p:grpSpPr>
          <a:xfrm>
            <a:off x="2579214" y="3789040"/>
            <a:ext cx="4320480" cy="2952328"/>
            <a:chOff x="3593436" y="1261242"/>
            <a:chExt cx="3670715" cy="1993738"/>
          </a:xfrm>
        </p:grpSpPr>
        <p:sp>
          <p:nvSpPr>
            <p:cNvPr id="135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501C7130-BAF3-AC80-6F1E-F95A0167413C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3593436" y="1496299"/>
              <a:ext cx="3670709" cy="1758681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46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50DBBE90-D4EE-CC0C-3909-AC1131459D17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3593436" y="1261242"/>
              <a:ext cx="3670715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공통코드 관리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171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A45C801-2FCA-8040-99D2-106E9E3FD22E}"/>
                </a:ext>
              </a:extLst>
            </p:cNvPr>
            <p:cNvSpPr>
              <a:spLocks noEditPoints="1"/>
            </p:cNvSpPr>
            <p:nvPr>
              <p:custDataLst>
                <p:tags r:id="rId9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175" name="TextBox 174">
            <a:extLst>
              <a:ext uri="{FF2B5EF4-FFF2-40B4-BE49-F238E27FC236}">
                <a16:creationId xmlns:a16="http://schemas.microsoft.com/office/drawing/2014/main" id="{6E204BE0-D96B-3CBE-D008-E64707EF4DA8}"/>
              </a:ext>
            </a:extLst>
          </p:cNvPr>
          <p:cNvSpPr txBox="1"/>
          <p:nvPr/>
        </p:nvSpPr>
        <p:spPr>
          <a:xfrm>
            <a:off x="2615217" y="4232572"/>
            <a:ext cx="9412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공통 코드 관리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176" name="표 175">
            <a:extLst>
              <a:ext uri="{FF2B5EF4-FFF2-40B4-BE49-F238E27FC236}">
                <a16:creationId xmlns:a16="http://schemas.microsoft.com/office/drawing/2014/main" id="{C4893855-2532-D254-09C1-072D802DB3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9682875"/>
              </p:ext>
            </p:extLst>
          </p:nvPr>
        </p:nvGraphicFramePr>
        <p:xfrm>
          <a:off x="2688334" y="4542427"/>
          <a:ext cx="4071669" cy="1779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5016">
                  <a:extLst>
                    <a:ext uri="{9D8B030D-6E8A-4147-A177-3AD203B41FA5}">
                      <a16:colId xmlns:a16="http://schemas.microsoft.com/office/drawing/2014/main" val="50056753"/>
                    </a:ext>
                  </a:extLst>
                </a:gridCol>
                <a:gridCol w="2956653">
                  <a:extLst>
                    <a:ext uri="{9D8B030D-6E8A-4147-A177-3AD203B41FA5}">
                      <a16:colId xmlns:a16="http://schemas.microsoft.com/office/drawing/2014/main" val="1348785595"/>
                    </a:ext>
                  </a:extLst>
                </a:gridCol>
              </a:tblGrid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그룹 코드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OTA |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온라인여행사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코드</a:t>
                      </a:r>
                      <a:r>
                        <a:rPr lang="en-US" altLang="ko-KR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AGODA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0942806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설명 </a:t>
                      </a:r>
                      <a:r>
                        <a:rPr lang="ko-KR" altLang="en-US" sz="800" b="1" i="0" kern="0" spc="-30" baseline="0" dirty="0">
                          <a:solidFill>
                            <a:srgbClr val="FF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*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9780092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 </a:t>
                      </a:r>
                      <a:r>
                        <a:rPr lang="ko-KR" altLang="en-US" sz="800" b="1" i="0" kern="0" spc="-30" baseline="0" dirty="0">
                          <a:solidFill>
                            <a:srgbClr val="FF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*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8858915"/>
                  </a:ext>
                </a:extLst>
              </a:tr>
              <a:tr h="3000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최종 수정일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YYYY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-MM-DD </a:t>
                      </a:r>
                      <a:r>
                        <a:rPr lang="en-US" altLang="ko-KR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HH:MM:SS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0993050"/>
                  </a:ext>
                </a:extLst>
              </a:tr>
            </a:tbl>
          </a:graphicData>
        </a:graphic>
      </p:graphicFrame>
      <p:grpSp>
        <p:nvGrpSpPr>
          <p:cNvPr id="200" name="Radio Button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V9msqJ6s27Zavp5nq7xJ694nNJz8Ku213CK449c5eDCfyUfSl4dlBFM8xXm61etnfNZ4fXSADADCc/cuE7LIyuIHygZmis9p/PGXzk4wfU+qdzKP+OWzHuHHx7OZabf10YlM+EegZQykATTWhgQwNkb9tjch5qHhHLdtNp2nOXgqnQtTbehzkAlp1iKcu2WG9PsrKvr2bcelzdNPPtvQ/dj/Y3Csdd6u62Xa1us80vkvCT/6JV0o+vZ5Vjb+60E7I8GXVTFLBwa+VU1+mpg4bfLlLK9HQrPj+qJJ82GBizMQQ0izxn3dGzt4377yu4qquFli2vr61gLBrPYKQyOEfPEkDPsyOzDr0Q7xDHSKh1j3q9UM5G7n1DfADzf+BhRQOLqo8vGfDZjj2SCsqbK6JwWDPG0eIsYX2Vsiw7o280B6JS1ogHnTVjVBzc7JohGdqisixd15MQNFmGzNZtjhwHVCt3ouxQn1Mv6iqd7UxeuWpmW8wO/rfEjS8XSE7oaPz4tlVpbvzylfZDWNsxy/IszJcp1Uiy9ZBjtTOoRoBJvIR9OsJS26dfpumrNOT/N3t7cqEJTn1cUFVFldV/XWR8+yoqRJa6t0LUzODJkKx8i0jT8aoZNb6TLvV/fHXeKax816QYbo+ij82PgdZNNEvJRSyjDjDpC7fShGF4ov1Be8R+nZ06JZVU02KT3B7RDIQDE+ifN2Yq0YtAiP/Brxjbi9+Ed9GfeVmf016hHhiWnOedGMBU/6Nyq2cB+e1dXC9bXl+urOZs8MDcyZ+erzvG3Sq3lOc6YTJ9TOpu0aspNO8rIiuSe+yoRQ5By+86bT9hGZUjxKOvEofRfqRtJc5G36i40Z9eZIrdLhjRb4NkOvzolVOySww4Q6VCfia49YFfJtRntr6VeaBORMf+EvjDfG46g3/smiKUiA0s8+6wd5Qxr5Zo2Bp3mPEcDNuMmhxrNBScfGlF5m5TpPf4/ht/Dcetzpo28A0LOOA+g/N1uKHlMrd7HHKPow37pZzZyQIau3PlRZuECmYUG5MkqftBN/cFGQc5q6HEFf+9tehoTH94gjmi+qcN9n/P3vwIsOFgQj4vSaR0QvCud9nOCwz/Gb69VmieRhoxU46vO6Wq9I3j0KUENKpgDELr5gPxpfftUWJfIv7QvKRPhmA00/8l2Ej95fAhkPtc4X+P2M0jXwhz28Prefb/DqQA0PQDzs8J8bfOXB6MA8N7yPB47MFli4oAHtHtKPx595oxSC08effLIBT/Pcoj88Yt+Yeqnf2feK72+gnv+w0ZlmS/VcjVMzEMLGnhtpZ55bjgmP5fb3ZPTjdSsfbDRusUd6s+/f2G3QEl3zH1+SObnF7JrnPSiCx4baOkvC9VauxxBZFlN2IYbkc+h5T2TwBH4w43BLnvGfPvN1MyC3eQYCuthzy6a3bLYxZOw+70FjnuyQNO85ocNBKQO7JYFvQYYbmtzw9a0IeAvCDQ7XqcWbxrwB09vnEYYj95Mvv/jmg/fC5Yp/8c4voT+bNlvS+gG7WN2gmuP5EQIZqK2tO6wy4k4OnrgTiOcDI6lXOcdQ8AAfNzkFUHV+/tlHvWj5o7tHdkBf1yXUMYQtInTuKNdhl2JgjgbZzwHdmJE2yi+SfMCzMeGiP37J/wO4/5sEixsAAA==&lt;/Code&gt;&lt;CodeSignature&gt;PkA0BeKbb6k61bj3t4f1QSFayBUYgLPJscplsSWXSWETP9K+Qt+F64ckorPLd8+B5pUuOYUZt8sQCDzu9gBcKz39fQgV91hIt0oqFteS++UWEeHO1gycpKFFsJxcozm1FW5bSWpVeWg5EUj1A5nN8+y/N933tD4tJfkwKnd/wZ0pZ+OtKJ/hckodGR615t61VVRT4Y5s1n0MIa+55nxOosCBp6NOzORIp/azJKDPnIhk7JaEEhrmq1HM9ZcaH9udWluVSnR/A465IQeaosM5OvWqArccy/R8wGhgPdegn2Wx1JQV83Cjcp448iN6gnzRNlTFmBKLTBUHfR1hZGDSDw==&lt;/CodeSignature&gt;&lt;/SmartOptions&gt;&lt;SmartResize enabled=&quot;True&quot; minWidth=&quot;10&quot; minHeight=&quot;10&quot; /&gt;&lt;/SmartSettings&gt;">
            <a:extLst>
              <a:ext uri="{FF2B5EF4-FFF2-40B4-BE49-F238E27FC236}">
                <a16:creationId xmlns:a16="http://schemas.microsoft.com/office/drawing/2014/main" id="{07F9DF01-1F53-BB2C-7EE5-405EA1960596}"/>
              </a:ext>
            </a:extLst>
          </p:cNvPr>
          <p:cNvGrpSpPr/>
          <p:nvPr>
            <p:custDataLst>
              <p:tags r:id="rId5"/>
            </p:custDataLst>
          </p:nvPr>
        </p:nvGrpSpPr>
        <p:grpSpPr>
          <a:xfrm>
            <a:off x="3889579" y="5791511"/>
            <a:ext cx="294043" cy="181588"/>
            <a:chOff x="593892" y="1580313"/>
            <a:chExt cx="359589" cy="222066"/>
          </a:xfrm>
        </p:grpSpPr>
        <p:sp>
          <p:nvSpPr>
            <p:cNvPr id="201" name="Circle">
              <a:extLst>
                <a:ext uri="{FF2B5EF4-FFF2-40B4-BE49-F238E27FC236}">
                  <a16:creationId xmlns:a16="http://schemas.microsoft.com/office/drawing/2014/main" id="{F3A69D35-A52C-AC20-91EF-2CD31F2DBDFD}"/>
                </a:ext>
              </a:extLst>
            </p:cNvPr>
            <p:cNvSpPr/>
            <p:nvPr/>
          </p:nvSpPr>
          <p:spPr>
            <a:xfrm>
              <a:off x="593892" y="1624671"/>
              <a:ext cx="133350" cy="133350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2" name="Check">
              <a:extLst>
                <a:ext uri="{FF2B5EF4-FFF2-40B4-BE49-F238E27FC236}">
                  <a16:creationId xmlns:a16="http://schemas.microsoft.com/office/drawing/2014/main" id="{2C43A5CD-92BB-F018-D8FD-9FC7FD5CB486}"/>
                </a:ext>
              </a:extLst>
            </p:cNvPr>
            <p:cNvSpPr/>
            <p:nvPr/>
          </p:nvSpPr>
          <p:spPr>
            <a:xfrm>
              <a:off x="631198" y="1661977"/>
              <a:ext cx="58738" cy="58738"/>
            </a:xfrm>
            <a:prstGeom prst="ellipse">
              <a:avLst/>
            </a:prstGeom>
            <a:solidFill>
              <a:srgbClr val="1588EC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3" name="Label">
              <a:extLst>
                <a:ext uri="{FF2B5EF4-FFF2-40B4-BE49-F238E27FC236}">
                  <a16:creationId xmlns:a16="http://schemas.microsoft.com/office/drawing/2014/main" id="{94A21EFE-E1EB-4998-6646-DD12440DE127}"/>
                </a:ext>
              </a:extLst>
            </p:cNvPr>
            <p:cNvSpPr txBox="1"/>
            <p:nvPr/>
          </p:nvSpPr>
          <p:spPr>
            <a:xfrm>
              <a:off x="712046" y="1580313"/>
              <a:ext cx="241435" cy="222066"/>
            </a:xfrm>
            <a:prstGeom prst="rect">
              <a:avLst/>
            </a:prstGeom>
            <a:noFill/>
          </p:spPr>
          <p:txBody>
            <a:bodyPr wrap="none" lIns="73152" tIns="36576" rIns="73152" bIns="36576" rtlCol="0" anchor="ctr" anchorCtr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Y</a:t>
              </a:r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04" name="Radio Button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V9msqJ6s27Zavp5nq7xJ694nNJz8Ku213CK449c5eDCfyUfSl4dlBFM8xXm61etnfNZ4fXSADADCc/cuE7LIyuIHygZmis9p/PGXzk4wfU+qdzKP+OWzHuHHx7OZabf10YlM+EegZQykATTWhgQwNkb9tjch5qHhHLdtNp2nOXgqnQtTbehzkAlp1iKcu2WG9PsrKvr2bcelzdNPPtvQ/dj/Y3Csdd6u62Xa1us80vkvCT/6JV0o+vZ5Vjb+60E7I8GXVTFLBwa+VU1+mpg4bfLlLK9HQrPj+qJJ82GBizMQQ0izxn3dGzt4377yu4qquFli2vr61gLBrPYKQyOEfPEkDPsyOzDr0Q7xDHSKh1j3q9UM5G7n1DfADzf+BhRQOLqo8vGfDZjj2SCsqbK6JwWDPG0eIsYX2Vsiw7o280B6JS1ogHnTVjVBzc7JohGdqisixd15MQNFmGzNZtjhwHVCt3ouxQn1Mv6iqd7UxeuWpmW8wO/rfEjS8XSE7oaPz4tlVpbvzylfZDWNsxy/IszJcp1Uiy9ZBjtTOoRoBJvIR9OsJS26dfpumrNOT/N3t7cqEJTn1cUFVFldV/XWR8+yoqRJa6t0LUzODJkKx8i0jT8aoZNb6TLvV/fHXeKax816QYbo+ij82PgdZNNEvJRSyjDjDpC7fShGF4ov1Be8R+nZ06JZVU02KT3B7RDIQDE+ifN2Yq0YtAiP/Brxjbi9+Ed9GfeVmf016hHhiWnOedGMBU/6Nyq2cB+e1dXC9bXl+urOZs8MDcyZ+erzvG3Sq3lOc6YTJ9TOpu0aspNO8rIiuSe+yoRQ5By+86bT9hGZUjxKOvEofRfqRtJc5G36i40Z9eZIrdLhjRb4NkOvzolVOySww4Q6VCfia49YFfJtRntr6VeaBORMf+EvjDfG46g3/smiKUiA0s8+6wd5Qxr5Zo2Bp3mPEcDNuMmhxrNBScfGlF5m5TpPf4/ht/Dcetzpo28A0LOOA+g/N1uKHlMrd7HHKPow37pZzZyQIau3PlRZuECmYUG5MkqftBN/cFGQc5q6HEFf+9tehoTH94gjmi+qcN9n/P3vwIsOFgQj4vSaR0QvCud9nOCwz/Gb69VmieRhoxU46vO6Wq9I3j0KUENKpgDELr5gPxpfftUWJfIv7QvKRPhmA00/8l2Ej95fAhkPtc4X+P2M0jXwhz28Prefb/DqQA0PQDzs8J8bfOXB6MA8N7yPB47MFli4oAHtHtKPx595oxSC08effLIBT/Pcoj88Yt+Yeqnf2feK72+gnv+w0ZlmS/VcjVMzEMLGnhtpZ55bjgmP5fb3ZPTjdSsfbDRusUd6s+/f2G3QEl3zH1+SObnF7JrnPSiCx4baOkvC9VauxxBZFlN2IYbkc+h5T2TwBH4w43BLnvGfPvN1MyC3eQYCuthzy6a3bLYxZOw+70FjnuyQNO85ocNBKQO7JYFvQYYbmtzw9a0IeAvCDQ7XqcWbxrwB09vnEYYj95Mvv/jmg/fC5Yp/8c4voT+bNlvS+gG7WN2gmuP5EQIZqK2tO6wy4k4OnrgTiOcDI6lXOcdQ8AAfNzkFUHV+/tlHvWj5o7tHdkBf1yXUMYQtInTuKNdhl2JgjgbZzwHdmJE2yi+SfMCzMeGiP37J/wO4/5sEixsAAA==&lt;/Code&gt;&lt;CodeSignature&gt;PkA0BeKbb6k61bj3t4f1QSFayBUYgLPJscplsSWXSWETP9K+Qt+F64ckorPLd8+B5pUuOYUZt8sQCDzu9gBcKz39fQgV91hIt0oqFteS++UWEeHO1gycpKFFsJxcozm1FW5bSWpVeWg5EUj1A5nN8+y/N933tD4tJfkwKnd/wZ0pZ+OtKJ/hckodGR615t61VVRT4Y5s1n0MIa+55nxOosCBp6NOzORIp/azJKDPnIhk7JaEEhrmq1HM9ZcaH9udWluVSnR/A465IQeaosM5OvWqArccy/R8wGhgPdegn2Wx1JQV83Cjcp448iN6gnzRNlTFmBKLTBUHfR1hZGDSDw==&lt;/CodeSignature&gt;&lt;/SmartOptions&gt;&lt;SmartResize enabled=&quot;True&quot; minWidth=&quot;10&quot; minHeight=&quot;10&quot; /&gt;&lt;/SmartSettings&gt;">
            <a:extLst>
              <a:ext uri="{FF2B5EF4-FFF2-40B4-BE49-F238E27FC236}">
                <a16:creationId xmlns:a16="http://schemas.microsoft.com/office/drawing/2014/main" id="{42068DDC-FA19-7AB7-ADC5-26115AE40B8B}"/>
              </a:ext>
            </a:extLst>
          </p:cNvPr>
          <p:cNvGrpSpPr/>
          <p:nvPr>
            <p:custDataLst>
              <p:tags r:id="rId6"/>
            </p:custDataLst>
          </p:nvPr>
        </p:nvGrpSpPr>
        <p:grpSpPr>
          <a:xfrm>
            <a:off x="4196358" y="5791511"/>
            <a:ext cx="314212" cy="181588"/>
            <a:chOff x="593892" y="1580313"/>
            <a:chExt cx="384253" cy="222066"/>
          </a:xfrm>
        </p:grpSpPr>
        <p:sp>
          <p:nvSpPr>
            <p:cNvPr id="205" name="Circle">
              <a:extLst>
                <a:ext uri="{FF2B5EF4-FFF2-40B4-BE49-F238E27FC236}">
                  <a16:creationId xmlns:a16="http://schemas.microsoft.com/office/drawing/2014/main" id="{6A1CC3AE-78F9-48C1-3B77-FA736EAF9E39}"/>
                </a:ext>
              </a:extLst>
            </p:cNvPr>
            <p:cNvSpPr/>
            <p:nvPr/>
          </p:nvSpPr>
          <p:spPr>
            <a:xfrm>
              <a:off x="593892" y="1624671"/>
              <a:ext cx="133350" cy="133350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6" name="Check" hidden="1">
              <a:extLst>
                <a:ext uri="{FF2B5EF4-FFF2-40B4-BE49-F238E27FC236}">
                  <a16:creationId xmlns:a16="http://schemas.microsoft.com/office/drawing/2014/main" id="{7B3C220E-77E4-3204-EE31-17DB913FD858}"/>
                </a:ext>
              </a:extLst>
            </p:cNvPr>
            <p:cNvSpPr/>
            <p:nvPr/>
          </p:nvSpPr>
          <p:spPr>
            <a:xfrm>
              <a:off x="631198" y="1661977"/>
              <a:ext cx="58738" cy="58738"/>
            </a:xfrm>
            <a:prstGeom prst="ellipse">
              <a:avLst/>
            </a:prstGeom>
            <a:solidFill>
              <a:srgbClr val="808080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7" name="Label">
              <a:extLst>
                <a:ext uri="{FF2B5EF4-FFF2-40B4-BE49-F238E27FC236}">
                  <a16:creationId xmlns:a16="http://schemas.microsoft.com/office/drawing/2014/main" id="{D12D0E69-B8FC-BD03-4DCB-B06B2394A936}"/>
                </a:ext>
              </a:extLst>
            </p:cNvPr>
            <p:cNvSpPr txBox="1"/>
            <p:nvPr/>
          </p:nvSpPr>
          <p:spPr>
            <a:xfrm>
              <a:off x="715147" y="1580313"/>
              <a:ext cx="262998" cy="222066"/>
            </a:xfrm>
            <a:prstGeom prst="rect">
              <a:avLst/>
            </a:prstGeom>
            <a:noFill/>
          </p:spPr>
          <p:txBody>
            <a:bodyPr wrap="none" lIns="73152" tIns="36576" rIns="73152" bIns="36576" rtlCol="0" anchor="ctr" anchorCtr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N</a:t>
              </a:r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08" name="TextBox 207">
            <a:extLst>
              <a:ext uri="{FF2B5EF4-FFF2-40B4-BE49-F238E27FC236}">
                <a16:creationId xmlns:a16="http://schemas.microsoft.com/office/drawing/2014/main" id="{DE2C0621-0FFD-FC73-EBEE-C5735AD20525}"/>
              </a:ext>
            </a:extLst>
          </p:cNvPr>
          <p:cNvSpPr txBox="1"/>
          <p:nvPr/>
        </p:nvSpPr>
        <p:spPr>
          <a:xfrm>
            <a:off x="4317670" y="3864556"/>
            <a:ext cx="90281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ko-KR" sz="800" dirty="0">
                <a:highlight>
                  <a:srgbClr val="FFFF00"/>
                </a:highlight>
                <a:latin typeface="+mn-ea"/>
                <a:ea typeface="+mn-ea"/>
              </a:rPr>
              <a:t>[</a:t>
            </a:r>
            <a:r>
              <a:rPr kumimoji="1" lang="ko-KR" altLang="en-US" sz="800" dirty="0">
                <a:highlight>
                  <a:srgbClr val="FFFF00"/>
                </a:highlight>
                <a:latin typeface="+mn-ea"/>
                <a:ea typeface="+mn-ea"/>
              </a:rPr>
              <a:t>수정</a:t>
            </a:r>
            <a:r>
              <a:rPr kumimoji="1" lang="en-US" altLang="ko-KR" sz="800" dirty="0">
                <a:highlight>
                  <a:srgbClr val="FFFF00"/>
                </a:highlight>
                <a:latin typeface="+mn-ea"/>
                <a:ea typeface="+mn-ea"/>
              </a:rPr>
              <a:t>/</a:t>
            </a:r>
            <a:r>
              <a:rPr kumimoji="1" lang="ko-KR" altLang="en-US" sz="800" dirty="0">
                <a:highlight>
                  <a:srgbClr val="FFFF00"/>
                </a:highlight>
                <a:latin typeface="+mn-ea"/>
                <a:ea typeface="+mn-ea"/>
              </a:rPr>
              <a:t>상세 팝업</a:t>
            </a:r>
            <a:r>
              <a:rPr kumimoji="1" lang="en-US" altLang="ko-KR" sz="800" dirty="0">
                <a:highlight>
                  <a:srgbClr val="FFFF00"/>
                </a:highlight>
                <a:latin typeface="+mn-ea"/>
                <a:ea typeface="+mn-ea"/>
              </a:rPr>
              <a:t>]</a:t>
            </a:r>
            <a:endParaRPr kumimoji="1" lang="ko-KR" altLang="en-US" sz="800" dirty="0"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6C503FDD-745F-B7D9-3C6D-15D697659B9F}"/>
              </a:ext>
            </a:extLst>
          </p:cNvPr>
          <p:cNvSpPr txBox="1"/>
          <p:nvPr/>
        </p:nvSpPr>
        <p:spPr>
          <a:xfrm>
            <a:off x="5499976" y="4237983"/>
            <a:ext cx="12698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dirty="0">
                <a:latin typeface="+mn-ea"/>
                <a:ea typeface="+mn-ea"/>
              </a:rPr>
              <a:t>"</a:t>
            </a:r>
            <a:r>
              <a:rPr lang="en-US" altLang="ko-KR" sz="700" dirty="0">
                <a:solidFill>
                  <a:srgbClr val="FF0000"/>
                </a:solidFill>
                <a:latin typeface="+mn-ea"/>
                <a:ea typeface="+mn-ea"/>
              </a:rPr>
              <a:t>*</a:t>
            </a:r>
            <a:r>
              <a:rPr lang="en-US" altLang="ko-KR" sz="700" dirty="0">
                <a:latin typeface="+mn-ea"/>
                <a:ea typeface="+mn-ea"/>
              </a:rPr>
              <a:t>"</a:t>
            </a:r>
            <a:r>
              <a:rPr lang="ko-KR" altLang="en-US" sz="700" dirty="0">
                <a:latin typeface="+mn-ea"/>
                <a:ea typeface="+mn-ea"/>
              </a:rPr>
              <a:t>는 필수 입력 항목입니다</a:t>
            </a:r>
            <a:r>
              <a:rPr lang="en-US" altLang="ko-KR" sz="700" dirty="0">
                <a:latin typeface="+mn-ea"/>
                <a:ea typeface="+mn-ea"/>
              </a:rPr>
              <a:t>.</a:t>
            </a:r>
            <a:endParaRPr kumimoji="1" lang="ko-Kore-KR" altLang="en-US" sz="700" dirty="0">
              <a:latin typeface="+mn-ea"/>
              <a:ea typeface="+mn-ea"/>
            </a:endParaRPr>
          </a:p>
        </p:txBody>
      </p:sp>
      <p:sp>
        <p:nvSpPr>
          <p:cNvPr id="155" name="직사각형 154">
            <a:extLst>
              <a:ext uri="{FF2B5EF4-FFF2-40B4-BE49-F238E27FC236}">
                <a16:creationId xmlns:a16="http://schemas.microsoft.com/office/drawing/2014/main" id="{8E610FC5-4654-D724-4F0E-307D5C2CDBE6}"/>
              </a:ext>
            </a:extLst>
          </p:cNvPr>
          <p:cNvSpPr/>
          <p:nvPr/>
        </p:nvSpPr>
        <p:spPr>
          <a:xfrm>
            <a:off x="4116306" y="6453352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156" name="직사각형 155">
            <a:extLst>
              <a:ext uri="{FF2B5EF4-FFF2-40B4-BE49-F238E27FC236}">
                <a16:creationId xmlns:a16="http://schemas.microsoft.com/office/drawing/2014/main" id="{939B4346-7493-E027-3F35-DE4C1DA27C00}"/>
              </a:ext>
            </a:extLst>
          </p:cNvPr>
          <p:cNvSpPr/>
          <p:nvPr/>
        </p:nvSpPr>
        <p:spPr>
          <a:xfrm>
            <a:off x="4598511" y="6453352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저장</a:t>
            </a:r>
          </a:p>
        </p:txBody>
      </p:sp>
      <p:sp>
        <p:nvSpPr>
          <p:cNvPr id="174" name="직사각형 173">
            <a:extLst>
              <a:ext uri="{FF2B5EF4-FFF2-40B4-BE49-F238E27FC236}">
                <a16:creationId xmlns:a16="http://schemas.microsoft.com/office/drawing/2014/main" id="{9D563753-AD6C-72B1-B5FC-9D054FEFEDEA}"/>
              </a:ext>
            </a:extLst>
          </p:cNvPr>
          <p:cNvSpPr/>
          <p:nvPr/>
        </p:nvSpPr>
        <p:spPr>
          <a:xfrm>
            <a:off x="5065043" y="6453352"/>
            <a:ext cx="391138" cy="144000"/>
          </a:xfrm>
          <a:prstGeom prst="rect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삭제</a:t>
            </a:r>
          </a:p>
        </p:txBody>
      </p:sp>
      <p:sp>
        <p:nvSpPr>
          <p:cNvPr id="54" name="Teardrop 1">
            <a:extLst>
              <a:ext uri="{FF2B5EF4-FFF2-40B4-BE49-F238E27FC236}">
                <a16:creationId xmlns:a16="http://schemas.microsoft.com/office/drawing/2014/main" id="{AE09795A-16D6-FEE8-2286-4105C49FCC56}"/>
              </a:ext>
            </a:extLst>
          </p:cNvPr>
          <p:cNvSpPr/>
          <p:nvPr/>
        </p:nvSpPr>
        <p:spPr>
          <a:xfrm rot="16200000" flipH="1" flipV="1">
            <a:off x="4976580" y="6337676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4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4" name="Teardrop 1">
            <a:extLst>
              <a:ext uri="{FF2B5EF4-FFF2-40B4-BE49-F238E27FC236}">
                <a16:creationId xmlns:a16="http://schemas.microsoft.com/office/drawing/2014/main" id="{3F2CD38F-39AE-543D-484F-4463D1935905}"/>
              </a:ext>
            </a:extLst>
          </p:cNvPr>
          <p:cNvSpPr/>
          <p:nvPr/>
        </p:nvSpPr>
        <p:spPr>
          <a:xfrm rot="16200000" flipH="1" flipV="1">
            <a:off x="3730757" y="1534919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215" name="그룹 214">
            <a:extLst>
              <a:ext uri="{FF2B5EF4-FFF2-40B4-BE49-F238E27FC236}">
                <a16:creationId xmlns:a16="http://schemas.microsoft.com/office/drawing/2014/main" id="{1C9E183D-B04D-05ED-1ADB-1DF560688797}"/>
              </a:ext>
            </a:extLst>
          </p:cNvPr>
          <p:cNvGrpSpPr/>
          <p:nvPr/>
        </p:nvGrpSpPr>
        <p:grpSpPr>
          <a:xfrm>
            <a:off x="7120363" y="1492176"/>
            <a:ext cx="1159326" cy="446422"/>
            <a:chOff x="976235" y="2887117"/>
            <a:chExt cx="1159326" cy="446422"/>
          </a:xfrm>
        </p:grpSpPr>
        <p:sp>
          <p:nvSpPr>
            <p:cNvPr id="216" name="Text Box">
              <a:extLst>
                <a:ext uri="{FF2B5EF4-FFF2-40B4-BE49-F238E27FC236}">
                  <a16:creationId xmlns:a16="http://schemas.microsoft.com/office/drawing/2014/main" id="{F3BE304B-6EB1-14A8-7A1D-8B996B2A3C3A}"/>
                </a:ext>
              </a:extLst>
            </p:cNvPr>
            <p:cNvSpPr>
              <a:spLocks/>
            </p:cNvSpPr>
            <p:nvPr/>
          </p:nvSpPr>
          <p:spPr bwMode="auto">
            <a:xfrm>
              <a:off x="976235" y="2887117"/>
              <a:ext cx="1159326" cy="446422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그룹코드 선택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-------------------------------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OTA/</a:t>
              </a:r>
              <a:r>
                <a:rPr kumimoji="0" lang="ko-KR" altLang="en-US" sz="700" b="0" kern="0" dirty="0">
                  <a:solidFill>
                    <a:schemeClr val="tx1"/>
                  </a:solidFill>
                  <a:latin typeface="+mn-ea"/>
                </a:rPr>
                <a:t>온라인여행사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17" name="Chevron Left">
              <a:extLst>
                <a:ext uri="{FF2B5EF4-FFF2-40B4-BE49-F238E27FC236}">
                  <a16:creationId xmlns:a16="http://schemas.microsoft.com/office/drawing/2014/main" id="{79548499-BCCB-79BB-0F70-E0EAD1A03C33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990266" y="2933272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18" name="직사각형 217">
            <a:extLst>
              <a:ext uri="{FF2B5EF4-FFF2-40B4-BE49-F238E27FC236}">
                <a16:creationId xmlns:a16="http://schemas.microsoft.com/office/drawing/2014/main" id="{66EFFF6E-C018-8280-35A3-AEA7E549AEFE}"/>
              </a:ext>
            </a:extLst>
          </p:cNvPr>
          <p:cNvSpPr/>
          <p:nvPr/>
        </p:nvSpPr>
        <p:spPr bwMode="auto">
          <a:xfrm>
            <a:off x="-106106" y="1146576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219" name="직사각형 218">
            <a:extLst>
              <a:ext uri="{FF2B5EF4-FFF2-40B4-BE49-F238E27FC236}">
                <a16:creationId xmlns:a16="http://schemas.microsoft.com/office/drawing/2014/main" id="{4050C542-75F4-B1F5-BD37-7D5DC323868C}"/>
              </a:ext>
            </a:extLst>
          </p:cNvPr>
          <p:cNvSpPr/>
          <p:nvPr/>
        </p:nvSpPr>
        <p:spPr>
          <a:xfrm>
            <a:off x="-14" y="808615"/>
            <a:ext cx="1318349" cy="5478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 그룹코드 관리</a:t>
            </a:r>
            <a:endParaRPr lang="en-US" altLang="ko-KR" sz="80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공통코드 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cxnSp>
        <p:nvCxnSpPr>
          <p:cNvPr id="223" name="직선 화살표 연결선 222">
            <a:extLst>
              <a:ext uri="{FF2B5EF4-FFF2-40B4-BE49-F238E27FC236}">
                <a16:creationId xmlns:a16="http://schemas.microsoft.com/office/drawing/2014/main" id="{6D144A0A-6EAE-CEE1-F5D2-3CD931F7A338}"/>
              </a:ext>
            </a:extLst>
          </p:cNvPr>
          <p:cNvCxnSpPr>
            <a:cxnSpLocks/>
            <a:stCxn id="57" idx="3"/>
            <a:endCxn id="216" idx="1"/>
          </p:cNvCxnSpPr>
          <p:nvPr/>
        </p:nvCxnSpPr>
        <p:spPr>
          <a:xfrm flipV="1">
            <a:off x="5016229" y="1715387"/>
            <a:ext cx="2104134" cy="51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4" name="Teardrop 1">
            <a:extLst>
              <a:ext uri="{FF2B5EF4-FFF2-40B4-BE49-F238E27FC236}">
                <a16:creationId xmlns:a16="http://schemas.microsoft.com/office/drawing/2014/main" id="{A40BFCD4-E229-1E0D-8C8C-BFD096EA2363}"/>
              </a:ext>
            </a:extLst>
          </p:cNvPr>
          <p:cNvSpPr/>
          <p:nvPr/>
        </p:nvSpPr>
        <p:spPr>
          <a:xfrm rot="16200000" flipH="1" flipV="1">
            <a:off x="5701660" y="182530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344FF24A-FF27-2CA5-8406-C2418C292D4C}"/>
              </a:ext>
            </a:extLst>
          </p:cNvPr>
          <p:cNvSpPr txBox="1"/>
          <p:nvPr/>
        </p:nvSpPr>
        <p:spPr>
          <a:xfrm>
            <a:off x="4455809" y="2785734"/>
            <a:ext cx="78579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ko-KR" altLang="en-US" sz="800" i="1" dirty="0">
                <a:solidFill>
                  <a:srgbClr val="C00000"/>
                </a:solidFill>
                <a:latin typeface="+mn-ea"/>
                <a:ea typeface="+mn-ea"/>
              </a:rPr>
              <a:t>← 디폴트 </a:t>
            </a:r>
            <a:r>
              <a:rPr kumimoji="1" lang="en-US" altLang="ko-KR" sz="800" i="1" dirty="0">
                <a:solidFill>
                  <a:srgbClr val="C00000"/>
                </a:solidFill>
                <a:latin typeface="+mn-ea"/>
                <a:ea typeface="+mn-ea"/>
              </a:rPr>
              <a:t>"Y"</a:t>
            </a:r>
            <a:endParaRPr kumimoji="1" lang="ko-KR" altLang="en-US" sz="80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2630D743-F1D3-D390-0875-CE62BC2EE33C}"/>
              </a:ext>
            </a:extLst>
          </p:cNvPr>
          <p:cNvSpPr txBox="1"/>
          <p:nvPr/>
        </p:nvSpPr>
        <p:spPr>
          <a:xfrm>
            <a:off x="4455809" y="3076118"/>
            <a:ext cx="9444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ko-KR" altLang="en-US" sz="800" i="1" dirty="0">
                <a:solidFill>
                  <a:srgbClr val="C00000"/>
                </a:solidFill>
                <a:latin typeface="+mn-ea"/>
                <a:ea typeface="+mn-ea"/>
              </a:rPr>
              <a:t>← </a:t>
            </a:r>
            <a:r>
              <a:rPr lang="ko-KR" altLang="en-US" sz="800" i="1" dirty="0">
                <a:solidFill>
                  <a:srgbClr val="C00000"/>
                </a:solidFill>
                <a:latin typeface="+mn-ea"/>
                <a:ea typeface="+mn-ea"/>
              </a:rPr>
              <a:t>등록 이후 생성</a:t>
            </a:r>
            <a:endParaRPr kumimoji="1" lang="ko-KR" altLang="en-US" sz="80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229" name="Teardrop 1">
            <a:extLst>
              <a:ext uri="{FF2B5EF4-FFF2-40B4-BE49-F238E27FC236}">
                <a16:creationId xmlns:a16="http://schemas.microsoft.com/office/drawing/2014/main" id="{037EEBBF-EBD7-558B-79AC-D14A2D80D713}"/>
              </a:ext>
            </a:extLst>
          </p:cNvPr>
          <p:cNvSpPr/>
          <p:nvPr/>
        </p:nvSpPr>
        <p:spPr>
          <a:xfrm rot="16200000" flipH="1" flipV="1">
            <a:off x="4513202" y="6337676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30" name="Teardrop 1">
            <a:extLst>
              <a:ext uri="{FF2B5EF4-FFF2-40B4-BE49-F238E27FC236}">
                <a16:creationId xmlns:a16="http://schemas.microsoft.com/office/drawing/2014/main" id="{2F201E8C-4A5E-D2F6-A568-C8923AAEF90C}"/>
              </a:ext>
            </a:extLst>
          </p:cNvPr>
          <p:cNvSpPr/>
          <p:nvPr/>
        </p:nvSpPr>
        <p:spPr>
          <a:xfrm rot="16200000" flipH="1" flipV="1">
            <a:off x="4657533" y="3361326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31" name="Text Box">
            <a:extLst>
              <a:ext uri="{FF2B5EF4-FFF2-40B4-BE49-F238E27FC236}">
                <a16:creationId xmlns:a16="http://schemas.microsoft.com/office/drawing/2014/main" id="{D6D18227-4B3C-4993-DC40-AB8FE694E512}"/>
              </a:ext>
            </a:extLst>
          </p:cNvPr>
          <p:cNvSpPr>
            <a:spLocks/>
          </p:cNvSpPr>
          <p:nvPr/>
        </p:nvSpPr>
        <p:spPr bwMode="auto">
          <a:xfrm>
            <a:off x="3859392" y="2246417"/>
            <a:ext cx="2475516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국문 설명을 입력하세요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32" name="Text Box">
            <a:extLst>
              <a:ext uri="{FF2B5EF4-FFF2-40B4-BE49-F238E27FC236}">
                <a16:creationId xmlns:a16="http://schemas.microsoft.com/office/drawing/2014/main" id="{CD974BEB-E706-25E4-3F05-33C7063643CD}"/>
              </a:ext>
            </a:extLst>
          </p:cNvPr>
          <p:cNvSpPr>
            <a:spLocks/>
          </p:cNvSpPr>
          <p:nvPr/>
        </p:nvSpPr>
        <p:spPr bwMode="auto">
          <a:xfrm>
            <a:off x="3859392" y="2490636"/>
            <a:ext cx="2475516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영문 설명을 입력하세요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33" name="Text Box">
            <a:extLst>
              <a:ext uri="{FF2B5EF4-FFF2-40B4-BE49-F238E27FC236}">
                <a16:creationId xmlns:a16="http://schemas.microsoft.com/office/drawing/2014/main" id="{6616D6FA-6138-59A0-AE44-00F5BED337EF}"/>
              </a:ext>
            </a:extLst>
          </p:cNvPr>
          <p:cNvSpPr>
            <a:spLocks/>
          </p:cNvSpPr>
          <p:nvPr/>
        </p:nvSpPr>
        <p:spPr bwMode="auto">
          <a:xfrm>
            <a:off x="3859392" y="5216499"/>
            <a:ext cx="2475516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 err="1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아고다</a:t>
            </a: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34" name="Text Box">
            <a:extLst>
              <a:ext uri="{FF2B5EF4-FFF2-40B4-BE49-F238E27FC236}">
                <a16:creationId xmlns:a16="http://schemas.microsoft.com/office/drawing/2014/main" id="{394652AB-B95B-E818-2A3A-82C7A24EA1E7}"/>
              </a:ext>
            </a:extLst>
          </p:cNvPr>
          <p:cNvSpPr>
            <a:spLocks/>
          </p:cNvSpPr>
          <p:nvPr/>
        </p:nvSpPr>
        <p:spPr bwMode="auto">
          <a:xfrm>
            <a:off x="3859392" y="5460718"/>
            <a:ext cx="2475516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 err="1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AGODA.COM</a:t>
            </a: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35" name="Teardrop 1">
            <a:extLst>
              <a:ext uri="{FF2B5EF4-FFF2-40B4-BE49-F238E27FC236}">
                <a16:creationId xmlns:a16="http://schemas.microsoft.com/office/drawing/2014/main" id="{0AF1F7B3-7769-9EBB-5D1E-D4D21A774504}"/>
              </a:ext>
            </a:extLst>
          </p:cNvPr>
          <p:cNvSpPr/>
          <p:nvPr/>
        </p:nvSpPr>
        <p:spPr>
          <a:xfrm rot="16200000" flipH="1" flipV="1">
            <a:off x="3655648" y="4496483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5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334297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B7OQZHgnaewXn4YSr5hAa7FaLRw5ANOJuQ+mlcMxMA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B7OQZHgnaewXn4YSr5hAa7FaLRw5ANOJuQ+mlcMxMA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B7OQZHgnaewXn4YSr5hAa7FaLRw5ANOJuQ+mlcMxMA=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B7OQZHgnaewXn4YSr5hAa7FaLRw5ANOJuQ+mlcMxMA=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B7OQZHgnaewXn4YSr5hAa7FaLRw5ANOJuQ+mlcMxMA=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B7OQZHgnaewXn4YSr5hAa7FaLRw5ANOJuQ+mlcMxMA=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B7OQZHgnaewXn4YSr5hAa7FaLRw5ANOJuQ+mlcMxMA=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B7OQZHgnaewXn4YSr5hAa7FaLRw5ANOJuQ+mlcMxMA=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B7OQZHgnaewXn4YSr5hAa7FaLRw5ANOJuQ+mlcMxMA=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B7OQZHgnaewXn4YSr5hAa7FaLRw5ANOJuQ+mlcMxMA=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B7OQZHgnaewXn4YSr5hAa7FaLRw5ANOJuQ+mlcMxMA=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B7OQZHgnaewXn4YSr5hAa7FaLRw5ANOJuQ+mlcMxMA=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B7OQZHgnaewXn4YSr5hAa7FaLRw5ANOJuQ+mlcMxMA=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B7OQZHgnaewXn4YSr5hAa7FaLRw5ANOJuQ+mlcMxMA=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ll 나눔고딕">
      <a:majorFont>
        <a:latin typeface="나눔고딕"/>
        <a:ea typeface="나눔고딕"/>
        <a:cs typeface=""/>
      </a:majorFont>
      <a:minorFont>
        <a:latin typeface="나눔고딕"/>
        <a:ea typeface="나눔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3175">
          <a:solidFill>
            <a:schemeClr val="tx1">
              <a:lumMod val="50000"/>
              <a:lumOff val="50000"/>
            </a:schemeClr>
          </a:solidFill>
        </a:ln>
      </a:spPr>
      <a:bodyPr rtlCol="0" anchor="ctr"/>
      <a:lstStyle>
        <a:defPPr algn="ctr">
          <a:defRPr sz="1200" b="1" dirty="0" smtClean="0">
            <a:solidFill>
              <a:schemeClr val="tx1">
                <a:lumMod val="65000"/>
                <a:lumOff val="35000"/>
              </a:schemeClr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 algn="l">
          <a:defRPr sz="800">
            <a:latin typeface="+mn-ea"/>
            <a:ea typeface="+mn-ea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79939</TotalTime>
  <Words>785</Words>
  <Application>Microsoft Macintosh PowerPoint</Application>
  <PresentationFormat>와이드스크린</PresentationFormat>
  <Paragraphs>329</Paragraphs>
  <Slides>8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7" baseType="lpstr">
      <vt:lpstr>굴림</vt:lpstr>
      <vt:lpstr>NanumGothic</vt:lpstr>
      <vt:lpstr>나눔고딕OTF</vt:lpstr>
      <vt:lpstr>Malgun Gothic</vt:lpstr>
      <vt:lpstr>Malgun Gothic</vt:lpstr>
      <vt:lpstr>Arial</vt:lpstr>
      <vt:lpstr>Calibri</vt:lpstr>
      <vt:lpstr>Segoe UI</vt:lpstr>
      <vt:lpstr>1_Office 테마</vt:lpstr>
      <vt:lpstr>PowerPoint 프레젠테이션</vt:lpstr>
      <vt:lpstr>PowerPoint 프레젠테이션</vt:lpstr>
      <vt:lpstr>PowerPoint 프레젠테이션</vt:lpstr>
      <vt:lpstr>그룹 코드 관리 리스트</vt:lpstr>
      <vt:lpstr>그룹 코드 관리 (팝업)</vt:lpstr>
      <vt:lpstr>PowerPoint 프레젠테이션</vt:lpstr>
      <vt:lpstr>공통 코드 관리 리스트</vt:lpstr>
      <vt:lpstr>공통 코드 관리 (팝업)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화면설계서</dc:title>
  <dc:creator>김 무현</dc:creator>
  <cp:lastModifiedBy>성광 박</cp:lastModifiedBy>
  <cp:revision>11777</cp:revision>
  <cp:lastPrinted>2021-10-07T06:19:02Z</cp:lastPrinted>
  <dcterms:created xsi:type="dcterms:W3CDTF">2008-07-01T10:06:20Z</dcterms:created>
  <dcterms:modified xsi:type="dcterms:W3CDTF">2026-03-05T06:46:47Z</dcterms:modified>
</cp:coreProperties>
</file>