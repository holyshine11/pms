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0"/>
  </p:notesMasterIdLst>
  <p:handoutMasterIdLst>
    <p:handoutMasterId r:id="rId11"/>
  </p:handoutMasterIdLst>
  <p:sldIdLst>
    <p:sldId id="593" r:id="rId2"/>
    <p:sldId id="594" r:id="rId3"/>
    <p:sldId id="1279" r:id="rId4"/>
    <p:sldId id="1243" r:id="rId5"/>
    <p:sldId id="1276" r:id="rId6"/>
    <p:sldId id="1286" r:id="rId7"/>
    <p:sldId id="1287" r:id="rId8"/>
    <p:sldId id="1288" r:id="rId9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그룹코드 관리" id="{E001F80A-F6AA-C54F-9CE7-2F41E3FCFC87}">
          <p14:sldIdLst>
            <p14:sldId id="1279"/>
            <p14:sldId id="1243"/>
            <p14:sldId id="1276"/>
          </p14:sldIdLst>
        </p14:section>
        <p14:section name="공통코드 관리" id="{85D0CB58-6D2A-F74A-A136-4434C0CCC65E}">
          <p14:sldIdLst>
            <p14:sldId id="1286"/>
            <p14:sldId id="1287"/>
            <p14:sldId id="1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0E0E0"/>
    <a:srgbClr val="E4E4E4"/>
    <a:srgbClr val="0E273B"/>
    <a:srgbClr val="FFFFFF"/>
    <a:srgbClr val="0971CE"/>
    <a:srgbClr val="BEDDFA"/>
    <a:srgbClr val="21AB7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87" autoAdjust="0"/>
    <p:restoredTop sz="96966" autoAdjust="0"/>
  </p:normalViewPr>
  <p:slideViewPr>
    <p:cSldViewPr>
      <p:cViewPr varScale="1">
        <p:scale>
          <a:sx n="143" d="100"/>
          <a:sy n="143" d="100"/>
        </p:scale>
        <p:origin x="4024" y="50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2025. 2. 20.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248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4E22-E0FB-C513-379F-DD84B7E0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3487C0-E888-8A06-E86A-9FA6D1A0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F6E952-1442-AFE4-8CA7-9CD79B4CE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AB2ADB-3229-4F9C-A267-7BBAD576D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05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4CAF-E997-6A08-766B-F219AB4C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0B87AA-B029-B074-C2A9-064FEF754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930C5B-592A-D526-D8E1-A6B56AAE3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F05CE-8A04-5857-11DF-A08E19B99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4797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6CA95-2F09-D976-318F-3948303E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A3DB0-68B5-FEA8-0A80-CBA185307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ACEC7A-1B90-6EA2-3548-8AB97B2EF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7018B-D874-7AD6-C4C9-32B2DAF7C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403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시스템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228722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2025-01-13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수정 사항 반영 </a:t>
                      </a:r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메뉴 위치 변경</a:t>
                      </a:r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2025-02-20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FFDBE39-250E-98EB-F500-016920480DBE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그룹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8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그룹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그룹코드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407895D-2D2A-C3E4-C18C-629F79FCE43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A6A14EE-3E9A-1EA2-373D-B30F79BC725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F04C3AE-4201-0BDD-C089-13E1DBC8A48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7C634A4-673D-C4EB-E18A-7E4E821F5D3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그룹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F1E7BA9A-90E9-5F2C-48E6-57F9A27FDB7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15A131AD-9162-4C6A-8031-55AD3B2E1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26028"/>
              </p:ext>
            </p:extLst>
          </p:nvPr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A4175CA-2C82-7FA8-988D-D0E45071F4B4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30348A7-764D-C89B-1AA5-90FE9DE7B662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7EA5914-F0DB-101A-46AC-5137F9F4FABF}"/>
              </a:ext>
            </a:extLst>
          </p:cNvPr>
          <p:cNvSpPr/>
          <p:nvPr/>
        </p:nvSpPr>
        <p:spPr>
          <a:xfrm>
            <a:off x="8616279" y="1217507"/>
            <a:ext cx="656507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그룹 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2DB8FA0B-F4C7-90CC-B1D4-CF6EBCB2C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042142"/>
              </p:ext>
            </p:extLst>
          </p:nvPr>
        </p:nvGraphicFramePr>
        <p:xfrm>
          <a:off x="1447438" y="1456510"/>
          <a:ext cx="781608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1536036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1991528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TEL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로컬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FAX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팩스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905774A8-6F0C-13CF-3A8C-8CF7645DE99D}"/>
              </a:ext>
            </a:extLst>
          </p:cNvPr>
          <p:cNvSpPr txBox="1"/>
          <p:nvPr/>
        </p:nvSpPr>
        <p:spPr>
          <a:xfrm>
            <a:off x="4737445" y="288364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5E9DB376-F5B0-6E98-925A-C6935DC1F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2636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그룹코드 등록 상세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3F8DAB4F-4546-689D-AF4D-6508933A4BE9}"/>
              </a:ext>
            </a:extLst>
          </p:cNvPr>
          <p:cNvGrpSpPr/>
          <p:nvPr/>
        </p:nvGrpSpPr>
        <p:grpSpPr>
          <a:xfrm>
            <a:off x="1444055" y="1190681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BC81D3-A484-C6D3-F066-0F7B887BC5CC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1775638-237B-397E-8995-C167003A9A03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7DF7775A-26F5-447B-B4E7-81185E0CE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27F87F2F-5048-C94B-2F08-189018B2A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A0F81B3A-3BC0-89A9-834B-8F3CE380FAF1}"/>
              </a:ext>
            </a:extLst>
          </p:cNvPr>
          <p:cNvSpPr>
            <a:spLocks/>
          </p:cNvSpPr>
          <p:nvPr/>
        </p:nvSpPr>
        <p:spPr bwMode="auto">
          <a:xfrm>
            <a:off x="2707452" y="929191"/>
            <a:ext cx="255007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C6577A9-2096-E144-CD0A-7E3B2C54EE5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41216" y="925344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1EEE10CD-8A7A-E665-2AF4-7F5D7422C4AC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871431A3-9BB1-1D1E-8C51-3BA13AE96865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97F2B4DC-83C3-9911-388B-523B51FA3202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397AECC-8B41-3162-8F26-3C8C02E3990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132272" y="925344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BB4A1514-5912-9EA0-9A05-94A0CDFBDF88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7E933A55-92AE-0DF4-C951-5367220E7202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A3BD6E14-49CB-9A50-FA14-BC663A198453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7A3B314-D267-4DC6-E676-CCF43836194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55226" y="925344"/>
            <a:ext cx="338257" cy="181588"/>
            <a:chOff x="593892" y="1580313"/>
            <a:chExt cx="413657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6B3AE6C3-0F4E-8AF4-3415-878C4B9ACEDA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176FAB25-67EB-7678-43D0-9C9A49EF64D2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64583323-C5B4-6730-0B5F-1F903A75DE71}"/>
                </a:ext>
              </a:extLst>
            </p:cNvPr>
            <p:cNvSpPr txBox="1"/>
            <p:nvPr/>
          </p:nvSpPr>
          <p:spPr>
            <a:xfrm>
              <a:off x="715147" y="1580313"/>
              <a:ext cx="292402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5" name="Teardrop 1">
            <a:extLst>
              <a:ext uri="{FF2B5EF4-FFF2-40B4-BE49-F238E27FC236}">
                <a16:creationId xmlns:a16="http://schemas.microsoft.com/office/drawing/2014/main" id="{17015EB6-9C3D-4230-474F-41FA11011D6A}"/>
              </a:ext>
            </a:extLst>
          </p:cNvPr>
          <p:cNvSpPr/>
          <p:nvPr/>
        </p:nvSpPr>
        <p:spPr>
          <a:xfrm rot="16200000" flipH="1" flipV="1">
            <a:off x="2552950" y="16208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2B591409-AC5A-EB94-DC62-1B20AC290119}"/>
              </a:ext>
            </a:extLst>
          </p:cNvPr>
          <p:cNvSpPr/>
          <p:nvPr/>
        </p:nvSpPr>
        <p:spPr>
          <a:xfrm rot="16200000" flipH="1" flipV="1">
            <a:off x="8526514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968B0D-038C-6218-3F4B-CCED2EF571AE}"/>
              </a:ext>
            </a:extLst>
          </p:cNvPr>
          <p:cNvSpPr/>
          <p:nvPr/>
        </p:nvSpPr>
        <p:spPr bwMode="auto">
          <a:xfrm>
            <a:off x="-106106" y="9197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A110990-CB53-9D87-F67B-1ED4761A55C3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C4BE-267C-4F03-7991-88E722E4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F262EAE-ABB5-1DD6-2A00-80210C17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그룹 코드 관리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팝업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43E79AA-D734-D28C-E368-E855D57A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그룹코드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E6F818D-1684-98D1-FD9F-285F52430F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CACFE6A-6F72-6E8D-148F-9B6E31C4E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C517CF53-28FA-FE9E-B670-2318BD1C550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EE84E5F-C650-F73C-5083-BE70C2C1965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7AF3F2AC-9EB7-C7A0-1B24-B5733594EBA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83CF19F-1157-2F4F-05E0-1FDCEB5EEBF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그룹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2C796B54-37D2-C723-500D-7A7DF1B2791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30E94919-90D6-D062-B43B-70C69A5FE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12659"/>
              </p:ext>
            </p:extLst>
          </p:nvPr>
        </p:nvGraphicFramePr>
        <p:xfrm>
          <a:off x="9406740" y="440717"/>
          <a:ext cx="2785260" cy="309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그룹코드 하위에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맵핑된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공통코드가 있는 경우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</a:tbl>
          </a:graphicData>
        </a:graphic>
      </p:graphicFrame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5D94BE0E-7520-CEEA-36F8-EE61906F7BB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999656" y="1039860"/>
            <a:ext cx="4320480" cy="2597188"/>
            <a:chOff x="3593436" y="1261242"/>
            <a:chExt cx="3670715" cy="1753908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43ACC98-D166-25AD-B7A8-FE2A026A524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51885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F0C603E-9330-72E2-345C-B040073ADB6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그룹코드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FFF2FC7-5AD7-F4A0-A92F-FEE2E3516C78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9FD05AD-730D-B776-3F65-E65CA0E94DA3}"/>
              </a:ext>
            </a:extLst>
          </p:cNvPr>
          <p:cNvSpPr txBox="1"/>
          <p:nvPr/>
        </p:nvSpPr>
        <p:spPr>
          <a:xfrm>
            <a:off x="3035659" y="1483392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그룹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4251495-32D9-9E91-99BF-7BD062DA2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9798"/>
              </p:ext>
            </p:extLst>
          </p:nvPr>
        </p:nvGraphicFramePr>
        <p:xfrm>
          <a:off x="3108776" y="1793247"/>
          <a:ext cx="4071669" cy="147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F6653A-7B95-B811-2E58-67E6188FA7DB}"/>
              </a:ext>
            </a:extLst>
          </p:cNvPr>
          <p:cNvSpPr/>
          <p:nvPr/>
        </p:nvSpPr>
        <p:spPr>
          <a:xfrm>
            <a:off x="4727848" y="34011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E51C536-5323-1B01-FE03-B84A9AE1FA83}"/>
              </a:ext>
            </a:extLst>
          </p:cNvPr>
          <p:cNvSpPr/>
          <p:nvPr/>
        </p:nvSpPr>
        <p:spPr>
          <a:xfrm>
            <a:off x="5230858" y="34011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72D4C909-2401-361E-ECAC-6F34E6E9DAF7}"/>
              </a:ext>
            </a:extLst>
          </p:cNvPr>
          <p:cNvSpPr>
            <a:spLocks/>
          </p:cNvSpPr>
          <p:nvPr/>
        </p:nvSpPr>
        <p:spPr bwMode="auto">
          <a:xfrm>
            <a:off x="4337507" y="1854549"/>
            <a:ext cx="216850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E999E66-6BB6-0196-56C8-B5A7AB8817D9}"/>
              </a:ext>
            </a:extLst>
          </p:cNvPr>
          <p:cNvSpPr/>
          <p:nvPr/>
        </p:nvSpPr>
        <p:spPr>
          <a:xfrm>
            <a:off x="6561856" y="1851715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6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D0AB404-1F23-A3E3-9588-3849F60A8B6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337507" y="2736547"/>
            <a:ext cx="294043" cy="181588"/>
            <a:chOff x="593892" y="1580313"/>
            <a:chExt cx="359589" cy="222066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386B0C37-A724-FA67-533D-0D419852CB4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ck">
              <a:extLst>
                <a:ext uri="{FF2B5EF4-FFF2-40B4-BE49-F238E27FC236}">
                  <a16:creationId xmlns:a16="http://schemas.microsoft.com/office/drawing/2014/main" id="{3A50A293-9FBC-D056-18C0-D6FFFB1846EA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Label">
              <a:extLst>
                <a:ext uri="{FF2B5EF4-FFF2-40B4-BE49-F238E27FC236}">
                  <a16:creationId xmlns:a16="http://schemas.microsoft.com/office/drawing/2014/main" id="{2F6441FF-406E-AF7F-AA24-ABB18E0A4F33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50E8909-F936-9A0F-71F3-25857421383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638199" y="2736547"/>
            <a:ext cx="314212" cy="181588"/>
            <a:chOff x="593892" y="1580313"/>
            <a:chExt cx="384253" cy="222066"/>
          </a:xfrm>
        </p:grpSpPr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569DE91D-963A-96A7-158A-954CB020340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Check" hidden="1">
              <a:extLst>
                <a:ext uri="{FF2B5EF4-FFF2-40B4-BE49-F238E27FC236}">
                  <a16:creationId xmlns:a16="http://schemas.microsoft.com/office/drawing/2014/main" id="{AC639D38-3460-42B0-8C25-75F22C1FF6E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Label">
              <a:extLst>
                <a:ext uri="{FF2B5EF4-FFF2-40B4-BE49-F238E27FC236}">
                  <a16:creationId xmlns:a16="http://schemas.microsoft.com/office/drawing/2014/main" id="{65964005-9FA4-E158-A6A1-967127B7ADCF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17CBE506-BB59-CC11-CD28-487D346C131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999656" y="3790537"/>
            <a:ext cx="4320480" cy="2662799"/>
            <a:chOff x="3593436" y="1261242"/>
            <a:chExt cx="3670715" cy="1798216"/>
          </a:xfrm>
        </p:grpSpPr>
        <p:sp>
          <p:nvSpPr>
            <p:cNvPr id="1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C4AC69D-4476-D6D6-B47C-4C9ADB5EC00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5631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B67D069-2BC9-B58A-7C86-D625E38F749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그룹코드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26E5A59-316B-62A4-7A5A-825BEAEA45EA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D419EA94-6510-D491-FB81-64A7415B5E27}"/>
              </a:ext>
            </a:extLst>
          </p:cNvPr>
          <p:cNvSpPr txBox="1"/>
          <p:nvPr/>
        </p:nvSpPr>
        <p:spPr>
          <a:xfrm>
            <a:off x="3035659" y="4234069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그룹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930DD042-F353-EA86-1647-6AE5134A39F1}"/>
              </a:ext>
            </a:extLst>
          </p:cNvPr>
          <p:cNvSpPr/>
          <p:nvPr/>
        </p:nvSpPr>
        <p:spPr>
          <a:xfrm>
            <a:off x="4540101" y="617028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73FF90B-095D-823B-CA15-08D04E430480}"/>
              </a:ext>
            </a:extLst>
          </p:cNvPr>
          <p:cNvSpPr/>
          <p:nvPr/>
        </p:nvSpPr>
        <p:spPr>
          <a:xfrm>
            <a:off x="5022306" y="617028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C8B888C-73A8-C349-CC27-91EE28D0DD17}"/>
              </a:ext>
            </a:extLst>
          </p:cNvPr>
          <p:cNvSpPr txBox="1"/>
          <p:nvPr/>
        </p:nvSpPr>
        <p:spPr>
          <a:xfrm>
            <a:off x="4738112" y="1115376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C627E04-6A7B-EDF7-09B3-3DE6F5907D10}"/>
              </a:ext>
            </a:extLst>
          </p:cNvPr>
          <p:cNvSpPr txBox="1"/>
          <p:nvPr/>
        </p:nvSpPr>
        <p:spPr>
          <a:xfrm>
            <a:off x="4622143" y="3866053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A785F93F-04E1-FD1E-B871-0AFD60C37F1E}"/>
              </a:ext>
            </a:extLst>
          </p:cNvPr>
          <p:cNvSpPr/>
          <p:nvPr/>
        </p:nvSpPr>
        <p:spPr>
          <a:xfrm>
            <a:off x="5488838" y="6170285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DC0385EC-2D41-3BA3-4DB4-617AFD2ACC04}"/>
              </a:ext>
            </a:extLst>
          </p:cNvPr>
          <p:cNvSpPr/>
          <p:nvPr/>
        </p:nvSpPr>
        <p:spPr>
          <a:xfrm rot="16200000" flipH="1" flipV="1">
            <a:off x="3215002" y="263700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673A96C7-462B-31CC-A0CE-2DC63AAB6CBA}"/>
              </a:ext>
            </a:extLst>
          </p:cNvPr>
          <p:cNvSpPr/>
          <p:nvPr/>
        </p:nvSpPr>
        <p:spPr>
          <a:xfrm rot="16200000" flipH="1" flipV="1">
            <a:off x="5397905" y="60412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C04620-725C-A981-762F-E996C75544D3}"/>
              </a:ext>
            </a:extLst>
          </p:cNvPr>
          <p:cNvSpPr txBox="1"/>
          <p:nvPr/>
        </p:nvSpPr>
        <p:spPr>
          <a:xfrm>
            <a:off x="5920418" y="148880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396F8D-6165-3446-CB12-686BC6679AE8}"/>
              </a:ext>
            </a:extLst>
          </p:cNvPr>
          <p:cNvSpPr txBox="1"/>
          <p:nvPr/>
        </p:nvSpPr>
        <p:spPr>
          <a:xfrm>
            <a:off x="5990055" y="4239480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3" name="Teardrop 1">
            <a:extLst>
              <a:ext uri="{FF2B5EF4-FFF2-40B4-BE49-F238E27FC236}">
                <a16:creationId xmlns:a16="http://schemas.microsoft.com/office/drawing/2014/main" id="{59B14AC7-C96F-9664-5925-ECE7E4833C1A}"/>
              </a:ext>
            </a:extLst>
          </p:cNvPr>
          <p:cNvSpPr/>
          <p:nvPr/>
        </p:nvSpPr>
        <p:spPr>
          <a:xfrm rot="16200000" flipH="1" flipV="1">
            <a:off x="4225888" y="172325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9" name="Teardrop 1">
            <a:extLst>
              <a:ext uri="{FF2B5EF4-FFF2-40B4-BE49-F238E27FC236}">
                <a16:creationId xmlns:a16="http://schemas.microsoft.com/office/drawing/2014/main" id="{F55D0090-DDA4-3B9A-7D9D-ED6FA9865CAF}"/>
              </a:ext>
            </a:extLst>
          </p:cNvPr>
          <p:cNvSpPr/>
          <p:nvPr/>
        </p:nvSpPr>
        <p:spPr>
          <a:xfrm rot="16200000" flipH="1" flipV="1">
            <a:off x="5126130" y="327706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0" name="Teardrop 1">
            <a:extLst>
              <a:ext uri="{FF2B5EF4-FFF2-40B4-BE49-F238E27FC236}">
                <a16:creationId xmlns:a16="http://schemas.microsoft.com/office/drawing/2014/main" id="{063DA0CE-A690-3043-FEEB-E3DF6B6A189D}"/>
              </a:ext>
            </a:extLst>
          </p:cNvPr>
          <p:cNvSpPr/>
          <p:nvPr/>
        </p:nvSpPr>
        <p:spPr>
          <a:xfrm rot="16200000" flipH="1" flipV="1">
            <a:off x="4916893" y="60412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xt Box">
            <a:extLst>
              <a:ext uri="{FF2B5EF4-FFF2-40B4-BE49-F238E27FC236}">
                <a16:creationId xmlns:a16="http://schemas.microsoft.com/office/drawing/2014/main" id="{50A47DBC-7B51-AFF5-4E78-4612A4095FA5}"/>
              </a:ext>
            </a:extLst>
          </p:cNvPr>
          <p:cNvSpPr>
            <a:spLocks/>
          </p:cNvSpPr>
          <p:nvPr/>
        </p:nvSpPr>
        <p:spPr bwMode="auto">
          <a:xfrm>
            <a:off x="4337506" y="2181799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2BE5D941-B01B-1D7A-3F4C-1EE5AD6214CA}"/>
              </a:ext>
            </a:extLst>
          </p:cNvPr>
          <p:cNvSpPr>
            <a:spLocks/>
          </p:cNvSpPr>
          <p:nvPr/>
        </p:nvSpPr>
        <p:spPr bwMode="auto">
          <a:xfrm>
            <a:off x="4337506" y="2426018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8F126AF-FAC3-EF53-77D8-170CD75EB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966998"/>
              </p:ext>
            </p:extLst>
          </p:nvPr>
        </p:nvGraphicFramePr>
        <p:xfrm>
          <a:off x="3108776" y="4535377"/>
          <a:ext cx="4071669" cy="147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9" name="Text Box">
            <a:extLst>
              <a:ext uri="{FF2B5EF4-FFF2-40B4-BE49-F238E27FC236}">
                <a16:creationId xmlns:a16="http://schemas.microsoft.com/office/drawing/2014/main" id="{74168E65-1163-1EA7-9E30-BF4B76C5890C}"/>
              </a:ext>
            </a:extLst>
          </p:cNvPr>
          <p:cNvSpPr>
            <a:spLocks/>
          </p:cNvSpPr>
          <p:nvPr/>
        </p:nvSpPr>
        <p:spPr bwMode="auto">
          <a:xfrm>
            <a:off x="4287531" y="4900924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온라인 여행사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C74AE709-C55A-F5EE-CA5D-047DA50DD638}"/>
              </a:ext>
            </a:extLst>
          </p:cNvPr>
          <p:cNvSpPr>
            <a:spLocks/>
          </p:cNvSpPr>
          <p:nvPr/>
        </p:nvSpPr>
        <p:spPr bwMode="auto">
          <a:xfrm>
            <a:off x="4287531" y="5145143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Online Travel Agency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A9E4065-6133-53C2-E68A-1DFD4B9A36F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95800" y="5480918"/>
            <a:ext cx="294043" cy="181588"/>
            <a:chOff x="593892" y="1580313"/>
            <a:chExt cx="359589" cy="222066"/>
          </a:xfrm>
        </p:grpSpPr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3D21993A-F875-A2B4-486A-BD773C84D16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Check">
              <a:extLst>
                <a:ext uri="{FF2B5EF4-FFF2-40B4-BE49-F238E27FC236}">
                  <a16:creationId xmlns:a16="http://schemas.microsoft.com/office/drawing/2014/main" id="{0944FD38-2F59-7C4D-F88E-3D0D5CFDE5F3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Label">
              <a:extLst>
                <a:ext uri="{FF2B5EF4-FFF2-40B4-BE49-F238E27FC236}">
                  <a16:creationId xmlns:a16="http://schemas.microsoft.com/office/drawing/2014/main" id="{DD52339F-7587-9F97-6C03-4F49A597271E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F684138-0F10-01FE-9BAB-57FC60F8047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596492" y="5480918"/>
            <a:ext cx="314212" cy="181588"/>
            <a:chOff x="593892" y="1580313"/>
            <a:chExt cx="384253" cy="222066"/>
          </a:xfrm>
        </p:grpSpPr>
        <p:sp>
          <p:nvSpPr>
            <p:cNvPr id="16" name="Circle">
              <a:extLst>
                <a:ext uri="{FF2B5EF4-FFF2-40B4-BE49-F238E27FC236}">
                  <a16:creationId xmlns:a16="http://schemas.microsoft.com/office/drawing/2014/main" id="{35BEA350-6260-27E0-7073-D19DC293B85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Check" hidden="1">
              <a:extLst>
                <a:ext uri="{FF2B5EF4-FFF2-40B4-BE49-F238E27FC236}">
                  <a16:creationId xmlns:a16="http://schemas.microsoft.com/office/drawing/2014/main" id="{9655E9A0-2165-B702-1375-68E76040A09F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Label">
              <a:extLst>
                <a:ext uri="{FF2B5EF4-FFF2-40B4-BE49-F238E27FC236}">
                  <a16:creationId xmlns:a16="http://schemas.microsoft.com/office/drawing/2014/main" id="{5ED40D74-0382-45CC-E221-FA6982E63BE6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B6DB89A-71E6-2EA9-88EB-77D208F46D0A}"/>
              </a:ext>
            </a:extLst>
          </p:cNvPr>
          <p:cNvSpPr/>
          <p:nvPr/>
        </p:nvSpPr>
        <p:spPr bwMode="auto">
          <a:xfrm>
            <a:off x="-106106" y="9197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967317-0388-4BA5-B61C-A989A6085B07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18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0EA2-8DA1-CFA3-B5E0-2FCF19FB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BF3FF23-5E4A-6777-4D18-A76043834F95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공통코드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63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9B83-5C5F-1DED-DF8B-E7A774DB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335F668-5FDF-21AF-562B-B1894FB5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공통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B6C151A-8B78-C7F1-ACB0-10B809789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공통코드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58020AA-839C-97DC-9726-72D210674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1407885-4D35-A3DD-5D08-078BD2670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2C2A56B-3331-722B-E47D-CE20F14ECCA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F7ED6DC-CBF9-91B7-4F4D-AFD058738EF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07DD52E-6312-C3BA-2844-9A8CF7166C5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2467AABB-999D-C8D6-46A5-E424A0F34DE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39F5C48F-3897-64DE-F684-FFC6E2D92B45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7641002-EF68-DE4E-4C6F-4B61D9EDC4F3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D01C8072-4561-0385-3746-7A68FCC39EAC}"/>
              </a:ext>
            </a:extLst>
          </p:cNvPr>
          <p:cNvSpPr/>
          <p:nvPr/>
        </p:nvSpPr>
        <p:spPr>
          <a:xfrm>
            <a:off x="8699193" y="1289515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258C90D6-2146-A79C-368D-EF7CED261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427824"/>
              </p:ext>
            </p:extLst>
          </p:nvPr>
        </p:nvGraphicFramePr>
        <p:xfrm>
          <a:off x="1447441" y="1528518"/>
          <a:ext cx="7816085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34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1168434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099703">
                  <a:extLst>
                    <a:ext uri="{9D8B030D-6E8A-4147-A177-3AD203B41FA5}">
                      <a16:colId xmlns:a16="http://schemas.microsoft.com/office/drawing/2014/main" val="101904382"/>
                    </a:ext>
                  </a:extLst>
                </a:gridCol>
                <a:gridCol w="893509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1729494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공통코드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공통코드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AGODA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아고다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BOOKING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부킹닷컴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HOTELS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호텔스닷컴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0AC114EF-9154-04CE-F8CF-C0F391E688E8}"/>
              </a:ext>
            </a:extLst>
          </p:cNvPr>
          <p:cNvSpPr txBox="1"/>
          <p:nvPr/>
        </p:nvSpPr>
        <p:spPr>
          <a:xfrm>
            <a:off x="4518267" y="251627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CC869E17-D93C-1BD0-43C1-933FC936F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0695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클릭 시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코드 등록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96019C53-7AFE-66BC-F805-E830C9C0982C}"/>
              </a:ext>
            </a:extLst>
          </p:cNvPr>
          <p:cNvGrpSpPr/>
          <p:nvPr/>
        </p:nvGrpSpPr>
        <p:grpSpPr>
          <a:xfrm>
            <a:off x="1444055" y="1262689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5EDCE9-C6C0-6489-7F27-C39FB1627CBD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4083F4F-B792-E35A-B048-914FD2E4AC9E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15676359-7916-8F55-C590-A851578BF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75215461-5228-9444-FF92-72233D9166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5" name="Teardrop 1">
            <a:extLst>
              <a:ext uri="{FF2B5EF4-FFF2-40B4-BE49-F238E27FC236}">
                <a16:creationId xmlns:a16="http://schemas.microsoft.com/office/drawing/2014/main" id="{BBFF760E-FA9B-BB94-AB29-D27FE733F16E}"/>
              </a:ext>
            </a:extLst>
          </p:cNvPr>
          <p:cNvSpPr/>
          <p:nvPr/>
        </p:nvSpPr>
        <p:spPr>
          <a:xfrm rot="16200000" flipH="1" flipV="1">
            <a:off x="4526187" y="169288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F37678D7-86DB-322F-DA2D-52FF3FAA47F7}"/>
              </a:ext>
            </a:extLst>
          </p:cNvPr>
          <p:cNvSpPr/>
          <p:nvPr/>
        </p:nvSpPr>
        <p:spPr>
          <a:xfrm rot="16200000" flipH="1" flipV="1">
            <a:off x="8584803" y="11888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3D42CB-F55A-C204-CFA7-26AAF4555CD2}"/>
              </a:ext>
            </a:extLst>
          </p:cNvPr>
          <p:cNvSpPr/>
          <p:nvPr/>
        </p:nvSpPr>
        <p:spPr bwMode="auto">
          <a:xfrm>
            <a:off x="-106106" y="114657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0815582-2B07-16F0-023E-277FF425A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791565"/>
              </p:ext>
            </p:extLst>
          </p:nvPr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공통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 Box">
            <a:extLst>
              <a:ext uri="{FF2B5EF4-FFF2-40B4-BE49-F238E27FC236}">
                <a16:creationId xmlns:a16="http://schemas.microsoft.com/office/drawing/2014/main" id="{6F66A2D5-6BF8-FC92-1658-EAE8DA560BD5}"/>
              </a:ext>
            </a:extLst>
          </p:cNvPr>
          <p:cNvSpPr>
            <a:spLocks/>
          </p:cNvSpPr>
          <p:nvPr/>
        </p:nvSpPr>
        <p:spPr bwMode="auto">
          <a:xfrm>
            <a:off x="2707452" y="929191"/>
            <a:ext cx="250838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24AD8B9-DC74-D798-9320-6AC483199BA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672064" y="925344"/>
            <a:ext cx="414268" cy="181588"/>
            <a:chOff x="593892" y="1580313"/>
            <a:chExt cx="506614" cy="222066"/>
          </a:xfrm>
        </p:grpSpPr>
        <p:sp>
          <p:nvSpPr>
            <p:cNvPr id="29" name="Circle">
              <a:extLst>
                <a:ext uri="{FF2B5EF4-FFF2-40B4-BE49-F238E27FC236}">
                  <a16:creationId xmlns:a16="http://schemas.microsoft.com/office/drawing/2014/main" id="{3512E3D5-3813-E5E5-70C8-AADA9591C687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Check">
              <a:extLst>
                <a:ext uri="{FF2B5EF4-FFF2-40B4-BE49-F238E27FC236}">
                  <a16:creationId xmlns:a16="http://schemas.microsoft.com/office/drawing/2014/main" id="{C42217D1-8A52-152D-9461-962F1E17F3E3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Label">
              <a:extLst>
                <a:ext uri="{FF2B5EF4-FFF2-40B4-BE49-F238E27FC236}">
                  <a16:creationId xmlns:a16="http://schemas.microsoft.com/office/drawing/2014/main" id="{753A218D-C19F-2DA3-75D2-7AFEF1BDDCA0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EA24228-EF65-5F04-45D3-4242FC29378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063120" y="925344"/>
            <a:ext cx="296579" cy="181588"/>
            <a:chOff x="593892" y="1580313"/>
            <a:chExt cx="362689" cy="222066"/>
          </a:xfrm>
        </p:grpSpPr>
        <p:sp>
          <p:nvSpPr>
            <p:cNvPr id="36" name="Circle">
              <a:extLst>
                <a:ext uri="{FF2B5EF4-FFF2-40B4-BE49-F238E27FC236}">
                  <a16:creationId xmlns:a16="http://schemas.microsoft.com/office/drawing/2014/main" id="{83BB27E4-3C5F-83BC-CAF7-655F5E0B683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Check" hidden="1">
              <a:extLst>
                <a:ext uri="{FF2B5EF4-FFF2-40B4-BE49-F238E27FC236}">
                  <a16:creationId xmlns:a16="http://schemas.microsoft.com/office/drawing/2014/main" id="{18BD97CA-ADE4-D579-6D26-1325C5657DD7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Label">
              <a:extLst>
                <a:ext uri="{FF2B5EF4-FFF2-40B4-BE49-F238E27FC236}">
                  <a16:creationId xmlns:a16="http://schemas.microsoft.com/office/drawing/2014/main" id="{5CDEDDDB-9FF4-769D-DB14-3FE2E79BC9C7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514BE98-5CB5-92F1-D1E0-D1C9CE3C84C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386074" y="925344"/>
            <a:ext cx="338257" cy="181588"/>
            <a:chOff x="593892" y="1580313"/>
            <a:chExt cx="413657" cy="222066"/>
          </a:xfrm>
        </p:grpSpPr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8DB51097-0BCB-BBE3-FA52-0A9BFCB1773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 hidden="1">
              <a:extLst>
                <a:ext uri="{FF2B5EF4-FFF2-40B4-BE49-F238E27FC236}">
                  <a16:creationId xmlns:a16="http://schemas.microsoft.com/office/drawing/2014/main" id="{7AEE1DDC-C72B-E2F3-3681-F9C57CBB01B8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id="{C2B31A6D-7F12-9A26-5BD1-8B17D8D438C9}"/>
                </a:ext>
              </a:extLst>
            </p:cNvPr>
            <p:cNvSpPr txBox="1"/>
            <p:nvPr/>
          </p:nvSpPr>
          <p:spPr>
            <a:xfrm>
              <a:off x="715147" y="1580313"/>
              <a:ext cx="292402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7020D8-D38F-5E03-14E6-E28C51624EC5}"/>
              </a:ext>
            </a:extLst>
          </p:cNvPr>
          <p:cNvSpPr/>
          <p:nvPr/>
        </p:nvSpPr>
        <p:spPr bwMode="auto">
          <a:xfrm>
            <a:off x="-106106" y="114657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826302C-2F55-1A27-D228-894D1812D94A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466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4BABC-9F1A-CBA6-EF38-93A33C17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DAD7411-3BDB-2172-0DED-8A222B0D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공통 코드 관리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팝업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A734BB2-7331-1D5A-5428-93C4E73F4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공통코드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2C61FB6-07BC-3804-7DA8-12406AE70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01C785-E9E2-F306-072C-265CD6FD7F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D893451A-CBAB-48A0-42CE-CFC8CC72441E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8CF7EE8-6E82-B1CC-04BC-1A14C7CE6FD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F46FDAD-3EAA-8658-AD24-2F823FE00412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241FB97-F99F-21D3-0C32-2101F9DA6A6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DACACD55-7DB9-6A84-650F-E8EBA9BBB80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48A6A1D-38CA-F903-5FA3-78A7E16D2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54854"/>
              </p:ext>
            </p:extLst>
          </p:nvPr>
        </p:nvGraphicFramePr>
        <p:xfrm>
          <a:off x="9406740" y="440717"/>
          <a:ext cx="2785260" cy="2865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 등록된 그룹코드 출력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ABC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영문코드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국문설명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sort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 영문 오름차 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공통 코드 중복 확인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길이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 까지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"N"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경우에만 삭제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영문코드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|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국문 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</a:tbl>
          </a:graphicData>
        </a:graphic>
      </p:graphicFrame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C9DA516-0BFF-014D-13AF-431E8D51D25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567608" y="817082"/>
            <a:ext cx="4320480" cy="2877364"/>
            <a:chOff x="3593436" y="1261242"/>
            <a:chExt cx="3670715" cy="1943114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CFC466C-0157-AD9A-3E44-69BB4795E66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7080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ABB4DC1-74FD-AACA-C2D0-711C60BD0EE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공통코드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3107EF1-5CB2-8B0A-D7F0-40E16FC6CD14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BB9D834-D82F-7F03-0A96-6893F206FD3B}"/>
              </a:ext>
            </a:extLst>
          </p:cNvPr>
          <p:cNvSpPr txBox="1"/>
          <p:nvPr/>
        </p:nvSpPr>
        <p:spPr>
          <a:xfrm>
            <a:off x="2603611" y="1260614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공통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1A641DBF-13FF-7799-0F81-AF0A4473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62412"/>
              </p:ext>
            </p:extLst>
          </p:nvPr>
        </p:nvGraphicFramePr>
        <p:xfrm>
          <a:off x="2676728" y="1570469"/>
          <a:ext cx="4071669" cy="177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명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FB60BDD1-9F2E-1BB7-7B39-DD49ABDEB55D}"/>
              </a:ext>
            </a:extLst>
          </p:cNvPr>
          <p:cNvSpPr/>
          <p:nvPr/>
        </p:nvSpPr>
        <p:spPr>
          <a:xfrm>
            <a:off x="4270081" y="345927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DB2D91-65F6-73B0-1142-003F678DC063}"/>
              </a:ext>
            </a:extLst>
          </p:cNvPr>
          <p:cNvSpPr/>
          <p:nvPr/>
        </p:nvSpPr>
        <p:spPr>
          <a:xfrm>
            <a:off x="4773091" y="345927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B4EBB4D-A29E-A731-8042-5907D8294C86}"/>
              </a:ext>
            </a:extLst>
          </p:cNvPr>
          <p:cNvGrpSpPr/>
          <p:nvPr/>
        </p:nvGrpSpPr>
        <p:grpSpPr>
          <a:xfrm>
            <a:off x="3856903" y="1633119"/>
            <a:ext cx="1159326" cy="174800"/>
            <a:chOff x="976235" y="2887118"/>
            <a:chExt cx="1159326" cy="174800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F50B79C3-86C9-9963-2A86-D588DBF02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235" y="2887118"/>
              <a:ext cx="1159326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그룹코드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5CFD0F93-32D2-42E0-85EE-8C570B27D2D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9" name="Text Box">
            <a:extLst>
              <a:ext uri="{FF2B5EF4-FFF2-40B4-BE49-F238E27FC236}">
                <a16:creationId xmlns:a16="http://schemas.microsoft.com/office/drawing/2014/main" id="{8518C2C8-8D47-2D86-87A6-541BFD5999AD}"/>
              </a:ext>
            </a:extLst>
          </p:cNvPr>
          <p:cNvSpPr>
            <a:spLocks/>
          </p:cNvSpPr>
          <p:nvPr/>
        </p:nvSpPr>
        <p:spPr bwMode="auto">
          <a:xfrm>
            <a:off x="3856902" y="1931066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253A015-C23C-7D77-AFD5-A76C6C15738B}"/>
              </a:ext>
            </a:extLst>
          </p:cNvPr>
          <p:cNvSpPr/>
          <p:nvPr/>
        </p:nvSpPr>
        <p:spPr>
          <a:xfrm>
            <a:off x="5814683" y="1928232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6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2A81EC9-1F94-1338-8425-BB6ED7F4AC9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877973" y="2801201"/>
            <a:ext cx="294043" cy="181588"/>
            <a:chOff x="593892" y="1580313"/>
            <a:chExt cx="359589" cy="222066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DAE69829-E23E-2BBA-FA00-1C474A44E8F0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ck">
              <a:extLst>
                <a:ext uri="{FF2B5EF4-FFF2-40B4-BE49-F238E27FC236}">
                  <a16:creationId xmlns:a16="http://schemas.microsoft.com/office/drawing/2014/main" id="{AEBE6355-4D7B-E3D4-4EED-14DB5CE7F7C7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Label">
              <a:extLst>
                <a:ext uri="{FF2B5EF4-FFF2-40B4-BE49-F238E27FC236}">
                  <a16:creationId xmlns:a16="http://schemas.microsoft.com/office/drawing/2014/main" id="{BF71F2E7-442D-1166-4D70-0DD457247FB2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419ECAD-8066-9986-91BB-F5E0D3DF854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184752" y="2801201"/>
            <a:ext cx="314212" cy="181588"/>
            <a:chOff x="593892" y="1580313"/>
            <a:chExt cx="384253" cy="222066"/>
          </a:xfrm>
        </p:grpSpPr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E77BBCBA-D242-2D4E-AB9F-8DE2C971457A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Check" hidden="1">
              <a:extLst>
                <a:ext uri="{FF2B5EF4-FFF2-40B4-BE49-F238E27FC236}">
                  <a16:creationId xmlns:a16="http://schemas.microsoft.com/office/drawing/2014/main" id="{50CFA249-A343-B29D-0C20-695B259F0D22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Label">
              <a:extLst>
                <a:ext uri="{FF2B5EF4-FFF2-40B4-BE49-F238E27FC236}">
                  <a16:creationId xmlns:a16="http://schemas.microsoft.com/office/drawing/2014/main" id="{497D15FB-4CCD-D407-9AC0-C51BC58A2A2F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8F0346FC-15DC-3090-7207-440030B372B3}"/>
              </a:ext>
            </a:extLst>
          </p:cNvPr>
          <p:cNvSpPr txBox="1"/>
          <p:nvPr/>
        </p:nvSpPr>
        <p:spPr>
          <a:xfrm>
            <a:off x="4306064" y="892598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1C061F-C85E-B9D9-9FFB-E4E738499930}"/>
              </a:ext>
            </a:extLst>
          </p:cNvPr>
          <p:cNvSpPr txBox="1"/>
          <p:nvPr/>
        </p:nvSpPr>
        <p:spPr>
          <a:xfrm>
            <a:off x="5488370" y="1266025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grpSp>
        <p:nvGrpSpPr>
          <p:cNvPr id="134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677B6A55-38F0-BBDA-EEDC-280F7340BF0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579214" y="3789040"/>
            <a:ext cx="4320480" cy="2952328"/>
            <a:chOff x="3593436" y="1261242"/>
            <a:chExt cx="3670715" cy="1993738"/>
          </a:xfrm>
        </p:grpSpPr>
        <p:sp>
          <p:nvSpPr>
            <p:cNvPr id="13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01C7130-BAF3-AC80-6F1E-F95A0167413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75868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46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0DBBE90-D4EE-CC0C-3909-AC1131459D1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공통코드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A45C801-2FCA-8040-99D2-106E9E3FD22E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6E204BE0-D96B-3CBE-D008-E64707EF4DA8}"/>
              </a:ext>
            </a:extLst>
          </p:cNvPr>
          <p:cNvSpPr txBox="1"/>
          <p:nvPr/>
        </p:nvSpPr>
        <p:spPr>
          <a:xfrm>
            <a:off x="2615217" y="4232572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공통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C4893855-2532-D254-09C1-072D802DB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82875"/>
              </p:ext>
            </p:extLst>
          </p:nvPr>
        </p:nvGraphicFramePr>
        <p:xfrm>
          <a:off x="2688334" y="4542427"/>
          <a:ext cx="4071669" cy="177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|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온라인여행사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AGODA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grpSp>
        <p:nvGrpSpPr>
          <p:cNvPr id="20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7F9DF01-1F53-BB2C-7EE5-405EA1960596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889579" y="5791511"/>
            <a:ext cx="294043" cy="181588"/>
            <a:chOff x="593892" y="1580313"/>
            <a:chExt cx="359589" cy="222066"/>
          </a:xfrm>
        </p:grpSpPr>
        <p:sp>
          <p:nvSpPr>
            <p:cNvPr id="201" name="Circle">
              <a:extLst>
                <a:ext uri="{FF2B5EF4-FFF2-40B4-BE49-F238E27FC236}">
                  <a16:creationId xmlns:a16="http://schemas.microsoft.com/office/drawing/2014/main" id="{F3A69D35-A52C-AC20-91EF-2CD31F2DBDF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2" name="Check">
              <a:extLst>
                <a:ext uri="{FF2B5EF4-FFF2-40B4-BE49-F238E27FC236}">
                  <a16:creationId xmlns:a16="http://schemas.microsoft.com/office/drawing/2014/main" id="{2C43A5CD-92BB-F018-D8FD-9FC7FD5CB486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3" name="Label">
              <a:extLst>
                <a:ext uri="{FF2B5EF4-FFF2-40B4-BE49-F238E27FC236}">
                  <a16:creationId xmlns:a16="http://schemas.microsoft.com/office/drawing/2014/main" id="{94A21EFE-E1EB-4998-6646-DD12440DE127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2068DDC-FA19-7AB7-ADC5-26115AE40B8B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196358" y="5791511"/>
            <a:ext cx="314212" cy="181588"/>
            <a:chOff x="593892" y="1580313"/>
            <a:chExt cx="384253" cy="222066"/>
          </a:xfrm>
        </p:grpSpPr>
        <p:sp>
          <p:nvSpPr>
            <p:cNvPr id="205" name="Circle">
              <a:extLst>
                <a:ext uri="{FF2B5EF4-FFF2-40B4-BE49-F238E27FC236}">
                  <a16:creationId xmlns:a16="http://schemas.microsoft.com/office/drawing/2014/main" id="{6A1CC3AE-78F9-48C1-3B77-FA736EAF9E3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6" name="Check" hidden="1">
              <a:extLst>
                <a:ext uri="{FF2B5EF4-FFF2-40B4-BE49-F238E27FC236}">
                  <a16:creationId xmlns:a16="http://schemas.microsoft.com/office/drawing/2014/main" id="{7B3C220E-77E4-3204-EE31-17DB913FD858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7" name="Label">
              <a:extLst>
                <a:ext uri="{FF2B5EF4-FFF2-40B4-BE49-F238E27FC236}">
                  <a16:creationId xmlns:a16="http://schemas.microsoft.com/office/drawing/2014/main" id="{D12D0E69-B8FC-BD03-4DCB-B06B2394A936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8" name="TextBox 207">
            <a:extLst>
              <a:ext uri="{FF2B5EF4-FFF2-40B4-BE49-F238E27FC236}">
                <a16:creationId xmlns:a16="http://schemas.microsoft.com/office/drawing/2014/main" id="{DE2C0621-0FFD-FC73-EBEE-C5735AD20525}"/>
              </a:ext>
            </a:extLst>
          </p:cNvPr>
          <p:cNvSpPr txBox="1"/>
          <p:nvPr/>
        </p:nvSpPr>
        <p:spPr>
          <a:xfrm>
            <a:off x="4317670" y="3864556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C503FDD-745F-B7D9-3C6D-15D697659B9F}"/>
              </a:ext>
            </a:extLst>
          </p:cNvPr>
          <p:cNvSpPr txBox="1"/>
          <p:nvPr/>
        </p:nvSpPr>
        <p:spPr>
          <a:xfrm>
            <a:off x="5499976" y="423798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E610FC5-4654-D724-4F0E-307D5C2CDBE6}"/>
              </a:ext>
            </a:extLst>
          </p:cNvPr>
          <p:cNvSpPr/>
          <p:nvPr/>
        </p:nvSpPr>
        <p:spPr>
          <a:xfrm>
            <a:off x="4116306" y="64533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939B4346-7493-E027-3F35-DE4C1DA27C00}"/>
              </a:ext>
            </a:extLst>
          </p:cNvPr>
          <p:cNvSpPr/>
          <p:nvPr/>
        </p:nvSpPr>
        <p:spPr>
          <a:xfrm>
            <a:off x="4598511" y="64533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9D563753-AD6C-72B1-B5FC-9D054FEFEDEA}"/>
              </a:ext>
            </a:extLst>
          </p:cNvPr>
          <p:cNvSpPr/>
          <p:nvPr/>
        </p:nvSpPr>
        <p:spPr>
          <a:xfrm>
            <a:off x="5065043" y="6453352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AE09795A-16D6-FEE8-2286-4105C49FCC56}"/>
              </a:ext>
            </a:extLst>
          </p:cNvPr>
          <p:cNvSpPr/>
          <p:nvPr/>
        </p:nvSpPr>
        <p:spPr>
          <a:xfrm rot="16200000" flipH="1" flipV="1">
            <a:off x="4976580" y="63376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4" name="Teardrop 1">
            <a:extLst>
              <a:ext uri="{FF2B5EF4-FFF2-40B4-BE49-F238E27FC236}">
                <a16:creationId xmlns:a16="http://schemas.microsoft.com/office/drawing/2014/main" id="{3F2CD38F-39AE-543D-484F-4463D1935905}"/>
              </a:ext>
            </a:extLst>
          </p:cNvPr>
          <p:cNvSpPr/>
          <p:nvPr/>
        </p:nvSpPr>
        <p:spPr>
          <a:xfrm rot="16200000" flipH="1" flipV="1">
            <a:off x="3730757" y="15349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1C9E183D-B04D-05ED-1ADB-1DF560688797}"/>
              </a:ext>
            </a:extLst>
          </p:cNvPr>
          <p:cNvGrpSpPr/>
          <p:nvPr/>
        </p:nvGrpSpPr>
        <p:grpSpPr>
          <a:xfrm>
            <a:off x="7120363" y="1492176"/>
            <a:ext cx="1159326" cy="446422"/>
            <a:chOff x="976235" y="2887117"/>
            <a:chExt cx="1159326" cy="446422"/>
          </a:xfrm>
        </p:grpSpPr>
        <p:sp>
          <p:nvSpPr>
            <p:cNvPr id="216" name="Text Box">
              <a:extLst>
                <a:ext uri="{FF2B5EF4-FFF2-40B4-BE49-F238E27FC236}">
                  <a16:creationId xmlns:a16="http://schemas.microsoft.com/office/drawing/2014/main" id="{F3BE304B-6EB1-14A8-7A1D-8B996B2A3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235" y="2887117"/>
              <a:ext cx="1159326" cy="44642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그룹코드 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-------------------------------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OTA/</a:t>
              </a: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온라인여행사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7" name="Chevron Left">
              <a:extLst>
                <a:ext uri="{FF2B5EF4-FFF2-40B4-BE49-F238E27FC236}">
                  <a16:creationId xmlns:a16="http://schemas.microsoft.com/office/drawing/2014/main" id="{79548499-BCCB-79BB-0F70-E0EAD1A03C3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66EFFF6E-C018-8280-35A3-AEA7E549AEFE}"/>
              </a:ext>
            </a:extLst>
          </p:cNvPr>
          <p:cNvSpPr/>
          <p:nvPr/>
        </p:nvSpPr>
        <p:spPr bwMode="auto">
          <a:xfrm>
            <a:off x="-106106" y="114657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4050C542-75F4-B1F5-BD37-7D5DC323868C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6D144A0A-6EAE-CEE1-F5D2-3CD931F7A338}"/>
              </a:ext>
            </a:extLst>
          </p:cNvPr>
          <p:cNvCxnSpPr>
            <a:cxnSpLocks/>
            <a:stCxn id="57" idx="3"/>
            <a:endCxn id="216" idx="1"/>
          </p:cNvCxnSpPr>
          <p:nvPr/>
        </p:nvCxnSpPr>
        <p:spPr>
          <a:xfrm flipV="1">
            <a:off x="5016229" y="1715387"/>
            <a:ext cx="2104134" cy="51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ardrop 1">
            <a:extLst>
              <a:ext uri="{FF2B5EF4-FFF2-40B4-BE49-F238E27FC236}">
                <a16:creationId xmlns:a16="http://schemas.microsoft.com/office/drawing/2014/main" id="{A40BFCD4-E229-1E0D-8C8C-BFD096EA2363}"/>
              </a:ext>
            </a:extLst>
          </p:cNvPr>
          <p:cNvSpPr/>
          <p:nvPr/>
        </p:nvSpPr>
        <p:spPr>
          <a:xfrm rot="16200000" flipH="1" flipV="1">
            <a:off x="5701660" y="182530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44FF24A-FF27-2CA5-8406-C2418C292D4C}"/>
              </a:ext>
            </a:extLst>
          </p:cNvPr>
          <p:cNvSpPr txBox="1"/>
          <p:nvPr/>
        </p:nvSpPr>
        <p:spPr>
          <a:xfrm>
            <a:off x="4455809" y="2785734"/>
            <a:ext cx="7857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"Y"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630D743-F1D3-D390-0875-CE62BC2EE33C}"/>
              </a:ext>
            </a:extLst>
          </p:cNvPr>
          <p:cNvSpPr txBox="1"/>
          <p:nvPr/>
        </p:nvSpPr>
        <p:spPr>
          <a:xfrm>
            <a:off x="4455809" y="30761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등록 이후 생성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29" name="Teardrop 1">
            <a:extLst>
              <a:ext uri="{FF2B5EF4-FFF2-40B4-BE49-F238E27FC236}">
                <a16:creationId xmlns:a16="http://schemas.microsoft.com/office/drawing/2014/main" id="{037EEBBF-EBD7-558B-79AC-D14A2D80D713}"/>
              </a:ext>
            </a:extLst>
          </p:cNvPr>
          <p:cNvSpPr/>
          <p:nvPr/>
        </p:nvSpPr>
        <p:spPr>
          <a:xfrm rot="16200000" flipH="1" flipV="1">
            <a:off x="4513202" y="63376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0" name="Teardrop 1">
            <a:extLst>
              <a:ext uri="{FF2B5EF4-FFF2-40B4-BE49-F238E27FC236}">
                <a16:creationId xmlns:a16="http://schemas.microsoft.com/office/drawing/2014/main" id="{2F201E8C-4A5E-D2F6-A568-C8923AAEF90C}"/>
              </a:ext>
            </a:extLst>
          </p:cNvPr>
          <p:cNvSpPr/>
          <p:nvPr/>
        </p:nvSpPr>
        <p:spPr>
          <a:xfrm rot="16200000" flipH="1" flipV="1">
            <a:off x="4657533" y="33613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1" name="Text Box">
            <a:extLst>
              <a:ext uri="{FF2B5EF4-FFF2-40B4-BE49-F238E27FC236}">
                <a16:creationId xmlns:a16="http://schemas.microsoft.com/office/drawing/2014/main" id="{D6D18227-4B3C-4993-DC40-AB8FE694E512}"/>
              </a:ext>
            </a:extLst>
          </p:cNvPr>
          <p:cNvSpPr>
            <a:spLocks/>
          </p:cNvSpPr>
          <p:nvPr/>
        </p:nvSpPr>
        <p:spPr bwMode="auto">
          <a:xfrm>
            <a:off x="3859392" y="2246417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2" name="Text Box">
            <a:extLst>
              <a:ext uri="{FF2B5EF4-FFF2-40B4-BE49-F238E27FC236}">
                <a16:creationId xmlns:a16="http://schemas.microsoft.com/office/drawing/2014/main" id="{CD974BEB-E706-25E4-3F05-33C7063643CD}"/>
              </a:ext>
            </a:extLst>
          </p:cNvPr>
          <p:cNvSpPr>
            <a:spLocks/>
          </p:cNvSpPr>
          <p:nvPr/>
        </p:nvSpPr>
        <p:spPr bwMode="auto">
          <a:xfrm>
            <a:off x="3859392" y="2490636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3" name="Text Box">
            <a:extLst>
              <a:ext uri="{FF2B5EF4-FFF2-40B4-BE49-F238E27FC236}">
                <a16:creationId xmlns:a16="http://schemas.microsoft.com/office/drawing/2014/main" id="{6616D6FA-6138-59A0-AE44-00F5BED337EF}"/>
              </a:ext>
            </a:extLst>
          </p:cNvPr>
          <p:cNvSpPr>
            <a:spLocks/>
          </p:cNvSpPr>
          <p:nvPr/>
        </p:nvSpPr>
        <p:spPr bwMode="auto">
          <a:xfrm>
            <a:off x="3859392" y="5216499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아고다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4" name="Text Box">
            <a:extLst>
              <a:ext uri="{FF2B5EF4-FFF2-40B4-BE49-F238E27FC236}">
                <a16:creationId xmlns:a16="http://schemas.microsoft.com/office/drawing/2014/main" id="{394652AB-B95B-E818-2A3A-82C7A24EA1E7}"/>
              </a:ext>
            </a:extLst>
          </p:cNvPr>
          <p:cNvSpPr>
            <a:spLocks/>
          </p:cNvSpPr>
          <p:nvPr/>
        </p:nvSpPr>
        <p:spPr bwMode="auto">
          <a:xfrm>
            <a:off x="3859392" y="5460718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AGODA.COM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5" name="Teardrop 1">
            <a:extLst>
              <a:ext uri="{FF2B5EF4-FFF2-40B4-BE49-F238E27FC236}">
                <a16:creationId xmlns:a16="http://schemas.microsoft.com/office/drawing/2014/main" id="{0AF1F7B3-7769-9EBB-5D1E-D4D21A774504}"/>
              </a:ext>
            </a:extLst>
          </p:cNvPr>
          <p:cNvSpPr/>
          <p:nvPr/>
        </p:nvSpPr>
        <p:spPr>
          <a:xfrm rot="16200000" flipH="1" flipV="1">
            <a:off x="3655648" y="449648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3429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79939</TotalTime>
  <Words>785</Words>
  <Application>Microsoft Macintosh PowerPoint</Application>
  <PresentationFormat>와이드스크린</PresentationFormat>
  <Paragraphs>329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굴림</vt:lpstr>
      <vt:lpstr>NanumGothic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그룹 코드 관리 리스트</vt:lpstr>
      <vt:lpstr>그룹 코드 관리 (팝업)</vt:lpstr>
      <vt:lpstr>PowerPoint 프레젠테이션</vt:lpstr>
      <vt:lpstr>공통 코드 관리 리스트</vt:lpstr>
      <vt:lpstr>공통 코드 관리 (팝업)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11777</cp:revision>
  <cp:lastPrinted>2021-10-07T06:19:02Z</cp:lastPrinted>
  <dcterms:created xsi:type="dcterms:W3CDTF">2008-07-01T10:06:20Z</dcterms:created>
  <dcterms:modified xsi:type="dcterms:W3CDTF">2025-02-20T07:42:57Z</dcterms:modified>
</cp:coreProperties>
</file>