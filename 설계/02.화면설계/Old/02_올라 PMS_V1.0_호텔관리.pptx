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0" r:id="rId1"/>
  </p:sldMasterIdLst>
  <p:notesMasterIdLst>
    <p:notesMasterId r:id="rId20"/>
  </p:notesMasterIdLst>
  <p:handoutMasterIdLst>
    <p:handoutMasterId r:id="rId21"/>
  </p:handoutMasterIdLst>
  <p:sldIdLst>
    <p:sldId id="593" r:id="rId2"/>
    <p:sldId id="594" r:id="rId3"/>
    <p:sldId id="1280" r:id="rId4"/>
    <p:sldId id="1243" r:id="rId5"/>
    <p:sldId id="1304" r:id="rId6"/>
    <p:sldId id="1284" r:id="rId7"/>
    <p:sldId id="1295" r:id="rId8"/>
    <p:sldId id="1281" r:id="rId9"/>
    <p:sldId id="1291" r:id="rId10"/>
    <p:sldId id="1283" r:id="rId11"/>
    <p:sldId id="1293" r:id="rId12"/>
    <p:sldId id="1306" r:id="rId13"/>
    <p:sldId id="1294" r:id="rId14"/>
    <p:sldId id="1296" r:id="rId15"/>
    <p:sldId id="1307" r:id="rId16"/>
    <p:sldId id="1298" r:id="rId17"/>
    <p:sldId id="1297" r:id="rId18"/>
    <p:sldId id="1305" r:id="rId19"/>
  </p:sldIdLst>
  <p:sldSz cx="12192000" cy="6858000"/>
  <p:notesSz cx="9928225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C5E51F6-E9D1-434F-8C5A-59C1BF3F625F}">
          <p14:sldIdLst>
            <p14:sldId id="593"/>
            <p14:sldId id="594"/>
          </p14:sldIdLst>
        </p14:section>
        <p14:section name="호텔관리" id="{2BC0C4DD-6B96-4415-9CF6-51025E7F6FE3}">
          <p14:sldIdLst>
            <p14:sldId id="1280"/>
            <p14:sldId id="1243"/>
            <p14:sldId id="1304"/>
            <p14:sldId id="1284"/>
            <p14:sldId id="1295"/>
          </p14:sldIdLst>
        </p14:section>
        <p14:section name="프로퍼티 관리" id="{E598B0B4-80CF-F84E-8405-52FD89B9A604}">
          <p14:sldIdLst>
            <p14:sldId id="1281"/>
            <p14:sldId id="1291"/>
            <p14:sldId id="1283"/>
            <p14:sldId id="1293"/>
            <p14:sldId id="1306"/>
            <p14:sldId id="1294"/>
            <p14:sldId id="1296"/>
            <p14:sldId id="1307"/>
            <p14:sldId id="1298"/>
            <p14:sldId id="1297"/>
            <p14:sldId id="130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VNB10081" initials="M" lastIdx="1" clrIdx="0">
    <p:extLst>
      <p:ext uri="{19B8F6BF-5375-455C-9EA6-DF929625EA0E}">
        <p15:presenceInfo xmlns:p15="http://schemas.microsoft.com/office/powerpoint/2012/main" userId="MVNB10081" providerId="None"/>
      </p:ext>
    </p:extLst>
  </p:cmAuthor>
  <p:cmAuthor id="2" name="MV-NB-10035" initials="M" lastIdx="1" clrIdx="1">
    <p:extLst>
      <p:ext uri="{19B8F6BF-5375-455C-9EA6-DF929625EA0E}">
        <p15:presenceInfo xmlns:p15="http://schemas.microsoft.com/office/powerpoint/2012/main" userId="MV-NB-1003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1588EC"/>
    <a:srgbClr val="E4E4E4"/>
    <a:srgbClr val="0971CE"/>
    <a:srgbClr val="BEDDFA"/>
    <a:srgbClr val="E0E0E0"/>
    <a:srgbClr val="21AB75"/>
    <a:srgbClr val="999999"/>
    <a:srgbClr val="F5F6F6"/>
    <a:srgbClr val="F3E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57" autoAdjust="0"/>
    <p:restoredTop sz="96966" autoAdjust="0"/>
  </p:normalViewPr>
  <p:slideViewPr>
    <p:cSldViewPr>
      <p:cViewPr>
        <p:scale>
          <a:sx n="157" d="100"/>
          <a:sy n="157" d="100"/>
        </p:scale>
        <p:origin x="3136" y="168"/>
      </p:cViewPr>
      <p:guideLst/>
    </p:cSldViewPr>
  </p:slideViewPr>
  <p:outlineViewPr>
    <p:cViewPr>
      <p:scale>
        <a:sx n="33" d="100"/>
        <a:sy n="33" d="100"/>
      </p:scale>
      <p:origin x="0" y="-27832"/>
    </p:cViewPr>
  </p:outlin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2" d="100"/>
          <a:sy n="112" d="100"/>
        </p:scale>
        <p:origin x="4062" y="84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3C4621B-3802-BC5C-C7E4-2E6BB46ADC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894800-2685-6DF9-667F-9C47B9CD44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69EB4-CB51-6C4C-9306-F25758FE889F}" type="datetimeFigureOut">
              <a:rPr kumimoji="1" lang="ko-KR" altLang="en-US" smtClean="0"/>
              <a:t>2025. 2. 17.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0BC5F-69EC-00D0-A672-6847C18774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4EAFA5-28B5-AABF-828A-82F428860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BA4E0-88B1-BD4F-986C-2E10F92CF5B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7959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8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E8AA0AC2-7CD3-45F0-8700-682885C075CF}" type="datetimeFigureOut">
              <a:rPr lang="ko-KR" altLang="en-US" smtClean="0"/>
              <a:pPr>
                <a:defRPr/>
              </a:pPr>
              <a:t>2025. 2. 17.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39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321" tIns="45661" rIns="91321" bIns="45661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8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4077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987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4256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000D1-E4BA-3DCD-98A5-6EE875963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9CA796-6A2B-A4E7-303C-9ED679F2E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2DDBF-23B4-E087-7388-C3C2E3E4F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7B75C1-442D-2B09-2B99-36BF17753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4004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F4828-854B-CF52-BD48-ABE8FB1C8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D9B45A-6A74-6289-0E91-FF9FED5E2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380F9F-22BF-0FEB-8734-F15E2149E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E6F609-C2EB-CD0D-0819-E2AE858967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2122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853B5-334B-96C2-A08D-5BD663659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9BAF6F-1F79-95EB-0E15-731337E7E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3A4443-A4B3-966D-CF7E-09526F862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313375-1340-B58A-BC88-CEB8F2D78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1740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559D9-059F-2690-8EEC-C4F818D8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3A9EA2-C211-B349-6A03-03CF026AF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C25427-1D52-8535-1765-2B77E0D08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57677C-2E2E-77C0-79BE-F384B0D6A3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3813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36CFE-7F1A-6BBA-D397-C6974FA3E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DC1865-AF33-9A04-75A4-40C95CFF0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2A9486-6A16-C9FF-0494-84AE418FE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1ECEF1-AB67-C727-7B2D-5DEF4BE5D2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7393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EC7BC-5559-D4FA-937E-FB9C1EBD6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BACF33-A0AA-AF9C-3D5E-6B9D47FC8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FEFA6B-1785-1CE4-92E9-625773A09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894A4E-0100-835A-A5C3-400933A64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7613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13625-F36D-24F3-D29D-8CBCD3A8F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C8A11F-CB67-F60E-37AD-E88466E12A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4884AA-87B9-876E-36D9-3577AFFC0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7608AF-11CE-0798-4548-45CADF1AA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896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24177-5D6A-E912-5F9F-9C80C09B5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E0B7BA-2091-C22B-E618-CD9AE6351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C57106-9DF3-6A04-6101-2C97633AC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3ED53E-9A22-234A-4871-C9F1DFBFF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8601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C4B28-9189-FD6B-2C9A-4DAC13C90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631BA7-679D-5E70-C7DE-4C607FE0B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ED0A71-629D-A452-8668-5B307A1A1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BA8A13-4CC2-2039-566B-FFF23B7A2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98779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012F7-8570-0C59-2189-20AC04B08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3FF453-16D9-6CC7-38C1-20814655F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569C30-3986-3242-1366-FC7780B34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7DE293-87C6-B166-E6E3-226A5DF1FE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45858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B3E4E-71DC-0A95-6908-B3A61984E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2F461F-D565-2E51-4DA7-1F9F5C083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B395D3-E159-AD2F-3ED7-30567E386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8CC60A-5180-6151-1075-E1BCCC2E8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10132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B938E-E3DF-040F-D028-D60137226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B619C3-2DEB-3ADF-E465-A04B9A1D3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C6F7DE-5B12-998B-E9D0-80E367950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354912-B117-732A-B8CE-2AF661E8C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07378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8B3E-AA55-9B06-84A3-012214AE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9281B0-C4F9-53DA-A885-0807401C6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5A6E86-C7A5-100B-5C76-E8A44DE62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DE26F7-C503-277D-96EE-61C729F05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206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1999" cy="421200"/>
          </a:xfrm>
          <a:prstGeom prst="rect">
            <a:avLst/>
          </a:prstGeom>
          <a:solidFill>
            <a:srgbClr val="0E2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51607" y="6525345"/>
            <a:ext cx="439514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671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20349" y="6525345"/>
            <a:ext cx="502031" cy="24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10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10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1309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2178868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19F228D-6EB5-FA35-7212-5C6A86103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08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2603476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E9E2F35-5318-8685-0C4C-8E540A7EF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415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8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49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2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83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04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92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85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41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3838BF-7557-FEF1-B2AA-498A086256BC}"/>
              </a:ext>
            </a:extLst>
          </p:cNvPr>
          <p:cNvSpPr/>
          <p:nvPr userDrawn="1"/>
        </p:nvSpPr>
        <p:spPr>
          <a:xfrm>
            <a:off x="3274494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7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8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0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93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7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63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2FBCDB-7E6D-2444-82FC-E0DD0008E376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377AE5-DBBE-4F43-B071-F42D175B4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6FC96D-27C7-C448-A94A-B179B78458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324CF-8C6F-AF45-91D4-B94407D4CC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05486" y="495721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08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473825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20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4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3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7231016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69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화면설계_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95772695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39C0C-91F0-4795-9439-C314284C641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165E61F-BA38-49D5-8F96-A71EFAF80B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4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05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72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15" r:id="rId2"/>
    <p:sldLayoutId id="2147483858" r:id="rId3"/>
    <p:sldLayoutId id="2147483859" r:id="rId4"/>
    <p:sldLayoutId id="2147483861" r:id="rId5"/>
    <p:sldLayoutId id="2147483862" r:id="rId6"/>
    <p:sldLayoutId id="2147483863" r:id="rId7"/>
    <p:sldLayoutId id="2147483871" r:id="rId8"/>
    <p:sldLayoutId id="2147483867" r:id="rId9"/>
    <p:sldLayoutId id="2147483870" r:id="rId10"/>
    <p:sldLayoutId id="2147483865" r:id="rId11"/>
    <p:sldLayoutId id="2147483866" r:id="rId12"/>
    <p:sldLayoutId id="2147483864" r:id="rId13"/>
    <p:sldLayoutId id="2147483873" r:id="rId14"/>
    <p:sldLayoutId id="2147483860" r:id="rId15"/>
    <p:sldLayoutId id="2147483868" r:id="rId16"/>
    <p:sldLayoutId id="2147483872" r:id="rId17"/>
    <p:sldLayoutId id="2147483840" r:id="rId18"/>
    <p:sldLayoutId id="2147483846" r:id="rId19"/>
    <p:sldLayoutId id="2147483848" r:id="rId20"/>
    <p:sldLayoutId id="2147483869" r:id="rId21"/>
    <p:sldLayoutId id="2147483847" r:id="rId22"/>
    <p:sldLayoutId id="2147483843" r:id="rId23"/>
    <p:sldLayoutId id="2147483844" r:id="rId24"/>
    <p:sldLayoutId id="2147483825" r:id="rId25"/>
    <p:sldLayoutId id="2147483801" r:id="rId26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24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248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373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497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3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08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2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6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8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3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7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1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5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26" Type="http://schemas.openxmlformats.org/officeDocument/2006/relationships/tags" Target="../tags/tag30.xml"/><Relationship Id="rId3" Type="http://schemas.openxmlformats.org/officeDocument/2006/relationships/tags" Target="../tags/tag7.xml"/><Relationship Id="rId21" Type="http://schemas.openxmlformats.org/officeDocument/2006/relationships/tags" Target="../tags/tag25.xml"/><Relationship Id="rId34" Type="http://schemas.openxmlformats.org/officeDocument/2006/relationships/notesSlide" Target="../notesSlides/notesSlide9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5" Type="http://schemas.openxmlformats.org/officeDocument/2006/relationships/tags" Target="../tags/tag29.xml"/><Relationship Id="rId33" Type="http://schemas.openxmlformats.org/officeDocument/2006/relationships/slideLayout" Target="../slideLayouts/slideLayout25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tags" Target="../tags/tag24.xml"/><Relationship Id="rId29" Type="http://schemas.openxmlformats.org/officeDocument/2006/relationships/tags" Target="../tags/tag33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24" Type="http://schemas.openxmlformats.org/officeDocument/2006/relationships/tags" Target="../tags/tag28.xml"/><Relationship Id="rId32" Type="http://schemas.openxmlformats.org/officeDocument/2006/relationships/tags" Target="../tags/tag36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23" Type="http://schemas.openxmlformats.org/officeDocument/2006/relationships/tags" Target="../tags/tag27.xml"/><Relationship Id="rId28" Type="http://schemas.openxmlformats.org/officeDocument/2006/relationships/tags" Target="../tags/tag32.xml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31" Type="http://schemas.openxmlformats.org/officeDocument/2006/relationships/tags" Target="../tags/tag35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tags" Target="../tags/tag26.xml"/><Relationship Id="rId27" Type="http://schemas.openxmlformats.org/officeDocument/2006/relationships/tags" Target="../tags/tag31.xml"/><Relationship Id="rId30" Type="http://schemas.openxmlformats.org/officeDocument/2006/relationships/tags" Target="../tags/tag34.xml"/><Relationship Id="rId8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26" Type="http://schemas.openxmlformats.org/officeDocument/2006/relationships/tags" Target="../tags/tag62.xml"/><Relationship Id="rId3" Type="http://schemas.openxmlformats.org/officeDocument/2006/relationships/tags" Target="../tags/tag39.xml"/><Relationship Id="rId21" Type="http://schemas.openxmlformats.org/officeDocument/2006/relationships/tags" Target="../tags/tag57.xml"/><Relationship Id="rId34" Type="http://schemas.openxmlformats.org/officeDocument/2006/relationships/tags" Target="../tags/tag70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5" Type="http://schemas.openxmlformats.org/officeDocument/2006/relationships/tags" Target="../tags/tag61.xml"/><Relationship Id="rId33" Type="http://schemas.openxmlformats.org/officeDocument/2006/relationships/tags" Target="../tags/tag69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tags" Target="../tags/tag56.xml"/><Relationship Id="rId29" Type="http://schemas.openxmlformats.org/officeDocument/2006/relationships/tags" Target="../tags/tag65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24" Type="http://schemas.openxmlformats.org/officeDocument/2006/relationships/tags" Target="../tags/tag60.xml"/><Relationship Id="rId32" Type="http://schemas.openxmlformats.org/officeDocument/2006/relationships/tags" Target="../tags/tag68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23" Type="http://schemas.openxmlformats.org/officeDocument/2006/relationships/tags" Target="../tags/tag59.xml"/><Relationship Id="rId28" Type="http://schemas.openxmlformats.org/officeDocument/2006/relationships/tags" Target="../tags/tag64.xml"/><Relationship Id="rId36" Type="http://schemas.openxmlformats.org/officeDocument/2006/relationships/notesSlide" Target="../notesSlides/notesSlide13.xml"/><Relationship Id="rId10" Type="http://schemas.openxmlformats.org/officeDocument/2006/relationships/tags" Target="../tags/tag46.xml"/><Relationship Id="rId19" Type="http://schemas.openxmlformats.org/officeDocument/2006/relationships/tags" Target="../tags/tag55.xml"/><Relationship Id="rId31" Type="http://schemas.openxmlformats.org/officeDocument/2006/relationships/tags" Target="../tags/tag67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Relationship Id="rId22" Type="http://schemas.openxmlformats.org/officeDocument/2006/relationships/tags" Target="../tags/tag58.xml"/><Relationship Id="rId27" Type="http://schemas.openxmlformats.org/officeDocument/2006/relationships/tags" Target="../tags/tag63.xml"/><Relationship Id="rId30" Type="http://schemas.openxmlformats.org/officeDocument/2006/relationships/tags" Target="../tags/tag66.xml"/><Relationship Id="rId35" Type="http://schemas.openxmlformats.org/officeDocument/2006/relationships/slideLayout" Target="../slideLayouts/slideLayout25.xml"/><Relationship Id="rId8" Type="http://schemas.openxmlformats.org/officeDocument/2006/relationships/tags" Target="../tags/tag4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00B8047-21F8-65F7-4511-06941C793E18}"/>
              </a:ext>
            </a:extLst>
          </p:cNvPr>
          <p:cNvSpPr/>
          <p:nvPr/>
        </p:nvSpPr>
        <p:spPr>
          <a:xfrm>
            <a:off x="12899" y="1"/>
            <a:ext cx="9696400" cy="6857999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rgbClr val="0E273B"/>
              </a:solidFill>
              <a:latin typeface="NanumGothic" panose="020D0604000000000000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9376" y="227687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올라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(Hola)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PMS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구축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호텔 관리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3CFB0-434E-9EC3-C647-5D39A79CE9E9}"/>
              </a:ext>
            </a:extLst>
          </p:cNvPr>
          <p:cNvSpPr txBox="1"/>
          <p:nvPr/>
        </p:nvSpPr>
        <p:spPr>
          <a:xfrm>
            <a:off x="703143" y="4869160"/>
            <a:ext cx="6848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2025.01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9B1AC-406F-613B-7B8E-CCA7A79EC1EA}"/>
              </a:ext>
            </a:extLst>
          </p:cNvPr>
          <p:cNvSpPr txBox="1"/>
          <p:nvPr/>
        </p:nvSpPr>
        <p:spPr>
          <a:xfrm>
            <a:off x="703143" y="529874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by</a:t>
            </a:r>
            <a:r>
              <a:rPr lang="ko-KR" altLang="en-US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Bluewave</a:t>
            </a:r>
            <a:endParaRPr lang="ko-KR" altLang="en-US" sz="14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10" name="직선 연결선 26">
            <a:extLst>
              <a:ext uri="{FF2B5EF4-FFF2-40B4-BE49-F238E27FC236}">
                <a16:creationId xmlns:a16="http://schemas.microsoft.com/office/drawing/2014/main" id="{C097CB60-C949-A811-C665-4F285C858A3D}"/>
              </a:ext>
            </a:extLst>
          </p:cNvPr>
          <p:cNvCxnSpPr>
            <a:cxnSpLocks/>
          </p:cNvCxnSpPr>
          <p:nvPr/>
        </p:nvCxnSpPr>
        <p:spPr>
          <a:xfrm>
            <a:off x="794357" y="5200948"/>
            <a:ext cx="26664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94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7A7AD3A-9DD8-E707-5CC7-4618915AE368}"/>
              </a:ext>
            </a:extLst>
          </p:cNvPr>
          <p:cNvSpPr txBox="1">
            <a:spLocks/>
          </p:cNvSpPr>
          <p:nvPr/>
        </p:nvSpPr>
        <p:spPr>
          <a:xfrm>
            <a:off x="407368" y="260648"/>
            <a:ext cx="1266825" cy="29102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개정 이력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133C224-A8E8-2BEB-7265-0D74AD2D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565538"/>
              </p:ext>
            </p:extLst>
          </p:nvPr>
        </p:nvGraphicFramePr>
        <p:xfrm>
          <a:off x="320130" y="764704"/>
          <a:ext cx="11320486" cy="2741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8">
                  <a:extLst>
                    <a:ext uri="{9D8B030D-6E8A-4147-A177-3AD203B41FA5}">
                      <a16:colId xmlns:a16="http://schemas.microsoft.com/office/drawing/2014/main" val="3393011105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661492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509239257"/>
                    </a:ext>
                  </a:extLst>
                </a:gridCol>
                <a:gridCol w="1354731">
                  <a:extLst>
                    <a:ext uri="{9D8B030D-6E8A-4147-A177-3AD203B41FA5}">
                      <a16:colId xmlns:a16="http://schemas.microsoft.com/office/drawing/2014/main" val="557358696"/>
                    </a:ext>
                  </a:extLst>
                </a:gridCol>
                <a:gridCol w="1741613">
                  <a:extLst>
                    <a:ext uri="{9D8B030D-6E8A-4147-A177-3AD203B41FA5}">
                      <a16:colId xmlns:a16="http://schemas.microsoft.com/office/drawing/2014/main" val="3141705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버전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개정내용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개정일자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작성자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300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V0.1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최초 작성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2025-01-14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7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V1.0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리뷰 수정 반영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2025-01-17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2996"/>
                  </a:ext>
                </a:extLst>
              </a:tr>
              <a:tr h="2882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19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48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271077"/>
                  </a:ext>
                </a:extLst>
              </a:tr>
              <a:tr h="15722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46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4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0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273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305127"/>
                  </a:ext>
                </a:extLst>
              </a:tr>
            </a:tbl>
          </a:graphicData>
        </a:graphic>
      </p:graphicFrame>
      <p:cxnSp>
        <p:nvCxnSpPr>
          <p:cNvPr id="9" name="직선 연결선 3">
            <a:extLst>
              <a:ext uri="{FF2B5EF4-FFF2-40B4-BE49-F238E27FC236}">
                <a16:creationId xmlns:a16="http://schemas.microsoft.com/office/drawing/2014/main" id="{B5B5739F-6413-69C2-5017-304829A0DB7D}"/>
              </a:ext>
            </a:extLst>
          </p:cNvPr>
          <p:cNvCxnSpPr/>
          <p:nvPr/>
        </p:nvCxnSpPr>
        <p:spPr>
          <a:xfrm>
            <a:off x="321643" y="263189"/>
            <a:ext cx="0" cy="273240"/>
          </a:xfrm>
          <a:prstGeom prst="line">
            <a:avLst/>
          </a:prstGeom>
          <a:ln w="57150">
            <a:solidFill>
              <a:srgbClr val="0E2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02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FA7E8-C590-2559-7738-EEDBFED21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89C679C-C0DA-E1B4-69DE-913CDBDB9450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호텔관리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3610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BE83-A4D3-D186-FDE4-52988530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36CCCFC-3E74-78C0-C672-64A03AB8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호텔관리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AF9C8F3-728F-02DB-C519-A8B6EF71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호텔관리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DED0A28-7479-8121-0B97-3B92C96BDD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A58F21D-776D-101F-5CE0-B365DBF4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468876-2C66-9DAD-11AF-5E288B1D5FCA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F470E4-E8B9-2714-DF82-2575CA7890DF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6C2F0B-DA6B-42F2-D338-A86D6CC7C957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561845FB-BB5F-7D7B-F0B6-5C47A530C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826460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F43AAFB-AA94-E297-AA64-689BF17A18DD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4F67CF1-36F1-1232-6FA7-CCC356E860F9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24F90CBA-F4F5-AFC7-2BFE-87492C449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563226"/>
              </p:ext>
            </p:extLst>
          </p:nvPr>
        </p:nvGraphicFramePr>
        <p:xfrm>
          <a:off x="1448266" y="908719"/>
          <a:ext cx="7816085" cy="250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701AC1F4-0EDF-2017-5106-11B025B1D985}"/>
              </a:ext>
            </a:extLst>
          </p:cNvPr>
          <p:cNvSpPr>
            <a:spLocks/>
          </p:cNvSpPr>
          <p:nvPr/>
        </p:nvSpPr>
        <p:spPr bwMode="auto">
          <a:xfrm>
            <a:off x="2721031" y="94286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4961B274-DC9A-D03E-98EA-F6A74CDED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035591"/>
              </p:ext>
            </p:extLst>
          </p:nvPr>
        </p:nvGraphicFramePr>
        <p:xfrm>
          <a:off x="1447441" y="1498973"/>
          <a:ext cx="7814439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011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2287214">
                  <a:extLst>
                    <a:ext uri="{9D8B030D-6E8A-4147-A177-3AD203B41FA5}">
                      <a16:colId xmlns:a16="http://schemas.microsoft.com/office/drawing/2014/main" val="3288341262"/>
                    </a:ext>
                  </a:extLst>
                </a:gridCol>
                <a:gridCol w="1194832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2348130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호텔명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3477AAAB-D465-4506-EFC2-A9B2C1A4BA0E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76EC6D0-7C72-4E9D-F6E0-05532E716F5B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BE6499A-F5B4-EB3E-4210-0766039B0186}"/>
              </a:ext>
            </a:extLst>
          </p:cNvPr>
          <p:cNvSpPr/>
          <p:nvPr/>
        </p:nvSpPr>
        <p:spPr>
          <a:xfrm>
            <a:off x="8688287" y="1277654"/>
            <a:ext cx="573593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 등록</a:t>
            </a:r>
          </a:p>
        </p:txBody>
      </p:sp>
      <p:sp>
        <p:nvSpPr>
          <p:cNvPr id="65" name="Teardrop 1">
            <a:extLst>
              <a:ext uri="{FF2B5EF4-FFF2-40B4-BE49-F238E27FC236}">
                <a16:creationId xmlns:a16="http://schemas.microsoft.com/office/drawing/2014/main" id="{3CBE0AB3-1461-F8A4-BBB3-A0B8E163039F}"/>
              </a:ext>
            </a:extLst>
          </p:cNvPr>
          <p:cNvSpPr/>
          <p:nvPr/>
        </p:nvSpPr>
        <p:spPr>
          <a:xfrm rot="16200000" flipH="1" flipV="1">
            <a:off x="3897267" y="162147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1AEB34CC-F043-9F4A-8B69-819F9D8374DD}"/>
              </a:ext>
            </a:extLst>
          </p:cNvPr>
          <p:cNvGrpSpPr>
            <a:grpSpLocks noChangeAspect="1"/>
          </p:cNvGrpSpPr>
          <p:nvPr/>
        </p:nvGrpSpPr>
        <p:grpSpPr>
          <a:xfrm>
            <a:off x="4798978" y="1758995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96E4B97B-2061-10BF-709C-D8015338732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0A855424-1A2D-B2C5-A03C-6E2A313693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08" name="Pagination">
            <a:extLst>
              <a:ext uri="{FF2B5EF4-FFF2-40B4-BE49-F238E27FC236}">
                <a16:creationId xmlns:a16="http://schemas.microsoft.com/office/drawing/2014/main" id="{797BE9C9-F2F5-932C-33E8-B21ED4D810FC}"/>
              </a:ext>
            </a:extLst>
          </p:cNvPr>
          <p:cNvSpPr txBox="1"/>
          <p:nvPr/>
        </p:nvSpPr>
        <p:spPr>
          <a:xfrm>
            <a:off x="4702956" y="4412928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8" name="Teardrop 1">
            <a:extLst>
              <a:ext uri="{FF2B5EF4-FFF2-40B4-BE49-F238E27FC236}">
                <a16:creationId xmlns:a16="http://schemas.microsoft.com/office/drawing/2014/main" id="{A237D575-0025-4CF8-1BE6-C78DFA023C33}"/>
              </a:ext>
            </a:extLst>
          </p:cNvPr>
          <p:cNvSpPr/>
          <p:nvPr/>
        </p:nvSpPr>
        <p:spPr>
          <a:xfrm rot="16200000" flipH="1" flipV="1">
            <a:off x="8579738" y="118883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5CFB986-7277-1D80-4402-F217EF1E787F}"/>
              </a:ext>
            </a:extLst>
          </p:cNvPr>
          <p:cNvGrpSpPr/>
          <p:nvPr/>
        </p:nvGrpSpPr>
        <p:grpSpPr>
          <a:xfrm>
            <a:off x="1446413" y="1253659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DB5A897-94D6-4008-E0A5-D698E1EC1BBF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BACF5DC-0E57-D205-6063-C51F79E59632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0C5815D3-DF52-EDF6-BEAA-E9758106B3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D101DC8A-8460-454B-AC0D-5B14B67874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DE74313-DF0F-7F57-C4E2-3D153CD60A04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B0AA086-EDE5-A428-CD62-1687E3551085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398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F37DA-EFFA-F04C-A3B1-939D21ACF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DE7D4D7C-3A79-4E9C-0285-1AEA9A145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호텔관리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3B0BE5E-5E24-1B4F-C556-836A1A7F8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 </a:t>
            </a:r>
            <a:r>
              <a:rPr lang="ko-KR" altLang="en-US" dirty="0"/>
              <a:t>호텔관리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E1B86447-7181-7101-4F1A-C9F1F9D7B0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BC1CB2FE-5202-2F59-023B-2D7C8DC8A0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5CFA4A3-8550-BA57-8183-4F85390027CA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393C0F2-F9C5-472D-CACE-B1E4555CD861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E5E8E75-12FA-19F4-99AE-F4B9C034646A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3E729444-F358-C7EC-5203-E8BBC91E8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790706"/>
              </p:ext>
            </p:extLst>
          </p:nvPr>
        </p:nvGraphicFramePr>
        <p:xfrm>
          <a:off x="9406740" y="440717"/>
          <a:ext cx="2785260" cy="5178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 확인 필수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영문 동일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국가번호 선택 </a:t>
                      </a:r>
                      <a:r>
                        <a:rPr lang="ko-KR" altLang="en-US" sz="800" b="1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셀렉트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박스</a:t>
                      </a: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국가번호 선택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디폴트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+ 82(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대한민국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+ 1(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미국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66(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태국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81(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86(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중국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다음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API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호출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insert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입력 길이 제한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자리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숫자만 허용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등록 시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alert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출력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후 정상 등록 완료 되면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리스트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66763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44057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3997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63439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70892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0B4A5D49-6C31-89EE-574E-B8547B5B6703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E6EC9B2C-2DC0-2E15-FCEB-0C348FD82508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EF582B8-A206-6D5F-B1C5-90CCB6F27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344933"/>
              </p:ext>
            </p:extLst>
          </p:nvPr>
        </p:nvGraphicFramePr>
        <p:xfrm>
          <a:off x="1513108" y="1066552"/>
          <a:ext cx="7746199" cy="4572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호텔코드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자동으로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호텔명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대표자명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본사 대표 전화번호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17242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호텔 본사 주소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651681"/>
                  </a:ext>
                </a:extLst>
              </a:tr>
              <a:tr h="1386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호텔 본사 소개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025849"/>
                  </a:ext>
                </a:extLst>
              </a:tr>
              <a:tr h="2603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사용여부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99779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0476D05-F890-90EC-3172-C9AF60B2D0DE}"/>
              </a:ext>
            </a:extLst>
          </p:cNvPr>
          <p:cNvSpPr txBox="1"/>
          <p:nvPr/>
        </p:nvSpPr>
        <p:spPr>
          <a:xfrm>
            <a:off x="1427884" y="819695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2D39B9-ACB6-1D9A-E56A-89F38F75C361}"/>
              </a:ext>
            </a:extLst>
          </p:cNvPr>
          <p:cNvSpPr txBox="1"/>
          <p:nvPr/>
        </p:nvSpPr>
        <p:spPr>
          <a:xfrm>
            <a:off x="7801966" y="808615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F6A0CC-708C-123A-9559-6412E54F6190}"/>
              </a:ext>
            </a:extLst>
          </p:cNvPr>
          <p:cNvSpPr/>
          <p:nvPr/>
        </p:nvSpPr>
        <p:spPr>
          <a:xfrm>
            <a:off x="2634572" y="1705111"/>
            <a:ext cx="186824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대표자명 입력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88DFE19-3B20-E2D3-0159-75AE17D70AB9}"/>
              </a:ext>
            </a:extLst>
          </p:cNvPr>
          <p:cNvSpPr/>
          <p:nvPr/>
        </p:nvSpPr>
        <p:spPr>
          <a:xfrm>
            <a:off x="2634571" y="2482200"/>
            <a:ext cx="65311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826819B-407C-79AE-8BAD-616D158FE904}"/>
              </a:ext>
            </a:extLst>
          </p:cNvPr>
          <p:cNvSpPr/>
          <p:nvPr/>
        </p:nvSpPr>
        <p:spPr>
          <a:xfrm>
            <a:off x="3324147" y="2492316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A8AFFC0-FE0D-9958-E94C-AB9344967B5B}"/>
              </a:ext>
            </a:extLst>
          </p:cNvPr>
          <p:cNvSpPr/>
          <p:nvPr/>
        </p:nvSpPr>
        <p:spPr>
          <a:xfrm>
            <a:off x="2634571" y="2723120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주소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10394D2-CA75-64A5-8929-2C4B76BD1DBE}"/>
              </a:ext>
            </a:extLst>
          </p:cNvPr>
          <p:cNvSpPr/>
          <p:nvPr/>
        </p:nvSpPr>
        <p:spPr>
          <a:xfrm>
            <a:off x="2634571" y="2964039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상세주소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8F9E3D4-060B-76E7-44D9-3062617E5069}"/>
              </a:ext>
            </a:extLst>
          </p:cNvPr>
          <p:cNvSpPr/>
          <p:nvPr/>
        </p:nvSpPr>
        <p:spPr>
          <a:xfrm>
            <a:off x="2634571" y="4199087"/>
            <a:ext cx="6557773" cy="45537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본사 소개 문구를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1DC1A605-6261-9C5C-7513-B71FA9E32417}"/>
              </a:ext>
            </a:extLst>
          </p:cNvPr>
          <p:cNvSpPr/>
          <p:nvPr/>
        </p:nvSpPr>
        <p:spPr>
          <a:xfrm>
            <a:off x="9075427" y="4225213"/>
            <a:ext cx="63906" cy="302859"/>
          </a:xfrm>
          <a:prstGeom prst="roundRect">
            <a:avLst>
              <a:gd name="adj" fmla="val 4601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357484-0001-7513-D038-E7A52ED84F3D}"/>
              </a:ext>
            </a:extLst>
          </p:cNvPr>
          <p:cNvSpPr txBox="1"/>
          <p:nvPr/>
        </p:nvSpPr>
        <p:spPr>
          <a:xfrm>
            <a:off x="3842971" y="2483925"/>
            <a:ext cx="63030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다음 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API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626BCE8-B73F-E76B-47AC-6E024529EB69}"/>
              </a:ext>
            </a:extLst>
          </p:cNvPr>
          <p:cNvSpPr/>
          <p:nvPr/>
        </p:nvSpPr>
        <p:spPr>
          <a:xfrm>
            <a:off x="4571437" y="1705111"/>
            <a:ext cx="186824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대표자명 입력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31D86523-69AE-78DB-8434-975EF818DE13}"/>
              </a:ext>
            </a:extLst>
          </p:cNvPr>
          <p:cNvGrpSpPr/>
          <p:nvPr/>
        </p:nvGrpSpPr>
        <p:grpSpPr>
          <a:xfrm>
            <a:off x="2634570" y="2005049"/>
            <a:ext cx="2923666" cy="217550"/>
            <a:chOff x="2634570" y="2005049"/>
            <a:chExt cx="2923666" cy="21755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880FA26-1AD3-CDB6-A337-B3A1EA05C729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83C046B-08DD-EFCE-3CCF-8A06537FE727}"/>
                </a:ext>
              </a:extLst>
            </p:cNvPr>
            <p:cNvSpPr/>
            <p:nvPr/>
          </p:nvSpPr>
          <p:spPr>
            <a:xfrm>
              <a:off x="3563880" y="2005049"/>
              <a:ext cx="1994356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1" name="Chevron Left">
              <a:extLst>
                <a:ext uri="{FF2B5EF4-FFF2-40B4-BE49-F238E27FC236}">
                  <a16:creationId xmlns:a16="http://schemas.microsoft.com/office/drawing/2014/main" id="{0FD8DF7F-7C76-2F2D-FAA6-EBB18DAA299C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0CFEB28-D75C-919A-9D65-929D76E71A74}"/>
              </a:ext>
            </a:extLst>
          </p:cNvPr>
          <p:cNvSpPr txBox="1"/>
          <p:nvPr/>
        </p:nvSpPr>
        <p:spPr>
          <a:xfrm>
            <a:off x="2556867" y="2276872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국문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607CE09-C79B-29C5-A624-31F057DD2965}"/>
              </a:ext>
            </a:extLst>
          </p:cNvPr>
          <p:cNvSpPr txBox="1"/>
          <p:nvPr/>
        </p:nvSpPr>
        <p:spPr>
          <a:xfrm>
            <a:off x="2556867" y="3201582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영문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2FA5518-8842-6FE3-6621-FCC5B1630D0F}"/>
              </a:ext>
            </a:extLst>
          </p:cNvPr>
          <p:cNvSpPr/>
          <p:nvPr/>
        </p:nvSpPr>
        <p:spPr>
          <a:xfrm>
            <a:off x="2634572" y="3444689"/>
            <a:ext cx="831680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POST CODE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3AD39FE-1E04-F4D3-7DEE-5FFFDADADD20}"/>
              </a:ext>
            </a:extLst>
          </p:cNvPr>
          <p:cNvSpPr/>
          <p:nvPr/>
        </p:nvSpPr>
        <p:spPr>
          <a:xfrm>
            <a:off x="2634571" y="3695407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주소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478A4BC-EAA3-255B-9334-CFC31675B813}"/>
              </a:ext>
            </a:extLst>
          </p:cNvPr>
          <p:cNvSpPr txBox="1"/>
          <p:nvPr/>
        </p:nvSpPr>
        <p:spPr>
          <a:xfrm>
            <a:off x="2556867" y="3990050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국문 소개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6A0ED69-D0CC-8533-3A7A-55B462D35680}"/>
              </a:ext>
            </a:extLst>
          </p:cNvPr>
          <p:cNvSpPr/>
          <p:nvPr/>
        </p:nvSpPr>
        <p:spPr>
          <a:xfrm>
            <a:off x="2634571" y="4872638"/>
            <a:ext cx="6557773" cy="45537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ea"/>
              </a:rPr>
              <a:t>영문 본사 소개 문구를 입력하세요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ea"/>
              </a:rPr>
              <a:t>.</a:t>
            </a: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D434751F-BAA8-A5DD-1606-2E6CA0C5A893}"/>
              </a:ext>
            </a:extLst>
          </p:cNvPr>
          <p:cNvSpPr/>
          <p:nvPr/>
        </p:nvSpPr>
        <p:spPr>
          <a:xfrm>
            <a:off x="9075427" y="4898764"/>
            <a:ext cx="63906" cy="302859"/>
          </a:xfrm>
          <a:prstGeom prst="roundRect">
            <a:avLst>
              <a:gd name="adj" fmla="val 4601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F0A718F-A293-E82B-4244-B27B6F9667AE}"/>
              </a:ext>
            </a:extLst>
          </p:cNvPr>
          <p:cNvSpPr txBox="1"/>
          <p:nvPr/>
        </p:nvSpPr>
        <p:spPr>
          <a:xfrm>
            <a:off x="2556867" y="4663601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영문 소개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72115C3C-9F90-F529-5220-5C0445C407A7}"/>
              </a:ext>
            </a:extLst>
          </p:cNvPr>
          <p:cNvSpPr/>
          <p:nvPr/>
        </p:nvSpPr>
        <p:spPr>
          <a:xfrm>
            <a:off x="4887780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DD9B230-D9FF-47A9-1EA2-86F2DD0D106C}"/>
              </a:ext>
            </a:extLst>
          </p:cNvPr>
          <p:cNvSpPr/>
          <p:nvPr/>
        </p:nvSpPr>
        <p:spPr>
          <a:xfrm>
            <a:off x="5558918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98AF57-22D8-DD2B-425E-14D705063D59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C220DA0-FDAE-B72A-8CCD-1F4551F703E5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5C7C06-F6E5-6BE6-99D8-AFC9D113019B}"/>
              </a:ext>
            </a:extLst>
          </p:cNvPr>
          <p:cNvSpPr/>
          <p:nvPr/>
        </p:nvSpPr>
        <p:spPr>
          <a:xfrm>
            <a:off x="2634572" y="1410972"/>
            <a:ext cx="159657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호텔명을 입력하세요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D28EE22-2534-5738-6581-5BA19FA2FFAB}"/>
              </a:ext>
            </a:extLst>
          </p:cNvPr>
          <p:cNvSpPr/>
          <p:nvPr/>
        </p:nvSpPr>
        <p:spPr>
          <a:xfrm>
            <a:off x="4873016" y="1410972"/>
            <a:ext cx="159657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호텔명을 입력하세요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E404CF0-E98A-F9C1-EF16-068F34DC0071}"/>
              </a:ext>
            </a:extLst>
          </p:cNvPr>
          <p:cNvSpPr/>
          <p:nvPr/>
        </p:nvSpPr>
        <p:spPr>
          <a:xfrm>
            <a:off x="4284002" y="1416456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EBA0387-769C-DBBE-91C4-1605827D954B}"/>
              </a:ext>
            </a:extLst>
          </p:cNvPr>
          <p:cNvSpPr/>
          <p:nvPr/>
        </p:nvSpPr>
        <p:spPr>
          <a:xfrm>
            <a:off x="6525545" y="1416456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16" name="Teardrop 1">
            <a:extLst>
              <a:ext uri="{FF2B5EF4-FFF2-40B4-BE49-F238E27FC236}">
                <a16:creationId xmlns:a16="http://schemas.microsoft.com/office/drawing/2014/main" id="{A7A1DDEC-3588-25A3-4DAF-30ED7BB3FFBF}"/>
              </a:ext>
            </a:extLst>
          </p:cNvPr>
          <p:cNvSpPr/>
          <p:nvPr/>
        </p:nvSpPr>
        <p:spPr>
          <a:xfrm rot="16200000" flipH="1" flipV="1">
            <a:off x="4176823" y="129895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ardrop 1">
            <a:extLst>
              <a:ext uri="{FF2B5EF4-FFF2-40B4-BE49-F238E27FC236}">
                <a16:creationId xmlns:a16="http://schemas.microsoft.com/office/drawing/2014/main" id="{A3E6544F-8866-4584-3F43-986DAD2DE82F}"/>
              </a:ext>
            </a:extLst>
          </p:cNvPr>
          <p:cNvSpPr/>
          <p:nvPr/>
        </p:nvSpPr>
        <p:spPr>
          <a:xfrm rot="16200000" flipH="1" flipV="1">
            <a:off x="6432678" y="129895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Teardrop 1">
            <a:extLst>
              <a:ext uri="{FF2B5EF4-FFF2-40B4-BE49-F238E27FC236}">
                <a16:creationId xmlns:a16="http://schemas.microsoft.com/office/drawing/2014/main" id="{466B2EEF-02CD-E60D-8302-7BB8364D6959}"/>
              </a:ext>
            </a:extLst>
          </p:cNvPr>
          <p:cNvSpPr/>
          <p:nvPr/>
        </p:nvSpPr>
        <p:spPr>
          <a:xfrm rot="16200000" flipH="1" flipV="1">
            <a:off x="2538942" y="191190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Teardrop 1">
            <a:extLst>
              <a:ext uri="{FF2B5EF4-FFF2-40B4-BE49-F238E27FC236}">
                <a16:creationId xmlns:a16="http://schemas.microsoft.com/office/drawing/2014/main" id="{15EE5D10-04C8-BE05-F49D-932327D581B8}"/>
              </a:ext>
            </a:extLst>
          </p:cNvPr>
          <p:cNvSpPr/>
          <p:nvPr/>
        </p:nvSpPr>
        <p:spPr>
          <a:xfrm rot="16200000" flipH="1" flipV="1">
            <a:off x="3244947" y="239952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ardrop 1">
            <a:extLst>
              <a:ext uri="{FF2B5EF4-FFF2-40B4-BE49-F238E27FC236}">
                <a16:creationId xmlns:a16="http://schemas.microsoft.com/office/drawing/2014/main" id="{C9AA8DBD-B5AA-A582-B474-5786D427646B}"/>
              </a:ext>
            </a:extLst>
          </p:cNvPr>
          <p:cNvSpPr/>
          <p:nvPr/>
        </p:nvSpPr>
        <p:spPr>
          <a:xfrm rot="16200000" flipH="1" flipV="1">
            <a:off x="2511417" y="336918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335403-2C1E-72BD-8BDB-BB34A1DF1A54}"/>
              </a:ext>
            </a:extLst>
          </p:cNvPr>
          <p:cNvSpPr txBox="1"/>
          <p:nvPr/>
        </p:nvSpPr>
        <p:spPr>
          <a:xfrm>
            <a:off x="4511888" y="4326746"/>
            <a:ext cx="96212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텍스트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에어리어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FF6BA7-132F-4C2B-4730-890E3AAA7A0B}"/>
              </a:ext>
            </a:extLst>
          </p:cNvPr>
          <p:cNvSpPr txBox="1"/>
          <p:nvPr/>
        </p:nvSpPr>
        <p:spPr>
          <a:xfrm>
            <a:off x="4511888" y="4989937"/>
            <a:ext cx="96212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텍스트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에어리어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5DBE52-ECED-C15A-C05B-A1CE5164E1E9}"/>
              </a:ext>
            </a:extLst>
          </p:cNvPr>
          <p:cNvSpPr txBox="1"/>
          <p:nvPr/>
        </p:nvSpPr>
        <p:spPr>
          <a:xfrm>
            <a:off x="3220675" y="5416992"/>
            <a:ext cx="7120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디폴트 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"Y"</a:t>
            </a:r>
          </a:p>
        </p:txBody>
      </p:sp>
      <p:sp>
        <p:nvSpPr>
          <p:cNvPr id="44" name="Teardrop 1">
            <a:extLst>
              <a:ext uri="{FF2B5EF4-FFF2-40B4-BE49-F238E27FC236}">
                <a16:creationId xmlns:a16="http://schemas.microsoft.com/office/drawing/2014/main" id="{A744BCDF-8D93-E028-6352-839B7D3FA566}"/>
              </a:ext>
            </a:extLst>
          </p:cNvPr>
          <p:cNvSpPr/>
          <p:nvPr/>
        </p:nvSpPr>
        <p:spPr>
          <a:xfrm rot="16200000" flipH="1" flipV="1">
            <a:off x="5503270" y="632093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5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85262F17-0F0F-AD83-0A7E-5393585E360B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537598" y="5761579"/>
            <a:ext cx="2200838" cy="954169"/>
            <a:chOff x="595686" y="1261242"/>
            <a:chExt cx="3222246" cy="1507358"/>
          </a:xfrm>
        </p:grpSpPr>
        <p:sp>
          <p:nvSpPr>
            <p:cNvPr id="47" name="Window Body">
              <a:extLst>
                <a:ext uri="{FF2B5EF4-FFF2-40B4-BE49-F238E27FC236}">
                  <a16:creationId xmlns:a16="http://schemas.microsoft.com/office/drawing/2014/main" id="{EFC97CEF-0A5B-A933-716B-A9AE29DA3EB7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Text">
              <a:extLst>
                <a:ext uri="{FF2B5EF4-FFF2-40B4-BE49-F238E27FC236}">
                  <a16:creationId xmlns:a16="http://schemas.microsoft.com/office/drawing/2014/main" id="{BBC5C74E-BC37-E26D-C38A-0B016E007D4E}"/>
                </a:ext>
              </a:extLst>
            </p:cNvPr>
            <p:cNvSpPr txBox="1"/>
            <p:nvPr/>
          </p:nvSpPr>
          <p:spPr>
            <a:xfrm>
              <a:off x="1335557" y="1635819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등록 하시겠습니까</a:t>
              </a:r>
              <a:r>
                <a:rPr lang="en-US" altLang="ko-KR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?</a:t>
              </a:r>
              <a:endParaRPr lang="en-US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3" name="Title Bar">
              <a:extLst>
                <a:ext uri="{FF2B5EF4-FFF2-40B4-BE49-F238E27FC236}">
                  <a16:creationId xmlns:a16="http://schemas.microsoft.com/office/drawing/2014/main" id="{572C81A0-3B43-0E6C-269A-13BA9C2E2711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54" name="Close Button">
              <a:extLst>
                <a:ext uri="{FF2B5EF4-FFF2-40B4-BE49-F238E27FC236}">
                  <a16:creationId xmlns:a16="http://schemas.microsoft.com/office/drawing/2014/main" id="{2549483B-7CF8-7079-589D-A1539D7E9E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6" name="Icons">
              <a:extLst>
                <a:ext uri="{FF2B5EF4-FFF2-40B4-BE49-F238E27FC236}">
                  <a16:creationId xmlns:a16="http://schemas.microsoft.com/office/drawing/2014/main" id="{5811A9E3-430F-5E08-BB6F-EED292C9C4EC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62" name="Info Icon" hidden="1">
                <a:extLst>
                  <a:ext uri="{FF2B5EF4-FFF2-40B4-BE49-F238E27FC236}">
                    <a16:creationId xmlns:a16="http://schemas.microsoft.com/office/drawing/2014/main" id="{B87FF68F-F49A-0DF1-8B25-47FA3C9493C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4" name="Warning Icon" hidden="1">
                <a:extLst>
                  <a:ext uri="{FF2B5EF4-FFF2-40B4-BE49-F238E27FC236}">
                    <a16:creationId xmlns:a16="http://schemas.microsoft.com/office/drawing/2014/main" id="{3098C4C0-91C1-57F4-082B-0C1F3CE6FF4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5" name="Error Icon" hidden="1">
                <a:extLst>
                  <a:ext uri="{FF2B5EF4-FFF2-40B4-BE49-F238E27FC236}">
                    <a16:creationId xmlns:a16="http://schemas.microsoft.com/office/drawing/2014/main" id="{27C533EB-1F9A-4615-E059-861AA12276A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6" name="Question Icon">
                <a:extLst>
                  <a:ext uri="{FF2B5EF4-FFF2-40B4-BE49-F238E27FC236}">
                    <a16:creationId xmlns:a16="http://schemas.microsoft.com/office/drawing/2014/main" id="{A0FFDC7F-95DB-7EE5-61BE-7C1B3ED2516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57" name="Buttons">
              <a:extLst>
                <a:ext uri="{FF2B5EF4-FFF2-40B4-BE49-F238E27FC236}">
                  <a16:creationId xmlns:a16="http://schemas.microsoft.com/office/drawing/2014/main" id="{51719256-8970-E1CE-8633-17CC75257B62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58" name="Button 1">
                <a:extLst>
                  <a:ext uri="{FF2B5EF4-FFF2-40B4-BE49-F238E27FC236}">
                    <a16:creationId xmlns:a16="http://schemas.microsoft.com/office/drawing/2014/main" id="{46E89385-7173-B02C-9A97-E0247382E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예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9" name="Button 2">
                <a:extLst>
                  <a:ext uri="{FF2B5EF4-FFF2-40B4-BE49-F238E27FC236}">
                    <a16:creationId xmlns:a16="http://schemas.microsoft.com/office/drawing/2014/main" id="{B3CF5CAB-6710-3718-5F9A-0E62040298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600" dirty="0" err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6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0" name="Button 3" hidden="1">
                <a:extLst>
                  <a:ext uri="{FF2B5EF4-FFF2-40B4-BE49-F238E27FC236}">
                    <a16:creationId xmlns:a16="http://schemas.microsoft.com/office/drawing/2014/main" id="{A7E51D3D-AA90-4CA0-84FB-B52EF7E1F1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67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3B8271F1-137B-2617-264C-A2DC9208C608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9046284" y="5761579"/>
            <a:ext cx="2200838" cy="954169"/>
            <a:chOff x="595686" y="1261242"/>
            <a:chExt cx="3222246" cy="1507358"/>
          </a:xfrm>
        </p:grpSpPr>
        <p:sp>
          <p:nvSpPr>
            <p:cNvPr id="68" name="Window Body">
              <a:extLst>
                <a:ext uri="{FF2B5EF4-FFF2-40B4-BE49-F238E27FC236}">
                  <a16:creationId xmlns:a16="http://schemas.microsoft.com/office/drawing/2014/main" id="{7B61F98A-D0C1-7D6C-6D58-79CC38F15B65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Text">
              <a:extLst>
                <a:ext uri="{FF2B5EF4-FFF2-40B4-BE49-F238E27FC236}">
                  <a16:creationId xmlns:a16="http://schemas.microsoft.com/office/drawing/2014/main" id="{6EDE08AB-9F8B-8891-7859-FAB637327815}"/>
                </a:ext>
              </a:extLst>
            </p:cNvPr>
            <p:cNvSpPr txBox="1"/>
            <p:nvPr/>
          </p:nvSpPr>
          <p:spPr>
            <a:xfrm>
              <a:off x="1335557" y="1635819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등록이 완료 되었습니다</a:t>
              </a:r>
              <a:r>
                <a:rPr lang="en-US" altLang="ko-KR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  <a:endParaRPr lang="en-US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Title Bar">
              <a:extLst>
                <a:ext uri="{FF2B5EF4-FFF2-40B4-BE49-F238E27FC236}">
                  <a16:creationId xmlns:a16="http://schemas.microsoft.com/office/drawing/2014/main" id="{AC0419A9-6F6F-FDD1-7367-0D9F566B6C85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71" name="Close Button">
              <a:extLst>
                <a:ext uri="{FF2B5EF4-FFF2-40B4-BE49-F238E27FC236}">
                  <a16:creationId xmlns:a16="http://schemas.microsoft.com/office/drawing/2014/main" id="{42DFD509-9177-2322-BBD8-4845596AB1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2" name="Icons">
              <a:extLst>
                <a:ext uri="{FF2B5EF4-FFF2-40B4-BE49-F238E27FC236}">
                  <a16:creationId xmlns:a16="http://schemas.microsoft.com/office/drawing/2014/main" id="{A7FC3092-8267-DF2D-5373-B3EFD9F0C5F7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83" name="Info Icon" hidden="1">
                <a:extLst>
                  <a:ext uri="{FF2B5EF4-FFF2-40B4-BE49-F238E27FC236}">
                    <a16:creationId xmlns:a16="http://schemas.microsoft.com/office/drawing/2014/main" id="{9400C3C6-AE40-50F5-DDBA-908EBB48204A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4" name="Warning Icon" hidden="1">
                <a:extLst>
                  <a:ext uri="{FF2B5EF4-FFF2-40B4-BE49-F238E27FC236}">
                    <a16:creationId xmlns:a16="http://schemas.microsoft.com/office/drawing/2014/main" id="{07426C93-BE4E-7921-42D8-59C0A5F5A73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5" name="Error Icon" hidden="1">
                <a:extLst>
                  <a:ext uri="{FF2B5EF4-FFF2-40B4-BE49-F238E27FC236}">
                    <a16:creationId xmlns:a16="http://schemas.microsoft.com/office/drawing/2014/main" id="{38C02B6F-BDE2-1D2D-8AA0-DFCE76F637D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6" name="Question Icon">
                <a:extLst>
                  <a:ext uri="{FF2B5EF4-FFF2-40B4-BE49-F238E27FC236}">
                    <a16:creationId xmlns:a16="http://schemas.microsoft.com/office/drawing/2014/main" id="{D1DFDD53-FC55-116C-E3F8-A0022C146B7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3" name="Buttons">
              <a:extLst>
                <a:ext uri="{FF2B5EF4-FFF2-40B4-BE49-F238E27FC236}">
                  <a16:creationId xmlns:a16="http://schemas.microsoft.com/office/drawing/2014/main" id="{CB3EDB98-06CB-4C71-40F1-A1EC734F5ABB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77" name="Button 1">
                <a:extLst>
                  <a:ext uri="{FF2B5EF4-FFF2-40B4-BE49-F238E27FC236}">
                    <a16:creationId xmlns:a16="http://schemas.microsoft.com/office/drawing/2014/main" id="{BF536F09-527E-5728-972D-AAE557551A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예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1" name="Button 2" hidden="1">
                <a:extLst>
                  <a:ext uri="{FF2B5EF4-FFF2-40B4-BE49-F238E27FC236}">
                    <a16:creationId xmlns:a16="http://schemas.microsoft.com/office/drawing/2014/main" id="{A443A59E-7173-EC20-301B-7C8772621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 err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2" name="Button 3" hidden="1">
                <a:extLst>
                  <a:ext uri="{FF2B5EF4-FFF2-40B4-BE49-F238E27FC236}">
                    <a16:creationId xmlns:a16="http://schemas.microsoft.com/office/drawing/2014/main" id="{1792A500-495C-68D5-8C1C-064AF16C7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88" name="꺾인 연결선[E] 87">
            <a:extLst>
              <a:ext uri="{FF2B5EF4-FFF2-40B4-BE49-F238E27FC236}">
                <a16:creationId xmlns:a16="http://schemas.microsoft.com/office/drawing/2014/main" id="{1327051F-EBC0-102C-D0A1-87F06D9F1FAC}"/>
              </a:ext>
            </a:extLst>
          </p:cNvPr>
          <p:cNvCxnSpPr>
            <a:stCxn id="80" idx="3"/>
            <a:endCxn id="47" idx="1"/>
          </p:cNvCxnSpPr>
          <p:nvPr/>
        </p:nvCxnSpPr>
        <p:spPr>
          <a:xfrm flipV="1">
            <a:off x="6096000" y="6313911"/>
            <a:ext cx="441598" cy="2143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E23646D3-58AA-24EB-9F62-C3FB42DC8537}"/>
              </a:ext>
            </a:extLst>
          </p:cNvPr>
          <p:cNvCxnSpPr>
            <a:stCxn id="58" idx="3"/>
            <a:endCxn id="68" idx="1"/>
          </p:cNvCxnSpPr>
          <p:nvPr/>
        </p:nvCxnSpPr>
        <p:spPr>
          <a:xfrm flipV="1">
            <a:off x="8610121" y="6313911"/>
            <a:ext cx="436163" cy="236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556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293A6-B2E7-8E3C-8F2C-517A444F2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F0B2D5E4-1FD7-4AD1-D464-0C11E0DFF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호텔관리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AAD372F-398A-212E-140F-6BD4C9419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 </a:t>
            </a:r>
            <a:r>
              <a:rPr lang="ko-KR" altLang="en-US" dirty="0"/>
              <a:t>호텔관리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C995815C-48E2-2815-01BA-04234CA1A9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A33E269-9C39-5651-2599-FAFC4A24CC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4FB57D-3459-BAE2-15D9-1782A2AB60DF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9DAFE76-CDB4-7DD9-F58E-76CDF255ECB8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2060675-6634-2779-255D-F6793F2C22C1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B6EDBCA-B64B-046C-EAE6-549678DF4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549908"/>
              </p:ext>
            </p:extLst>
          </p:nvPr>
        </p:nvGraphicFramePr>
        <p:xfrm>
          <a:off x="9406740" y="440717"/>
          <a:ext cx="2785260" cy="4243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66763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44057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3997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63439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70892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31D7A1A1-50ED-2229-314C-0900116DA4DE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8A045ED2-6F05-8BE7-1130-9A6CCBCFF698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697EC8E-D019-9077-907C-987520840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242119"/>
              </p:ext>
            </p:extLst>
          </p:nvPr>
        </p:nvGraphicFramePr>
        <p:xfrm>
          <a:off x="1513108" y="1066552"/>
          <a:ext cx="7746199" cy="4572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호텔코드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ASDO02019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대표자명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대표 전화번호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17242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호텔 본사 주소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651681"/>
                  </a:ext>
                </a:extLst>
              </a:tr>
              <a:tr h="1386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호텔 본사 소개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025849"/>
                  </a:ext>
                </a:extLst>
              </a:tr>
              <a:tr h="2603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사용여부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99779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B00CC0C-DC3D-8B57-9907-1CB582A29CF1}"/>
              </a:ext>
            </a:extLst>
          </p:cNvPr>
          <p:cNvSpPr txBox="1"/>
          <p:nvPr/>
        </p:nvSpPr>
        <p:spPr>
          <a:xfrm>
            <a:off x="1427884" y="819695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8276C6-6CBF-D281-EAFF-47A273BE7E69}"/>
              </a:ext>
            </a:extLst>
          </p:cNvPr>
          <p:cNvSpPr txBox="1"/>
          <p:nvPr/>
        </p:nvSpPr>
        <p:spPr>
          <a:xfrm>
            <a:off x="7801966" y="808615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9337E34-2115-C2F8-9159-F08CD5A55D30}"/>
              </a:ext>
            </a:extLst>
          </p:cNvPr>
          <p:cNvSpPr/>
          <p:nvPr/>
        </p:nvSpPr>
        <p:spPr>
          <a:xfrm>
            <a:off x="2634572" y="1705111"/>
            <a:ext cx="186824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이부진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B012856-5038-D06D-9B2C-4937EF521122}"/>
              </a:ext>
            </a:extLst>
          </p:cNvPr>
          <p:cNvSpPr/>
          <p:nvPr/>
        </p:nvSpPr>
        <p:spPr>
          <a:xfrm>
            <a:off x="2634571" y="2482200"/>
            <a:ext cx="65311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0" i="0" dirty="0">
                <a:solidFill>
                  <a:schemeClr val="tx1"/>
                </a:solidFill>
                <a:effectLst/>
                <a:latin typeface="+mn-ea"/>
              </a:rPr>
              <a:t>04605</a:t>
            </a:r>
            <a:endParaRPr kumimoji="1"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0C751CD-ACBE-22D7-5DA4-EE43E195E431}"/>
              </a:ext>
            </a:extLst>
          </p:cNvPr>
          <p:cNvSpPr/>
          <p:nvPr/>
        </p:nvSpPr>
        <p:spPr>
          <a:xfrm>
            <a:off x="3324147" y="2492316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F7A0B31-4699-F028-AC5E-E3A9F4DCBA36}"/>
              </a:ext>
            </a:extLst>
          </p:cNvPr>
          <p:cNvSpPr/>
          <p:nvPr/>
        </p:nvSpPr>
        <p:spPr>
          <a:xfrm>
            <a:off x="2634571" y="2723120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서울특별시 중구 동호로 </a:t>
            </a:r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249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C521E47-30AD-B72A-379B-2B9855F2ABF0}"/>
              </a:ext>
            </a:extLst>
          </p:cNvPr>
          <p:cNvSpPr/>
          <p:nvPr/>
        </p:nvSpPr>
        <p:spPr>
          <a:xfrm>
            <a:off x="2634571" y="2964039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신라호텔 서울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A6AF7E6-5756-DA14-D4F7-423F5E66A399}"/>
              </a:ext>
            </a:extLst>
          </p:cNvPr>
          <p:cNvSpPr/>
          <p:nvPr/>
        </p:nvSpPr>
        <p:spPr>
          <a:xfrm>
            <a:off x="2634571" y="4199087"/>
            <a:ext cx="6557773" cy="45537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관리자가 입력한 문구가 출력되는 영역입니다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827266CA-84F2-2324-0975-4C2519E3CDE8}"/>
              </a:ext>
            </a:extLst>
          </p:cNvPr>
          <p:cNvSpPr/>
          <p:nvPr/>
        </p:nvSpPr>
        <p:spPr>
          <a:xfrm>
            <a:off x="9075427" y="4225213"/>
            <a:ext cx="63906" cy="302859"/>
          </a:xfrm>
          <a:prstGeom prst="roundRect">
            <a:avLst>
              <a:gd name="adj" fmla="val 4601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4C89774-11EC-8038-6422-D327329C9A62}"/>
              </a:ext>
            </a:extLst>
          </p:cNvPr>
          <p:cNvSpPr/>
          <p:nvPr/>
        </p:nvSpPr>
        <p:spPr>
          <a:xfrm>
            <a:off x="4571437" y="1705111"/>
            <a:ext cx="186824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LEE BU JIN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4D74744-A4C7-3AA9-AA87-BA339B9C7321}"/>
              </a:ext>
            </a:extLst>
          </p:cNvPr>
          <p:cNvGrpSpPr/>
          <p:nvPr/>
        </p:nvGrpSpPr>
        <p:grpSpPr>
          <a:xfrm>
            <a:off x="2634570" y="2005049"/>
            <a:ext cx="2923666" cy="217550"/>
            <a:chOff x="2634570" y="2005049"/>
            <a:chExt cx="2923666" cy="21755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06ABD38-BC1C-27EB-57F4-15059980ED1E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F388725-9BB5-3D85-C3A9-92A361BABF04}"/>
                </a:ext>
              </a:extLst>
            </p:cNvPr>
            <p:cNvSpPr/>
            <p:nvPr/>
          </p:nvSpPr>
          <p:spPr>
            <a:xfrm>
              <a:off x="3574092" y="2005049"/>
              <a:ext cx="1984144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1" name="Chevron Left">
              <a:extLst>
                <a:ext uri="{FF2B5EF4-FFF2-40B4-BE49-F238E27FC236}">
                  <a16:creationId xmlns:a16="http://schemas.microsoft.com/office/drawing/2014/main" id="{423FF771-0875-88AF-C320-738F3B69CC3A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A6900E7A-7A68-4145-0D2D-9E82EF862FF1}"/>
              </a:ext>
            </a:extLst>
          </p:cNvPr>
          <p:cNvSpPr txBox="1"/>
          <p:nvPr/>
        </p:nvSpPr>
        <p:spPr>
          <a:xfrm>
            <a:off x="2556867" y="2276872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국문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5C229FD-B982-593A-AC03-04D36B93B01F}"/>
              </a:ext>
            </a:extLst>
          </p:cNvPr>
          <p:cNvSpPr txBox="1"/>
          <p:nvPr/>
        </p:nvSpPr>
        <p:spPr>
          <a:xfrm>
            <a:off x="2556867" y="3201582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영문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3A9FBB8-6541-980B-9264-6F3AE725879A}"/>
              </a:ext>
            </a:extLst>
          </p:cNvPr>
          <p:cNvSpPr/>
          <p:nvPr/>
        </p:nvSpPr>
        <p:spPr>
          <a:xfrm>
            <a:off x="2634572" y="3444689"/>
            <a:ext cx="831680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0" i="0" dirty="0">
                <a:solidFill>
                  <a:schemeClr val="tx1"/>
                </a:solidFill>
                <a:effectLst/>
                <a:latin typeface="+mn-ea"/>
              </a:rPr>
              <a:t>04605</a:t>
            </a:r>
            <a:endParaRPr kumimoji="1"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498532E-3F8F-0D8D-2454-AB2EFB2D84B0}"/>
              </a:ext>
            </a:extLst>
          </p:cNvPr>
          <p:cNvSpPr/>
          <p:nvPr/>
        </p:nvSpPr>
        <p:spPr>
          <a:xfrm>
            <a:off x="2634571" y="3695407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249, </a:t>
            </a:r>
            <a:r>
              <a:rPr kumimoji="1" lang="en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Dongho-ro</a:t>
            </a:r>
            <a:r>
              <a:rPr kumimoji="1" lang="en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Jung-</a:t>
            </a:r>
            <a:r>
              <a:rPr kumimoji="1" lang="en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gu</a:t>
            </a:r>
            <a:r>
              <a:rPr kumimoji="1" lang="en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Seoul, Republic of Korea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DE9AD2C-BDA0-BF73-0641-AAFCD1A3F314}"/>
              </a:ext>
            </a:extLst>
          </p:cNvPr>
          <p:cNvSpPr txBox="1"/>
          <p:nvPr/>
        </p:nvSpPr>
        <p:spPr>
          <a:xfrm>
            <a:off x="2556867" y="3990050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국문 소개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403F1BEE-0B25-1457-2205-264F92C9FFB5}"/>
              </a:ext>
            </a:extLst>
          </p:cNvPr>
          <p:cNvSpPr/>
          <p:nvPr/>
        </p:nvSpPr>
        <p:spPr>
          <a:xfrm>
            <a:off x="2634571" y="4872638"/>
            <a:ext cx="6557773" cy="45537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" altLang="ko-KR" sz="800" b="0" i="0" dirty="0">
                <a:solidFill>
                  <a:srgbClr val="000000"/>
                </a:solidFill>
                <a:effectLst/>
                <a:latin typeface="+mn-ea"/>
              </a:rPr>
              <a:t>The area where the phrase entered by the administrator is output.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2D02BA94-27F8-F61A-2AD9-CCEEEAFF9C7B}"/>
              </a:ext>
            </a:extLst>
          </p:cNvPr>
          <p:cNvSpPr/>
          <p:nvPr/>
        </p:nvSpPr>
        <p:spPr>
          <a:xfrm>
            <a:off x="9075427" y="4898764"/>
            <a:ext cx="63906" cy="302859"/>
          </a:xfrm>
          <a:prstGeom prst="roundRect">
            <a:avLst>
              <a:gd name="adj" fmla="val 4601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402F4B1-A509-B8EB-97CD-A2395C154FF5}"/>
              </a:ext>
            </a:extLst>
          </p:cNvPr>
          <p:cNvSpPr txBox="1"/>
          <p:nvPr/>
        </p:nvSpPr>
        <p:spPr>
          <a:xfrm>
            <a:off x="2556867" y="4663601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영문 소개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81D46936-ECF2-1053-8252-AF31817CC824}"/>
              </a:ext>
            </a:extLst>
          </p:cNvPr>
          <p:cNvSpPr/>
          <p:nvPr/>
        </p:nvSpPr>
        <p:spPr>
          <a:xfrm>
            <a:off x="4707680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DD31CDE-E6A0-AD2C-2CCA-D7D371CE961F}"/>
              </a:ext>
            </a:extLst>
          </p:cNvPr>
          <p:cNvSpPr/>
          <p:nvPr/>
        </p:nvSpPr>
        <p:spPr>
          <a:xfrm>
            <a:off x="5378818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DFC21CC-C9D9-20E2-51AD-C0291900AB5E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000007A-D5E9-75C6-816E-A5B96AAB8A8E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93FBC6C-04AD-B419-99B4-0DE473731D4C}"/>
              </a:ext>
            </a:extLst>
          </p:cNvPr>
          <p:cNvSpPr/>
          <p:nvPr/>
        </p:nvSpPr>
        <p:spPr>
          <a:xfrm>
            <a:off x="6049956" y="6432460"/>
            <a:ext cx="537082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82CBDB-C737-DB1A-96FE-D1E9B8B90E29}"/>
              </a:ext>
            </a:extLst>
          </p:cNvPr>
          <p:cNvSpPr/>
          <p:nvPr/>
        </p:nvSpPr>
        <p:spPr>
          <a:xfrm>
            <a:off x="2634572" y="1410972"/>
            <a:ext cx="159657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신라호텔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E01D536-1761-D26B-B825-FB9551E9A4D1}"/>
              </a:ext>
            </a:extLst>
          </p:cNvPr>
          <p:cNvSpPr/>
          <p:nvPr/>
        </p:nvSpPr>
        <p:spPr>
          <a:xfrm>
            <a:off x="4873016" y="1410972"/>
            <a:ext cx="159657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HOTEL Shilla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A1F023B-0EE2-AD64-C98E-BFDFA8A483ED}"/>
              </a:ext>
            </a:extLst>
          </p:cNvPr>
          <p:cNvSpPr/>
          <p:nvPr/>
        </p:nvSpPr>
        <p:spPr>
          <a:xfrm>
            <a:off x="4284002" y="1416456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4C16229-1AE4-03CA-042F-74482B634079}"/>
              </a:ext>
            </a:extLst>
          </p:cNvPr>
          <p:cNvSpPr/>
          <p:nvPr/>
        </p:nvSpPr>
        <p:spPr>
          <a:xfrm>
            <a:off x="6525545" y="1416456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grpSp>
        <p:nvGrpSpPr>
          <p:cNvPr id="36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EFA96973-C130-4229-AE1D-8A3711F4F6FF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7078805" y="5715191"/>
            <a:ext cx="2200838" cy="954169"/>
            <a:chOff x="595686" y="1261242"/>
            <a:chExt cx="3222246" cy="1507358"/>
          </a:xfrm>
        </p:grpSpPr>
        <p:sp>
          <p:nvSpPr>
            <p:cNvPr id="37" name="Window Body">
              <a:extLst>
                <a:ext uri="{FF2B5EF4-FFF2-40B4-BE49-F238E27FC236}">
                  <a16:creationId xmlns:a16="http://schemas.microsoft.com/office/drawing/2014/main" id="{2F6880E7-A3C0-7B78-BE8A-E927E160C881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4" name="Text">
              <a:extLst>
                <a:ext uri="{FF2B5EF4-FFF2-40B4-BE49-F238E27FC236}">
                  <a16:creationId xmlns:a16="http://schemas.microsoft.com/office/drawing/2014/main" id="{782BEEA6-A831-D680-E470-B001FD5CB534}"/>
                </a:ext>
              </a:extLst>
            </p:cNvPr>
            <p:cNvSpPr txBox="1"/>
            <p:nvPr/>
          </p:nvSpPr>
          <p:spPr>
            <a:xfrm>
              <a:off x="1335557" y="1635819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정말 삭제 하시겠습니까</a:t>
              </a:r>
              <a:r>
                <a:rPr lang="en-US" altLang="ko-KR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?</a:t>
              </a:r>
              <a:endParaRPr lang="en-US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Title Bar">
              <a:extLst>
                <a:ext uri="{FF2B5EF4-FFF2-40B4-BE49-F238E27FC236}">
                  <a16:creationId xmlns:a16="http://schemas.microsoft.com/office/drawing/2014/main" id="{6B1361EB-9C9C-EF2F-3BA2-3AC18E59D683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51" name="Close Button">
              <a:extLst>
                <a:ext uri="{FF2B5EF4-FFF2-40B4-BE49-F238E27FC236}">
                  <a16:creationId xmlns:a16="http://schemas.microsoft.com/office/drawing/2014/main" id="{85CEDEBB-4C12-9FC3-9157-AF05DB55E7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6" name="Icons">
              <a:extLst>
                <a:ext uri="{FF2B5EF4-FFF2-40B4-BE49-F238E27FC236}">
                  <a16:creationId xmlns:a16="http://schemas.microsoft.com/office/drawing/2014/main" id="{F0C633B9-2296-8A7D-992C-40D5A6FC4D6B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62" name="Info Icon" hidden="1">
                <a:extLst>
                  <a:ext uri="{FF2B5EF4-FFF2-40B4-BE49-F238E27FC236}">
                    <a16:creationId xmlns:a16="http://schemas.microsoft.com/office/drawing/2014/main" id="{6696FB21-E678-4443-7888-EBEBEDC6D4A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4" name="Warning Icon" hidden="1">
                <a:extLst>
                  <a:ext uri="{FF2B5EF4-FFF2-40B4-BE49-F238E27FC236}">
                    <a16:creationId xmlns:a16="http://schemas.microsoft.com/office/drawing/2014/main" id="{A1B5ED82-F908-1E44-9D29-324F2813B2C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5" name="Error Icon" hidden="1">
                <a:extLst>
                  <a:ext uri="{FF2B5EF4-FFF2-40B4-BE49-F238E27FC236}">
                    <a16:creationId xmlns:a16="http://schemas.microsoft.com/office/drawing/2014/main" id="{24A118DE-DCDD-3AAE-76DE-90614CA2352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6" name="Question Icon">
                <a:extLst>
                  <a:ext uri="{FF2B5EF4-FFF2-40B4-BE49-F238E27FC236}">
                    <a16:creationId xmlns:a16="http://schemas.microsoft.com/office/drawing/2014/main" id="{D72618CD-5767-A01E-B341-3C4CACB021E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57" name="Buttons">
              <a:extLst>
                <a:ext uri="{FF2B5EF4-FFF2-40B4-BE49-F238E27FC236}">
                  <a16:creationId xmlns:a16="http://schemas.microsoft.com/office/drawing/2014/main" id="{B37ED665-2C72-345A-3B53-BB73F3733541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58" name="Button 1">
                <a:extLst>
                  <a:ext uri="{FF2B5EF4-FFF2-40B4-BE49-F238E27FC236}">
                    <a16:creationId xmlns:a16="http://schemas.microsoft.com/office/drawing/2014/main" id="{11D4B504-E8EE-07F6-E874-5B43883FAF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예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9" name="Button 2">
                <a:extLst>
                  <a:ext uri="{FF2B5EF4-FFF2-40B4-BE49-F238E27FC236}">
                    <a16:creationId xmlns:a16="http://schemas.microsoft.com/office/drawing/2014/main" id="{478496FE-E69F-51C0-0E39-8676FCC405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600" dirty="0" err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6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0" name="Button 3" hidden="1">
                <a:extLst>
                  <a:ext uri="{FF2B5EF4-FFF2-40B4-BE49-F238E27FC236}">
                    <a16:creationId xmlns:a16="http://schemas.microsoft.com/office/drawing/2014/main" id="{87EC0764-CF95-EC18-4AFD-ED9FE3C850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67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F6DB461C-2B53-5509-48DE-49DB8F5D1514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9587491" y="5715191"/>
            <a:ext cx="2200838" cy="954169"/>
            <a:chOff x="595686" y="1261242"/>
            <a:chExt cx="3222246" cy="1507358"/>
          </a:xfrm>
        </p:grpSpPr>
        <p:sp>
          <p:nvSpPr>
            <p:cNvPr id="68" name="Window Body">
              <a:extLst>
                <a:ext uri="{FF2B5EF4-FFF2-40B4-BE49-F238E27FC236}">
                  <a16:creationId xmlns:a16="http://schemas.microsoft.com/office/drawing/2014/main" id="{75FF5296-9253-14E3-AF62-64ED4DCC2786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Text">
              <a:extLst>
                <a:ext uri="{FF2B5EF4-FFF2-40B4-BE49-F238E27FC236}">
                  <a16:creationId xmlns:a16="http://schemas.microsoft.com/office/drawing/2014/main" id="{91EE5F49-B625-BC1F-CC06-DD28D970AC4F}"/>
                </a:ext>
              </a:extLst>
            </p:cNvPr>
            <p:cNvSpPr txBox="1"/>
            <p:nvPr/>
          </p:nvSpPr>
          <p:spPr>
            <a:xfrm>
              <a:off x="1335557" y="1635819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삭제가 완료 되었습니다</a:t>
              </a:r>
              <a:r>
                <a:rPr lang="en-US" altLang="ko-KR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  <a:endParaRPr lang="en-US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Title Bar">
              <a:extLst>
                <a:ext uri="{FF2B5EF4-FFF2-40B4-BE49-F238E27FC236}">
                  <a16:creationId xmlns:a16="http://schemas.microsoft.com/office/drawing/2014/main" id="{FBCBDB60-E19D-817F-9D94-1DFFB1180D67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71" name="Close Button">
              <a:extLst>
                <a:ext uri="{FF2B5EF4-FFF2-40B4-BE49-F238E27FC236}">
                  <a16:creationId xmlns:a16="http://schemas.microsoft.com/office/drawing/2014/main" id="{38908DD3-AC76-085E-16E8-21E247C053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2" name="Icons">
              <a:extLst>
                <a:ext uri="{FF2B5EF4-FFF2-40B4-BE49-F238E27FC236}">
                  <a16:creationId xmlns:a16="http://schemas.microsoft.com/office/drawing/2014/main" id="{83080753-3318-D8B7-408B-F59DF9C41DB3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83" name="Info Icon" hidden="1">
                <a:extLst>
                  <a:ext uri="{FF2B5EF4-FFF2-40B4-BE49-F238E27FC236}">
                    <a16:creationId xmlns:a16="http://schemas.microsoft.com/office/drawing/2014/main" id="{2201FF6E-6C14-7651-E0BC-A753211D990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4" name="Warning Icon" hidden="1">
                <a:extLst>
                  <a:ext uri="{FF2B5EF4-FFF2-40B4-BE49-F238E27FC236}">
                    <a16:creationId xmlns:a16="http://schemas.microsoft.com/office/drawing/2014/main" id="{CADCE2E4-CECF-FB93-122A-538DE397C51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5" name="Error Icon" hidden="1">
                <a:extLst>
                  <a:ext uri="{FF2B5EF4-FFF2-40B4-BE49-F238E27FC236}">
                    <a16:creationId xmlns:a16="http://schemas.microsoft.com/office/drawing/2014/main" id="{BDC5E973-E17E-8DB3-04CE-E17C6A26BA7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6" name="Question Icon">
                <a:extLst>
                  <a:ext uri="{FF2B5EF4-FFF2-40B4-BE49-F238E27FC236}">
                    <a16:creationId xmlns:a16="http://schemas.microsoft.com/office/drawing/2014/main" id="{4D9D64CF-8AD6-7477-14A7-907B1E3BBAD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3" name="Buttons">
              <a:extLst>
                <a:ext uri="{FF2B5EF4-FFF2-40B4-BE49-F238E27FC236}">
                  <a16:creationId xmlns:a16="http://schemas.microsoft.com/office/drawing/2014/main" id="{338C38FF-D468-6665-E0CF-AB46B27C6E81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77" name="Button 1">
                <a:extLst>
                  <a:ext uri="{FF2B5EF4-FFF2-40B4-BE49-F238E27FC236}">
                    <a16:creationId xmlns:a16="http://schemas.microsoft.com/office/drawing/2014/main" id="{D6E9A3C5-2AF8-3A6E-4F71-925F8A633A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예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1" name="Button 2" hidden="1">
                <a:extLst>
                  <a:ext uri="{FF2B5EF4-FFF2-40B4-BE49-F238E27FC236}">
                    <a16:creationId xmlns:a16="http://schemas.microsoft.com/office/drawing/2014/main" id="{0172757C-7D21-374E-FFC4-4A391B0BC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 err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2" name="Button 3" hidden="1">
                <a:extLst>
                  <a:ext uri="{FF2B5EF4-FFF2-40B4-BE49-F238E27FC236}">
                    <a16:creationId xmlns:a16="http://schemas.microsoft.com/office/drawing/2014/main" id="{6A22C9A6-9AC9-55BF-A564-6D263DC37E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87" name="꺾인 연결선[E] 86">
            <a:extLst>
              <a:ext uri="{FF2B5EF4-FFF2-40B4-BE49-F238E27FC236}">
                <a16:creationId xmlns:a16="http://schemas.microsoft.com/office/drawing/2014/main" id="{4CDA5DBF-99B9-566D-780C-A022D90F3888}"/>
              </a:ext>
            </a:extLst>
          </p:cNvPr>
          <p:cNvCxnSpPr>
            <a:cxnSpLocks/>
            <a:stCxn id="55" idx="3"/>
            <a:endCxn id="37" idx="1"/>
          </p:cNvCxnSpPr>
          <p:nvPr/>
        </p:nvCxnSpPr>
        <p:spPr>
          <a:xfrm flipV="1">
            <a:off x="6587038" y="6267523"/>
            <a:ext cx="491767" cy="26076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07E62647-ADC0-786A-A491-7201429FC55F}"/>
              </a:ext>
            </a:extLst>
          </p:cNvPr>
          <p:cNvCxnSpPr>
            <a:cxnSpLocks/>
            <a:stCxn id="58" idx="3"/>
            <a:endCxn id="68" idx="1"/>
          </p:cNvCxnSpPr>
          <p:nvPr/>
        </p:nvCxnSpPr>
        <p:spPr>
          <a:xfrm flipV="1">
            <a:off x="9151328" y="6267523"/>
            <a:ext cx="436163" cy="236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" name="Click">
            <a:extLst>
              <a:ext uri="{FF2B5EF4-FFF2-40B4-BE49-F238E27FC236}">
                <a16:creationId xmlns:a16="http://schemas.microsoft.com/office/drawing/2014/main" id="{E73CE2D0-E678-13E4-D784-D7DFFBDB1B79}"/>
              </a:ext>
            </a:extLst>
          </p:cNvPr>
          <p:cNvGrpSpPr>
            <a:grpSpLocks noChangeAspect="1"/>
          </p:cNvGrpSpPr>
          <p:nvPr/>
        </p:nvGrpSpPr>
        <p:grpSpPr>
          <a:xfrm>
            <a:off x="4451227" y="1500028"/>
            <a:ext cx="299298" cy="426545"/>
            <a:chOff x="5294313" y="2197100"/>
            <a:chExt cx="530225" cy="755651"/>
          </a:xfrm>
        </p:grpSpPr>
        <p:sp>
          <p:nvSpPr>
            <p:cNvPr id="29" name="Arrow Cursor">
              <a:extLst>
                <a:ext uri="{FF2B5EF4-FFF2-40B4-BE49-F238E27FC236}">
                  <a16:creationId xmlns:a16="http://schemas.microsoft.com/office/drawing/2014/main" id="{5D84CAE2-E308-C0A8-69CA-F11B6CC27B5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0" name="Click">
              <a:extLst>
                <a:ext uri="{FF2B5EF4-FFF2-40B4-BE49-F238E27FC236}">
                  <a16:creationId xmlns:a16="http://schemas.microsoft.com/office/drawing/2014/main" id="{E9CFBCAD-61EC-940E-C438-F35BFAD91D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9522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D91A8-E588-407B-C19B-065D88290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463EB8-7C34-6A9B-EC4B-EC992CB52EA8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311C4F6-5EE9-3528-7393-908C11B5CC0C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1845F97-B94A-7E7D-32F7-EC460DD97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042640"/>
              </p:ext>
            </p:extLst>
          </p:nvPr>
        </p:nvGraphicFramePr>
        <p:xfrm>
          <a:off x="119336" y="548680"/>
          <a:ext cx="11953329" cy="3675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75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140345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3888433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호텔명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호텔명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Double check of Korean hotel name is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호텔명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호텔명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Double check of English hotel name is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4992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중복확인 버튼  클릭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호텔명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중복 있는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중복된 호텔명이 존재 합니다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Duplicate hotel name exists.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중복확인 버튼  클릭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호텔명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중복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사용할 수 있는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호텔명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입니다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This is the name of the hotel you can use.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61894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 클릭 시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매핑 된 프로퍼티가 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삭제 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삭제가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delete it? / Deletion is complete.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 클릭 시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매핑 된 프로퍼티가 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삭제 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프로퍼티 매핑이 되어있습니다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프로퍼티 삭제 후 가능 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delete it? 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PropertyMapping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 This is possible after deleting the properties.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268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E397-2FCC-3C9F-05F8-B8D12C4B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853636F-6CD4-5BA3-3F0D-D51BC18A94F0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프로퍼티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6749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FA6D6-C43C-2C37-25B8-8754CEE15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50EC820-F21E-4D39-4E2E-AA9E7CD49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38022891-353C-54A5-C8A4-1AAA32A88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765D3D96-3A7F-B5C7-BB3A-1C22DC134E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F306B13D-81E8-BF70-FE03-033C834D5E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2D13D6-6FE7-065B-9D1C-50DC675560DF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AA02E7-FFAA-1A9A-8426-E76BBED794DC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0CF320F-4F16-ABCF-5898-6EDDE9D81ACA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25817853-91DF-1E66-718F-C760CF4B7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075165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상세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5B7FF255-16AF-2B14-2EB8-E2B84E30E9D9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0840D8D5-9CE6-FF2D-C299-D201CDA6F318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2EADFF96-7964-D187-4F49-2BFE52749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190047"/>
              </p:ext>
            </p:extLst>
          </p:nvPr>
        </p:nvGraphicFramePr>
        <p:xfrm>
          <a:off x="1448266" y="908719"/>
          <a:ext cx="7816085" cy="250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31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218036729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128990325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호텔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FA854DA5-5304-C19D-4509-6E7588AD9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409476"/>
              </p:ext>
            </p:extLst>
          </p:nvPr>
        </p:nvGraphicFramePr>
        <p:xfrm>
          <a:off x="1447441" y="1484784"/>
          <a:ext cx="781444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9674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1512047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2617420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C4C60C9C-75B1-175E-0E53-C314EACAAC00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5A0B6F1-86E5-CFAE-766F-4E9167B0D817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A1062BD-BA72-4953-FA23-A8AE9688CA57}"/>
              </a:ext>
            </a:extLst>
          </p:cNvPr>
          <p:cNvSpPr/>
          <p:nvPr/>
        </p:nvSpPr>
        <p:spPr>
          <a:xfrm>
            <a:off x="8544273" y="1270801"/>
            <a:ext cx="71760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프로퍼티  등록</a:t>
            </a:r>
          </a:p>
        </p:txBody>
      </p:sp>
      <p:sp>
        <p:nvSpPr>
          <p:cNvPr id="65" name="Teardrop 1">
            <a:extLst>
              <a:ext uri="{FF2B5EF4-FFF2-40B4-BE49-F238E27FC236}">
                <a16:creationId xmlns:a16="http://schemas.microsoft.com/office/drawing/2014/main" id="{D39CEDEA-B82B-9BD2-4284-77F6CA9417D4}"/>
              </a:ext>
            </a:extLst>
          </p:cNvPr>
          <p:cNvSpPr/>
          <p:nvPr/>
        </p:nvSpPr>
        <p:spPr>
          <a:xfrm rot="16200000" flipH="1" flipV="1">
            <a:off x="2797176" y="162919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59FDF0B7-2AB5-BF8D-C9E6-43203C249BA9}"/>
              </a:ext>
            </a:extLst>
          </p:cNvPr>
          <p:cNvGrpSpPr>
            <a:grpSpLocks noChangeAspect="1"/>
          </p:cNvGrpSpPr>
          <p:nvPr/>
        </p:nvGrpSpPr>
        <p:grpSpPr>
          <a:xfrm>
            <a:off x="4007768" y="1730096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957180C6-BF51-7DBA-74AC-AF63A51E30A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E09F98DC-6E46-38F2-04FF-ADE6334F77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08" name="Pagination">
            <a:extLst>
              <a:ext uri="{FF2B5EF4-FFF2-40B4-BE49-F238E27FC236}">
                <a16:creationId xmlns:a16="http://schemas.microsoft.com/office/drawing/2014/main" id="{D84AA1AB-B0CF-D97C-0716-8AEB46718DCC}"/>
              </a:ext>
            </a:extLst>
          </p:cNvPr>
          <p:cNvSpPr txBox="1"/>
          <p:nvPr/>
        </p:nvSpPr>
        <p:spPr>
          <a:xfrm>
            <a:off x="4702956" y="4398739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8" name="Teardrop 1">
            <a:extLst>
              <a:ext uri="{FF2B5EF4-FFF2-40B4-BE49-F238E27FC236}">
                <a16:creationId xmlns:a16="http://schemas.microsoft.com/office/drawing/2014/main" id="{36EB16DB-7E85-297C-3D17-149E7E9EE09F}"/>
              </a:ext>
            </a:extLst>
          </p:cNvPr>
          <p:cNvSpPr/>
          <p:nvPr/>
        </p:nvSpPr>
        <p:spPr>
          <a:xfrm rot="16200000" flipH="1" flipV="1">
            <a:off x="8422731" y="114907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40D03D4-20AC-A051-19A2-83B25B4F4203}"/>
              </a:ext>
            </a:extLst>
          </p:cNvPr>
          <p:cNvGrpSpPr/>
          <p:nvPr/>
        </p:nvGrpSpPr>
        <p:grpSpPr>
          <a:xfrm>
            <a:off x="1446413" y="1246806"/>
            <a:ext cx="1780523" cy="200055"/>
            <a:chOff x="1446413" y="1985887"/>
            <a:chExt cx="1780523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2CE28D1-C9ED-0700-B47D-C891F7086714}"/>
                </a:ext>
              </a:extLst>
            </p:cNvPr>
            <p:cNvSpPr txBox="1"/>
            <p:nvPr/>
          </p:nvSpPr>
          <p:spPr>
            <a:xfrm>
              <a:off x="2320919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2B88F1B4-6F06-1694-B29D-E0B7B7A49DEE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92837785-0BBD-2C2C-4BA3-0034B0E6D4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648AF5E1-056F-F4A0-2370-91EBBCDD0B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4" name="Text Box">
            <a:extLst>
              <a:ext uri="{FF2B5EF4-FFF2-40B4-BE49-F238E27FC236}">
                <a16:creationId xmlns:a16="http://schemas.microsoft.com/office/drawing/2014/main" id="{8C18C65E-DA3E-5A9C-0320-41B942B8738A}"/>
              </a:ext>
            </a:extLst>
          </p:cNvPr>
          <p:cNvSpPr>
            <a:spLocks/>
          </p:cNvSpPr>
          <p:nvPr/>
        </p:nvSpPr>
        <p:spPr bwMode="auto">
          <a:xfrm>
            <a:off x="5132002" y="941352"/>
            <a:ext cx="1800200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프로퍼티명을</a:t>
            </a: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11989CC-A691-D005-7B30-23E4C8E387FA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0213922-5317-ED87-DBC7-BF6193036725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8BD56A-D17B-24F9-6D68-B9B4C4C21E54}"/>
              </a:ext>
            </a:extLst>
          </p:cNvPr>
          <p:cNvSpPr txBox="1"/>
          <p:nvPr/>
        </p:nvSpPr>
        <p:spPr>
          <a:xfrm>
            <a:off x="2498032" y="698970"/>
            <a:ext cx="13388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↓ 선택한 호텔 명 기준 출력</a:t>
            </a:r>
          </a:p>
        </p:txBody>
      </p:sp>
    </p:spTree>
    <p:extLst>
      <p:ext uri="{BB962C8B-B14F-4D97-AF65-F5344CB8AC3E}">
        <p14:creationId xmlns:p14="http://schemas.microsoft.com/office/powerpoint/2010/main" val="2845746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8D1F4-8E3E-54B9-65EA-6757C204B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781C9AD7-74AC-EB66-CEFB-FF0CE152D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444AB3F-2683-0100-5AC0-15054015E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기본정보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B913943-9366-5666-06E8-A348CB36E0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6FAD1EF9-08D4-5BFB-390C-9C7C1FE930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D82D4E8-7B22-A72E-B055-52F6644A4BA4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4FD7F0-F775-0A63-3116-DE5F19E9FBB4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D87109-5D86-E6B9-5683-6A7A2FF6B176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2B5104AB-0D11-A2D6-74D8-1DC3E2044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739559"/>
              </p:ext>
            </p:extLst>
          </p:nvPr>
        </p:nvGraphicFramePr>
        <p:xfrm>
          <a:off x="9406740" y="440717"/>
          <a:ext cx="2785260" cy="4340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 체크 필수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PMS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호텔 관리자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LOGO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에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사용 함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후 등록처리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등록 완료 후 리스트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66763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44057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3997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63439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70892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8410E9F2-567E-C40A-BF19-58E8D80F0D7E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BDB7FDBF-1C5C-0D71-D5A5-DD6A38DCAE88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6A7B3E1-5185-226E-593A-C1B56A14E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591287"/>
              </p:ext>
            </p:extLst>
          </p:nvPr>
        </p:nvGraphicFramePr>
        <p:xfrm>
          <a:off x="1513108" y="1196752"/>
          <a:ext cx="7746199" cy="4915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101389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371219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 코드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호텔 명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HOTLE-CODE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|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신라호텔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대표자명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사업자 등록번호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전화번호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프로퍼티 사업자 등록증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                  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PDF, JPG,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PNG,GIF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파일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포멧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최대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2MB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kern="0" spc="-3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사용여부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로고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                  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JPG,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PNG,GIF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파일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포멧으로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최대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2MB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1666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프로퍼티 주소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65168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성급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5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4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3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2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1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376376"/>
                  </a:ext>
                </a:extLst>
              </a:tr>
              <a:tr h="1446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소개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0258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0387AB1-83DF-5A0B-E0E2-32FCDD6A7542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D20D552-628A-C728-EE5E-7B0A61768FA8}"/>
              </a:ext>
            </a:extLst>
          </p:cNvPr>
          <p:cNvSpPr/>
          <p:nvPr/>
        </p:nvSpPr>
        <p:spPr>
          <a:xfrm>
            <a:off x="6978574" y="2148955"/>
            <a:ext cx="403517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E6AD908-13AE-DA0B-8E3D-ED971A806A82}"/>
              </a:ext>
            </a:extLst>
          </p:cNvPr>
          <p:cNvSpPr/>
          <p:nvPr/>
        </p:nvSpPr>
        <p:spPr>
          <a:xfrm>
            <a:off x="6978574" y="2450104"/>
            <a:ext cx="403517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B498FBA-B3C0-331C-7F8F-A3D2E718723A}"/>
              </a:ext>
            </a:extLst>
          </p:cNvPr>
          <p:cNvSpPr/>
          <p:nvPr/>
        </p:nvSpPr>
        <p:spPr>
          <a:xfrm>
            <a:off x="2634571" y="2917601"/>
            <a:ext cx="65311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우편번호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6AB984A-8759-7B0E-0E01-AFDA7B6F6356}"/>
              </a:ext>
            </a:extLst>
          </p:cNvPr>
          <p:cNvSpPr/>
          <p:nvPr/>
        </p:nvSpPr>
        <p:spPr>
          <a:xfrm>
            <a:off x="3324147" y="2927717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BE2FF8A-CBC1-444B-C6AA-418754FD0BE6}"/>
              </a:ext>
            </a:extLst>
          </p:cNvPr>
          <p:cNvSpPr/>
          <p:nvPr/>
        </p:nvSpPr>
        <p:spPr>
          <a:xfrm>
            <a:off x="2634571" y="3158521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주소를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16A9810-7A63-2F3F-E659-FE1E317C18D2}"/>
              </a:ext>
            </a:extLst>
          </p:cNvPr>
          <p:cNvSpPr/>
          <p:nvPr/>
        </p:nvSpPr>
        <p:spPr>
          <a:xfrm>
            <a:off x="2634571" y="3399440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상세 주소를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8A6397A-AB79-F327-BE4C-05CDD79DDE6C}"/>
              </a:ext>
            </a:extLst>
          </p:cNvPr>
          <p:cNvSpPr/>
          <p:nvPr/>
        </p:nvSpPr>
        <p:spPr>
          <a:xfrm>
            <a:off x="6978575" y="1835311"/>
            <a:ext cx="2160758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F1F16F-207C-861A-A9CE-5EB300C8FFBE}"/>
              </a:ext>
            </a:extLst>
          </p:cNvPr>
          <p:cNvSpPr txBox="1"/>
          <p:nvPr/>
        </p:nvSpPr>
        <p:spPr>
          <a:xfrm>
            <a:off x="3872516" y="2909151"/>
            <a:ext cx="63030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다음 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API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734A9A2-6412-6DB4-9451-B6861D12A93E}"/>
              </a:ext>
            </a:extLst>
          </p:cNvPr>
          <p:cNvSpPr/>
          <p:nvPr/>
        </p:nvSpPr>
        <p:spPr>
          <a:xfrm>
            <a:off x="2634571" y="1536579"/>
            <a:ext cx="158922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</a:t>
            </a:r>
            <a:r>
              <a:rPr kumimoji="1"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프로퍼티명을</a:t>
            </a:r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1905E5B-1131-233E-8E93-B392429D03C2}"/>
              </a:ext>
            </a:extLst>
          </p:cNvPr>
          <p:cNvSpPr/>
          <p:nvPr/>
        </p:nvSpPr>
        <p:spPr>
          <a:xfrm>
            <a:off x="4284002" y="1554549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1EAC01C-15FF-81E0-7CC4-9F63835578C8}"/>
              </a:ext>
            </a:extLst>
          </p:cNvPr>
          <p:cNvSpPr/>
          <p:nvPr/>
        </p:nvSpPr>
        <p:spPr>
          <a:xfrm>
            <a:off x="4899789" y="1536579"/>
            <a:ext cx="158922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</a:t>
            </a:r>
            <a:r>
              <a:rPr kumimoji="1"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프로퍼티명을</a:t>
            </a:r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118FC89-EC0F-3134-9EC6-94F880B1EDE8}"/>
              </a:ext>
            </a:extLst>
          </p:cNvPr>
          <p:cNvSpPr/>
          <p:nvPr/>
        </p:nvSpPr>
        <p:spPr>
          <a:xfrm>
            <a:off x="6549220" y="1554549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0861698-6805-395A-CC61-2ACD3B962A3B}"/>
              </a:ext>
            </a:extLst>
          </p:cNvPr>
          <p:cNvSpPr/>
          <p:nvPr/>
        </p:nvSpPr>
        <p:spPr>
          <a:xfrm>
            <a:off x="2633358" y="1833199"/>
            <a:ext cx="140364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대표자명을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5D56CC4-1662-FB8E-3F93-72925DCA7E38}"/>
              </a:ext>
            </a:extLst>
          </p:cNvPr>
          <p:cNvSpPr/>
          <p:nvPr/>
        </p:nvSpPr>
        <p:spPr>
          <a:xfrm>
            <a:off x="4078811" y="1833199"/>
            <a:ext cx="140364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대표자명을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B978B93-D569-4A4F-6C6D-AB1FF847422B}"/>
              </a:ext>
            </a:extLst>
          </p:cNvPr>
          <p:cNvGrpSpPr/>
          <p:nvPr/>
        </p:nvGrpSpPr>
        <p:grpSpPr>
          <a:xfrm>
            <a:off x="2633358" y="2129819"/>
            <a:ext cx="2923665" cy="217644"/>
            <a:chOff x="2634570" y="2005049"/>
            <a:chExt cx="2923665" cy="217644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58E27044-41DD-44EF-F3FC-55EBE52FB857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AB633F85-421F-6B5F-591C-5D40F117CB4A}"/>
                </a:ext>
              </a:extLst>
            </p:cNvPr>
            <p:cNvSpPr/>
            <p:nvPr/>
          </p:nvSpPr>
          <p:spPr>
            <a:xfrm>
              <a:off x="3539967" y="2006669"/>
              <a:ext cx="58624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680BFAE2-443D-353D-6D1B-3DA45D4EDF32}"/>
                </a:ext>
              </a:extLst>
            </p:cNvPr>
            <p:cNvSpPr/>
            <p:nvPr/>
          </p:nvSpPr>
          <p:spPr>
            <a:xfrm>
              <a:off x="4158122" y="2005049"/>
              <a:ext cx="68521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7FCEDB8-34BA-8C8D-FFB5-9C55D960C7B7}"/>
                </a:ext>
              </a:extLst>
            </p:cNvPr>
            <p:cNvSpPr/>
            <p:nvPr/>
          </p:nvSpPr>
          <p:spPr>
            <a:xfrm>
              <a:off x="4873016" y="2005049"/>
              <a:ext cx="68521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3" name="Chevron Left">
              <a:extLst>
                <a:ext uri="{FF2B5EF4-FFF2-40B4-BE49-F238E27FC236}">
                  <a16:creationId xmlns:a16="http://schemas.microsoft.com/office/drawing/2014/main" id="{C5917EB1-DC6B-F1F0-5CEA-E6272C13ADEF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221431A3-2623-1F90-1C7A-995D8954A9AB}"/>
              </a:ext>
            </a:extLst>
          </p:cNvPr>
          <p:cNvGrpSpPr/>
          <p:nvPr/>
        </p:nvGrpSpPr>
        <p:grpSpPr>
          <a:xfrm>
            <a:off x="1512625" y="848538"/>
            <a:ext cx="4046732" cy="261847"/>
            <a:chOff x="1512625" y="1375459"/>
            <a:chExt cx="4046732" cy="261847"/>
          </a:xfrm>
        </p:grpSpPr>
        <p:sp>
          <p:nvSpPr>
            <p:cNvPr id="65" name="양쪽 모서리가 둥근 사각형 64">
              <a:extLst>
                <a:ext uri="{FF2B5EF4-FFF2-40B4-BE49-F238E27FC236}">
                  <a16:creationId xmlns:a16="http://schemas.microsoft.com/office/drawing/2014/main" id="{D4D68C03-5178-82CA-25CA-0EDDFA6CD15F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기본정보</a:t>
              </a:r>
            </a:p>
          </p:txBody>
        </p:sp>
        <p:sp>
          <p:nvSpPr>
            <p:cNvPr id="74" name="양쪽 모서리가 둥근 사각형 73">
              <a:extLst>
                <a:ext uri="{FF2B5EF4-FFF2-40B4-BE49-F238E27FC236}">
                  <a16:creationId xmlns:a16="http://schemas.microsoft.com/office/drawing/2014/main" id="{DA4DF7A5-B72A-2D68-1102-5864D878935F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정산정보</a:t>
              </a:r>
            </a:p>
          </p:txBody>
        </p:sp>
        <p:sp>
          <p:nvSpPr>
            <p:cNvPr id="75" name="양쪽 모서리가 둥근 사각형 74">
              <a:extLst>
                <a:ext uri="{FF2B5EF4-FFF2-40B4-BE49-F238E27FC236}">
                  <a16:creationId xmlns:a16="http://schemas.microsoft.com/office/drawing/2014/main" id="{B1D331C5-BD61-7D92-10A0-E3262E6C1611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취소 수수료 정보</a:t>
              </a:r>
            </a:p>
          </p:txBody>
        </p:sp>
        <p:sp>
          <p:nvSpPr>
            <p:cNvPr id="14" name="양쪽 모서리가 둥근 사각형 13">
              <a:extLst>
                <a:ext uri="{FF2B5EF4-FFF2-40B4-BE49-F238E27FC236}">
                  <a16:creationId xmlns:a16="http://schemas.microsoft.com/office/drawing/2014/main" id="{2BAA8EDB-64DB-98EC-5C6B-071CE4D6F5E4}"/>
                </a:ext>
              </a:extLst>
            </p:cNvPr>
            <p:cNvSpPr/>
            <p:nvPr/>
          </p:nvSpPr>
          <p:spPr>
            <a:xfrm>
              <a:off x="4547674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TAX/</a:t>
              </a:r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봉사료 정보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94D20041-D477-645D-44D5-17BA1AA1CC6D}"/>
              </a:ext>
            </a:extLst>
          </p:cNvPr>
          <p:cNvSpPr txBox="1"/>
          <p:nvPr/>
        </p:nvSpPr>
        <p:spPr>
          <a:xfrm>
            <a:off x="2556867" y="2704504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국문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46FBE38-9EB3-9A12-61DF-1EC8D6A18098}"/>
              </a:ext>
            </a:extLst>
          </p:cNvPr>
          <p:cNvSpPr txBox="1"/>
          <p:nvPr/>
        </p:nvSpPr>
        <p:spPr>
          <a:xfrm>
            <a:off x="2556867" y="3617982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영문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8F77CD4-09C1-FF43-AEFC-561CBFA1B08E}"/>
              </a:ext>
            </a:extLst>
          </p:cNvPr>
          <p:cNvSpPr/>
          <p:nvPr/>
        </p:nvSpPr>
        <p:spPr>
          <a:xfrm>
            <a:off x="2634572" y="3832798"/>
            <a:ext cx="831680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POST CODE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6EB0E5BE-4441-22EF-9A0A-48AF94FBE5FB}"/>
              </a:ext>
            </a:extLst>
          </p:cNvPr>
          <p:cNvSpPr/>
          <p:nvPr/>
        </p:nvSpPr>
        <p:spPr>
          <a:xfrm>
            <a:off x="2634571" y="4083516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Enter address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5A0FBF47-F458-EC99-2D4F-D785C79C3D6F}"/>
              </a:ext>
            </a:extLst>
          </p:cNvPr>
          <p:cNvSpPr/>
          <p:nvPr/>
        </p:nvSpPr>
        <p:spPr>
          <a:xfrm>
            <a:off x="2634571" y="4892362"/>
            <a:ext cx="6557773" cy="45537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 소개 문구를 입력해주세요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84E6F1F0-4083-BBBD-3B8B-7D35E1419C4F}"/>
              </a:ext>
            </a:extLst>
          </p:cNvPr>
          <p:cNvSpPr/>
          <p:nvPr/>
        </p:nvSpPr>
        <p:spPr>
          <a:xfrm>
            <a:off x="9075427" y="4918488"/>
            <a:ext cx="63906" cy="302859"/>
          </a:xfrm>
          <a:prstGeom prst="roundRect">
            <a:avLst>
              <a:gd name="adj" fmla="val 4601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D2CFEDC-FC8C-446D-925C-CE51B458118D}"/>
              </a:ext>
            </a:extLst>
          </p:cNvPr>
          <p:cNvSpPr txBox="1"/>
          <p:nvPr/>
        </p:nvSpPr>
        <p:spPr>
          <a:xfrm>
            <a:off x="4030826" y="4969889"/>
            <a:ext cx="96212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텍스트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에어리어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7A60452-5D4E-5F41-F564-E12A68067240}"/>
              </a:ext>
            </a:extLst>
          </p:cNvPr>
          <p:cNvSpPr txBox="1"/>
          <p:nvPr/>
        </p:nvSpPr>
        <p:spPr>
          <a:xfrm>
            <a:off x="2556867" y="4683325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국문 소개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B2207B5-C79C-F865-EED0-9932B28A4993}"/>
              </a:ext>
            </a:extLst>
          </p:cNvPr>
          <p:cNvSpPr/>
          <p:nvPr/>
        </p:nvSpPr>
        <p:spPr>
          <a:xfrm>
            <a:off x="2634571" y="5565913"/>
            <a:ext cx="6557773" cy="45537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Please enter the hotel introduction phrase.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47945227-79F6-83E4-607A-7C1E13E0C2F9}"/>
              </a:ext>
            </a:extLst>
          </p:cNvPr>
          <p:cNvSpPr/>
          <p:nvPr/>
        </p:nvSpPr>
        <p:spPr>
          <a:xfrm>
            <a:off x="9075427" y="5592039"/>
            <a:ext cx="63906" cy="302859"/>
          </a:xfrm>
          <a:prstGeom prst="roundRect">
            <a:avLst>
              <a:gd name="adj" fmla="val 4601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ACBC0DB-E4ED-49D0-0991-1C51DE43256B}"/>
              </a:ext>
            </a:extLst>
          </p:cNvPr>
          <p:cNvSpPr txBox="1"/>
          <p:nvPr/>
        </p:nvSpPr>
        <p:spPr>
          <a:xfrm>
            <a:off x="4737090" y="5598688"/>
            <a:ext cx="96212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텍스트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에어리어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2D73867-0728-EA3D-6AAE-C2F67302B233}"/>
              </a:ext>
            </a:extLst>
          </p:cNvPr>
          <p:cNvSpPr txBox="1"/>
          <p:nvPr/>
        </p:nvSpPr>
        <p:spPr>
          <a:xfrm>
            <a:off x="2556867" y="5356876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영문 소개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26E921C-0497-9EAD-9C29-34BC1AA5079A}"/>
              </a:ext>
            </a:extLst>
          </p:cNvPr>
          <p:cNvSpPr/>
          <p:nvPr/>
        </p:nvSpPr>
        <p:spPr>
          <a:xfrm>
            <a:off x="4943872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C7F8262F-F800-B496-B41D-B41F9F35E1BA}"/>
              </a:ext>
            </a:extLst>
          </p:cNvPr>
          <p:cNvSpPr/>
          <p:nvPr/>
        </p:nvSpPr>
        <p:spPr>
          <a:xfrm>
            <a:off x="5615010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grpSp>
        <p:nvGrpSpPr>
          <p:cNvPr id="91" name="Click">
            <a:extLst>
              <a:ext uri="{FF2B5EF4-FFF2-40B4-BE49-F238E27FC236}">
                <a16:creationId xmlns:a16="http://schemas.microsoft.com/office/drawing/2014/main" id="{AEEC32B8-43B6-78DC-1A9C-FB2263FAD1F7}"/>
              </a:ext>
            </a:extLst>
          </p:cNvPr>
          <p:cNvGrpSpPr>
            <a:grpSpLocks noChangeAspect="1"/>
          </p:cNvGrpSpPr>
          <p:nvPr/>
        </p:nvGrpSpPr>
        <p:grpSpPr>
          <a:xfrm>
            <a:off x="5125783" y="851369"/>
            <a:ext cx="299298" cy="426545"/>
            <a:chOff x="5294313" y="2197100"/>
            <a:chExt cx="530225" cy="755651"/>
          </a:xfrm>
        </p:grpSpPr>
        <p:sp>
          <p:nvSpPr>
            <p:cNvPr id="92" name="Arrow Cursor">
              <a:extLst>
                <a:ext uri="{FF2B5EF4-FFF2-40B4-BE49-F238E27FC236}">
                  <a16:creationId xmlns:a16="http://schemas.microsoft.com/office/drawing/2014/main" id="{B1BAA69B-DD78-6748-E7F9-A8156A035ED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28" name="Click">
              <a:extLst>
                <a:ext uri="{FF2B5EF4-FFF2-40B4-BE49-F238E27FC236}">
                  <a16:creationId xmlns:a16="http://schemas.microsoft.com/office/drawing/2014/main" id="{9118176E-160F-8C15-20A6-F6B17916EB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0EBCD008-EC88-CF1D-BCA0-E256E5521D89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29E38AB5-8602-0A8D-8C6B-4D7B26EE5D2C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Teardrop 1">
            <a:extLst>
              <a:ext uri="{FF2B5EF4-FFF2-40B4-BE49-F238E27FC236}">
                <a16:creationId xmlns:a16="http://schemas.microsoft.com/office/drawing/2014/main" id="{343082E2-BF24-8670-B1C7-35DEFD163D94}"/>
              </a:ext>
            </a:extLst>
          </p:cNvPr>
          <p:cNvSpPr/>
          <p:nvPr/>
        </p:nvSpPr>
        <p:spPr>
          <a:xfrm rot="16200000" flipH="1" flipV="1">
            <a:off x="4170541" y="141231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ardrop 1">
            <a:extLst>
              <a:ext uri="{FF2B5EF4-FFF2-40B4-BE49-F238E27FC236}">
                <a16:creationId xmlns:a16="http://schemas.microsoft.com/office/drawing/2014/main" id="{9E9488C8-2DC6-69F5-76A6-21516EB89226}"/>
              </a:ext>
            </a:extLst>
          </p:cNvPr>
          <p:cNvSpPr/>
          <p:nvPr/>
        </p:nvSpPr>
        <p:spPr>
          <a:xfrm rot="16200000" flipH="1" flipV="1">
            <a:off x="6442686" y="141231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Teardrop 1">
            <a:extLst>
              <a:ext uri="{FF2B5EF4-FFF2-40B4-BE49-F238E27FC236}">
                <a16:creationId xmlns:a16="http://schemas.microsoft.com/office/drawing/2014/main" id="{693B30DE-1086-4C30-AF8A-782547C66E64}"/>
              </a:ext>
            </a:extLst>
          </p:cNvPr>
          <p:cNvSpPr/>
          <p:nvPr/>
        </p:nvSpPr>
        <p:spPr>
          <a:xfrm rot="16200000" flipH="1" flipV="1">
            <a:off x="5756886" y="237520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ardrop 1">
            <a:extLst>
              <a:ext uri="{FF2B5EF4-FFF2-40B4-BE49-F238E27FC236}">
                <a16:creationId xmlns:a16="http://schemas.microsoft.com/office/drawing/2014/main" id="{72B72604-6AF1-6390-6D9D-A38EBF834436}"/>
              </a:ext>
            </a:extLst>
          </p:cNvPr>
          <p:cNvSpPr/>
          <p:nvPr/>
        </p:nvSpPr>
        <p:spPr>
          <a:xfrm rot="16200000" flipH="1" flipV="1">
            <a:off x="5500577" y="635145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398CC88-632E-526D-E3C5-DAF57ABAFAC2}"/>
              </a:ext>
            </a:extLst>
          </p:cNvPr>
          <p:cNvGrpSpPr/>
          <p:nvPr/>
        </p:nvGrpSpPr>
        <p:grpSpPr>
          <a:xfrm rot="10800000">
            <a:off x="1343512" y="1112212"/>
            <a:ext cx="360000" cy="372571"/>
            <a:chOff x="3180625" y="5062589"/>
            <a:chExt cx="360000" cy="372571"/>
          </a:xfrm>
        </p:grpSpPr>
        <p:cxnSp>
          <p:nvCxnSpPr>
            <p:cNvPr id="11" name="직선 연결선 206">
              <a:extLst>
                <a:ext uri="{FF2B5EF4-FFF2-40B4-BE49-F238E27FC236}">
                  <a16:creationId xmlns:a16="http://schemas.microsoft.com/office/drawing/2014/main" id="{64B6D71C-FF14-40F5-E7D3-A1CDE787BE77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B0B03A17-9B21-7912-E6F9-EB2FF8DD6B95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5EC5D86-90DE-46DF-8705-34AC9E3EEF71}"/>
              </a:ext>
            </a:extLst>
          </p:cNvPr>
          <p:cNvSpPr txBox="1"/>
          <p:nvPr/>
        </p:nvSpPr>
        <p:spPr>
          <a:xfrm>
            <a:off x="3741255" y="1233286"/>
            <a:ext cx="12859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선택한 호텔 기준 출력</a:t>
            </a:r>
          </a:p>
        </p:txBody>
      </p:sp>
    </p:spTree>
    <p:extLst>
      <p:ext uri="{BB962C8B-B14F-4D97-AF65-F5344CB8AC3E}">
        <p14:creationId xmlns:p14="http://schemas.microsoft.com/office/powerpoint/2010/main" val="2619886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EB254-103C-55E7-3B2A-CE2B1C2C9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E89906BC-F8EC-0D5A-F2CF-C4FA30E5A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C10AF260-A72D-2F51-9AC7-A51712213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정산정보 탭 </a:t>
            </a:r>
            <a:r>
              <a:rPr lang="en-US" altLang="ko-KR" dirty="0"/>
              <a:t>&gt;</a:t>
            </a:r>
            <a:r>
              <a:rPr lang="ko-KR" altLang="en-US" dirty="0"/>
              <a:t> 국가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B41A6800-A718-CA40-23CC-CA043AA9F8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A686E102-59BF-6A60-0883-B93B85C5DE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1532A53-F8A5-5161-E09E-6BCEC4EC6231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B35C27-6F25-8AB5-EDDD-9990F22F8826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EA6A5B-F3C8-0D44-3F3E-4E9A01146C92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9524283-E181-7A0D-4D67-A17F7AD71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106172"/>
              </p:ext>
            </p:extLst>
          </p:nvPr>
        </p:nvGraphicFramePr>
        <p:xfrm>
          <a:off x="9406740" y="440717"/>
          <a:ext cx="2785260" cy="5390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탭 메뉴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미국 사업자 정산 정보 입력 필드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정산일 선택</a:t>
                      </a: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선택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디폴트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25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-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매월 말일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* 글로벌 이기 때문에 시간 기준은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en" altLang="ko-KR" sz="800" b="0" i="0" strike="noStrike" baseline="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UTC+09:00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한국 시간을 기준으로 함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정산일 선택</a:t>
                      </a: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Default (Select)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1st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25th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End of every month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* 글로벌 이기 때문에 시간 기준은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en" altLang="ko-KR" sz="800" b="0" i="0" strike="noStrike" baseline="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UTC+09:00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한국 시간을 기준으로 함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63E908EE-1B7D-EFEA-532C-47390EDD1B7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3CC035EE-E22F-A313-65EA-ECC5039F4DB5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DE019B1-0471-E123-9BAC-30500EE85283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F7B4CE49-8375-1ACF-F9B9-C2EE144DBD4C}"/>
              </a:ext>
            </a:extLst>
          </p:cNvPr>
          <p:cNvSpPr/>
          <p:nvPr/>
        </p:nvSpPr>
        <p:spPr>
          <a:xfrm>
            <a:off x="4943872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2AAAE376-9A28-631F-FB27-91B3C4383348}"/>
              </a:ext>
            </a:extLst>
          </p:cNvPr>
          <p:cNvSpPr/>
          <p:nvPr/>
        </p:nvSpPr>
        <p:spPr>
          <a:xfrm>
            <a:off x="5615010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5B5E756-50B5-1AD5-031F-C5F35CC99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44799"/>
              </p:ext>
            </p:extLst>
          </p:nvPr>
        </p:nvGraphicFramePr>
        <p:xfrm>
          <a:off x="1513108" y="1603954"/>
          <a:ext cx="7746199" cy="60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계좌번호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은행 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정산일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익월                              일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통장 사본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                     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PDF, JPG,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PNG,GIF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파일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포멧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최대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2MB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kern="0" spc="-3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F34C6CC-8614-A616-93D1-53A45582A8AB}"/>
              </a:ext>
            </a:extLst>
          </p:cNvPr>
          <p:cNvSpPr/>
          <p:nvPr/>
        </p:nvSpPr>
        <p:spPr>
          <a:xfrm>
            <a:off x="2634572" y="1644931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계좌번호를 입력하세요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"-"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입력 가능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799B386-FE17-3626-CE23-44BC784BCF69}"/>
              </a:ext>
            </a:extLst>
          </p:cNvPr>
          <p:cNvGrpSpPr/>
          <p:nvPr/>
        </p:nvGrpSpPr>
        <p:grpSpPr>
          <a:xfrm>
            <a:off x="6362958" y="1644931"/>
            <a:ext cx="957178" cy="216024"/>
            <a:chOff x="6150274" y="5266034"/>
            <a:chExt cx="957178" cy="216024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1E09423-0254-2AB2-85CB-6AEB11BFC436}"/>
                </a:ext>
              </a:extLst>
            </p:cNvPr>
            <p:cNvSpPr/>
            <p:nvPr/>
          </p:nvSpPr>
          <p:spPr>
            <a:xfrm>
              <a:off x="6150274" y="5266034"/>
              <a:ext cx="957178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선택</a:t>
              </a:r>
            </a:p>
          </p:txBody>
        </p:sp>
        <p:sp>
          <p:nvSpPr>
            <p:cNvPr id="11" name="Chevron Left">
              <a:extLst>
                <a:ext uri="{FF2B5EF4-FFF2-40B4-BE49-F238E27FC236}">
                  <a16:creationId xmlns:a16="http://schemas.microsoft.com/office/drawing/2014/main" id="{395CCF25-0450-2EBB-7395-EE9DF21E5658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6925615" y="533687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93C86FC-A01E-6A49-AAA1-D821B59C3D65}"/>
              </a:ext>
            </a:extLst>
          </p:cNvPr>
          <p:cNvSpPr/>
          <p:nvPr/>
        </p:nvSpPr>
        <p:spPr>
          <a:xfrm>
            <a:off x="6353479" y="1946537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cxnSp>
        <p:nvCxnSpPr>
          <p:cNvPr id="101" name="직선 연결선[R] 100">
            <a:extLst>
              <a:ext uri="{FF2B5EF4-FFF2-40B4-BE49-F238E27FC236}">
                <a16:creationId xmlns:a16="http://schemas.microsoft.com/office/drawing/2014/main" id="{4482D4D2-338A-53C1-E34F-21AFD8A7F51D}"/>
              </a:ext>
            </a:extLst>
          </p:cNvPr>
          <p:cNvCxnSpPr>
            <a:cxnSpLocks/>
          </p:cNvCxnSpPr>
          <p:nvPr/>
        </p:nvCxnSpPr>
        <p:spPr>
          <a:xfrm>
            <a:off x="1513228" y="1484784"/>
            <a:ext cx="148642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[R] 103">
            <a:extLst>
              <a:ext uri="{FF2B5EF4-FFF2-40B4-BE49-F238E27FC236}">
                <a16:creationId xmlns:a16="http://schemas.microsoft.com/office/drawing/2014/main" id="{2331D927-285F-BABC-73D0-1988537DD9B4}"/>
              </a:ext>
            </a:extLst>
          </p:cNvPr>
          <p:cNvCxnSpPr>
            <a:cxnSpLocks/>
          </p:cNvCxnSpPr>
          <p:nvPr/>
        </p:nvCxnSpPr>
        <p:spPr>
          <a:xfrm>
            <a:off x="1514889" y="1484784"/>
            <a:ext cx="692679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16467937-5ADC-A38A-67BF-E7CCED39147E}"/>
              </a:ext>
            </a:extLst>
          </p:cNvPr>
          <p:cNvSpPr txBox="1"/>
          <p:nvPr/>
        </p:nvSpPr>
        <p:spPr>
          <a:xfrm>
            <a:off x="1462450" y="1256337"/>
            <a:ext cx="7729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dirty="0">
                <a:latin typeface="+mn-ea"/>
                <a:ea typeface="+mn-ea"/>
              </a:rPr>
              <a:t>대한민국</a:t>
            </a:r>
            <a:r>
              <a:rPr kumimoji="1" lang="en-US" altLang="ko-KR" sz="800" dirty="0">
                <a:latin typeface="+mn-ea"/>
                <a:ea typeface="+mn-ea"/>
              </a:rPr>
              <a:t>(KR)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grpSp>
        <p:nvGrpSpPr>
          <p:cNvPr id="109" name="Click">
            <a:extLst>
              <a:ext uri="{FF2B5EF4-FFF2-40B4-BE49-F238E27FC236}">
                <a16:creationId xmlns:a16="http://schemas.microsoft.com/office/drawing/2014/main" id="{7E8548A8-3D9A-5679-35AB-5F6456FD8388}"/>
              </a:ext>
            </a:extLst>
          </p:cNvPr>
          <p:cNvGrpSpPr>
            <a:grpSpLocks noChangeAspect="1"/>
          </p:cNvGrpSpPr>
          <p:nvPr/>
        </p:nvGrpSpPr>
        <p:grpSpPr>
          <a:xfrm>
            <a:off x="2044610" y="1384922"/>
            <a:ext cx="204425" cy="291335"/>
            <a:chOff x="5294313" y="2197100"/>
            <a:chExt cx="530225" cy="755651"/>
          </a:xfrm>
        </p:grpSpPr>
        <p:sp>
          <p:nvSpPr>
            <p:cNvPr id="110" name="Arrow Cursor">
              <a:extLst>
                <a:ext uri="{FF2B5EF4-FFF2-40B4-BE49-F238E27FC236}">
                  <a16:creationId xmlns:a16="http://schemas.microsoft.com/office/drawing/2014/main" id="{A866BE4A-DBCF-6971-4FA1-9DBC2B702D4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11" name="Click">
              <a:extLst>
                <a:ext uri="{FF2B5EF4-FFF2-40B4-BE49-F238E27FC236}">
                  <a16:creationId xmlns:a16="http://schemas.microsoft.com/office/drawing/2014/main" id="{259DF0EC-A8EE-26B6-69A3-E7FDEBBE82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EF126E4E-36BC-0FE3-970E-88263F6E0496}"/>
              </a:ext>
            </a:extLst>
          </p:cNvPr>
          <p:cNvSpPr txBox="1"/>
          <p:nvPr/>
        </p:nvSpPr>
        <p:spPr>
          <a:xfrm>
            <a:off x="2305800" y="1256337"/>
            <a:ext cx="5822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미국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(US)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31884355-028C-659E-6D60-FADF500ABF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689762"/>
              </p:ext>
            </p:extLst>
          </p:nvPr>
        </p:nvGraphicFramePr>
        <p:xfrm>
          <a:off x="1513108" y="3114984"/>
          <a:ext cx="7746199" cy="901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Account Number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Bank Name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Accountholder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Routing Number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SWIFT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CODE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정산일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Next month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         </a:t>
                      </a:r>
                      <a:r>
                        <a:rPr lang="en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day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528474"/>
                  </a:ext>
                </a:extLst>
              </a:tr>
            </a:tbl>
          </a:graphicData>
        </a:graphic>
      </p:graphicFrame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1AAAA23C-777C-1606-D88B-AD18CDA6F36A}"/>
              </a:ext>
            </a:extLst>
          </p:cNvPr>
          <p:cNvSpPr/>
          <p:nvPr/>
        </p:nvSpPr>
        <p:spPr>
          <a:xfrm>
            <a:off x="2634572" y="3155961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계좌번호</a:t>
            </a:r>
          </a:p>
        </p:txBody>
      </p:sp>
      <p:cxnSp>
        <p:nvCxnSpPr>
          <p:cNvPr id="123" name="직선 연결선[R] 122">
            <a:extLst>
              <a:ext uri="{FF2B5EF4-FFF2-40B4-BE49-F238E27FC236}">
                <a16:creationId xmlns:a16="http://schemas.microsoft.com/office/drawing/2014/main" id="{5F3ED296-AE6D-32AA-0858-DAA387B75FD8}"/>
              </a:ext>
            </a:extLst>
          </p:cNvPr>
          <p:cNvCxnSpPr>
            <a:cxnSpLocks/>
          </p:cNvCxnSpPr>
          <p:nvPr/>
        </p:nvCxnSpPr>
        <p:spPr>
          <a:xfrm>
            <a:off x="1513228" y="2995814"/>
            <a:ext cx="148642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[R] 123">
            <a:extLst>
              <a:ext uri="{FF2B5EF4-FFF2-40B4-BE49-F238E27FC236}">
                <a16:creationId xmlns:a16="http://schemas.microsoft.com/office/drawing/2014/main" id="{4F7000CC-7C00-7F72-2748-0D171F494692}"/>
              </a:ext>
            </a:extLst>
          </p:cNvPr>
          <p:cNvCxnSpPr>
            <a:cxnSpLocks/>
          </p:cNvCxnSpPr>
          <p:nvPr/>
        </p:nvCxnSpPr>
        <p:spPr>
          <a:xfrm>
            <a:off x="2235419" y="2995814"/>
            <a:ext cx="764237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F2EB1F0C-BDBA-70A8-315A-D29311B63228}"/>
              </a:ext>
            </a:extLst>
          </p:cNvPr>
          <p:cNvSpPr txBox="1"/>
          <p:nvPr/>
        </p:nvSpPr>
        <p:spPr>
          <a:xfrm>
            <a:off x="1462450" y="2767367"/>
            <a:ext cx="7729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대한민국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(KR)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26" name="Click">
            <a:extLst>
              <a:ext uri="{FF2B5EF4-FFF2-40B4-BE49-F238E27FC236}">
                <a16:creationId xmlns:a16="http://schemas.microsoft.com/office/drawing/2014/main" id="{80C15084-89C8-0552-C3FE-589040CBD21E}"/>
              </a:ext>
            </a:extLst>
          </p:cNvPr>
          <p:cNvGrpSpPr>
            <a:grpSpLocks noChangeAspect="1"/>
          </p:cNvGrpSpPr>
          <p:nvPr/>
        </p:nvGrpSpPr>
        <p:grpSpPr>
          <a:xfrm>
            <a:off x="2589750" y="2895952"/>
            <a:ext cx="204425" cy="291335"/>
            <a:chOff x="5294313" y="2197100"/>
            <a:chExt cx="530225" cy="755651"/>
          </a:xfrm>
        </p:grpSpPr>
        <p:sp>
          <p:nvSpPr>
            <p:cNvPr id="127" name="Arrow Cursor">
              <a:extLst>
                <a:ext uri="{FF2B5EF4-FFF2-40B4-BE49-F238E27FC236}">
                  <a16:creationId xmlns:a16="http://schemas.microsoft.com/office/drawing/2014/main" id="{5CB4366C-3029-9535-2D31-0A74F393E1C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28" name="Click">
              <a:extLst>
                <a:ext uri="{FF2B5EF4-FFF2-40B4-BE49-F238E27FC236}">
                  <a16:creationId xmlns:a16="http://schemas.microsoft.com/office/drawing/2014/main" id="{F7F372DB-B87F-AAAB-3187-A4BC87E11A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D26DAED8-A369-2B9B-5718-4E09BCF8EA0C}"/>
              </a:ext>
            </a:extLst>
          </p:cNvPr>
          <p:cNvSpPr txBox="1"/>
          <p:nvPr/>
        </p:nvSpPr>
        <p:spPr>
          <a:xfrm>
            <a:off x="2305800" y="2767367"/>
            <a:ext cx="5822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미국</a:t>
            </a:r>
            <a:r>
              <a:rPr kumimoji="1" lang="en-US" altLang="ko-KR" sz="800" dirty="0">
                <a:latin typeface="+mn-ea"/>
                <a:ea typeface="+mn-ea"/>
              </a:rPr>
              <a:t>(US)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9829446E-636C-9D59-D806-1CB4C2FE39F8}"/>
              </a:ext>
            </a:extLst>
          </p:cNvPr>
          <p:cNvSpPr/>
          <p:nvPr/>
        </p:nvSpPr>
        <p:spPr>
          <a:xfrm>
            <a:off x="6349599" y="3155961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은행 명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6083AD16-F84A-E3EA-3BFB-4C971E28767E}"/>
              </a:ext>
            </a:extLst>
          </p:cNvPr>
          <p:cNvSpPr/>
          <p:nvPr/>
        </p:nvSpPr>
        <p:spPr>
          <a:xfrm>
            <a:off x="2634572" y="3456344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예금주 명 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F30D88DD-CD01-41F6-2CC7-4A37195BFC23}"/>
              </a:ext>
            </a:extLst>
          </p:cNvPr>
          <p:cNvSpPr/>
          <p:nvPr/>
        </p:nvSpPr>
        <p:spPr>
          <a:xfrm>
            <a:off x="6349598" y="3456344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은행 라우팅 번호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9430B9DA-AFF0-17B4-0DBD-38C9FE43E484}"/>
              </a:ext>
            </a:extLst>
          </p:cNvPr>
          <p:cNvSpPr/>
          <p:nvPr/>
        </p:nvSpPr>
        <p:spPr>
          <a:xfrm>
            <a:off x="2634572" y="3761144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스위프트 코드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44" name="Cutout">
            <a:extLst>
              <a:ext uri="{FF2B5EF4-FFF2-40B4-BE49-F238E27FC236}">
                <a16:creationId xmlns:a16="http://schemas.microsoft.com/office/drawing/2014/main" id="{A55A46F6-F871-DA59-258A-C69758586755}"/>
              </a:ext>
            </a:extLst>
          </p:cNvPr>
          <p:cNvGrpSpPr/>
          <p:nvPr/>
        </p:nvGrpSpPr>
        <p:grpSpPr>
          <a:xfrm rot="16200000">
            <a:off x="5285313" y="-1397821"/>
            <a:ext cx="177506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145" name="Fill">
              <a:extLst>
                <a:ext uri="{FF2B5EF4-FFF2-40B4-BE49-F238E27FC236}">
                  <a16:creationId xmlns:a16="http://schemas.microsoft.com/office/drawing/2014/main" id="{26A10510-F802-2155-C55C-4C71A6146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6" name="Border">
              <a:extLst>
                <a:ext uri="{FF2B5EF4-FFF2-40B4-BE49-F238E27FC236}">
                  <a16:creationId xmlns:a16="http://schemas.microsoft.com/office/drawing/2014/main" id="{00812067-27BA-92DE-225C-D6B4AA500E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EC125583-F94F-C698-D37A-EEA04B82E701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987847AF-E02B-4DCD-7E4F-FF9F250B8E42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C7D4712-4BF7-E439-7D99-F7E76DE51895}"/>
              </a:ext>
            </a:extLst>
          </p:cNvPr>
          <p:cNvGrpSpPr/>
          <p:nvPr/>
        </p:nvGrpSpPr>
        <p:grpSpPr>
          <a:xfrm>
            <a:off x="2897871" y="1949731"/>
            <a:ext cx="659057" cy="216024"/>
            <a:chOff x="6448394" y="5266034"/>
            <a:chExt cx="659057" cy="216024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99D466A-FECD-844B-4BB7-F4591503F465}"/>
                </a:ext>
              </a:extLst>
            </p:cNvPr>
            <p:cNvSpPr/>
            <p:nvPr/>
          </p:nvSpPr>
          <p:spPr>
            <a:xfrm>
              <a:off x="6448394" y="5266034"/>
              <a:ext cx="659057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선택</a:t>
              </a:r>
            </a:p>
          </p:txBody>
        </p:sp>
        <p:sp>
          <p:nvSpPr>
            <p:cNvPr id="22" name="Chevron Left">
              <a:extLst>
                <a:ext uri="{FF2B5EF4-FFF2-40B4-BE49-F238E27FC236}">
                  <a16:creationId xmlns:a16="http://schemas.microsoft.com/office/drawing/2014/main" id="{1FD243AA-0CEC-88EA-5812-951378DD18D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6925615" y="533687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CFCA6F0-DEED-504C-CA51-77EE98D0FD7A}"/>
              </a:ext>
            </a:extLst>
          </p:cNvPr>
          <p:cNvGrpSpPr/>
          <p:nvPr/>
        </p:nvGrpSpPr>
        <p:grpSpPr>
          <a:xfrm>
            <a:off x="6962574" y="3759869"/>
            <a:ext cx="659057" cy="216024"/>
            <a:chOff x="6448394" y="5266034"/>
            <a:chExt cx="659057" cy="216024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BADB03E-79A4-EF64-66F6-48B751A6A842}"/>
                </a:ext>
              </a:extLst>
            </p:cNvPr>
            <p:cNvSpPr/>
            <p:nvPr/>
          </p:nvSpPr>
          <p:spPr>
            <a:xfrm>
              <a:off x="6448394" y="5266034"/>
              <a:ext cx="659057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Select</a:t>
              </a:r>
              <a:endPara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5" name="Chevron Left">
              <a:extLst>
                <a:ext uri="{FF2B5EF4-FFF2-40B4-BE49-F238E27FC236}">
                  <a16:creationId xmlns:a16="http://schemas.microsoft.com/office/drawing/2014/main" id="{229C25FA-3E44-70BE-F222-E7F385F48AE0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6925615" y="533687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6" name="Teardrop 1">
            <a:extLst>
              <a:ext uri="{FF2B5EF4-FFF2-40B4-BE49-F238E27FC236}">
                <a16:creationId xmlns:a16="http://schemas.microsoft.com/office/drawing/2014/main" id="{A51D7255-043D-94FB-1BED-1DCB0F548D7E}"/>
              </a:ext>
            </a:extLst>
          </p:cNvPr>
          <p:cNvSpPr/>
          <p:nvPr/>
        </p:nvSpPr>
        <p:spPr>
          <a:xfrm rot="16200000" flipH="1" flipV="1">
            <a:off x="1363837" y="116338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Teardrop 1">
            <a:extLst>
              <a:ext uri="{FF2B5EF4-FFF2-40B4-BE49-F238E27FC236}">
                <a16:creationId xmlns:a16="http://schemas.microsoft.com/office/drawing/2014/main" id="{FA1B4561-0253-1563-34EF-7B4C1B5C8B1B}"/>
              </a:ext>
            </a:extLst>
          </p:cNvPr>
          <p:cNvSpPr/>
          <p:nvPr/>
        </p:nvSpPr>
        <p:spPr>
          <a:xfrm rot="16200000" flipH="1" flipV="1">
            <a:off x="1365459" y="305829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Teardrop 1">
            <a:extLst>
              <a:ext uri="{FF2B5EF4-FFF2-40B4-BE49-F238E27FC236}">
                <a16:creationId xmlns:a16="http://schemas.microsoft.com/office/drawing/2014/main" id="{31E8B6C3-3B94-B885-2733-4BB7C6C2B59C}"/>
              </a:ext>
            </a:extLst>
          </p:cNvPr>
          <p:cNvSpPr/>
          <p:nvPr/>
        </p:nvSpPr>
        <p:spPr>
          <a:xfrm rot="16200000" flipH="1" flipV="1">
            <a:off x="2813869" y="185128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ardrop 1">
            <a:extLst>
              <a:ext uri="{FF2B5EF4-FFF2-40B4-BE49-F238E27FC236}">
                <a16:creationId xmlns:a16="http://schemas.microsoft.com/office/drawing/2014/main" id="{CD34A52F-715F-D3B0-99D5-4B32244E6B9D}"/>
              </a:ext>
            </a:extLst>
          </p:cNvPr>
          <p:cNvSpPr/>
          <p:nvPr/>
        </p:nvSpPr>
        <p:spPr>
          <a:xfrm rot="16200000" flipH="1" flipV="1">
            <a:off x="6883374" y="368740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50F15E0-CB81-AC0A-45EF-FE40661E392B}"/>
              </a:ext>
            </a:extLst>
          </p:cNvPr>
          <p:cNvGrpSpPr/>
          <p:nvPr/>
        </p:nvGrpSpPr>
        <p:grpSpPr>
          <a:xfrm>
            <a:off x="1512625" y="848538"/>
            <a:ext cx="4046732" cy="261847"/>
            <a:chOff x="1512625" y="848538"/>
            <a:chExt cx="4046732" cy="261847"/>
          </a:xfrm>
        </p:grpSpPr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B0B88CE3-901A-E5C6-F185-3216B9E6810F}"/>
                </a:ext>
              </a:extLst>
            </p:cNvPr>
            <p:cNvGrpSpPr/>
            <p:nvPr/>
          </p:nvGrpSpPr>
          <p:grpSpPr>
            <a:xfrm>
              <a:off x="1512625" y="848538"/>
              <a:ext cx="3035049" cy="261847"/>
              <a:chOff x="1512625" y="1375459"/>
              <a:chExt cx="3035049" cy="261847"/>
            </a:xfrm>
          </p:grpSpPr>
          <p:sp>
            <p:nvSpPr>
              <p:cNvPr id="150" name="양쪽 모서리가 둥근 사각형 149">
                <a:extLst>
                  <a:ext uri="{FF2B5EF4-FFF2-40B4-BE49-F238E27FC236}">
                    <a16:creationId xmlns:a16="http://schemas.microsoft.com/office/drawing/2014/main" id="{992640A8-1C9A-AED7-E077-568812B408FD}"/>
                  </a:ext>
                </a:extLst>
              </p:cNvPr>
              <p:cNvSpPr/>
              <p:nvPr/>
            </p:nvSpPr>
            <p:spPr>
              <a:xfrm>
                <a:off x="1512625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기본정보</a:t>
                </a:r>
              </a:p>
            </p:txBody>
          </p:sp>
          <p:sp>
            <p:nvSpPr>
              <p:cNvPr id="151" name="양쪽 모서리가 둥근 사각형 150">
                <a:extLst>
                  <a:ext uri="{FF2B5EF4-FFF2-40B4-BE49-F238E27FC236}">
                    <a16:creationId xmlns:a16="http://schemas.microsoft.com/office/drawing/2014/main" id="{6CD0950E-0CAB-320E-177F-A6295BCE35A5}"/>
                  </a:ext>
                </a:extLst>
              </p:cNvPr>
              <p:cNvSpPr/>
              <p:nvPr/>
            </p:nvSpPr>
            <p:spPr>
              <a:xfrm>
                <a:off x="2524308" y="1375459"/>
                <a:ext cx="1011683" cy="261847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정산정보</a:t>
                </a:r>
              </a:p>
            </p:txBody>
          </p:sp>
          <p:sp>
            <p:nvSpPr>
              <p:cNvPr id="152" name="양쪽 모서리가 둥근 사각형 151">
                <a:extLst>
                  <a:ext uri="{FF2B5EF4-FFF2-40B4-BE49-F238E27FC236}">
                    <a16:creationId xmlns:a16="http://schemas.microsoft.com/office/drawing/2014/main" id="{9C4EE0D1-1632-2F77-6AC3-BCEB579524EE}"/>
                  </a:ext>
                </a:extLst>
              </p:cNvPr>
              <p:cNvSpPr/>
              <p:nvPr/>
            </p:nvSpPr>
            <p:spPr>
              <a:xfrm>
                <a:off x="3535991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취소 수수료 정보</a:t>
                </a:r>
              </a:p>
            </p:txBody>
          </p:sp>
        </p:grpSp>
        <p:sp>
          <p:nvSpPr>
            <p:cNvPr id="2" name="양쪽 모서리가 둥근 사각형 1">
              <a:extLst>
                <a:ext uri="{FF2B5EF4-FFF2-40B4-BE49-F238E27FC236}">
                  <a16:creationId xmlns:a16="http://schemas.microsoft.com/office/drawing/2014/main" id="{CA7F1F35-985C-A1EB-ECE2-5999627AE064}"/>
                </a:ext>
              </a:extLst>
            </p:cNvPr>
            <p:cNvSpPr/>
            <p:nvPr/>
          </p:nvSpPr>
          <p:spPr>
            <a:xfrm>
              <a:off x="4547674" y="848538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TAX/</a:t>
              </a:r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봉사료 정보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D7DD12C6-A4FF-0B36-5462-563287A8BE91}"/>
              </a:ext>
            </a:extLst>
          </p:cNvPr>
          <p:cNvGrpSpPr/>
          <p:nvPr/>
        </p:nvGrpSpPr>
        <p:grpSpPr>
          <a:xfrm rot="10800000">
            <a:off x="1343512" y="1112212"/>
            <a:ext cx="360000" cy="372571"/>
            <a:chOff x="3180625" y="5062589"/>
            <a:chExt cx="360000" cy="372571"/>
          </a:xfrm>
        </p:grpSpPr>
        <p:cxnSp>
          <p:nvCxnSpPr>
            <p:cNvPr id="14" name="직선 연결선 206">
              <a:extLst>
                <a:ext uri="{FF2B5EF4-FFF2-40B4-BE49-F238E27FC236}">
                  <a16:creationId xmlns:a16="http://schemas.microsoft.com/office/drawing/2014/main" id="{FFBD4365-6140-8A6F-C66C-1E6D6FDEA316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9CD05C3A-9419-9587-BC03-67ADD8B4F7E7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109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97354-3CFB-51EB-9FFB-EBEDBBC4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38091CFD-3340-8F9F-ACB9-91A767909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B801CF4-9E77-764C-C000-D1908DA3F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취소 수수료 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F0E952FB-9B9B-C7BE-9436-32297E892C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76D3137-8AEA-8D8B-8CD0-E257E8EA9B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EC0E26-90A7-FC44-D601-BB6845516781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E18BEAE-F8A0-5185-D8C6-8F62BE50CE46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A836923-A5D1-308F-6ED2-6E7590672E83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884D383C-1439-6632-C4FF-0FEFFA2C8EB4}"/>
              </a:ext>
            </a:extLst>
          </p:cNvPr>
          <p:cNvGraphicFramePr>
            <a:graphicFrameLocks noGrp="1"/>
          </p:cNvGraphicFramePr>
          <p:nvPr/>
        </p:nvGraphicFramePr>
        <p:xfrm>
          <a:off x="9406740" y="440717"/>
          <a:ext cx="2785260" cy="3461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취소 수수료 기준 일자 선택 </a:t>
                      </a:r>
                      <a:r>
                        <a:rPr lang="ko-KR" altLang="en-US" sz="800" b="1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셀렉트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박스</a:t>
                      </a: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선택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디폴트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일자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노쇼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셀렉트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박스가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"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"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이 거나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노쇼인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경우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"N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"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입력 필드 비활성화 처리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디폴트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정율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(%)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디폴트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정액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(KRW)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정액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(USD)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row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추가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row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삭제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AE3A3359-56C4-1FB3-FDBE-D0D294F4443B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FDD72906-9DB3-C074-A66B-4D8BD1226E0F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AE8B57B-CD95-B6E0-6A11-DB34F93B9CC2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E11546D1-F7D9-4C53-3D69-1718146F3F37}"/>
              </a:ext>
            </a:extLst>
          </p:cNvPr>
          <p:cNvSpPr/>
          <p:nvPr/>
        </p:nvSpPr>
        <p:spPr>
          <a:xfrm>
            <a:off x="4943872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2EC7318-C4E0-8568-A4F8-5BCC5DC8936E}"/>
              </a:ext>
            </a:extLst>
          </p:cNvPr>
          <p:cNvSpPr/>
          <p:nvPr/>
        </p:nvSpPr>
        <p:spPr>
          <a:xfrm>
            <a:off x="5615010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AED145D-9E27-FDB3-4662-FA6E15DBCE42}"/>
              </a:ext>
            </a:extLst>
          </p:cNvPr>
          <p:cNvGraphicFramePr>
            <a:graphicFrameLocks noGrp="1"/>
          </p:cNvGraphicFramePr>
          <p:nvPr/>
        </p:nvGraphicFramePr>
        <p:xfrm>
          <a:off x="1512625" y="1239803"/>
          <a:ext cx="7746199" cy="67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134240946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4175385041"/>
                    </a:ext>
                  </a:extLst>
                </a:gridCol>
              </a:tblGrid>
              <a:tr h="6770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취소 수수료 정보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24504"/>
                  </a:ext>
                </a:extLst>
              </a:tr>
            </a:tbl>
          </a:graphicData>
        </a:graphic>
      </p:graphicFrame>
      <p:sp>
        <p:nvSpPr>
          <p:cNvPr id="7" name="Text Box">
            <a:extLst>
              <a:ext uri="{FF2B5EF4-FFF2-40B4-BE49-F238E27FC236}">
                <a16:creationId xmlns:a16="http://schemas.microsoft.com/office/drawing/2014/main" id="{2822CBDE-787C-55AF-A877-EB1E874CC0CE}"/>
              </a:ext>
            </a:extLst>
          </p:cNvPr>
          <p:cNvSpPr/>
          <p:nvPr/>
        </p:nvSpPr>
        <p:spPr>
          <a:xfrm>
            <a:off x="5078695" y="1301135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CD45BAE4-2CAE-A544-2806-8AB1751D5CED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263842" y="1301135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24" name="Text Box">
              <a:extLst>
                <a:ext uri="{FF2B5EF4-FFF2-40B4-BE49-F238E27FC236}">
                  <a16:creationId xmlns:a16="http://schemas.microsoft.com/office/drawing/2014/main" id="{35CDAC0E-9D98-5AE3-FB3B-4B606C2C0952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</a:rPr>
                <a:t>선택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D1D2AFE-66A6-36E8-09A1-F2EEAE71646E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643B31A-4047-AB3F-8C02-09BD26F8269E}"/>
              </a:ext>
            </a:extLst>
          </p:cNvPr>
          <p:cNvSpPr txBox="1"/>
          <p:nvPr/>
        </p:nvSpPr>
        <p:spPr>
          <a:xfrm>
            <a:off x="4398838" y="1303972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7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073CFB21-F703-FC1C-36FA-637E0708DE5A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5816668" y="1308829"/>
            <a:ext cx="628341" cy="210314"/>
            <a:chOff x="424341" y="1281547"/>
            <a:chExt cx="1539495" cy="210314"/>
          </a:xfrm>
          <a:solidFill>
            <a:srgbClr val="FFFFFF"/>
          </a:solidFill>
        </p:grpSpPr>
        <p:sp>
          <p:nvSpPr>
            <p:cNvPr id="22" name="Text Box">
              <a:extLst>
                <a:ext uri="{FF2B5EF4-FFF2-40B4-BE49-F238E27FC236}">
                  <a16:creationId xmlns:a16="http://schemas.microsoft.com/office/drawing/2014/main" id="{70FAEDBF-87EB-647F-0434-8197562F9139}"/>
                </a:ext>
              </a:extLst>
            </p:cNvPr>
            <p:cNvSpPr/>
            <p:nvPr/>
          </p:nvSpPr>
          <p:spPr>
            <a:xfrm>
              <a:off x="424341" y="1281547"/>
              <a:ext cx="1539495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EF2D35B-4A25-DC4C-281A-FEE98D3302E4}"/>
                </a:ext>
              </a:extLst>
            </p:cNvPr>
            <p:cNvSpPr>
              <a:spLocks noChangeAspect="1"/>
            </p:cNvSpPr>
            <p:nvPr>
              <p:custDataLst>
                <p:tags r:id="rId31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3187B022-19D2-9513-645B-076672C5409F}"/>
              </a:ext>
            </a:extLst>
          </p:cNvPr>
          <p:cNvSpPr txBox="1"/>
          <p:nvPr/>
        </p:nvSpPr>
        <p:spPr>
          <a:xfrm>
            <a:off x="2589750" y="1301348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27" name="Text Box">
            <a:extLst>
              <a:ext uri="{FF2B5EF4-FFF2-40B4-BE49-F238E27FC236}">
                <a16:creationId xmlns:a16="http://schemas.microsoft.com/office/drawing/2014/main" id="{2B89A8FB-2816-4A90-11CF-A712EA56AE6A}"/>
              </a:ext>
            </a:extLst>
          </p:cNvPr>
          <p:cNvSpPr/>
          <p:nvPr/>
        </p:nvSpPr>
        <p:spPr>
          <a:xfrm>
            <a:off x="5078695" y="1602931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30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B7F7EA5C-491C-4D1B-7BC2-16B969B63A5E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816668" y="1610625"/>
            <a:ext cx="628341" cy="210314"/>
            <a:chOff x="424341" y="1281547"/>
            <a:chExt cx="1539495" cy="210314"/>
          </a:xfrm>
          <a:solidFill>
            <a:srgbClr val="FFFFFF"/>
          </a:solidFill>
        </p:grpSpPr>
        <p:sp>
          <p:nvSpPr>
            <p:cNvPr id="34" name="Text Box">
              <a:extLst>
                <a:ext uri="{FF2B5EF4-FFF2-40B4-BE49-F238E27FC236}">
                  <a16:creationId xmlns:a16="http://schemas.microsoft.com/office/drawing/2014/main" id="{0170F9B5-1662-572C-0193-585FED372171}"/>
                </a:ext>
              </a:extLst>
            </p:cNvPr>
            <p:cNvSpPr/>
            <p:nvPr/>
          </p:nvSpPr>
          <p:spPr>
            <a:xfrm>
              <a:off x="424341" y="1281547"/>
              <a:ext cx="1539495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2561773-88C6-579D-9F4D-33C894660053}"/>
                </a:ext>
              </a:extLst>
            </p:cNvPr>
            <p:cNvSpPr>
              <a:spLocks noChangeAspect="1"/>
            </p:cNvSpPr>
            <p:nvPr>
              <p:custDataLst>
                <p:tags r:id="rId30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F584EE52-4FF5-585F-653B-05F3AB00EC59}"/>
              </a:ext>
            </a:extLst>
          </p:cNvPr>
          <p:cNvSpPr txBox="1"/>
          <p:nvPr/>
        </p:nvSpPr>
        <p:spPr>
          <a:xfrm>
            <a:off x="2589750" y="1603144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441E976-DF98-16A1-016D-E128BBCAB1A3}"/>
              </a:ext>
            </a:extLst>
          </p:cNvPr>
          <p:cNvSpPr/>
          <p:nvPr/>
        </p:nvSpPr>
        <p:spPr>
          <a:xfrm>
            <a:off x="6516044" y="1616472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7AB812C-EF1D-F7C8-A020-94233299B64E}"/>
              </a:ext>
            </a:extLst>
          </p:cNvPr>
          <p:cNvSpPr txBox="1"/>
          <p:nvPr/>
        </p:nvSpPr>
        <p:spPr>
          <a:xfrm>
            <a:off x="5952848" y="1055049"/>
            <a:ext cx="12362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디폴트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정율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(%)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,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 정액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원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165BE5E-D0A8-5F92-7AE4-632A6AA17B51}"/>
              </a:ext>
            </a:extLst>
          </p:cNvPr>
          <p:cNvSpPr/>
          <p:nvPr/>
        </p:nvSpPr>
        <p:spPr>
          <a:xfrm>
            <a:off x="6516044" y="1311672"/>
            <a:ext cx="537082" cy="1916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pSp>
        <p:nvGrpSpPr>
          <p:cNvPr id="5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D2372693-59ED-C811-6EC1-3EDB0FD679E3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3263842" y="1607008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55" name="Text Box">
              <a:extLst>
                <a:ext uri="{FF2B5EF4-FFF2-40B4-BE49-F238E27FC236}">
                  <a16:creationId xmlns:a16="http://schemas.microsoft.com/office/drawing/2014/main" id="{261F78A2-5E81-22E9-D242-BAA3F4BDD53A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</a:rPr>
                <a:t>선택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0D63B44-BA60-1781-60A1-3AFB2DCDFD60}"/>
                </a:ext>
              </a:extLst>
            </p:cNvPr>
            <p:cNvSpPr>
              <a:spLocks noChangeAspect="1"/>
            </p:cNvSpPr>
            <p:nvPr>
              <p:custDataLst>
                <p:tags r:id="rId29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7" name="Text Box">
            <a:extLst>
              <a:ext uri="{FF2B5EF4-FFF2-40B4-BE49-F238E27FC236}">
                <a16:creationId xmlns:a16="http://schemas.microsoft.com/office/drawing/2014/main" id="{2718161D-9967-D3AA-AF3D-DD02330981BD}"/>
              </a:ext>
            </a:extLst>
          </p:cNvPr>
          <p:cNvSpPr/>
          <p:nvPr/>
        </p:nvSpPr>
        <p:spPr>
          <a:xfrm>
            <a:off x="3803404" y="1301135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58" name="Text Box">
            <a:extLst>
              <a:ext uri="{FF2B5EF4-FFF2-40B4-BE49-F238E27FC236}">
                <a16:creationId xmlns:a16="http://schemas.microsoft.com/office/drawing/2014/main" id="{814EE15D-CBEE-1F92-23F4-A1ABF63F446D}"/>
              </a:ext>
            </a:extLst>
          </p:cNvPr>
          <p:cNvSpPr/>
          <p:nvPr/>
        </p:nvSpPr>
        <p:spPr>
          <a:xfrm>
            <a:off x="3803404" y="1602931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9CB59EA-3A24-A205-FF38-EEFB40087B04}"/>
              </a:ext>
            </a:extLst>
          </p:cNvPr>
          <p:cNvSpPr txBox="1"/>
          <p:nvPr/>
        </p:nvSpPr>
        <p:spPr>
          <a:xfrm>
            <a:off x="4398838" y="1609845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93D1FC9-51AF-6D86-C442-90A8358D3E8D}"/>
              </a:ext>
            </a:extLst>
          </p:cNvPr>
          <p:cNvSpPr txBox="1"/>
          <p:nvPr/>
        </p:nvSpPr>
        <p:spPr>
          <a:xfrm>
            <a:off x="3944981" y="1795442"/>
            <a:ext cx="89800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↑ 숫자만 입력 허용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61" name="Cutout">
            <a:extLst>
              <a:ext uri="{FF2B5EF4-FFF2-40B4-BE49-F238E27FC236}">
                <a16:creationId xmlns:a16="http://schemas.microsoft.com/office/drawing/2014/main" id="{7C0D7CAB-03FE-7AB2-0A04-33D1AEAA16D6}"/>
              </a:ext>
            </a:extLst>
          </p:cNvPr>
          <p:cNvGrpSpPr/>
          <p:nvPr/>
        </p:nvGrpSpPr>
        <p:grpSpPr>
          <a:xfrm rot="16200000">
            <a:off x="5285313" y="-1776006"/>
            <a:ext cx="177506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62" name="Fill">
              <a:extLst>
                <a:ext uri="{FF2B5EF4-FFF2-40B4-BE49-F238E27FC236}">
                  <a16:creationId xmlns:a16="http://schemas.microsoft.com/office/drawing/2014/main" id="{8685A296-42F2-263C-CC8F-D27326DAD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Border">
              <a:extLst>
                <a:ext uri="{FF2B5EF4-FFF2-40B4-BE49-F238E27FC236}">
                  <a16:creationId xmlns:a16="http://schemas.microsoft.com/office/drawing/2014/main" id="{ECD2E2F8-89B3-5BE8-7C35-CEA176BADA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0127A628-E53D-5566-03B9-CF2D0591B6B6}"/>
              </a:ext>
            </a:extLst>
          </p:cNvPr>
          <p:cNvGraphicFramePr>
            <a:graphicFrameLocks noGrp="1"/>
          </p:cNvGraphicFramePr>
          <p:nvPr/>
        </p:nvGraphicFramePr>
        <p:xfrm>
          <a:off x="1512625" y="2501382"/>
          <a:ext cx="7746199" cy="17633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134240946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4175385041"/>
                    </a:ext>
                  </a:extLst>
                </a:gridCol>
              </a:tblGrid>
              <a:tr h="17633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취소 수수료 정보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24504"/>
                  </a:ext>
                </a:extLst>
              </a:tr>
            </a:tbl>
          </a:graphicData>
        </a:graphic>
      </p:graphicFrame>
      <p:sp>
        <p:nvSpPr>
          <p:cNvPr id="67" name="Text Box">
            <a:extLst>
              <a:ext uri="{FF2B5EF4-FFF2-40B4-BE49-F238E27FC236}">
                <a16:creationId xmlns:a16="http://schemas.microsoft.com/office/drawing/2014/main" id="{10AE068F-000C-E09E-2811-DAC1FE2D4593}"/>
              </a:ext>
            </a:extLst>
          </p:cNvPr>
          <p:cNvSpPr/>
          <p:nvPr/>
        </p:nvSpPr>
        <p:spPr>
          <a:xfrm>
            <a:off x="5137982" y="256271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100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68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98635E84-561A-B677-C6DA-998B607E8A20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263842" y="2562714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69" name="Text Box">
              <a:extLst>
                <a:ext uri="{FF2B5EF4-FFF2-40B4-BE49-F238E27FC236}">
                  <a16:creationId xmlns:a16="http://schemas.microsoft.com/office/drawing/2014/main" id="{3AE33AD4-DE9B-C9D7-E55B-04C624C5B61C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65795D0-E4C3-D01E-BBB7-A21B1CA7B7BF}"/>
                </a:ext>
              </a:extLst>
            </p:cNvPr>
            <p:cNvSpPr>
              <a:spLocks noChangeAspect="1"/>
            </p:cNvSpPr>
            <p:nvPr>
              <p:custDataLst>
                <p:tags r:id="rId28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0B5CF742-31A2-012B-12EE-7ED70FC5507B}"/>
              </a:ext>
            </a:extLst>
          </p:cNvPr>
          <p:cNvSpPr txBox="1"/>
          <p:nvPr/>
        </p:nvSpPr>
        <p:spPr>
          <a:xfrm>
            <a:off x="4398838" y="2565551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72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2F694F7C-346F-EADB-D47F-731E8AC26D96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5868423" y="2570408"/>
            <a:ext cx="720293" cy="210314"/>
            <a:chOff x="199050" y="1281547"/>
            <a:chExt cx="1764786" cy="210314"/>
          </a:xfrm>
          <a:solidFill>
            <a:srgbClr val="FFFFFF"/>
          </a:solidFill>
        </p:grpSpPr>
        <p:sp>
          <p:nvSpPr>
            <p:cNvPr id="73" name="Text Box">
              <a:extLst>
                <a:ext uri="{FF2B5EF4-FFF2-40B4-BE49-F238E27FC236}">
                  <a16:creationId xmlns:a16="http://schemas.microsoft.com/office/drawing/2014/main" id="{63096AEC-28F2-0349-2BDD-88FF4F005D0F}"/>
                </a:ext>
              </a:extLst>
            </p:cNvPr>
            <p:cNvSpPr/>
            <p:nvPr/>
          </p:nvSpPr>
          <p:spPr>
            <a:xfrm>
              <a:off x="199050" y="1281547"/>
              <a:ext cx="1764786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F065413-A9CB-5243-9BF8-29F1DE8E039F}"/>
                </a:ext>
              </a:extLst>
            </p:cNvPr>
            <p:cNvSpPr>
              <a:spLocks noChangeAspect="1"/>
            </p:cNvSpPr>
            <p:nvPr>
              <p:custDataLst>
                <p:tags r:id="rId27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DA5434E9-81BA-A632-2FEB-9E897D9360DE}"/>
              </a:ext>
            </a:extLst>
          </p:cNvPr>
          <p:cNvSpPr txBox="1"/>
          <p:nvPr/>
        </p:nvSpPr>
        <p:spPr>
          <a:xfrm>
            <a:off x="2589750" y="2562927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45F4E90-3B0C-B6E8-7CF2-D72F6A17B14E}"/>
              </a:ext>
            </a:extLst>
          </p:cNvPr>
          <p:cNvSpPr txBox="1"/>
          <p:nvPr/>
        </p:nvSpPr>
        <p:spPr>
          <a:xfrm>
            <a:off x="4802610" y="2086461"/>
            <a:ext cx="12170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케이스 별 화면 출력 예시</a:t>
            </a:r>
            <a:endParaRPr lang="en-US" altLang="ko-KR" sz="70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1DFC7850-E812-FA40-8457-0775542E3C2A}"/>
              </a:ext>
            </a:extLst>
          </p:cNvPr>
          <p:cNvSpPr/>
          <p:nvPr/>
        </p:nvSpPr>
        <p:spPr>
          <a:xfrm>
            <a:off x="6639038" y="2573251"/>
            <a:ext cx="537082" cy="1916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91" name="Text Box">
            <a:extLst>
              <a:ext uri="{FF2B5EF4-FFF2-40B4-BE49-F238E27FC236}">
                <a16:creationId xmlns:a16="http://schemas.microsoft.com/office/drawing/2014/main" id="{1067A6FF-CC07-66A0-F66E-41AC384F7B2D}"/>
              </a:ext>
            </a:extLst>
          </p:cNvPr>
          <p:cNvSpPr/>
          <p:nvPr/>
        </p:nvSpPr>
        <p:spPr>
          <a:xfrm>
            <a:off x="3803404" y="256271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1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95" name="Text Box">
            <a:extLst>
              <a:ext uri="{FF2B5EF4-FFF2-40B4-BE49-F238E27FC236}">
                <a16:creationId xmlns:a16="http://schemas.microsoft.com/office/drawing/2014/main" id="{9131F7B9-58C4-9360-941B-508A9FD03EEE}"/>
              </a:ext>
            </a:extLst>
          </p:cNvPr>
          <p:cNvSpPr/>
          <p:nvPr/>
        </p:nvSpPr>
        <p:spPr>
          <a:xfrm>
            <a:off x="5137982" y="285825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040C28"/>
                </a:solidFill>
                <a:latin typeface="Arial" panose="020B0604020202020204" pitchFamily="34" charset="0"/>
              </a:rPr>
              <a:t>0</a:t>
            </a:r>
          </a:p>
        </p:txBody>
      </p:sp>
      <p:grpSp>
        <p:nvGrpSpPr>
          <p:cNvPr id="96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2B902836-D9D7-EB88-797F-ACB92FC83FAA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3263842" y="2858254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97" name="Text Box">
              <a:extLst>
                <a:ext uri="{FF2B5EF4-FFF2-40B4-BE49-F238E27FC236}">
                  <a16:creationId xmlns:a16="http://schemas.microsoft.com/office/drawing/2014/main" id="{CA14C8E8-9364-64A1-804B-F4F9845B77C5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8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0BCBD7E4-FDFB-E23F-6428-50E903666366}"/>
                </a:ext>
              </a:extLst>
            </p:cNvPr>
            <p:cNvSpPr>
              <a:spLocks noChangeAspect="1"/>
            </p:cNvSpPr>
            <p:nvPr>
              <p:custDataLst>
                <p:tags r:id="rId26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6ED37CDD-4FC7-AD47-BF08-84C0F993A8F8}"/>
              </a:ext>
            </a:extLst>
          </p:cNvPr>
          <p:cNvSpPr txBox="1"/>
          <p:nvPr/>
        </p:nvSpPr>
        <p:spPr>
          <a:xfrm>
            <a:off x="4398838" y="2861091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00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0D4C0A91-1DD6-EE45-0812-C3DCB2E52E0F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5868423" y="2865948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02" name="Text Box">
              <a:extLst>
                <a:ext uri="{FF2B5EF4-FFF2-40B4-BE49-F238E27FC236}">
                  <a16:creationId xmlns:a16="http://schemas.microsoft.com/office/drawing/2014/main" id="{EDA10841-68C3-8438-98BE-27FC837D9C38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</a:p>
          </p:txBody>
        </p:sp>
        <p:sp>
          <p:nvSpPr>
            <p:cNvPr id="103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5ECD84C-D079-8C38-4A32-8D869832C1D0}"/>
                </a:ext>
              </a:extLst>
            </p:cNvPr>
            <p:cNvSpPr>
              <a:spLocks noChangeAspect="1"/>
            </p:cNvSpPr>
            <p:nvPr>
              <p:custDataLst>
                <p:tags r:id="rId25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F0C42234-48EC-BB2F-E022-3F329C3A3B97}"/>
              </a:ext>
            </a:extLst>
          </p:cNvPr>
          <p:cNvSpPr txBox="1"/>
          <p:nvPr/>
        </p:nvSpPr>
        <p:spPr>
          <a:xfrm>
            <a:off x="2589750" y="2858467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07" name="Text Box">
            <a:extLst>
              <a:ext uri="{FF2B5EF4-FFF2-40B4-BE49-F238E27FC236}">
                <a16:creationId xmlns:a16="http://schemas.microsoft.com/office/drawing/2014/main" id="{5BAD5780-C686-D76E-944A-7378990CED75}"/>
              </a:ext>
            </a:extLst>
          </p:cNvPr>
          <p:cNvSpPr/>
          <p:nvPr/>
        </p:nvSpPr>
        <p:spPr>
          <a:xfrm>
            <a:off x="3803404" y="285825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30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0FDDAAEA-D320-2351-9936-646CC8D0C794}"/>
              </a:ext>
            </a:extLst>
          </p:cNvPr>
          <p:cNvSpPr/>
          <p:nvPr/>
        </p:nvSpPr>
        <p:spPr>
          <a:xfrm>
            <a:off x="6639038" y="2874538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52" name="Text Box">
            <a:extLst>
              <a:ext uri="{FF2B5EF4-FFF2-40B4-BE49-F238E27FC236}">
                <a16:creationId xmlns:a16="http://schemas.microsoft.com/office/drawing/2014/main" id="{5CDC2B3F-B7C1-722D-E6F4-823908CB7551}"/>
              </a:ext>
            </a:extLst>
          </p:cNvPr>
          <p:cNvSpPr/>
          <p:nvPr/>
        </p:nvSpPr>
        <p:spPr>
          <a:xfrm>
            <a:off x="5137982" y="3143223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2,000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53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5778DAE5-9AA3-3011-7DD1-6DCB208B1D02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3263842" y="3143223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54" name="Text Box">
              <a:extLst>
                <a:ext uri="{FF2B5EF4-FFF2-40B4-BE49-F238E27FC236}">
                  <a16:creationId xmlns:a16="http://schemas.microsoft.com/office/drawing/2014/main" id="{6CA4C84A-6D08-BA20-8CB7-AF32BB63B7A1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5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02E013A-1556-6D47-00C0-796C2EB1AB81}"/>
                </a:ext>
              </a:extLst>
            </p:cNvPr>
            <p:cNvSpPr>
              <a:spLocks noChangeAspect="1"/>
            </p:cNvSpPr>
            <p:nvPr>
              <p:custDataLst>
                <p:tags r:id="rId24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56" name="TextBox 155">
            <a:extLst>
              <a:ext uri="{FF2B5EF4-FFF2-40B4-BE49-F238E27FC236}">
                <a16:creationId xmlns:a16="http://schemas.microsoft.com/office/drawing/2014/main" id="{56D377BC-6081-2057-15EF-6F98EF69D5AF}"/>
              </a:ext>
            </a:extLst>
          </p:cNvPr>
          <p:cNvSpPr txBox="1"/>
          <p:nvPr/>
        </p:nvSpPr>
        <p:spPr>
          <a:xfrm>
            <a:off x="4398838" y="3146060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57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997E4D01-79F5-F711-8CE5-FF311B93F5A2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5868423" y="3150917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58" name="Text Box">
              <a:extLst>
                <a:ext uri="{FF2B5EF4-FFF2-40B4-BE49-F238E27FC236}">
                  <a16:creationId xmlns:a16="http://schemas.microsoft.com/office/drawing/2014/main" id="{0457962D-0D51-2CE3-13CB-DB3311D8DCF6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정액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 (KRW)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9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89E12E9-E28B-62F5-D1DA-1840A6C7ED80}"/>
                </a:ext>
              </a:extLst>
            </p:cNvPr>
            <p:cNvSpPr>
              <a:spLocks noChangeAspect="1"/>
            </p:cNvSpPr>
            <p:nvPr>
              <p:custDataLst>
                <p:tags r:id="rId23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19F72D36-1AC5-91A2-4A37-D4B1F6E2B277}"/>
              </a:ext>
            </a:extLst>
          </p:cNvPr>
          <p:cNvSpPr txBox="1"/>
          <p:nvPr/>
        </p:nvSpPr>
        <p:spPr>
          <a:xfrm>
            <a:off x="2589750" y="3143436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61" name="Text Box">
            <a:extLst>
              <a:ext uri="{FF2B5EF4-FFF2-40B4-BE49-F238E27FC236}">
                <a16:creationId xmlns:a16="http://schemas.microsoft.com/office/drawing/2014/main" id="{980B1345-9877-E06A-85FC-601E9B30B5D3}"/>
              </a:ext>
            </a:extLst>
          </p:cNvPr>
          <p:cNvSpPr/>
          <p:nvPr/>
        </p:nvSpPr>
        <p:spPr>
          <a:xfrm>
            <a:off x="3803404" y="3143223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3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C42F4717-B3D0-CAC4-4BC1-8F52B8B38B49}"/>
              </a:ext>
            </a:extLst>
          </p:cNvPr>
          <p:cNvSpPr/>
          <p:nvPr/>
        </p:nvSpPr>
        <p:spPr>
          <a:xfrm>
            <a:off x="6639038" y="3159507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63" name="Text Box">
            <a:extLst>
              <a:ext uri="{FF2B5EF4-FFF2-40B4-BE49-F238E27FC236}">
                <a16:creationId xmlns:a16="http://schemas.microsoft.com/office/drawing/2014/main" id="{39DA35E2-99ED-A6A8-75B3-F5B7C52A6A44}"/>
              </a:ext>
            </a:extLst>
          </p:cNvPr>
          <p:cNvSpPr/>
          <p:nvPr/>
        </p:nvSpPr>
        <p:spPr>
          <a:xfrm>
            <a:off x="5137982" y="34242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040C28"/>
                </a:solidFill>
                <a:latin typeface="Arial" panose="020B0604020202020204" pitchFamily="34" charset="0"/>
              </a:rPr>
              <a:t>300</a:t>
            </a:r>
          </a:p>
        </p:txBody>
      </p:sp>
      <p:grpSp>
        <p:nvGrpSpPr>
          <p:cNvPr id="16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2ABEE991-562D-82C3-57F6-7031B03D5E41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3263842" y="3424208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65" name="Text Box">
              <a:extLst>
                <a:ext uri="{FF2B5EF4-FFF2-40B4-BE49-F238E27FC236}">
                  <a16:creationId xmlns:a16="http://schemas.microsoft.com/office/drawing/2014/main" id="{4788C43D-491D-DA6D-C918-812EF0C0C4E0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6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60EC53A-05A3-520B-5BAE-A1D1C9100CBB}"/>
                </a:ext>
              </a:extLst>
            </p:cNvPr>
            <p:cNvSpPr>
              <a:spLocks noChangeAspect="1"/>
            </p:cNvSpPr>
            <p:nvPr>
              <p:custDataLst>
                <p:tags r:id="rId22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AB5788E-7EA4-4D1E-019F-5D362D804811}"/>
              </a:ext>
            </a:extLst>
          </p:cNvPr>
          <p:cNvSpPr txBox="1"/>
          <p:nvPr/>
        </p:nvSpPr>
        <p:spPr>
          <a:xfrm>
            <a:off x="4398838" y="3427045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68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44BBB4DF-CAC9-A2F4-75B6-808336AA835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5868423" y="3431902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69" name="Text Box">
              <a:extLst>
                <a:ext uri="{FF2B5EF4-FFF2-40B4-BE49-F238E27FC236}">
                  <a16:creationId xmlns:a16="http://schemas.microsoft.com/office/drawing/2014/main" id="{54DCD303-8376-827B-61E0-811F0949C57F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정액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 (USD)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0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F31D9FF-F348-46F4-C624-14D7697D3DCB}"/>
                </a:ext>
              </a:extLst>
            </p:cNvPr>
            <p:cNvSpPr>
              <a:spLocks noChangeAspect="1"/>
            </p:cNvSpPr>
            <p:nvPr>
              <p:custDataLst>
                <p:tags r:id="rId21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71" name="TextBox 170">
            <a:extLst>
              <a:ext uri="{FF2B5EF4-FFF2-40B4-BE49-F238E27FC236}">
                <a16:creationId xmlns:a16="http://schemas.microsoft.com/office/drawing/2014/main" id="{5DAA030B-561D-5D2E-1704-315DE56FC0D4}"/>
              </a:ext>
            </a:extLst>
          </p:cNvPr>
          <p:cNvSpPr txBox="1"/>
          <p:nvPr/>
        </p:nvSpPr>
        <p:spPr>
          <a:xfrm>
            <a:off x="2589750" y="3424421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72" name="Text Box">
            <a:extLst>
              <a:ext uri="{FF2B5EF4-FFF2-40B4-BE49-F238E27FC236}">
                <a16:creationId xmlns:a16="http://schemas.microsoft.com/office/drawing/2014/main" id="{6F575DFA-64D8-3ADF-5EB8-3E287A7FBD69}"/>
              </a:ext>
            </a:extLst>
          </p:cNvPr>
          <p:cNvSpPr/>
          <p:nvPr/>
        </p:nvSpPr>
        <p:spPr>
          <a:xfrm>
            <a:off x="3803404" y="34242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7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0404C9FB-5C4F-8894-C7EA-1C053B90CA74}"/>
              </a:ext>
            </a:extLst>
          </p:cNvPr>
          <p:cNvSpPr/>
          <p:nvPr/>
        </p:nvSpPr>
        <p:spPr>
          <a:xfrm>
            <a:off x="6639038" y="3440492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848CF937-46DE-5275-D9B2-CDFE227E7A23}"/>
              </a:ext>
            </a:extLst>
          </p:cNvPr>
          <p:cNvSpPr txBox="1"/>
          <p:nvPr/>
        </p:nvSpPr>
        <p:spPr>
          <a:xfrm>
            <a:off x="7141239" y="2570405"/>
            <a:ext cx="180049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취소 수수료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100%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이면 </a:t>
            </a:r>
            <a:r>
              <a:rPr lang="ko-KR" altLang="en-US" sz="6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취소 불가라는 의미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임</a:t>
            </a:r>
            <a:endParaRPr lang="en-US" altLang="ko-KR" sz="6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3E03E004-AEF0-4604-24D3-F679CA2E5430}"/>
              </a:ext>
            </a:extLst>
          </p:cNvPr>
          <p:cNvSpPr txBox="1"/>
          <p:nvPr/>
        </p:nvSpPr>
        <p:spPr>
          <a:xfrm>
            <a:off x="7141239" y="2881536"/>
            <a:ext cx="194476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취소 수수료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0%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이면 </a:t>
            </a:r>
            <a:r>
              <a:rPr lang="ko-KR" altLang="en-US" sz="6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취소 수수료가 없다는 의미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임</a:t>
            </a:r>
            <a:endParaRPr lang="en-US" altLang="ko-KR" sz="6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EAF5908-DD5E-B274-EF74-996BB90A1CD2}"/>
              </a:ext>
            </a:extLst>
          </p:cNvPr>
          <p:cNvSpPr txBox="1"/>
          <p:nvPr/>
        </p:nvSpPr>
        <p:spPr>
          <a:xfrm>
            <a:off x="7124852" y="3157062"/>
            <a:ext cx="124104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일반 적인 정액 케이스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(KRW)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A07CB14D-3919-C950-40A1-120BF2305BA0}"/>
              </a:ext>
            </a:extLst>
          </p:cNvPr>
          <p:cNvSpPr txBox="1"/>
          <p:nvPr/>
        </p:nvSpPr>
        <p:spPr>
          <a:xfrm>
            <a:off x="7124852" y="3442197"/>
            <a:ext cx="121860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일반 적인 정액 케이스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en-US" altLang="ko-KR" sz="600" i="1" dirty="0">
                <a:solidFill>
                  <a:srgbClr val="C00000"/>
                </a:solidFill>
                <a:latin typeface="+mn-ea"/>
                <a:ea typeface="+mn-ea"/>
              </a:rPr>
              <a:t>USD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179" name="Text Box">
            <a:extLst>
              <a:ext uri="{FF2B5EF4-FFF2-40B4-BE49-F238E27FC236}">
                <a16:creationId xmlns:a16="http://schemas.microsoft.com/office/drawing/2014/main" id="{99B3430A-AD3B-7550-5A9D-72A55330C1BE}"/>
              </a:ext>
            </a:extLst>
          </p:cNvPr>
          <p:cNvSpPr/>
          <p:nvPr/>
        </p:nvSpPr>
        <p:spPr>
          <a:xfrm>
            <a:off x="4712601" y="3974580"/>
            <a:ext cx="438366" cy="210314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rgbClr val="040C28"/>
                </a:solidFill>
                <a:latin typeface="Arial" panose="020B0604020202020204" pitchFamily="34" charset="0"/>
              </a:rPr>
              <a:t>100</a:t>
            </a:r>
            <a:endParaRPr lang="en-US" sz="7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80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83279B72-C5CC-C21E-C379-7EF50915D0FB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3263842" y="3966886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81" name="Text Box">
              <a:extLst>
                <a:ext uri="{FF2B5EF4-FFF2-40B4-BE49-F238E27FC236}">
                  <a16:creationId xmlns:a16="http://schemas.microsoft.com/office/drawing/2014/main" id="{732731E5-77FA-DD5D-AF3F-0C30CA5CFACE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노쇼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2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8434D2E-7CA6-CE39-AA58-6B46D51EFBD9}"/>
                </a:ext>
              </a:extLst>
            </p:cNvPr>
            <p:cNvSpPr>
              <a:spLocks noChangeAspect="1"/>
            </p:cNvSpPr>
            <p:nvPr>
              <p:custDataLst>
                <p:tags r:id="rId20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587BDA99-E990-D7B9-DF48-8EBE5129AD2A}"/>
              </a:ext>
            </a:extLst>
          </p:cNvPr>
          <p:cNvSpPr txBox="1"/>
          <p:nvPr/>
        </p:nvSpPr>
        <p:spPr>
          <a:xfrm>
            <a:off x="4398838" y="3969723"/>
            <a:ext cx="2808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시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8810F671-88C8-E776-A68A-81A15BE2F11D}"/>
              </a:ext>
            </a:extLst>
          </p:cNvPr>
          <p:cNvSpPr txBox="1"/>
          <p:nvPr/>
        </p:nvSpPr>
        <p:spPr>
          <a:xfrm>
            <a:off x="2589750" y="3967099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85" name="Text Box">
            <a:extLst>
              <a:ext uri="{FF2B5EF4-FFF2-40B4-BE49-F238E27FC236}">
                <a16:creationId xmlns:a16="http://schemas.microsoft.com/office/drawing/2014/main" id="{6072C5C0-5051-A761-4837-67619247CA3E}"/>
              </a:ext>
            </a:extLst>
          </p:cNvPr>
          <p:cNvSpPr/>
          <p:nvPr/>
        </p:nvSpPr>
        <p:spPr>
          <a:xfrm>
            <a:off x="3803404" y="3966886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E21565A3-5013-39FA-C911-C95F5909666F}"/>
              </a:ext>
            </a:extLst>
          </p:cNvPr>
          <p:cNvSpPr/>
          <p:nvPr/>
        </p:nvSpPr>
        <p:spPr>
          <a:xfrm>
            <a:off x="5961151" y="398317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pSp>
        <p:nvGrpSpPr>
          <p:cNvPr id="187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F9D1F40D-0805-FBA8-AE32-0CCE0DF868D5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5190536" y="3980397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88" name="Text Box">
              <a:extLst>
                <a:ext uri="{FF2B5EF4-FFF2-40B4-BE49-F238E27FC236}">
                  <a16:creationId xmlns:a16="http://schemas.microsoft.com/office/drawing/2014/main" id="{4FE727FC-1475-16C5-6333-EA985EBFC4EA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</a:p>
          </p:txBody>
        </p:sp>
        <p:sp>
          <p:nvSpPr>
            <p:cNvPr id="189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07AB773-598E-6A40-E205-EE19BEF7A539}"/>
                </a:ext>
              </a:extLst>
            </p:cNvPr>
            <p:cNvSpPr>
              <a:spLocks noChangeAspect="1"/>
            </p:cNvSpPr>
            <p:nvPr>
              <p:custDataLst>
                <p:tags r:id="rId19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0" name="TextBox 189">
            <a:extLst>
              <a:ext uri="{FF2B5EF4-FFF2-40B4-BE49-F238E27FC236}">
                <a16:creationId xmlns:a16="http://schemas.microsoft.com/office/drawing/2014/main" id="{1FBFE3DB-FDAA-3C29-C239-437D2ED90672}"/>
              </a:ext>
            </a:extLst>
          </p:cNvPr>
          <p:cNvSpPr txBox="1"/>
          <p:nvPr/>
        </p:nvSpPr>
        <p:spPr>
          <a:xfrm>
            <a:off x="6477024" y="3999643"/>
            <a:ext cx="180049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취소 수수료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100%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이면 </a:t>
            </a:r>
            <a:r>
              <a:rPr lang="ko-KR" altLang="en-US" sz="6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취소 불가라는 의미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임</a:t>
            </a:r>
            <a:endParaRPr lang="en-US" altLang="ko-KR" sz="6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91" name="Text Box">
            <a:extLst>
              <a:ext uri="{FF2B5EF4-FFF2-40B4-BE49-F238E27FC236}">
                <a16:creationId xmlns:a16="http://schemas.microsoft.com/office/drawing/2014/main" id="{3C0613B7-EC0B-F08D-2F7B-D3787D719BCE}"/>
              </a:ext>
            </a:extLst>
          </p:cNvPr>
          <p:cNvSpPr/>
          <p:nvPr/>
        </p:nvSpPr>
        <p:spPr>
          <a:xfrm>
            <a:off x="5137982" y="36870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5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92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619EC9D6-AA73-AA36-CE5F-3E3065C52B84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3263842" y="3687008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93" name="Text Box">
              <a:extLst>
                <a:ext uri="{FF2B5EF4-FFF2-40B4-BE49-F238E27FC236}">
                  <a16:creationId xmlns:a16="http://schemas.microsoft.com/office/drawing/2014/main" id="{D64E7758-ACDD-3E33-55CA-4C8A743812C7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9BCD875-3C76-F72E-A1C8-01A0E95171DF}"/>
                </a:ext>
              </a:extLst>
            </p:cNvPr>
            <p:cNvSpPr>
              <a:spLocks noChangeAspect="1"/>
            </p:cNvSpPr>
            <p:nvPr>
              <p:custDataLst>
                <p:tags r:id="rId18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BF854EE8-17C3-D7FD-F6EE-7B6625504DD2}"/>
              </a:ext>
            </a:extLst>
          </p:cNvPr>
          <p:cNvSpPr txBox="1"/>
          <p:nvPr/>
        </p:nvSpPr>
        <p:spPr>
          <a:xfrm>
            <a:off x="4398838" y="3689845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96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4A26651D-5206-66CB-86A9-B337F9A615A6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5868423" y="3694702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97" name="Text Box">
              <a:extLst>
                <a:ext uri="{FF2B5EF4-FFF2-40B4-BE49-F238E27FC236}">
                  <a16:creationId xmlns:a16="http://schemas.microsoft.com/office/drawing/2014/main" id="{95645E0A-6308-678D-4055-7F8B84931C34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</a:p>
          </p:txBody>
        </p:sp>
        <p:sp>
          <p:nvSpPr>
            <p:cNvPr id="198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9CE4C2A-F6B9-46AC-11ED-4F5A36CB87CD}"/>
                </a:ext>
              </a:extLst>
            </p:cNvPr>
            <p:cNvSpPr>
              <a:spLocks noChangeAspect="1"/>
            </p:cNvSpPr>
            <p:nvPr>
              <p:custDataLst>
                <p:tags r:id="rId17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9" name="TextBox 198">
            <a:extLst>
              <a:ext uri="{FF2B5EF4-FFF2-40B4-BE49-F238E27FC236}">
                <a16:creationId xmlns:a16="http://schemas.microsoft.com/office/drawing/2014/main" id="{F0F85075-8826-E356-7365-C2DA06E2E11C}"/>
              </a:ext>
            </a:extLst>
          </p:cNvPr>
          <p:cNvSpPr txBox="1"/>
          <p:nvPr/>
        </p:nvSpPr>
        <p:spPr>
          <a:xfrm>
            <a:off x="2589750" y="3687221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200" name="Text Box">
            <a:extLst>
              <a:ext uri="{FF2B5EF4-FFF2-40B4-BE49-F238E27FC236}">
                <a16:creationId xmlns:a16="http://schemas.microsoft.com/office/drawing/2014/main" id="{C3CCD2E8-0844-F415-E893-271E362D6CD5}"/>
              </a:ext>
            </a:extLst>
          </p:cNvPr>
          <p:cNvSpPr/>
          <p:nvPr/>
        </p:nvSpPr>
        <p:spPr>
          <a:xfrm>
            <a:off x="3803404" y="36870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10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10326A04-698B-2B74-AD68-0C95B3F1313D}"/>
              </a:ext>
            </a:extLst>
          </p:cNvPr>
          <p:cNvSpPr/>
          <p:nvPr/>
        </p:nvSpPr>
        <p:spPr>
          <a:xfrm>
            <a:off x="6639038" y="3703292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E53DF234-106F-09D6-A812-C4F0F81EDDB5}"/>
              </a:ext>
            </a:extLst>
          </p:cNvPr>
          <p:cNvSpPr txBox="1"/>
          <p:nvPr/>
        </p:nvSpPr>
        <p:spPr>
          <a:xfrm>
            <a:off x="7124852" y="3704997"/>
            <a:ext cx="114807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일반 적인 </a:t>
            </a:r>
            <a:r>
              <a:rPr lang="ko-KR" altLang="en-US" sz="600" b="0" i="1" dirty="0" err="1">
                <a:solidFill>
                  <a:srgbClr val="C00000"/>
                </a:solidFill>
                <a:latin typeface="+mn-ea"/>
                <a:ea typeface="+mn-ea"/>
              </a:rPr>
              <a:t>정율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케이스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en-US" altLang="ko-KR" sz="600" i="1" dirty="0">
                <a:solidFill>
                  <a:srgbClr val="C00000"/>
                </a:solidFill>
                <a:latin typeface="+mn-ea"/>
                <a:ea typeface="+mn-ea"/>
              </a:rPr>
              <a:t>%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2267CEF0-FA51-6377-1FCB-39D4ED093D97}"/>
              </a:ext>
            </a:extLst>
          </p:cNvPr>
          <p:cNvSpPr txBox="1"/>
          <p:nvPr/>
        </p:nvSpPr>
        <p:spPr>
          <a:xfrm>
            <a:off x="3874935" y="1093658"/>
            <a:ext cx="151035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선택 값 선택 후 필드 입력 활성화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09A88809-6744-FA42-62CD-0E8E5145B1B0}"/>
              </a:ext>
            </a:extLst>
          </p:cNvPr>
          <p:cNvSpPr txBox="1"/>
          <p:nvPr/>
        </p:nvSpPr>
        <p:spPr>
          <a:xfrm>
            <a:off x="5160886" y="1795442"/>
            <a:ext cx="89800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↑ 숫자만 입력 허용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C3959ECC-3D52-F3E1-401C-C1FC7FEBBD4C}"/>
              </a:ext>
            </a:extLst>
          </p:cNvPr>
          <p:cNvSpPr txBox="1"/>
          <p:nvPr/>
        </p:nvSpPr>
        <p:spPr>
          <a:xfrm>
            <a:off x="3480367" y="4177825"/>
            <a:ext cx="148470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↑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노쇼일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경우 화면 출력 방식 수정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07" name="Teardrop 1">
            <a:extLst>
              <a:ext uri="{FF2B5EF4-FFF2-40B4-BE49-F238E27FC236}">
                <a16:creationId xmlns:a16="http://schemas.microsoft.com/office/drawing/2014/main" id="{B543EBCE-5C63-F5A6-DC7A-5681C7F1E3F7}"/>
              </a:ext>
            </a:extLst>
          </p:cNvPr>
          <p:cNvSpPr/>
          <p:nvPr/>
        </p:nvSpPr>
        <p:spPr>
          <a:xfrm rot="16200000" flipH="1" flipV="1">
            <a:off x="3157619" y="119055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BD6BC352-1378-C146-93DD-8560C3A0514A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04CA5D56-7944-2E1F-0EBE-8FE9D707DEB8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Teardrop 1">
            <a:extLst>
              <a:ext uri="{FF2B5EF4-FFF2-40B4-BE49-F238E27FC236}">
                <a16:creationId xmlns:a16="http://schemas.microsoft.com/office/drawing/2014/main" id="{0D09CB23-CCB5-B165-083B-8B377C8AA10F}"/>
              </a:ext>
            </a:extLst>
          </p:cNvPr>
          <p:cNvSpPr/>
          <p:nvPr/>
        </p:nvSpPr>
        <p:spPr>
          <a:xfrm rot="16200000" flipH="1" flipV="1">
            <a:off x="1525589" y="125999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eardrop 1">
            <a:extLst>
              <a:ext uri="{FF2B5EF4-FFF2-40B4-BE49-F238E27FC236}">
                <a16:creationId xmlns:a16="http://schemas.microsoft.com/office/drawing/2014/main" id="{0304E75D-56F2-89C9-850A-1BD14730A71B}"/>
              </a:ext>
            </a:extLst>
          </p:cNvPr>
          <p:cNvSpPr/>
          <p:nvPr/>
        </p:nvSpPr>
        <p:spPr>
          <a:xfrm rot="16200000" flipH="1" flipV="1">
            <a:off x="5779285" y="307143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ardrop 1">
            <a:extLst>
              <a:ext uri="{FF2B5EF4-FFF2-40B4-BE49-F238E27FC236}">
                <a16:creationId xmlns:a16="http://schemas.microsoft.com/office/drawing/2014/main" id="{33D4723E-EE5E-176D-5AB7-81A943AE9C0D}"/>
              </a:ext>
            </a:extLst>
          </p:cNvPr>
          <p:cNvSpPr/>
          <p:nvPr/>
        </p:nvSpPr>
        <p:spPr>
          <a:xfrm rot="16200000" flipH="1" flipV="1">
            <a:off x="6575921" y="246876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8C7D9EC-3D47-CD4C-0B92-2643F509F47C}"/>
              </a:ext>
            </a:extLst>
          </p:cNvPr>
          <p:cNvGrpSpPr/>
          <p:nvPr/>
        </p:nvGrpSpPr>
        <p:grpSpPr>
          <a:xfrm>
            <a:off x="1512625" y="848538"/>
            <a:ext cx="4046732" cy="261847"/>
            <a:chOff x="1512625" y="848538"/>
            <a:chExt cx="4046732" cy="261847"/>
          </a:xfrm>
        </p:grpSpPr>
        <p:grpSp>
          <p:nvGrpSpPr>
            <p:cNvPr id="210" name="그룹 209">
              <a:extLst>
                <a:ext uri="{FF2B5EF4-FFF2-40B4-BE49-F238E27FC236}">
                  <a16:creationId xmlns:a16="http://schemas.microsoft.com/office/drawing/2014/main" id="{72B1C67B-ED1A-D98E-B5D3-33EEDDD012DF}"/>
                </a:ext>
              </a:extLst>
            </p:cNvPr>
            <p:cNvGrpSpPr/>
            <p:nvPr/>
          </p:nvGrpSpPr>
          <p:grpSpPr>
            <a:xfrm>
              <a:off x="1512625" y="848538"/>
              <a:ext cx="3035049" cy="261847"/>
              <a:chOff x="1512625" y="1375459"/>
              <a:chExt cx="3035049" cy="261847"/>
            </a:xfrm>
          </p:grpSpPr>
          <p:sp>
            <p:nvSpPr>
              <p:cNvPr id="211" name="양쪽 모서리가 둥근 사각형 210">
                <a:extLst>
                  <a:ext uri="{FF2B5EF4-FFF2-40B4-BE49-F238E27FC236}">
                    <a16:creationId xmlns:a16="http://schemas.microsoft.com/office/drawing/2014/main" id="{76203903-4C3F-2174-4015-2962BB78776A}"/>
                  </a:ext>
                </a:extLst>
              </p:cNvPr>
              <p:cNvSpPr/>
              <p:nvPr/>
            </p:nvSpPr>
            <p:spPr>
              <a:xfrm>
                <a:off x="1512625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기본정보</a:t>
                </a:r>
              </a:p>
            </p:txBody>
          </p:sp>
          <p:sp>
            <p:nvSpPr>
              <p:cNvPr id="212" name="양쪽 모서리가 둥근 사각형 211">
                <a:extLst>
                  <a:ext uri="{FF2B5EF4-FFF2-40B4-BE49-F238E27FC236}">
                    <a16:creationId xmlns:a16="http://schemas.microsoft.com/office/drawing/2014/main" id="{43B37EB6-A44A-287B-AF57-CB3E9F91F0F6}"/>
                  </a:ext>
                </a:extLst>
              </p:cNvPr>
              <p:cNvSpPr/>
              <p:nvPr/>
            </p:nvSpPr>
            <p:spPr>
              <a:xfrm>
                <a:off x="2524308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정산정보</a:t>
                </a:r>
              </a:p>
            </p:txBody>
          </p:sp>
          <p:sp>
            <p:nvSpPr>
              <p:cNvPr id="213" name="양쪽 모서리가 둥근 사각형 212">
                <a:extLst>
                  <a:ext uri="{FF2B5EF4-FFF2-40B4-BE49-F238E27FC236}">
                    <a16:creationId xmlns:a16="http://schemas.microsoft.com/office/drawing/2014/main" id="{F863464B-DB1A-29CA-3483-801C6CA6685D}"/>
                  </a:ext>
                </a:extLst>
              </p:cNvPr>
              <p:cNvSpPr/>
              <p:nvPr/>
            </p:nvSpPr>
            <p:spPr>
              <a:xfrm>
                <a:off x="3535991" y="1375459"/>
                <a:ext cx="1011683" cy="261847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취소 수수료 정보</a:t>
                </a:r>
              </a:p>
            </p:txBody>
          </p:sp>
        </p:grpSp>
        <p:sp>
          <p:nvSpPr>
            <p:cNvPr id="10" name="양쪽 모서리가 둥근 사각형 9">
              <a:extLst>
                <a:ext uri="{FF2B5EF4-FFF2-40B4-BE49-F238E27FC236}">
                  <a16:creationId xmlns:a16="http://schemas.microsoft.com/office/drawing/2014/main" id="{D25F492E-A890-26C6-A82B-94F70B40F69F}"/>
                </a:ext>
              </a:extLst>
            </p:cNvPr>
            <p:cNvSpPr/>
            <p:nvPr/>
          </p:nvSpPr>
          <p:spPr>
            <a:xfrm>
              <a:off x="4547674" y="848538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TAX/</a:t>
              </a:r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봉사료 정보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8DC4C90-5BD8-CD56-4DB8-0D8AEAB6967C}"/>
              </a:ext>
            </a:extLst>
          </p:cNvPr>
          <p:cNvGrpSpPr/>
          <p:nvPr/>
        </p:nvGrpSpPr>
        <p:grpSpPr>
          <a:xfrm rot="10800000">
            <a:off x="1343512" y="1112212"/>
            <a:ext cx="360000" cy="372571"/>
            <a:chOff x="3180625" y="5062589"/>
            <a:chExt cx="360000" cy="372571"/>
          </a:xfrm>
        </p:grpSpPr>
        <p:cxnSp>
          <p:nvCxnSpPr>
            <p:cNvPr id="26" name="직선 연결선 206">
              <a:extLst>
                <a:ext uri="{FF2B5EF4-FFF2-40B4-BE49-F238E27FC236}">
                  <a16:creationId xmlns:a16="http://schemas.microsoft.com/office/drawing/2014/main" id="{989F5741-5BEF-6A89-734A-91494F563C95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E07AE14B-030D-70B9-AF25-06776310BBBA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7378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2409C-9937-3545-89EF-3FE59E075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AA9C9E4-FCE3-A0F9-60DF-0C05A804C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340E1BD1-779A-2E06-5A93-D929A3A6E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en-US" altLang="ko-KR" dirty="0"/>
              <a:t>TAX/</a:t>
            </a:r>
            <a:r>
              <a:rPr lang="ko-KR" altLang="en-US" dirty="0"/>
              <a:t>봉사료 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C6FBB067-699D-1964-1D10-86D7A86C4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A97BD2DB-1822-E63C-0470-D8B43287C5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6D4A08E-9B73-6067-0115-EF6D41DF30D1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67F509-CBE4-1CA3-2D50-F8061ADC6F5D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4DD7BF0-44DF-4764-7EA5-D05060DFC2FE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E75D1C12-5185-3131-E8D6-33572B816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826914"/>
              </p:ext>
            </p:extLst>
          </p:nvPr>
        </p:nvGraphicFramePr>
        <p:xfrm>
          <a:off x="9406740" y="440717"/>
          <a:ext cx="2785260" cy="2755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~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숫자 또는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float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입력 허용 </a:t>
                      </a:r>
                      <a:b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</a:b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일본이나 기타 해외의 경우 아래 예시와 같을 수 있음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예시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5.5% 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4D5AF135-F407-1263-F45C-7A7F33B2EA2C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546AB80C-2EA8-F9A5-141A-98AE4FF0DEB6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4FF3B79-D4C0-3CDA-5352-D73483C6748F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DB32D776-A893-40CD-E283-7AB5F3224811}"/>
              </a:ext>
            </a:extLst>
          </p:cNvPr>
          <p:cNvSpPr/>
          <p:nvPr/>
        </p:nvSpPr>
        <p:spPr>
          <a:xfrm>
            <a:off x="4943872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F169EA30-25C1-FCD6-8A34-606F2BE57444}"/>
              </a:ext>
            </a:extLst>
          </p:cNvPr>
          <p:cNvSpPr/>
          <p:nvPr/>
        </p:nvSpPr>
        <p:spPr>
          <a:xfrm>
            <a:off x="5615010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934241B4-29E9-ACA4-AB4B-634E6C0877E0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FA3C4A03-423F-5F79-1728-8B07BBE80330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253E4A5-68D6-7785-61D3-B25EE67F41D6}"/>
              </a:ext>
            </a:extLst>
          </p:cNvPr>
          <p:cNvGrpSpPr/>
          <p:nvPr/>
        </p:nvGrpSpPr>
        <p:grpSpPr>
          <a:xfrm>
            <a:off x="1512625" y="848538"/>
            <a:ext cx="4046732" cy="261847"/>
            <a:chOff x="1512625" y="848538"/>
            <a:chExt cx="4046732" cy="261847"/>
          </a:xfrm>
        </p:grpSpPr>
        <p:grpSp>
          <p:nvGrpSpPr>
            <p:cNvPr id="210" name="그룹 209">
              <a:extLst>
                <a:ext uri="{FF2B5EF4-FFF2-40B4-BE49-F238E27FC236}">
                  <a16:creationId xmlns:a16="http://schemas.microsoft.com/office/drawing/2014/main" id="{C0906324-E902-80EA-7E3F-DB236559B26E}"/>
                </a:ext>
              </a:extLst>
            </p:cNvPr>
            <p:cNvGrpSpPr/>
            <p:nvPr/>
          </p:nvGrpSpPr>
          <p:grpSpPr>
            <a:xfrm>
              <a:off x="1512625" y="848538"/>
              <a:ext cx="3035049" cy="261847"/>
              <a:chOff x="1512625" y="1375459"/>
              <a:chExt cx="3035049" cy="261847"/>
            </a:xfrm>
          </p:grpSpPr>
          <p:sp>
            <p:nvSpPr>
              <p:cNvPr id="211" name="양쪽 모서리가 둥근 사각형 210">
                <a:extLst>
                  <a:ext uri="{FF2B5EF4-FFF2-40B4-BE49-F238E27FC236}">
                    <a16:creationId xmlns:a16="http://schemas.microsoft.com/office/drawing/2014/main" id="{A2ED069E-2D24-DF83-EEA0-1CFAC14421CF}"/>
                  </a:ext>
                </a:extLst>
              </p:cNvPr>
              <p:cNvSpPr/>
              <p:nvPr/>
            </p:nvSpPr>
            <p:spPr>
              <a:xfrm>
                <a:off x="1512625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기본정보</a:t>
                </a:r>
              </a:p>
            </p:txBody>
          </p:sp>
          <p:sp>
            <p:nvSpPr>
              <p:cNvPr id="212" name="양쪽 모서리가 둥근 사각형 211">
                <a:extLst>
                  <a:ext uri="{FF2B5EF4-FFF2-40B4-BE49-F238E27FC236}">
                    <a16:creationId xmlns:a16="http://schemas.microsoft.com/office/drawing/2014/main" id="{F39151CF-23DF-515A-FF85-3BABE347652D}"/>
                  </a:ext>
                </a:extLst>
              </p:cNvPr>
              <p:cNvSpPr/>
              <p:nvPr/>
            </p:nvSpPr>
            <p:spPr>
              <a:xfrm>
                <a:off x="2524308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정산정보</a:t>
                </a:r>
              </a:p>
            </p:txBody>
          </p:sp>
          <p:sp>
            <p:nvSpPr>
              <p:cNvPr id="213" name="양쪽 모서리가 둥근 사각형 212">
                <a:extLst>
                  <a:ext uri="{FF2B5EF4-FFF2-40B4-BE49-F238E27FC236}">
                    <a16:creationId xmlns:a16="http://schemas.microsoft.com/office/drawing/2014/main" id="{FE589DA3-F82E-757F-BE8D-4E5F3EB46080}"/>
                  </a:ext>
                </a:extLst>
              </p:cNvPr>
              <p:cNvSpPr/>
              <p:nvPr/>
            </p:nvSpPr>
            <p:spPr>
              <a:xfrm>
                <a:off x="3535991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취소 수수료 정보</a:t>
                </a:r>
              </a:p>
            </p:txBody>
          </p:sp>
        </p:grpSp>
        <p:sp>
          <p:nvSpPr>
            <p:cNvPr id="10" name="양쪽 모서리가 둥근 사각형 9">
              <a:extLst>
                <a:ext uri="{FF2B5EF4-FFF2-40B4-BE49-F238E27FC236}">
                  <a16:creationId xmlns:a16="http://schemas.microsoft.com/office/drawing/2014/main" id="{C6BA29DC-03EA-494C-A004-5A808291DF5C}"/>
                </a:ext>
              </a:extLst>
            </p:cNvPr>
            <p:cNvSpPr/>
            <p:nvPr/>
          </p:nvSpPr>
          <p:spPr>
            <a:xfrm>
              <a:off x="4547674" y="848538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TAX/</a:t>
              </a:r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봉사료 정보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543D5DBB-D129-0183-0E55-B2F543B1C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630255"/>
              </p:ext>
            </p:extLst>
          </p:nvPr>
        </p:nvGraphicFramePr>
        <p:xfrm>
          <a:off x="1513108" y="1261886"/>
          <a:ext cx="7746199" cy="60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TAX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                                           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봉사료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ㅍ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                                        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F423B965-10B0-5ACC-F48E-DBCC37719F69}"/>
              </a:ext>
            </a:extLst>
          </p:cNvPr>
          <p:cNvSpPr/>
          <p:nvPr/>
        </p:nvSpPr>
        <p:spPr>
          <a:xfrm>
            <a:off x="2639616" y="1294362"/>
            <a:ext cx="1584174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0~100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숫자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+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"."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만 입력 가능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24E9A9C-A28B-8C51-76A9-66DA5036512F}"/>
              </a:ext>
            </a:extLst>
          </p:cNvPr>
          <p:cNvSpPr/>
          <p:nvPr/>
        </p:nvSpPr>
        <p:spPr>
          <a:xfrm>
            <a:off x="2639616" y="1600541"/>
            <a:ext cx="1584174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0~100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숫자만 입력 가능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ED26CDA3-8A30-FB4B-F3DA-F72BCC8199E5}"/>
              </a:ext>
            </a:extLst>
          </p:cNvPr>
          <p:cNvGrpSpPr/>
          <p:nvPr/>
        </p:nvGrpSpPr>
        <p:grpSpPr>
          <a:xfrm rot="10800000">
            <a:off x="1343512" y="1112212"/>
            <a:ext cx="360000" cy="372571"/>
            <a:chOff x="3180625" y="5062589"/>
            <a:chExt cx="360000" cy="372571"/>
          </a:xfrm>
        </p:grpSpPr>
        <p:cxnSp>
          <p:nvCxnSpPr>
            <p:cNvPr id="38" name="직선 연결선 206">
              <a:extLst>
                <a:ext uri="{FF2B5EF4-FFF2-40B4-BE49-F238E27FC236}">
                  <a16:creationId xmlns:a16="http://schemas.microsoft.com/office/drawing/2014/main" id="{B4F82D02-DED2-3F28-5579-D2EE4B4E5266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FFAFA151-CC28-5694-3E74-A704CA23E0E6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ardrop 1">
            <a:extLst>
              <a:ext uri="{FF2B5EF4-FFF2-40B4-BE49-F238E27FC236}">
                <a16:creationId xmlns:a16="http://schemas.microsoft.com/office/drawing/2014/main" id="{0AB85229-8F6F-FA34-B364-6D6B9013785C}"/>
              </a:ext>
            </a:extLst>
          </p:cNvPr>
          <p:cNvSpPr/>
          <p:nvPr/>
        </p:nvSpPr>
        <p:spPr>
          <a:xfrm rot="16200000" flipH="1" flipV="1">
            <a:off x="2532439" y="119013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1063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FAD08-76F6-2697-2D92-3C66728E7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E960197B-7983-B3F4-E505-A9BEA20D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수정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CA55FDDA-79EE-D942-D335-E46A2B190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기본정보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22B573BB-A6B6-6C67-C93C-B0F13C84AC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1C7665E-5C80-8723-6FD8-A439FD3415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5E1305-6C40-8817-1272-AFFF1A474AC4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F6969B8-6E2E-0689-77BF-2F2327447730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12BC84B-9FF4-2434-6EB8-B51B1B7E8FD5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35B61C3-FD04-1ACB-4536-66C5F83B3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15647"/>
              </p:ext>
            </p:extLst>
          </p:nvPr>
        </p:nvGraphicFramePr>
        <p:xfrm>
          <a:off x="9406740" y="440717"/>
          <a:ext cx="2785260" cy="4243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호텔 조회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이미지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보기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수정사항 적장 후 리스트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해당 프로퍼티에 예약이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건 이상인 경우 삭제 불가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66763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44057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3997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63439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70892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82D6C804-1BFF-A08A-2126-70C4E5D71F74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B0B5CCF8-283F-C62C-99D6-1B65245D09EE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07DA85E-04D7-B87D-5B95-73E1ECF53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500634"/>
              </p:ext>
            </p:extLst>
          </p:nvPr>
        </p:nvGraphicFramePr>
        <p:xfrm>
          <a:off x="1513108" y="1196752"/>
          <a:ext cx="7746199" cy="4915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101389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371219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 코드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호텔 명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HOTLE-CODE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|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신라호텔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대표자명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사업자 등록번호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전화번호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프로퍼티 사업자 등록증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                  </a:t>
                      </a:r>
                      <a:r>
                        <a:rPr lang="en-US" altLang="ko-KR" sz="800" b="0" u="sng" kern="0" spc="-30" baseline="0" dirty="0" err="1">
                          <a:solidFill>
                            <a:srgbClr val="0432FF"/>
                          </a:solidFill>
                          <a:latin typeface="+mn-ea"/>
                          <a:ea typeface="+mn-ea"/>
                        </a:rPr>
                        <a:t>image001.jpg</a:t>
                      </a:r>
                      <a:endParaRPr lang="en-US" altLang="ko-KR" sz="800" b="0" u="sng" kern="0" spc="-30" baseline="0" dirty="0">
                        <a:solidFill>
                          <a:srgbClr val="0432FF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사용여부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  ◎ 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로고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                  </a:t>
                      </a:r>
                      <a:r>
                        <a:rPr lang="en-US" altLang="ko-KR" sz="800" b="0" u="sng" kern="0" spc="-30" baseline="0" dirty="0" err="1">
                          <a:solidFill>
                            <a:srgbClr val="0432FF"/>
                          </a:solidFill>
                          <a:latin typeface="+mn-ea"/>
                          <a:ea typeface="+mn-ea"/>
                        </a:rPr>
                        <a:t>image001.jpg</a:t>
                      </a:r>
                      <a:endParaRPr lang="en-US" altLang="ko-KR" sz="800" b="0" u="sng" kern="0" spc="-30" baseline="0" dirty="0">
                        <a:solidFill>
                          <a:srgbClr val="0432FF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1666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호텔 주소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65168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성급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5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4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3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2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1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376376"/>
                  </a:ext>
                </a:extLst>
              </a:tr>
              <a:tr h="1446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소개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0258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E7891F3-666F-6137-EAA1-2F2D4B94CA3B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9013611-9F0C-DA82-0581-4DA6954A530E}"/>
              </a:ext>
            </a:extLst>
          </p:cNvPr>
          <p:cNvSpPr/>
          <p:nvPr/>
        </p:nvSpPr>
        <p:spPr>
          <a:xfrm>
            <a:off x="6978574" y="2148955"/>
            <a:ext cx="403517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D289436-4016-E4E2-85E4-4E4A19D78EAF}"/>
              </a:ext>
            </a:extLst>
          </p:cNvPr>
          <p:cNvSpPr/>
          <p:nvPr/>
        </p:nvSpPr>
        <p:spPr>
          <a:xfrm>
            <a:off x="6978574" y="2450104"/>
            <a:ext cx="403517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6BF7356-8381-F1D7-AB16-B47C6481019E}"/>
              </a:ext>
            </a:extLst>
          </p:cNvPr>
          <p:cNvSpPr/>
          <p:nvPr/>
        </p:nvSpPr>
        <p:spPr>
          <a:xfrm>
            <a:off x="2634571" y="2917601"/>
            <a:ext cx="65311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12345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D7F6200-5A96-1253-3F8A-ABB3080573C3}"/>
              </a:ext>
            </a:extLst>
          </p:cNvPr>
          <p:cNvSpPr/>
          <p:nvPr/>
        </p:nvSpPr>
        <p:spPr>
          <a:xfrm>
            <a:off x="3324147" y="2927717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ADB87BF-10C3-47E7-6F69-F53DC3EBCA63}"/>
              </a:ext>
            </a:extLst>
          </p:cNvPr>
          <p:cNvSpPr/>
          <p:nvPr/>
        </p:nvSpPr>
        <p:spPr>
          <a:xfrm>
            <a:off x="2634571" y="3158521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주소가 출력되는 영역입니다</a:t>
            </a:r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4CCB1D8-3A92-A56D-2B43-03E1BABA3E0B}"/>
              </a:ext>
            </a:extLst>
          </p:cNvPr>
          <p:cNvSpPr/>
          <p:nvPr/>
        </p:nvSpPr>
        <p:spPr>
          <a:xfrm>
            <a:off x="2634571" y="3399440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상세 주소가 출력되는 영역입니다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6145652-7BD3-8B49-57EF-17EF8AA0FC5F}"/>
              </a:ext>
            </a:extLst>
          </p:cNvPr>
          <p:cNvSpPr/>
          <p:nvPr/>
        </p:nvSpPr>
        <p:spPr>
          <a:xfrm>
            <a:off x="6978575" y="1835311"/>
            <a:ext cx="2160758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203-81-43363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2FEAC0-0922-09DD-101A-536116D92558}"/>
              </a:ext>
            </a:extLst>
          </p:cNvPr>
          <p:cNvSpPr txBox="1"/>
          <p:nvPr/>
        </p:nvSpPr>
        <p:spPr>
          <a:xfrm>
            <a:off x="3872516" y="2909151"/>
            <a:ext cx="63030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다음 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API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BD08548-2DE4-5A08-1A6C-9168220A3567}"/>
              </a:ext>
            </a:extLst>
          </p:cNvPr>
          <p:cNvSpPr/>
          <p:nvPr/>
        </p:nvSpPr>
        <p:spPr>
          <a:xfrm>
            <a:off x="2634571" y="1536579"/>
            <a:ext cx="158922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제주신라호텔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CF743A8-16FB-C95E-6035-101891EECF9E}"/>
              </a:ext>
            </a:extLst>
          </p:cNvPr>
          <p:cNvSpPr/>
          <p:nvPr/>
        </p:nvSpPr>
        <p:spPr>
          <a:xfrm>
            <a:off x="4284002" y="1554549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823DACB-15DE-EAA4-D6D5-AAB370E71A54}"/>
              </a:ext>
            </a:extLst>
          </p:cNvPr>
          <p:cNvSpPr/>
          <p:nvPr/>
        </p:nvSpPr>
        <p:spPr>
          <a:xfrm>
            <a:off x="4899789" y="1536579"/>
            <a:ext cx="158922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THE SHILLA JEJU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451A1A7-FF4C-20AF-CE54-ED8AA5C2BE1C}"/>
              </a:ext>
            </a:extLst>
          </p:cNvPr>
          <p:cNvSpPr/>
          <p:nvPr/>
        </p:nvSpPr>
        <p:spPr>
          <a:xfrm>
            <a:off x="6549220" y="1554549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D655A3D-1BEB-F6F5-90E5-E56020CC71C7}"/>
              </a:ext>
            </a:extLst>
          </p:cNvPr>
          <p:cNvSpPr/>
          <p:nvPr/>
        </p:nvSpPr>
        <p:spPr>
          <a:xfrm>
            <a:off x="2633358" y="1833199"/>
            <a:ext cx="140364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이부진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AF2CEAA-A4F7-5D84-29AA-8CDC7DA032FB}"/>
              </a:ext>
            </a:extLst>
          </p:cNvPr>
          <p:cNvSpPr/>
          <p:nvPr/>
        </p:nvSpPr>
        <p:spPr>
          <a:xfrm>
            <a:off x="4078811" y="1833199"/>
            <a:ext cx="140364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BU JIN LEE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280DA55-D0EF-4B27-4521-A2B2D0BF37C2}"/>
              </a:ext>
            </a:extLst>
          </p:cNvPr>
          <p:cNvGrpSpPr/>
          <p:nvPr/>
        </p:nvGrpSpPr>
        <p:grpSpPr>
          <a:xfrm>
            <a:off x="2633358" y="2129819"/>
            <a:ext cx="2923665" cy="217644"/>
            <a:chOff x="2634570" y="2005049"/>
            <a:chExt cx="2923665" cy="217644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BB722555-6DF9-B7C2-6104-36A2A5064827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82+</a:t>
              </a:r>
              <a:r>
                <a:rPr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(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대한민국</a:t>
              </a:r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)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33DB01C1-AEA0-CBC7-2898-44B8B2F0B1F1}"/>
                </a:ext>
              </a:extLst>
            </p:cNvPr>
            <p:cNvSpPr/>
            <p:nvPr/>
          </p:nvSpPr>
          <p:spPr>
            <a:xfrm>
              <a:off x="3539967" y="2006669"/>
              <a:ext cx="58624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064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71BEA45-4B10-C733-30D7-EE4513A37782}"/>
                </a:ext>
              </a:extLst>
            </p:cNvPr>
            <p:cNvSpPr/>
            <p:nvPr/>
          </p:nvSpPr>
          <p:spPr>
            <a:xfrm>
              <a:off x="4158122" y="2005049"/>
              <a:ext cx="68521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735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CEB3F22-C570-728F-1CAA-8B2BD8622913}"/>
                </a:ext>
              </a:extLst>
            </p:cNvPr>
            <p:cNvSpPr/>
            <p:nvPr/>
          </p:nvSpPr>
          <p:spPr>
            <a:xfrm>
              <a:off x="4873016" y="2005049"/>
              <a:ext cx="68521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5114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3" name="Chevron Left">
              <a:extLst>
                <a:ext uri="{FF2B5EF4-FFF2-40B4-BE49-F238E27FC236}">
                  <a16:creationId xmlns:a16="http://schemas.microsoft.com/office/drawing/2014/main" id="{ED9333D0-03A0-1392-EAFC-915F19CD9E3F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893930BC-1BE9-DD51-40FD-3EA1E46D6BF0}"/>
              </a:ext>
            </a:extLst>
          </p:cNvPr>
          <p:cNvSpPr txBox="1"/>
          <p:nvPr/>
        </p:nvSpPr>
        <p:spPr>
          <a:xfrm>
            <a:off x="2556867" y="2704504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국문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8A88846-0A18-551E-E4E5-AFF5CF5B4F8C}"/>
              </a:ext>
            </a:extLst>
          </p:cNvPr>
          <p:cNvSpPr txBox="1"/>
          <p:nvPr/>
        </p:nvSpPr>
        <p:spPr>
          <a:xfrm>
            <a:off x="2556867" y="3617982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영문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567C157-C75E-9D9B-E6CC-A6303A54EFA5}"/>
              </a:ext>
            </a:extLst>
          </p:cNvPr>
          <p:cNvSpPr/>
          <p:nvPr/>
        </p:nvSpPr>
        <p:spPr>
          <a:xfrm>
            <a:off x="2634572" y="3832798"/>
            <a:ext cx="831680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12345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982EA52-3752-430F-3C31-DCC76312B1A4}"/>
              </a:ext>
            </a:extLst>
          </p:cNvPr>
          <p:cNvSpPr/>
          <p:nvPr/>
        </p:nvSpPr>
        <p:spPr>
          <a:xfrm>
            <a:off x="2634571" y="4083516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영문주소가 </a:t>
            </a:r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줄로 출력되는 영역입니다</a:t>
            </a:r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D770B03B-99D2-A5C3-4227-59F228E22F6B}"/>
              </a:ext>
            </a:extLst>
          </p:cNvPr>
          <p:cNvSpPr/>
          <p:nvPr/>
        </p:nvSpPr>
        <p:spPr>
          <a:xfrm>
            <a:off x="2634571" y="4892362"/>
            <a:ext cx="6557773" cy="45537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소개 문구가 출력되는 영역입니다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4C03D8C6-D13F-2332-117D-C4CA2145BCF7}"/>
              </a:ext>
            </a:extLst>
          </p:cNvPr>
          <p:cNvSpPr/>
          <p:nvPr/>
        </p:nvSpPr>
        <p:spPr>
          <a:xfrm>
            <a:off x="9075427" y="4918488"/>
            <a:ext cx="63906" cy="302859"/>
          </a:xfrm>
          <a:prstGeom prst="roundRect">
            <a:avLst>
              <a:gd name="adj" fmla="val 4601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3CCAA19-9EC4-09BA-CF01-24B765E135D0}"/>
              </a:ext>
            </a:extLst>
          </p:cNvPr>
          <p:cNvSpPr txBox="1"/>
          <p:nvPr/>
        </p:nvSpPr>
        <p:spPr>
          <a:xfrm>
            <a:off x="4473356" y="4920277"/>
            <a:ext cx="96212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텍스트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에어리어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DE99092-0892-C23B-8FFE-83C80B702F18}"/>
              </a:ext>
            </a:extLst>
          </p:cNvPr>
          <p:cNvSpPr txBox="1"/>
          <p:nvPr/>
        </p:nvSpPr>
        <p:spPr>
          <a:xfrm>
            <a:off x="2556867" y="4683325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국문 소개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E980338-3CFF-5CFD-BE91-6319839F509C}"/>
              </a:ext>
            </a:extLst>
          </p:cNvPr>
          <p:cNvSpPr/>
          <p:nvPr/>
        </p:nvSpPr>
        <p:spPr>
          <a:xfrm>
            <a:off x="2634571" y="5565913"/>
            <a:ext cx="6557773" cy="45537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소개 문구가 출력되는 영역입니다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8264F64C-76E9-62E2-B47E-32447F22D7C4}"/>
              </a:ext>
            </a:extLst>
          </p:cNvPr>
          <p:cNvSpPr/>
          <p:nvPr/>
        </p:nvSpPr>
        <p:spPr>
          <a:xfrm>
            <a:off x="9075427" y="5592039"/>
            <a:ext cx="63906" cy="302859"/>
          </a:xfrm>
          <a:prstGeom prst="roundRect">
            <a:avLst>
              <a:gd name="adj" fmla="val 4601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602D7AB-3537-BD04-D705-9E1F02212CC2}"/>
              </a:ext>
            </a:extLst>
          </p:cNvPr>
          <p:cNvSpPr txBox="1"/>
          <p:nvPr/>
        </p:nvSpPr>
        <p:spPr>
          <a:xfrm>
            <a:off x="4737090" y="5598688"/>
            <a:ext cx="96212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텍스트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에어리어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1F33923-307C-0E17-E63E-4BAFA17C4ACF}"/>
              </a:ext>
            </a:extLst>
          </p:cNvPr>
          <p:cNvSpPr txBox="1"/>
          <p:nvPr/>
        </p:nvSpPr>
        <p:spPr>
          <a:xfrm>
            <a:off x="2556867" y="5356876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영문 소개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2045691D-932F-E18A-2B0E-5F154903382F}"/>
              </a:ext>
            </a:extLst>
          </p:cNvPr>
          <p:cNvSpPr/>
          <p:nvPr/>
        </p:nvSpPr>
        <p:spPr>
          <a:xfrm>
            <a:off x="4632337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409D873B-0749-9860-689F-7D5B175CA179}"/>
              </a:ext>
            </a:extLst>
          </p:cNvPr>
          <p:cNvSpPr/>
          <p:nvPr/>
        </p:nvSpPr>
        <p:spPr>
          <a:xfrm>
            <a:off x="5303475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9871357-339E-59F1-4CC2-3D7B8EAB0DBD}"/>
              </a:ext>
            </a:extLst>
          </p:cNvPr>
          <p:cNvSpPr/>
          <p:nvPr/>
        </p:nvSpPr>
        <p:spPr>
          <a:xfrm>
            <a:off x="5968803" y="6432460"/>
            <a:ext cx="537082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B69B39-85E9-76A1-8303-929A4DBA04A3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087C82-5772-8F3B-535B-9BD0393CE247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6" name="Click">
            <a:extLst>
              <a:ext uri="{FF2B5EF4-FFF2-40B4-BE49-F238E27FC236}">
                <a16:creationId xmlns:a16="http://schemas.microsoft.com/office/drawing/2014/main" id="{33309E37-C75F-C1E7-7936-CE1135532B78}"/>
              </a:ext>
            </a:extLst>
          </p:cNvPr>
          <p:cNvGrpSpPr>
            <a:grpSpLocks noChangeAspect="1"/>
          </p:cNvGrpSpPr>
          <p:nvPr/>
        </p:nvGrpSpPr>
        <p:grpSpPr>
          <a:xfrm>
            <a:off x="7759656" y="2463212"/>
            <a:ext cx="299298" cy="426545"/>
            <a:chOff x="5294313" y="2197100"/>
            <a:chExt cx="530225" cy="755651"/>
          </a:xfrm>
        </p:grpSpPr>
        <p:sp>
          <p:nvSpPr>
            <p:cNvPr id="17" name="Arrow Cursor">
              <a:extLst>
                <a:ext uri="{FF2B5EF4-FFF2-40B4-BE49-F238E27FC236}">
                  <a16:creationId xmlns:a16="http://schemas.microsoft.com/office/drawing/2014/main" id="{E46AF910-C91D-2F9E-C6EE-B6E721E62DC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2" name="Click">
              <a:extLst>
                <a:ext uri="{FF2B5EF4-FFF2-40B4-BE49-F238E27FC236}">
                  <a16:creationId xmlns:a16="http://schemas.microsoft.com/office/drawing/2014/main" id="{860CCD72-6348-1F45-313E-600D251BA4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0" name="Teardrop 1">
            <a:extLst>
              <a:ext uri="{FF2B5EF4-FFF2-40B4-BE49-F238E27FC236}">
                <a16:creationId xmlns:a16="http://schemas.microsoft.com/office/drawing/2014/main" id="{FF3AB533-C0D6-A8D8-B664-71164E25BF6A}"/>
              </a:ext>
            </a:extLst>
          </p:cNvPr>
          <p:cNvSpPr/>
          <p:nvPr/>
        </p:nvSpPr>
        <p:spPr>
          <a:xfrm rot="16200000" flipH="1" flipV="1">
            <a:off x="7316622" y="205394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Teardrop 1">
            <a:extLst>
              <a:ext uri="{FF2B5EF4-FFF2-40B4-BE49-F238E27FC236}">
                <a16:creationId xmlns:a16="http://schemas.microsoft.com/office/drawing/2014/main" id="{B5739C9A-F7D1-592D-BF32-EF6E66437065}"/>
              </a:ext>
            </a:extLst>
          </p:cNvPr>
          <p:cNvSpPr/>
          <p:nvPr/>
        </p:nvSpPr>
        <p:spPr>
          <a:xfrm rot="16200000" flipH="1" flipV="1">
            <a:off x="5896895" y="632917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Teardrop 1">
            <a:extLst>
              <a:ext uri="{FF2B5EF4-FFF2-40B4-BE49-F238E27FC236}">
                <a16:creationId xmlns:a16="http://schemas.microsoft.com/office/drawing/2014/main" id="{F582047F-D8D4-89A2-E0B3-4685398A5C45}"/>
              </a:ext>
            </a:extLst>
          </p:cNvPr>
          <p:cNvSpPr/>
          <p:nvPr/>
        </p:nvSpPr>
        <p:spPr>
          <a:xfrm rot="16200000" flipH="1" flipV="1">
            <a:off x="5231148" y="632917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AE49FCF-D815-75DD-C0C3-7FB4FD38CDF7}"/>
              </a:ext>
            </a:extLst>
          </p:cNvPr>
          <p:cNvGrpSpPr/>
          <p:nvPr/>
        </p:nvGrpSpPr>
        <p:grpSpPr>
          <a:xfrm>
            <a:off x="1512625" y="848538"/>
            <a:ext cx="4046732" cy="261847"/>
            <a:chOff x="1512625" y="848538"/>
            <a:chExt cx="4046732" cy="261847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6A339310-0431-38AA-F1F4-4AF126338A33}"/>
                </a:ext>
              </a:extLst>
            </p:cNvPr>
            <p:cNvGrpSpPr/>
            <p:nvPr/>
          </p:nvGrpSpPr>
          <p:grpSpPr>
            <a:xfrm>
              <a:off x="1512625" y="848538"/>
              <a:ext cx="3035049" cy="261847"/>
              <a:chOff x="1512625" y="1375459"/>
              <a:chExt cx="3035049" cy="261847"/>
            </a:xfrm>
          </p:grpSpPr>
          <p:sp>
            <p:nvSpPr>
              <p:cNvPr id="10" name="양쪽 모서리가 둥근 사각형 9">
                <a:extLst>
                  <a:ext uri="{FF2B5EF4-FFF2-40B4-BE49-F238E27FC236}">
                    <a16:creationId xmlns:a16="http://schemas.microsoft.com/office/drawing/2014/main" id="{3F2E7152-A59C-2B4F-BB4C-F0EF78E7EFD2}"/>
                  </a:ext>
                </a:extLst>
              </p:cNvPr>
              <p:cNvSpPr/>
              <p:nvPr/>
            </p:nvSpPr>
            <p:spPr>
              <a:xfrm>
                <a:off x="1512625" y="1375459"/>
                <a:ext cx="1011683" cy="261847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기본정보</a:t>
                </a:r>
              </a:p>
            </p:txBody>
          </p:sp>
          <p:sp>
            <p:nvSpPr>
              <p:cNvPr id="11" name="양쪽 모서리가 둥근 사각형 10">
                <a:extLst>
                  <a:ext uri="{FF2B5EF4-FFF2-40B4-BE49-F238E27FC236}">
                    <a16:creationId xmlns:a16="http://schemas.microsoft.com/office/drawing/2014/main" id="{6D7C5F15-ACE0-FEBC-0BA1-330D3EAA4A96}"/>
                  </a:ext>
                </a:extLst>
              </p:cNvPr>
              <p:cNvSpPr/>
              <p:nvPr/>
            </p:nvSpPr>
            <p:spPr>
              <a:xfrm>
                <a:off x="2524308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정산정보</a:t>
                </a:r>
              </a:p>
            </p:txBody>
          </p:sp>
          <p:sp>
            <p:nvSpPr>
              <p:cNvPr id="12" name="양쪽 모서리가 둥근 사각형 11">
                <a:extLst>
                  <a:ext uri="{FF2B5EF4-FFF2-40B4-BE49-F238E27FC236}">
                    <a16:creationId xmlns:a16="http://schemas.microsoft.com/office/drawing/2014/main" id="{D1C70DA2-41D9-5899-FCAD-053FD8C09538}"/>
                  </a:ext>
                </a:extLst>
              </p:cNvPr>
              <p:cNvSpPr/>
              <p:nvPr/>
            </p:nvSpPr>
            <p:spPr>
              <a:xfrm>
                <a:off x="3535991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취소 수수료 정보</a:t>
                </a:r>
              </a:p>
            </p:txBody>
          </p:sp>
        </p:grpSp>
        <p:sp>
          <p:nvSpPr>
            <p:cNvPr id="14" name="양쪽 모서리가 둥근 사각형 13">
              <a:extLst>
                <a:ext uri="{FF2B5EF4-FFF2-40B4-BE49-F238E27FC236}">
                  <a16:creationId xmlns:a16="http://schemas.microsoft.com/office/drawing/2014/main" id="{2A2B0519-58CF-5CED-2C89-D86FC35CD42B}"/>
                </a:ext>
              </a:extLst>
            </p:cNvPr>
            <p:cNvSpPr/>
            <p:nvPr/>
          </p:nvSpPr>
          <p:spPr>
            <a:xfrm>
              <a:off x="4547674" y="848538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TAX/</a:t>
              </a:r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봉사료 정보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389E8D7-EA1D-1D28-424E-E57992CFEAD1}"/>
              </a:ext>
            </a:extLst>
          </p:cNvPr>
          <p:cNvGrpSpPr/>
          <p:nvPr/>
        </p:nvGrpSpPr>
        <p:grpSpPr>
          <a:xfrm rot="10800000">
            <a:off x="1343512" y="1112212"/>
            <a:ext cx="360000" cy="372571"/>
            <a:chOff x="3180625" y="5062589"/>
            <a:chExt cx="360000" cy="372571"/>
          </a:xfrm>
        </p:grpSpPr>
        <p:cxnSp>
          <p:nvCxnSpPr>
            <p:cNvPr id="47" name="직선 연결선 206">
              <a:extLst>
                <a:ext uri="{FF2B5EF4-FFF2-40B4-BE49-F238E27FC236}">
                  <a16:creationId xmlns:a16="http://schemas.microsoft.com/office/drawing/2014/main" id="{9E9E6569-DC70-FDDA-4EC8-EFCEF225D4B4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13F4CE37-94C6-E60F-4016-1736E8AEC8BB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11743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57C45-1964-D44A-7319-8B541588B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6EB08946-8608-DA3F-BBD1-A7611D341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수정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A2415B18-B101-BC2C-0C18-881488596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정산정보 탭 </a:t>
            </a:r>
            <a:r>
              <a:rPr lang="en-US" altLang="ko-KR" dirty="0"/>
              <a:t>&gt;</a:t>
            </a:r>
            <a:r>
              <a:rPr lang="ko-KR" altLang="en-US" dirty="0"/>
              <a:t> 국가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4B5E4FD3-6517-415F-7477-33EFFF9BAA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B7666F82-7969-35F1-4239-BDBAAB0770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91C5AB-6F4F-DD79-8100-71E5AE53A70D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AC8DE61-5332-10FA-ECDC-7FC44B41F264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586D0DC-6D89-F3D1-EAC9-E7BE0C5B4EDF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FFB4B513-9A51-4371-F6C5-2C32E00CFC99}"/>
              </a:ext>
            </a:extLst>
          </p:cNvPr>
          <p:cNvGraphicFramePr>
            <a:graphicFrameLocks noGrp="1"/>
          </p:cNvGraphicFramePr>
          <p:nvPr/>
        </p:nvGraphicFramePr>
        <p:xfrm>
          <a:off x="9406740" y="440717"/>
          <a:ext cx="2785260" cy="5390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탭 메뉴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미국 사업자 정산 정보 입력 필드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정산일 선택</a:t>
                      </a: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선택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디폴트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25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-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매월 말일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* 글로벌 이기 때문에 시간 기준은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en" altLang="ko-KR" sz="800" b="0" i="0" strike="noStrike" baseline="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UTC+09:00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한국 시간을 기준으로 함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정산일 선택</a:t>
                      </a: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Default (Select)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1st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25th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End of every month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* 글로벌 이기 때문에 시간 기준은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en" altLang="ko-KR" sz="800" b="0" i="0" strike="noStrike" baseline="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UTC+09:00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한국 시간을 기준으로 함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50E37D00-6D2F-BA51-4F71-A39476FD8786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1B044815-331E-1D92-A497-E0B93DB86E00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1F2BD22-0351-86AF-99DF-1542615B66C2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1FE6853-AA2A-64D3-3BF6-B7E1AE785E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630610"/>
              </p:ext>
            </p:extLst>
          </p:nvPr>
        </p:nvGraphicFramePr>
        <p:xfrm>
          <a:off x="1513108" y="1603954"/>
          <a:ext cx="7746199" cy="60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계좌번호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은행 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정산일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익월                              일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통장 사본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                     </a:t>
                      </a:r>
                      <a:r>
                        <a:rPr lang="en-US" altLang="ko-KR" sz="800" b="0" u="sng" kern="0" spc="-30" baseline="0" dirty="0" err="1">
                          <a:solidFill>
                            <a:srgbClr val="0432FF"/>
                          </a:solidFill>
                          <a:latin typeface="+mn-ea"/>
                          <a:ea typeface="+mn-ea"/>
                        </a:rPr>
                        <a:t>image_01.pjg</a:t>
                      </a:r>
                      <a:endParaRPr lang="en-US" altLang="ko-KR" sz="800" b="0" u="sng" kern="0" spc="-30" baseline="0" dirty="0">
                        <a:solidFill>
                          <a:srgbClr val="0432FF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CAAAA1EF-6913-7D31-2875-BC5A8EDB75F4}"/>
              </a:ext>
            </a:extLst>
          </p:cNvPr>
          <p:cNvSpPr/>
          <p:nvPr/>
        </p:nvSpPr>
        <p:spPr>
          <a:xfrm>
            <a:off x="2634572" y="1644931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123123123123123123123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277E508-C328-A01F-58DA-886D85D12D17}"/>
              </a:ext>
            </a:extLst>
          </p:cNvPr>
          <p:cNvGrpSpPr/>
          <p:nvPr/>
        </p:nvGrpSpPr>
        <p:grpSpPr>
          <a:xfrm>
            <a:off x="6362958" y="1644931"/>
            <a:ext cx="957178" cy="216024"/>
            <a:chOff x="6150274" y="5266034"/>
            <a:chExt cx="957178" cy="216024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C365364-E367-091B-137A-D22B93B8891D}"/>
                </a:ext>
              </a:extLst>
            </p:cNvPr>
            <p:cNvSpPr/>
            <p:nvPr/>
          </p:nvSpPr>
          <p:spPr>
            <a:xfrm>
              <a:off x="6150274" y="5266034"/>
              <a:ext cx="957178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KB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국민은행</a:t>
              </a:r>
            </a:p>
          </p:txBody>
        </p:sp>
        <p:sp>
          <p:nvSpPr>
            <p:cNvPr id="11" name="Chevron Left">
              <a:extLst>
                <a:ext uri="{FF2B5EF4-FFF2-40B4-BE49-F238E27FC236}">
                  <a16:creationId xmlns:a16="http://schemas.microsoft.com/office/drawing/2014/main" id="{F86771CC-1DC7-4EB5-C940-868F1CD7B58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6925615" y="533687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272EE5E-BC5A-93B4-0C90-8558F283EDB9}"/>
              </a:ext>
            </a:extLst>
          </p:cNvPr>
          <p:cNvSpPr/>
          <p:nvPr/>
        </p:nvSpPr>
        <p:spPr>
          <a:xfrm>
            <a:off x="6353479" y="1946537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cxnSp>
        <p:nvCxnSpPr>
          <p:cNvPr id="101" name="직선 연결선[R] 100">
            <a:extLst>
              <a:ext uri="{FF2B5EF4-FFF2-40B4-BE49-F238E27FC236}">
                <a16:creationId xmlns:a16="http://schemas.microsoft.com/office/drawing/2014/main" id="{01D8DEDE-FAA3-B1B1-CFBF-16C28A4EA3D9}"/>
              </a:ext>
            </a:extLst>
          </p:cNvPr>
          <p:cNvCxnSpPr>
            <a:cxnSpLocks/>
          </p:cNvCxnSpPr>
          <p:nvPr/>
        </p:nvCxnSpPr>
        <p:spPr>
          <a:xfrm>
            <a:off x="1513228" y="1484784"/>
            <a:ext cx="148642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[R] 103">
            <a:extLst>
              <a:ext uri="{FF2B5EF4-FFF2-40B4-BE49-F238E27FC236}">
                <a16:creationId xmlns:a16="http://schemas.microsoft.com/office/drawing/2014/main" id="{A3B30C3F-A59F-BECF-53F3-8EDF36A38F10}"/>
              </a:ext>
            </a:extLst>
          </p:cNvPr>
          <p:cNvCxnSpPr>
            <a:cxnSpLocks/>
          </p:cNvCxnSpPr>
          <p:nvPr/>
        </p:nvCxnSpPr>
        <p:spPr>
          <a:xfrm>
            <a:off x="1514889" y="1484784"/>
            <a:ext cx="692679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3421804E-59C8-70CA-55A2-1FA8C4BF017E}"/>
              </a:ext>
            </a:extLst>
          </p:cNvPr>
          <p:cNvSpPr txBox="1"/>
          <p:nvPr/>
        </p:nvSpPr>
        <p:spPr>
          <a:xfrm>
            <a:off x="1462450" y="1256337"/>
            <a:ext cx="7729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dirty="0">
                <a:latin typeface="+mn-ea"/>
                <a:ea typeface="+mn-ea"/>
              </a:rPr>
              <a:t>대한민국</a:t>
            </a:r>
            <a:r>
              <a:rPr kumimoji="1" lang="en-US" altLang="ko-KR" sz="800" dirty="0">
                <a:latin typeface="+mn-ea"/>
                <a:ea typeface="+mn-ea"/>
              </a:rPr>
              <a:t>(KR)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grpSp>
        <p:nvGrpSpPr>
          <p:cNvPr id="109" name="Click">
            <a:extLst>
              <a:ext uri="{FF2B5EF4-FFF2-40B4-BE49-F238E27FC236}">
                <a16:creationId xmlns:a16="http://schemas.microsoft.com/office/drawing/2014/main" id="{2CC88808-4595-3A7A-D78C-F783DE980B95}"/>
              </a:ext>
            </a:extLst>
          </p:cNvPr>
          <p:cNvGrpSpPr>
            <a:grpSpLocks noChangeAspect="1"/>
          </p:cNvGrpSpPr>
          <p:nvPr/>
        </p:nvGrpSpPr>
        <p:grpSpPr>
          <a:xfrm>
            <a:off x="2044610" y="1384922"/>
            <a:ext cx="204425" cy="291335"/>
            <a:chOff x="5294313" y="2197100"/>
            <a:chExt cx="530225" cy="755651"/>
          </a:xfrm>
        </p:grpSpPr>
        <p:sp>
          <p:nvSpPr>
            <p:cNvPr id="110" name="Arrow Cursor">
              <a:extLst>
                <a:ext uri="{FF2B5EF4-FFF2-40B4-BE49-F238E27FC236}">
                  <a16:creationId xmlns:a16="http://schemas.microsoft.com/office/drawing/2014/main" id="{4045E831-981C-6C97-F93E-76AB42E1F98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11" name="Click">
              <a:extLst>
                <a:ext uri="{FF2B5EF4-FFF2-40B4-BE49-F238E27FC236}">
                  <a16:creationId xmlns:a16="http://schemas.microsoft.com/office/drawing/2014/main" id="{89EC3571-2F3F-2AED-7A51-E2B766C0CB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EFA99B40-E79E-2A9B-B306-F984EA2656EF}"/>
              </a:ext>
            </a:extLst>
          </p:cNvPr>
          <p:cNvSpPr txBox="1"/>
          <p:nvPr/>
        </p:nvSpPr>
        <p:spPr>
          <a:xfrm>
            <a:off x="2305800" y="1256337"/>
            <a:ext cx="5822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미국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(US)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0919A469-559A-01E2-A305-CDC811E3CAB0}"/>
              </a:ext>
            </a:extLst>
          </p:cNvPr>
          <p:cNvGraphicFramePr>
            <a:graphicFrameLocks noGrp="1"/>
          </p:cNvGraphicFramePr>
          <p:nvPr/>
        </p:nvGraphicFramePr>
        <p:xfrm>
          <a:off x="1513108" y="3114984"/>
          <a:ext cx="7746199" cy="901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Account Number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Bank Name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Accountholder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Routing Number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SWIFT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CODE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정산일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Next month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         </a:t>
                      </a:r>
                      <a:r>
                        <a:rPr lang="en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day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528474"/>
                  </a:ext>
                </a:extLst>
              </a:tr>
            </a:tbl>
          </a:graphicData>
        </a:graphic>
      </p:graphicFrame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84010F49-CC66-BF53-8E78-79021C5923BF}"/>
              </a:ext>
            </a:extLst>
          </p:cNvPr>
          <p:cNvSpPr/>
          <p:nvPr/>
        </p:nvSpPr>
        <p:spPr>
          <a:xfrm>
            <a:off x="2634572" y="3155961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계좌번호</a:t>
            </a:r>
          </a:p>
        </p:txBody>
      </p:sp>
      <p:cxnSp>
        <p:nvCxnSpPr>
          <p:cNvPr id="123" name="직선 연결선[R] 122">
            <a:extLst>
              <a:ext uri="{FF2B5EF4-FFF2-40B4-BE49-F238E27FC236}">
                <a16:creationId xmlns:a16="http://schemas.microsoft.com/office/drawing/2014/main" id="{EFFE02E3-BC52-2450-E750-96426E44A1FD}"/>
              </a:ext>
            </a:extLst>
          </p:cNvPr>
          <p:cNvCxnSpPr>
            <a:cxnSpLocks/>
          </p:cNvCxnSpPr>
          <p:nvPr/>
        </p:nvCxnSpPr>
        <p:spPr>
          <a:xfrm>
            <a:off x="1513228" y="2995814"/>
            <a:ext cx="148642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[R] 123">
            <a:extLst>
              <a:ext uri="{FF2B5EF4-FFF2-40B4-BE49-F238E27FC236}">
                <a16:creationId xmlns:a16="http://schemas.microsoft.com/office/drawing/2014/main" id="{39EDC0DE-F06C-A218-F221-6EF79195A7A9}"/>
              </a:ext>
            </a:extLst>
          </p:cNvPr>
          <p:cNvCxnSpPr>
            <a:cxnSpLocks/>
          </p:cNvCxnSpPr>
          <p:nvPr/>
        </p:nvCxnSpPr>
        <p:spPr>
          <a:xfrm>
            <a:off x="2235419" y="2995814"/>
            <a:ext cx="764237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DCDF7ABD-83CE-BB08-82E1-3DC17D40C42A}"/>
              </a:ext>
            </a:extLst>
          </p:cNvPr>
          <p:cNvSpPr txBox="1"/>
          <p:nvPr/>
        </p:nvSpPr>
        <p:spPr>
          <a:xfrm>
            <a:off x="1462450" y="2767367"/>
            <a:ext cx="7729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대한민국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(KR)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26" name="Click">
            <a:extLst>
              <a:ext uri="{FF2B5EF4-FFF2-40B4-BE49-F238E27FC236}">
                <a16:creationId xmlns:a16="http://schemas.microsoft.com/office/drawing/2014/main" id="{8467AF0F-AF65-62D0-C514-5F9D406A4AE6}"/>
              </a:ext>
            </a:extLst>
          </p:cNvPr>
          <p:cNvGrpSpPr>
            <a:grpSpLocks noChangeAspect="1"/>
          </p:cNvGrpSpPr>
          <p:nvPr/>
        </p:nvGrpSpPr>
        <p:grpSpPr>
          <a:xfrm>
            <a:off x="2589750" y="2895952"/>
            <a:ext cx="204425" cy="291335"/>
            <a:chOff x="5294313" y="2197100"/>
            <a:chExt cx="530225" cy="755651"/>
          </a:xfrm>
        </p:grpSpPr>
        <p:sp>
          <p:nvSpPr>
            <p:cNvPr id="127" name="Arrow Cursor">
              <a:extLst>
                <a:ext uri="{FF2B5EF4-FFF2-40B4-BE49-F238E27FC236}">
                  <a16:creationId xmlns:a16="http://schemas.microsoft.com/office/drawing/2014/main" id="{9155E4A2-357D-3306-F8EB-FAAE9B36723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28" name="Click">
              <a:extLst>
                <a:ext uri="{FF2B5EF4-FFF2-40B4-BE49-F238E27FC236}">
                  <a16:creationId xmlns:a16="http://schemas.microsoft.com/office/drawing/2014/main" id="{BE6BC941-07EE-0F5F-B6B5-DEF40A9BE7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44AA4733-5EC9-2C32-714A-A3D6052FDB1E}"/>
              </a:ext>
            </a:extLst>
          </p:cNvPr>
          <p:cNvSpPr txBox="1"/>
          <p:nvPr/>
        </p:nvSpPr>
        <p:spPr>
          <a:xfrm>
            <a:off x="2305800" y="2767367"/>
            <a:ext cx="5822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미국</a:t>
            </a:r>
            <a:r>
              <a:rPr kumimoji="1" lang="en-US" altLang="ko-KR" sz="800" dirty="0">
                <a:latin typeface="+mn-ea"/>
                <a:ea typeface="+mn-ea"/>
              </a:rPr>
              <a:t>(US)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CCF9500B-CCF6-AEBE-563C-953D0C6529EE}"/>
              </a:ext>
            </a:extLst>
          </p:cNvPr>
          <p:cNvSpPr/>
          <p:nvPr/>
        </p:nvSpPr>
        <p:spPr>
          <a:xfrm>
            <a:off x="6349599" y="3155961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은행 명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F60DACD3-C477-279A-DDEF-5E2C2E73A758}"/>
              </a:ext>
            </a:extLst>
          </p:cNvPr>
          <p:cNvSpPr/>
          <p:nvPr/>
        </p:nvSpPr>
        <p:spPr>
          <a:xfrm>
            <a:off x="2634572" y="3456344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예금주 명 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8AB89D0E-AF48-95EC-CC95-D3415D5EAF7A}"/>
              </a:ext>
            </a:extLst>
          </p:cNvPr>
          <p:cNvSpPr/>
          <p:nvPr/>
        </p:nvSpPr>
        <p:spPr>
          <a:xfrm>
            <a:off x="6349598" y="3456344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은행 라우팅 번호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1EB82CD0-ED40-9FBB-6D68-9253CD872235}"/>
              </a:ext>
            </a:extLst>
          </p:cNvPr>
          <p:cNvSpPr/>
          <p:nvPr/>
        </p:nvSpPr>
        <p:spPr>
          <a:xfrm>
            <a:off x="2634572" y="3761144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스위프트 코드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44" name="Cutout">
            <a:extLst>
              <a:ext uri="{FF2B5EF4-FFF2-40B4-BE49-F238E27FC236}">
                <a16:creationId xmlns:a16="http://schemas.microsoft.com/office/drawing/2014/main" id="{F026A847-B645-3103-DCAE-9927010690A6}"/>
              </a:ext>
            </a:extLst>
          </p:cNvPr>
          <p:cNvGrpSpPr/>
          <p:nvPr/>
        </p:nvGrpSpPr>
        <p:grpSpPr>
          <a:xfrm rot="16200000">
            <a:off x="5285313" y="-1397821"/>
            <a:ext cx="177506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145" name="Fill">
              <a:extLst>
                <a:ext uri="{FF2B5EF4-FFF2-40B4-BE49-F238E27FC236}">
                  <a16:creationId xmlns:a16="http://schemas.microsoft.com/office/drawing/2014/main" id="{C47C96F5-74E7-DDF7-1291-059CCF746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6" name="Border">
              <a:extLst>
                <a:ext uri="{FF2B5EF4-FFF2-40B4-BE49-F238E27FC236}">
                  <a16:creationId xmlns:a16="http://schemas.microsoft.com/office/drawing/2014/main" id="{5DD16E31-B603-8EDB-5902-39E135B56B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DE29DFD2-4D91-7FC5-1820-F6CB884940A2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B31076C4-B28F-3C8F-F63E-40466AA45218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357F7ED-76F8-9C58-61B5-807BFFB6C9CC}"/>
              </a:ext>
            </a:extLst>
          </p:cNvPr>
          <p:cNvGrpSpPr/>
          <p:nvPr/>
        </p:nvGrpSpPr>
        <p:grpSpPr>
          <a:xfrm>
            <a:off x="2897871" y="1949731"/>
            <a:ext cx="659057" cy="216024"/>
            <a:chOff x="6448394" y="5266034"/>
            <a:chExt cx="659057" cy="216024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F7E8547-29DF-347A-4964-AC91FEEEB318}"/>
                </a:ext>
              </a:extLst>
            </p:cNvPr>
            <p:cNvSpPr/>
            <p:nvPr/>
          </p:nvSpPr>
          <p:spPr>
            <a:xfrm>
              <a:off x="6448394" y="5266034"/>
              <a:ext cx="659057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" name="Chevron Left">
              <a:extLst>
                <a:ext uri="{FF2B5EF4-FFF2-40B4-BE49-F238E27FC236}">
                  <a16:creationId xmlns:a16="http://schemas.microsoft.com/office/drawing/2014/main" id="{78C5F1D3-977C-A786-4DBA-FB2343BF27F9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6925615" y="533687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390204F-B97D-5750-B9D4-9FA45D027326}"/>
              </a:ext>
            </a:extLst>
          </p:cNvPr>
          <p:cNvGrpSpPr/>
          <p:nvPr/>
        </p:nvGrpSpPr>
        <p:grpSpPr>
          <a:xfrm>
            <a:off x="6962574" y="3759869"/>
            <a:ext cx="659057" cy="216024"/>
            <a:chOff x="6448394" y="5266034"/>
            <a:chExt cx="659057" cy="216024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8D4BE5D-D2CD-0997-18A8-D38F93DBC2E1}"/>
                </a:ext>
              </a:extLst>
            </p:cNvPr>
            <p:cNvSpPr/>
            <p:nvPr/>
          </p:nvSpPr>
          <p:spPr>
            <a:xfrm>
              <a:off x="6448394" y="5266034"/>
              <a:ext cx="659057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Select</a:t>
              </a:r>
              <a:endPara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5" name="Chevron Left">
              <a:extLst>
                <a:ext uri="{FF2B5EF4-FFF2-40B4-BE49-F238E27FC236}">
                  <a16:creationId xmlns:a16="http://schemas.microsoft.com/office/drawing/2014/main" id="{0274BB98-7ED5-C7CE-0DAC-2AA4A4BC7DB6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6925615" y="533687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6" name="Teardrop 1">
            <a:extLst>
              <a:ext uri="{FF2B5EF4-FFF2-40B4-BE49-F238E27FC236}">
                <a16:creationId xmlns:a16="http://schemas.microsoft.com/office/drawing/2014/main" id="{E4D621D1-2228-5B77-303A-DF5F8EC1303F}"/>
              </a:ext>
            </a:extLst>
          </p:cNvPr>
          <p:cNvSpPr/>
          <p:nvPr/>
        </p:nvSpPr>
        <p:spPr>
          <a:xfrm rot="16200000" flipH="1" flipV="1">
            <a:off x="1363837" y="116338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Teardrop 1">
            <a:extLst>
              <a:ext uri="{FF2B5EF4-FFF2-40B4-BE49-F238E27FC236}">
                <a16:creationId xmlns:a16="http://schemas.microsoft.com/office/drawing/2014/main" id="{FB80766D-C5CF-1AFC-E5A3-1690567184B5}"/>
              </a:ext>
            </a:extLst>
          </p:cNvPr>
          <p:cNvSpPr/>
          <p:nvPr/>
        </p:nvSpPr>
        <p:spPr>
          <a:xfrm rot="16200000" flipH="1" flipV="1">
            <a:off x="1365459" y="305829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Teardrop 1">
            <a:extLst>
              <a:ext uri="{FF2B5EF4-FFF2-40B4-BE49-F238E27FC236}">
                <a16:creationId xmlns:a16="http://schemas.microsoft.com/office/drawing/2014/main" id="{7B96C7F5-B80C-7520-80C3-6EED19E29C3C}"/>
              </a:ext>
            </a:extLst>
          </p:cNvPr>
          <p:cNvSpPr/>
          <p:nvPr/>
        </p:nvSpPr>
        <p:spPr>
          <a:xfrm rot="16200000" flipH="1" flipV="1">
            <a:off x="2813869" y="185128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ardrop 1">
            <a:extLst>
              <a:ext uri="{FF2B5EF4-FFF2-40B4-BE49-F238E27FC236}">
                <a16:creationId xmlns:a16="http://schemas.microsoft.com/office/drawing/2014/main" id="{7D1E7EC1-0969-AEFD-B675-2FB9445EAEAA}"/>
              </a:ext>
            </a:extLst>
          </p:cNvPr>
          <p:cNvSpPr/>
          <p:nvPr/>
        </p:nvSpPr>
        <p:spPr>
          <a:xfrm rot="16200000" flipH="1" flipV="1">
            <a:off x="6883374" y="368740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8C231F1-BAAE-8E9C-5221-979596E1B293}"/>
              </a:ext>
            </a:extLst>
          </p:cNvPr>
          <p:cNvGrpSpPr/>
          <p:nvPr/>
        </p:nvGrpSpPr>
        <p:grpSpPr>
          <a:xfrm>
            <a:off x="1512625" y="848538"/>
            <a:ext cx="4046732" cy="261847"/>
            <a:chOff x="1512625" y="848538"/>
            <a:chExt cx="4046732" cy="261847"/>
          </a:xfrm>
        </p:grpSpPr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BA895F2F-9ABA-FDC3-B837-42FAE7BE6652}"/>
                </a:ext>
              </a:extLst>
            </p:cNvPr>
            <p:cNvGrpSpPr/>
            <p:nvPr/>
          </p:nvGrpSpPr>
          <p:grpSpPr>
            <a:xfrm>
              <a:off x="1512625" y="848538"/>
              <a:ext cx="3035049" cy="261847"/>
              <a:chOff x="1512625" y="1375459"/>
              <a:chExt cx="3035049" cy="261847"/>
            </a:xfrm>
          </p:grpSpPr>
          <p:sp>
            <p:nvSpPr>
              <p:cNvPr id="150" name="양쪽 모서리가 둥근 사각형 149">
                <a:extLst>
                  <a:ext uri="{FF2B5EF4-FFF2-40B4-BE49-F238E27FC236}">
                    <a16:creationId xmlns:a16="http://schemas.microsoft.com/office/drawing/2014/main" id="{CF61160E-E145-481A-EB0E-927BD4242427}"/>
                  </a:ext>
                </a:extLst>
              </p:cNvPr>
              <p:cNvSpPr/>
              <p:nvPr/>
            </p:nvSpPr>
            <p:spPr>
              <a:xfrm>
                <a:off x="1512625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기본정보</a:t>
                </a:r>
              </a:p>
            </p:txBody>
          </p:sp>
          <p:sp>
            <p:nvSpPr>
              <p:cNvPr id="151" name="양쪽 모서리가 둥근 사각형 150">
                <a:extLst>
                  <a:ext uri="{FF2B5EF4-FFF2-40B4-BE49-F238E27FC236}">
                    <a16:creationId xmlns:a16="http://schemas.microsoft.com/office/drawing/2014/main" id="{412A27A8-4429-52D8-19A4-30CA7D607A1B}"/>
                  </a:ext>
                </a:extLst>
              </p:cNvPr>
              <p:cNvSpPr/>
              <p:nvPr/>
            </p:nvSpPr>
            <p:spPr>
              <a:xfrm>
                <a:off x="2524308" y="1375459"/>
                <a:ext cx="1011683" cy="261847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정산정보</a:t>
                </a:r>
              </a:p>
            </p:txBody>
          </p:sp>
          <p:sp>
            <p:nvSpPr>
              <p:cNvPr id="152" name="양쪽 모서리가 둥근 사각형 151">
                <a:extLst>
                  <a:ext uri="{FF2B5EF4-FFF2-40B4-BE49-F238E27FC236}">
                    <a16:creationId xmlns:a16="http://schemas.microsoft.com/office/drawing/2014/main" id="{BCD38507-4E7D-D752-8AC6-7F9CC3ACB52E}"/>
                  </a:ext>
                </a:extLst>
              </p:cNvPr>
              <p:cNvSpPr/>
              <p:nvPr/>
            </p:nvSpPr>
            <p:spPr>
              <a:xfrm>
                <a:off x="3535991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취소 수수료 정보</a:t>
                </a:r>
              </a:p>
            </p:txBody>
          </p:sp>
        </p:grpSp>
        <p:sp>
          <p:nvSpPr>
            <p:cNvPr id="2" name="양쪽 모서리가 둥근 사각형 1">
              <a:extLst>
                <a:ext uri="{FF2B5EF4-FFF2-40B4-BE49-F238E27FC236}">
                  <a16:creationId xmlns:a16="http://schemas.microsoft.com/office/drawing/2014/main" id="{BAB22F48-D2DC-4741-226A-92CE63151070}"/>
                </a:ext>
              </a:extLst>
            </p:cNvPr>
            <p:cNvSpPr/>
            <p:nvPr/>
          </p:nvSpPr>
          <p:spPr>
            <a:xfrm>
              <a:off x="4547674" y="848538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TAX/</a:t>
              </a:r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봉사료 정보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C02838D3-D978-B1CB-1806-407366F4EE25}"/>
              </a:ext>
            </a:extLst>
          </p:cNvPr>
          <p:cNvGrpSpPr/>
          <p:nvPr/>
        </p:nvGrpSpPr>
        <p:grpSpPr>
          <a:xfrm rot="10800000">
            <a:off x="1343512" y="1112212"/>
            <a:ext cx="360000" cy="372571"/>
            <a:chOff x="3180625" y="5062589"/>
            <a:chExt cx="360000" cy="372571"/>
          </a:xfrm>
        </p:grpSpPr>
        <p:cxnSp>
          <p:nvCxnSpPr>
            <p:cNvPr id="14" name="직선 연결선 206">
              <a:extLst>
                <a:ext uri="{FF2B5EF4-FFF2-40B4-BE49-F238E27FC236}">
                  <a16:creationId xmlns:a16="http://schemas.microsoft.com/office/drawing/2014/main" id="{170EDCDC-4071-96A5-D5B8-8D62319D1265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573E5C78-1915-2CC9-61C8-E9C152F40F66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Click">
            <a:extLst>
              <a:ext uri="{FF2B5EF4-FFF2-40B4-BE49-F238E27FC236}">
                <a16:creationId xmlns:a16="http://schemas.microsoft.com/office/drawing/2014/main" id="{F420E8F1-1DD7-5F8B-9C3F-D89FB8962C84}"/>
              </a:ext>
            </a:extLst>
          </p:cNvPr>
          <p:cNvGrpSpPr>
            <a:grpSpLocks noChangeAspect="1"/>
          </p:cNvGrpSpPr>
          <p:nvPr/>
        </p:nvGrpSpPr>
        <p:grpSpPr>
          <a:xfrm>
            <a:off x="7152419" y="2023540"/>
            <a:ext cx="204425" cy="291335"/>
            <a:chOff x="5294313" y="2197100"/>
            <a:chExt cx="530225" cy="755651"/>
          </a:xfrm>
        </p:grpSpPr>
        <p:sp>
          <p:nvSpPr>
            <p:cNvPr id="35" name="Arrow Cursor">
              <a:extLst>
                <a:ext uri="{FF2B5EF4-FFF2-40B4-BE49-F238E27FC236}">
                  <a16:creationId xmlns:a16="http://schemas.microsoft.com/office/drawing/2014/main" id="{78E9F679-33AA-2B6F-60D8-3B5E6C666AB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6" name="Click">
              <a:extLst>
                <a:ext uri="{FF2B5EF4-FFF2-40B4-BE49-F238E27FC236}">
                  <a16:creationId xmlns:a16="http://schemas.microsoft.com/office/drawing/2014/main" id="{47BFFAC9-77FA-CD59-BDF5-8D843EA775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BB8F042-2EDF-A75F-6B33-C84A62B6E574}"/>
              </a:ext>
            </a:extLst>
          </p:cNvPr>
          <p:cNvSpPr/>
          <p:nvPr/>
        </p:nvSpPr>
        <p:spPr>
          <a:xfrm>
            <a:off x="4632337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D3CA672-8248-F5AF-629E-ABB3501F75C5}"/>
              </a:ext>
            </a:extLst>
          </p:cNvPr>
          <p:cNvSpPr/>
          <p:nvPr/>
        </p:nvSpPr>
        <p:spPr>
          <a:xfrm>
            <a:off x="5303475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7753C8C-CDDC-AF7C-1485-07888804962F}"/>
              </a:ext>
            </a:extLst>
          </p:cNvPr>
          <p:cNvSpPr/>
          <p:nvPr/>
        </p:nvSpPr>
        <p:spPr>
          <a:xfrm>
            <a:off x="5968803" y="6432460"/>
            <a:ext cx="537082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</p:spTree>
    <p:extLst>
      <p:ext uri="{BB962C8B-B14F-4D97-AF65-F5344CB8AC3E}">
        <p14:creationId xmlns:p14="http://schemas.microsoft.com/office/powerpoint/2010/main" val="1730703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141DB-BBEC-74E8-6B5F-F669F58A5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C6914CD1-0519-3925-910C-A5D2710BA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수정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67C05DC-0927-B7CC-249C-F2C64BA70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취소 수수료 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B07CBD73-BE95-5D30-E771-B75C746A91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5459A2AC-ED44-3539-7E85-814EF3AA4F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1CD94E-D83A-DD2F-8D2B-1B043015CA21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E3C8EA7-55CE-33E6-C5A3-2771F7239C15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58129D-4EE6-DE88-C68B-E14A4548B8BE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F0AADEB3-7EF9-F332-7655-C604108A3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698579"/>
              </p:ext>
            </p:extLst>
          </p:nvPr>
        </p:nvGraphicFramePr>
        <p:xfrm>
          <a:off x="9406740" y="440717"/>
          <a:ext cx="2785260" cy="3177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취소 수수료 기준 일자 선택 </a:t>
                      </a:r>
                      <a:r>
                        <a:rPr lang="ko-KR" altLang="en-US" sz="800" b="1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셀렉트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박스</a:t>
                      </a: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선택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디폴트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일자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노쇼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정율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입력 범위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~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100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정액 입력 범위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~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억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일자 입력 범위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~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356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B3C9841C-5826-EDE3-7ADB-3875849EC4F4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506AD103-CCE9-BEC1-FC24-2C5EEE5F0942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EB97920-AD16-75E0-4D53-48F64B63C45C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35E3258-7960-3D2E-AF3F-6EB9C9593710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AC5315B-2C77-D389-4A18-939B14464881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4553370-B09C-08F3-761C-89FEBD7DB63D}"/>
              </a:ext>
            </a:extLst>
          </p:cNvPr>
          <p:cNvGraphicFramePr>
            <a:graphicFrameLocks noGrp="1"/>
          </p:cNvGraphicFramePr>
          <p:nvPr/>
        </p:nvGraphicFramePr>
        <p:xfrm>
          <a:off x="1512625" y="1239803"/>
          <a:ext cx="7746199" cy="67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134240946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4175385041"/>
                    </a:ext>
                  </a:extLst>
                </a:gridCol>
              </a:tblGrid>
              <a:tr h="6770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취소 수수료 정보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24504"/>
                  </a:ext>
                </a:extLst>
              </a:tr>
            </a:tbl>
          </a:graphicData>
        </a:graphic>
      </p:graphicFrame>
      <p:sp>
        <p:nvSpPr>
          <p:cNvPr id="7" name="Text Box">
            <a:extLst>
              <a:ext uri="{FF2B5EF4-FFF2-40B4-BE49-F238E27FC236}">
                <a16:creationId xmlns:a16="http://schemas.microsoft.com/office/drawing/2014/main" id="{2C17E2B0-C45A-5972-C909-2A2639C1FA61}"/>
              </a:ext>
            </a:extLst>
          </p:cNvPr>
          <p:cNvSpPr/>
          <p:nvPr/>
        </p:nvSpPr>
        <p:spPr>
          <a:xfrm>
            <a:off x="5078695" y="1301135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9B4B27E2-1A27-A262-DE4C-76D477BC8ECE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263842" y="1301135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24" name="Text Box">
              <a:extLst>
                <a:ext uri="{FF2B5EF4-FFF2-40B4-BE49-F238E27FC236}">
                  <a16:creationId xmlns:a16="http://schemas.microsoft.com/office/drawing/2014/main" id="{5A613A04-2BED-CC59-1736-71DCC4EF4CDC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</a:rPr>
                <a:t>선택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2D37C17-A08C-9547-1FF1-4B61E69BE97B}"/>
                </a:ext>
              </a:extLst>
            </p:cNvPr>
            <p:cNvSpPr>
              <a:spLocks noChangeAspect="1"/>
            </p:cNvSpPr>
            <p:nvPr>
              <p:custDataLst>
                <p:tags r:id="rId34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29F0D35-2536-7DF1-BDB9-E442A23D01D4}"/>
              </a:ext>
            </a:extLst>
          </p:cNvPr>
          <p:cNvSpPr txBox="1"/>
          <p:nvPr/>
        </p:nvSpPr>
        <p:spPr>
          <a:xfrm>
            <a:off x="4398838" y="1303972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7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42CE26E1-A017-A522-C864-CBAF10F23BDC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5816668" y="1308829"/>
            <a:ext cx="628341" cy="210314"/>
            <a:chOff x="424341" y="1281547"/>
            <a:chExt cx="1539495" cy="210314"/>
          </a:xfrm>
          <a:solidFill>
            <a:srgbClr val="FFFFFF"/>
          </a:solidFill>
        </p:grpSpPr>
        <p:sp>
          <p:nvSpPr>
            <p:cNvPr id="22" name="Text Box">
              <a:extLst>
                <a:ext uri="{FF2B5EF4-FFF2-40B4-BE49-F238E27FC236}">
                  <a16:creationId xmlns:a16="http://schemas.microsoft.com/office/drawing/2014/main" id="{9BE05D5F-D72D-CEA9-C671-08C2936091F8}"/>
                </a:ext>
              </a:extLst>
            </p:cNvPr>
            <p:cNvSpPr/>
            <p:nvPr/>
          </p:nvSpPr>
          <p:spPr>
            <a:xfrm>
              <a:off x="424341" y="1281547"/>
              <a:ext cx="1539495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E0E058A-0C76-24EB-3F2C-6D38D85CCD42}"/>
                </a:ext>
              </a:extLst>
            </p:cNvPr>
            <p:cNvSpPr>
              <a:spLocks noChangeAspect="1"/>
            </p:cNvSpPr>
            <p:nvPr>
              <p:custDataLst>
                <p:tags r:id="rId33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A6A52575-9017-0D0A-E7BC-15FB78E35900}"/>
              </a:ext>
            </a:extLst>
          </p:cNvPr>
          <p:cNvSpPr txBox="1"/>
          <p:nvPr/>
        </p:nvSpPr>
        <p:spPr>
          <a:xfrm>
            <a:off x="2589750" y="1301348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27" name="Text Box">
            <a:extLst>
              <a:ext uri="{FF2B5EF4-FFF2-40B4-BE49-F238E27FC236}">
                <a16:creationId xmlns:a16="http://schemas.microsoft.com/office/drawing/2014/main" id="{9BD66C06-F2F7-7344-B6A0-E30E50F57ED1}"/>
              </a:ext>
            </a:extLst>
          </p:cNvPr>
          <p:cNvSpPr/>
          <p:nvPr/>
        </p:nvSpPr>
        <p:spPr>
          <a:xfrm>
            <a:off x="5078695" y="1602931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30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10152F7C-45D0-D214-4014-654E9A8A9C38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816668" y="1610625"/>
            <a:ext cx="628341" cy="210314"/>
            <a:chOff x="424341" y="1281547"/>
            <a:chExt cx="1539495" cy="210314"/>
          </a:xfrm>
          <a:solidFill>
            <a:srgbClr val="FFFFFF"/>
          </a:solidFill>
        </p:grpSpPr>
        <p:sp>
          <p:nvSpPr>
            <p:cNvPr id="34" name="Text Box">
              <a:extLst>
                <a:ext uri="{FF2B5EF4-FFF2-40B4-BE49-F238E27FC236}">
                  <a16:creationId xmlns:a16="http://schemas.microsoft.com/office/drawing/2014/main" id="{1D177FEB-7C37-4C45-FA80-2B78908EAE67}"/>
                </a:ext>
              </a:extLst>
            </p:cNvPr>
            <p:cNvSpPr/>
            <p:nvPr/>
          </p:nvSpPr>
          <p:spPr>
            <a:xfrm>
              <a:off x="424341" y="1281547"/>
              <a:ext cx="1539495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BABA63A0-AC55-050A-6897-5294375B8F65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2E70A17A-46FA-C966-8043-BDF96CCF8C46}"/>
              </a:ext>
            </a:extLst>
          </p:cNvPr>
          <p:cNvSpPr txBox="1"/>
          <p:nvPr/>
        </p:nvSpPr>
        <p:spPr>
          <a:xfrm>
            <a:off x="2589750" y="1603144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38376BC-4DBD-7FC6-A63A-3CE2214DCD1F}"/>
              </a:ext>
            </a:extLst>
          </p:cNvPr>
          <p:cNvSpPr/>
          <p:nvPr/>
        </p:nvSpPr>
        <p:spPr>
          <a:xfrm>
            <a:off x="6516044" y="1616472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7E8D81-1E1B-E0BF-D24D-84E67183609E}"/>
              </a:ext>
            </a:extLst>
          </p:cNvPr>
          <p:cNvSpPr txBox="1"/>
          <p:nvPr/>
        </p:nvSpPr>
        <p:spPr>
          <a:xfrm>
            <a:off x="5952848" y="1055049"/>
            <a:ext cx="12362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디폴트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정율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(%)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,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 정액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원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22EFBE5-2BEB-887B-245D-4E0B49ABB7E7}"/>
              </a:ext>
            </a:extLst>
          </p:cNvPr>
          <p:cNvSpPr/>
          <p:nvPr/>
        </p:nvSpPr>
        <p:spPr>
          <a:xfrm>
            <a:off x="6516044" y="1311672"/>
            <a:ext cx="537082" cy="1916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pSp>
        <p:nvGrpSpPr>
          <p:cNvPr id="5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AB541451-5036-9919-BA32-1811D537CC9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3263842" y="1607008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55" name="Text Box">
              <a:extLst>
                <a:ext uri="{FF2B5EF4-FFF2-40B4-BE49-F238E27FC236}">
                  <a16:creationId xmlns:a16="http://schemas.microsoft.com/office/drawing/2014/main" id="{5D79239D-1942-21B0-06CD-04FEFA53CE87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</a:rPr>
                <a:t>선택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F9A1E44-7EBB-FC48-0DAC-7A726CF8079A}"/>
                </a:ext>
              </a:extLst>
            </p:cNvPr>
            <p:cNvSpPr>
              <a:spLocks noChangeAspect="1"/>
            </p:cNvSpPr>
            <p:nvPr>
              <p:custDataLst>
                <p:tags r:id="rId31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7" name="Text Box">
            <a:extLst>
              <a:ext uri="{FF2B5EF4-FFF2-40B4-BE49-F238E27FC236}">
                <a16:creationId xmlns:a16="http://schemas.microsoft.com/office/drawing/2014/main" id="{116D9F23-1DB0-CDE7-27DD-0B9B2AB3B6FB}"/>
              </a:ext>
            </a:extLst>
          </p:cNvPr>
          <p:cNvSpPr/>
          <p:nvPr/>
        </p:nvSpPr>
        <p:spPr>
          <a:xfrm>
            <a:off x="3803404" y="1301135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58" name="Text Box">
            <a:extLst>
              <a:ext uri="{FF2B5EF4-FFF2-40B4-BE49-F238E27FC236}">
                <a16:creationId xmlns:a16="http://schemas.microsoft.com/office/drawing/2014/main" id="{60A1B2FA-C2DF-42E0-1CA8-BCB1500E2EF9}"/>
              </a:ext>
            </a:extLst>
          </p:cNvPr>
          <p:cNvSpPr/>
          <p:nvPr/>
        </p:nvSpPr>
        <p:spPr>
          <a:xfrm>
            <a:off x="3803404" y="1602931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8697BAB-EB9B-8060-BDAB-D8A11065AFDD}"/>
              </a:ext>
            </a:extLst>
          </p:cNvPr>
          <p:cNvSpPr txBox="1"/>
          <p:nvPr/>
        </p:nvSpPr>
        <p:spPr>
          <a:xfrm>
            <a:off x="4398838" y="1609845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DF0B595-A97B-12A2-31EC-27B3746B262E}"/>
              </a:ext>
            </a:extLst>
          </p:cNvPr>
          <p:cNvSpPr txBox="1"/>
          <p:nvPr/>
        </p:nvSpPr>
        <p:spPr>
          <a:xfrm>
            <a:off x="3944981" y="1795442"/>
            <a:ext cx="89800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↑ 숫자만 입력 허용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61" name="Cutout">
            <a:extLst>
              <a:ext uri="{FF2B5EF4-FFF2-40B4-BE49-F238E27FC236}">
                <a16:creationId xmlns:a16="http://schemas.microsoft.com/office/drawing/2014/main" id="{B509CA24-C1C2-2EAB-BA88-40A7ED3314D7}"/>
              </a:ext>
            </a:extLst>
          </p:cNvPr>
          <p:cNvGrpSpPr/>
          <p:nvPr/>
        </p:nvGrpSpPr>
        <p:grpSpPr>
          <a:xfrm rot="16200000">
            <a:off x="5285313" y="-1776006"/>
            <a:ext cx="177506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62" name="Fill">
              <a:extLst>
                <a:ext uri="{FF2B5EF4-FFF2-40B4-BE49-F238E27FC236}">
                  <a16:creationId xmlns:a16="http://schemas.microsoft.com/office/drawing/2014/main" id="{8E80A996-577A-7775-6C32-9D848C2A1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Border">
              <a:extLst>
                <a:ext uri="{FF2B5EF4-FFF2-40B4-BE49-F238E27FC236}">
                  <a16:creationId xmlns:a16="http://schemas.microsoft.com/office/drawing/2014/main" id="{F07992D3-15FA-64C3-B915-A09DA6AFDD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7F2BB01B-12A4-666A-A6EA-32C694538A88}"/>
              </a:ext>
            </a:extLst>
          </p:cNvPr>
          <p:cNvGraphicFramePr>
            <a:graphicFrameLocks noGrp="1"/>
          </p:cNvGraphicFramePr>
          <p:nvPr/>
        </p:nvGraphicFramePr>
        <p:xfrm>
          <a:off x="1512625" y="2501382"/>
          <a:ext cx="7746199" cy="17633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134240946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4175385041"/>
                    </a:ext>
                  </a:extLst>
                </a:gridCol>
              </a:tblGrid>
              <a:tr h="17633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취소 수수료 정보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24504"/>
                  </a:ext>
                </a:extLst>
              </a:tr>
            </a:tbl>
          </a:graphicData>
        </a:graphic>
      </p:graphicFrame>
      <p:sp>
        <p:nvSpPr>
          <p:cNvPr id="67" name="Text Box">
            <a:extLst>
              <a:ext uri="{FF2B5EF4-FFF2-40B4-BE49-F238E27FC236}">
                <a16:creationId xmlns:a16="http://schemas.microsoft.com/office/drawing/2014/main" id="{7CCA930D-0C72-6ECC-ACF5-3145D7656A13}"/>
              </a:ext>
            </a:extLst>
          </p:cNvPr>
          <p:cNvSpPr/>
          <p:nvPr/>
        </p:nvSpPr>
        <p:spPr>
          <a:xfrm>
            <a:off x="5137982" y="256271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100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68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BC374717-1238-6B05-3283-DCE33DE2984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263842" y="2562714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69" name="Text Box">
              <a:extLst>
                <a:ext uri="{FF2B5EF4-FFF2-40B4-BE49-F238E27FC236}">
                  <a16:creationId xmlns:a16="http://schemas.microsoft.com/office/drawing/2014/main" id="{B1085B15-DB73-D271-0678-F54C30AC6E7F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C8D086F-05D8-B00F-C581-588F6866DDC5}"/>
                </a:ext>
              </a:extLst>
            </p:cNvPr>
            <p:cNvSpPr>
              <a:spLocks noChangeAspect="1"/>
            </p:cNvSpPr>
            <p:nvPr>
              <p:custDataLst>
                <p:tags r:id="rId30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B650F711-5E3C-8E09-4B0F-29F8496ECA0A}"/>
              </a:ext>
            </a:extLst>
          </p:cNvPr>
          <p:cNvSpPr txBox="1"/>
          <p:nvPr/>
        </p:nvSpPr>
        <p:spPr>
          <a:xfrm>
            <a:off x="4398838" y="2565551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72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B1C17216-78EC-434A-3B0C-C0C70996625E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5868423" y="2570408"/>
            <a:ext cx="720293" cy="210314"/>
            <a:chOff x="199050" y="1281547"/>
            <a:chExt cx="1764786" cy="210314"/>
          </a:xfrm>
          <a:solidFill>
            <a:srgbClr val="FFFFFF"/>
          </a:solidFill>
        </p:grpSpPr>
        <p:sp>
          <p:nvSpPr>
            <p:cNvPr id="73" name="Text Box">
              <a:extLst>
                <a:ext uri="{FF2B5EF4-FFF2-40B4-BE49-F238E27FC236}">
                  <a16:creationId xmlns:a16="http://schemas.microsoft.com/office/drawing/2014/main" id="{073986B9-AAE7-D61D-11A6-CF19AD15CDD5}"/>
                </a:ext>
              </a:extLst>
            </p:cNvPr>
            <p:cNvSpPr/>
            <p:nvPr/>
          </p:nvSpPr>
          <p:spPr>
            <a:xfrm>
              <a:off x="199050" y="1281547"/>
              <a:ext cx="1764786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C17B0B6-71FB-4F90-B031-DFAA636F6718}"/>
                </a:ext>
              </a:extLst>
            </p:cNvPr>
            <p:cNvSpPr>
              <a:spLocks noChangeAspect="1"/>
            </p:cNvSpPr>
            <p:nvPr>
              <p:custDataLst>
                <p:tags r:id="rId29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8E14D2BB-8C60-63C1-7713-6E456920DF9D}"/>
              </a:ext>
            </a:extLst>
          </p:cNvPr>
          <p:cNvSpPr txBox="1"/>
          <p:nvPr/>
        </p:nvSpPr>
        <p:spPr>
          <a:xfrm>
            <a:off x="2589750" y="2562927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A6496D1-AA38-0C58-E51A-69C2A837BC8E}"/>
              </a:ext>
            </a:extLst>
          </p:cNvPr>
          <p:cNvSpPr txBox="1"/>
          <p:nvPr/>
        </p:nvSpPr>
        <p:spPr>
          <a:xfrm>
            <a:off x="4802610" y="2086461"/>
            <a:ext cx="12170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케이스 별 화면 출력 예시</a:t>
            </a:r>
            <a:endParaRPr lang="en-US" altLang="ko-KR" sz="70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33718ABF-47D3-6ECB-6E8B-8C52A71088E6}"/>
              </a:ext>
            </a:extLst>
          </p:cNvPr>
          <p:cNvSpPr/>
          <p:nvPr/>
        </p:nvSpPr>
        <p:spPr>
          <a:xfrm>
            <a:off x="6639038" y="2573251"/>
            <a:ext cx="537082" cy="1916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91" name="Text Box">
            <a:extLst>
              <a:ext uri="{FF2B5EF4-FFF2-40B4-BE49-F238E27FC236}">
                <a16:creationId xmlns:a16="http://schemas.microsoft.com/office/drawing/2014/main" id="{AD3156EB-38EF-5779-E500-84A479866736}"/>
              </a:ext>
            </a:extLst>
          </p:cNvPr>
          <p:cNvSpPr/>
          <p:nvPr/>
        </p:nvSpPr>
        <p:spPr>
          <a:xfrm>
            <a:off x="3803404" y="256271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1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95" name="Text Box">
            <a:extLst>
              <a:ext uri="{FF2B5EF4-FFF2-40B4-BE49-F238E27FC236}">
                <a16:creationId xmlns:a16="http://schemas.microsoft.com/office/drawing/2014/main" id="{2AA61CED-F4F7-8F8B-037D-47CA922A70B6}"/>
              </a:ext>
            </a:extLst>
          </p:cNvPr>
          <p:cNvSpPr/>
          <p:nvPr/>
        </p:nvSpPr>
        <p:spPr>
          <a:xfrm>
            <a:off x="5137982" y="285825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040C28"/>
                </a:solidFill>
                <a:latin typeface="Arial" panose="020B0604020202020204" pitchFamily="34" charset="0"/>
              </a:rPr>
              <a:t>0</a:t>
            </a:r>
          </a:p>
        </p:txBody>
      </p:sp>
      <p:grpSp>
        <p:nvGrpSpPr>
          <p:cNvPr id="96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7E53BA58-C7AA-6825-B512-7D219837FBB7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3263842" y="2858254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97" name="Text Box">
              <a:extLst>
                <a:ext uri="{FF2B5EF4-FFF2-40B4-BE49-F238E27FC236}">
                  <a16:creationId xmlns:a16="http://schemas.microsoft.com/office/drawing/2014/main" id="{0FCCF5E6-D24A-2973-9A63-2EA860525926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8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558DA7F-BF1C-DED8-69A6-712A9B99D6C4}"/>
                </a:ext>
              </a:extLst>
            </p:cNvPr>
            <p:cNvSpPr>
              <a:spLocks noChangeAspect="1"/>
            </p:cNvSpPr>
            <p:nvPr>
              <p:custDataLst>
                <p:tags r:id="rId28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A8011BFE-CD44-35D0-1D0C-4F3EF6964E4B}"/>
              </a:ext>
            </a:extLst>
          </p:cNvPr>
          <p:cNvSpPr txBox="1"/>
          <p:nvPr/>
        </p:nvSpPr>
        <p:spPr>
          <a:xfrm>
            <a:off x="4398838" y="2861091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00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CB975DAC-3029-299A-4045-D673814A051A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5868423" y="2865948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02" name="Text Box">
              <a:extLst>
                <a:ext uri="{FF2B5EF4-FFF2-40B4-BE49-F238E27FC236}">
                  <a16:creationId xmlns:a16="http://schemas.microsoft.com/office/drawing/2014/main" id="{C9EDB637-AD42-66DF-9C60-D9CAD58CDF05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</a:p>
          </p:txBody>
        </p:sp>
        <p:sp>
          <p:nvSpPr>
            <p:cNvPr id="103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8A505EC-6497-FE3D-B91A-BE3D1C68DCA3}"/>
                </a:ext>
              </a:extLst>
            </p:cNvPr>
            <p:cNvSpPr>
              <a:spLocks noChangeAspect="1"/>
            </p:cNvSpPr>
            <p:nvPr>
              <p:custDataLst>
                <p:tags r:id="rId27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FF42A54C-B6E7-5225-B656-A9105BFD8F1A}"/>
              </a:ext>
            </a:extLst>
          </p:cNvPr>
          <p:cNvSpPr txBox="1"/>
          <p:nvPr/>
        </p:nvSpPr>
        <p:spPr>
          <a:xfrm>
            <a:off x="2589750" y="2858467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07" name="Text Box">
            <a:extLst>
              <a:ext uri="{FF2B5EF4-FFF2-40B4-BE49-F238E27FC236}">
                <a16:creationId xmlns:a16="http://schemas.microsoft.com/office/drawing/2014/main" id="{1D12D926-D677-E327-898C-44155100D120}"/>
              </a:ext>
            </a:extLst>
          </p:cNvPr>
          <p:cNvSpPr/>
          <p:nvPr/>
        </p:nvSpPr>
        <p:spPr>
          <a:xfrm>
            <a:off x="3803404" y="285825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30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4B0EC37D-4E88-5112-4C07-2BEC630F1721}"/>
              </a:ext>
            </a:extLst>
          </p:cNvPr>
          <p:cNvSpPr/>
          <p:nvPr/>
        </p:nvSpPr>
        <p:spPr>
          <a:xfrm>
            <a:off x="6639038" y="2874538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52" name="Text Box">
            <a:extLst>
              <a:ext uri="{FF2B5EF4-FFF2-40B4-BE49-F238E27FC236}">
                <a16:creationId xmlns:a16="http://schemas.microsoft.com/office/drawing/2014/main" id="{C8A1B9C3-E066-39ED-29EB-F6702EB7F0C0}"/>
              </a:ext>
            </a:extLst>
          </p:cNvPr>
          <p:cNvSpPr/>
          <p:nvPr/>
        </p:nvSpPr>
        <p:spPr>
          <a:xfrm>
            <a:off x="5137982" y="3143223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2,000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53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3393253D-9499-B93C-46B6-5846B1E37B86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3263842" y="3143223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54" name="Text Box">
              <a:extLst>
                <a:ext uri="{FF2B5EF4-FFF2-40B4-BE49-F238E27FC236}">
                  <a16:creationId xmlns:a16="http://schemas.microsoft.com/office/drawing/2014/main" id="{70428A58-63E7-F317-2DDB-B00605A50D19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5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353AA349-8FB1-798A-6DC6-67D016E8DD31}"/>
                </a:ext>
              </a:extLst>
            </p:cNvPr>
            <p:cNvSpPr>
              <a:spLocks noChangeAspect="1"/>
            </p:cNvSpPr>
            <p:nvPr>
              <p:custDataLst>
                <p:tags r:id="rId26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56" name="TextBox 155">
            <a:extLst>
              <a:ext uri="{FF2B5EF4-FFF2-40B4-BE49-F238E27FC236}">
                <a16:creationId xmlns:a16="http://schemas.microsoft.com/office/drawing/2014/main" id="{23DFB22F-355F-3560-5DA3-08A52C75A7F4}"/>
              </a:ext>
            </a:extLst>
          </p:cNvPr>
          <p:cNvSpPr txBox="1"/>
          <p:nvPr/>
        </p:nvSpPr>
        <p:spPr>
          <a:xfrm>
            <a:off x="4398838" y="3146060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57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81AB317F-74F4-7A7D-3D9A-250FD95A183D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5868423" y="3150917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58" name="Text Box">
              <a:extLst>
                <a:ext uri="{FF2B5EF4-FFF2-40B4-BE49-F238E27FC236}">
                  <a16:creationId xmlns:a16="http://schemas.microsoft.com/office/drawing/2014/main" id="{69394C92-B0D8-697F-8EC0-ACD7F80AC95E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정액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 (KRW)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9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ECF5CDD-12BF-DED3-A9F1-82A335C7B2FD}"/>
                </a:ext>
              </a:extLst>
            </p:cNvPr>
            <p:cNvSpPr>
              <a:spLocks noChangeAspect="1"/>
            </p:cNvSpPr>
            <p:nvPr>
              <p:custDataLst>
                <p:tags r:id="rId25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8E765E0D-66CF-D31C-E05C-6F781FE9C797}"/>
              </a:ext>
            </a:extLst>
          </p:cNvPr>
          <p:cNvSpPr txBox="1"/>
          <p:nvPr/>
        </p:nvSpPr>
        <p:spPr>
          <a:xfrm>
            <a:off x="2589750" y="3143436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61" name="Text Box">
            <a:extLst>
              <a:ext uri="{FF2B5EF4-FFF2-40B4-BE49-F238E27FC236}">
                <a16:creationId xmlns:a16="http://schemas.microsoft.com/office/drawing/2014/main" id="{01CFEFC8-38E9-F538-420F-EAC11F5C6581}"/>
              </a:ext>
            </a:extLst>
          </p:cNvPr>
          <p:cNvSpPr/>
          <p:nvPr/>
        </p:nvSpPr>
        <p:spPr>
          <a:xfrm>
            <a:off x="3803404" y="3143223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3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FE32AA6D-BFC7-A576-807F-5463DBCE5CF7}"/>
              </a:ext>
            </a:extLst>
          </p:cNvPr>
          <p:cNvSpPr/>
          <p:nvPr/>
        </p:nvSpPr>
        <p:spPr>
          <a:xfrm>
            <a:off x="6639038" y="3159507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63" name="Text Box">
            <a:extLst>
              <a:ext uri="{FF2B5EF4-FFF2-40B4-BE49-F238E27FC236}">
                <a16:creationId xmlns:a16="http://schemas.microsoft.com/office/drawing/2014/main" id="{B0EDDE1F-7C48-AF21-CDA5-6E792B0A04A6}"/>
              </a:ext>
            </a:extLst>
          </p:cNvPr>
          <p:cNvSpPr/>
          <p:nvPr/>
        </p:nvSpPr>
        <p:spPr>
          <a:xfrm>
            <a:off x="5137982" y="34242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040C28"/>
                </a:solidFill>
                <a:latin typeface="Arial" panose="020B0604020202020204" pitchFamily="34" charset="0"/>
              </a:rPr>
              <a:t>300</a:t>
            </a:r>
          </a:p>
        </p:txBody>
      </p:sp>
      <p:grpSp>
        <p:nvGrpSpPr>
          <p:cNvPr id="16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280ED50B-5012-6D1D-51F2-9CB9162C2135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3263842" y="3424208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65" name="Text Box">
              <a:extLst>
                <a:ext uri="{FF2B5EF4-FFF2-40B4-BE49-F238E27FC236}">
                  <a16:creationId xmlns:a16="http://schemas.microsoft.com/office/drawing/2014/main" id="{5DFD8C98-3CEB-D2FE-00A5-6B2DBF1010D7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6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91FDF58-A08F-60D7-347A-944E03C38E3E}"/>
                </a:ext>
              </a:extLst>
            </p:cNvPr>
            <p:cNvSpPr>
              <a:spLocks noChangeAspect="1"/>
            </p:cNvSpPr>
            <p:nvPr>
              <p:custDataLst>
                <p:tags r:id="rId24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A27FAA54-81BC-FA03-7CF6-1AD201C6915E}"/>
              </a:ext>
            </a:extLst>
          </p:cNvPr>
          <p:cNvSpPr txBox="1"/>
          <p:nvPr/>
        </p:nvSpPr>
        <p:spPr>
          <a:xfrm>
            <a:off x="4398838" y="3427045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68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A494CA45-6EF4-11B7-02C1-FE6256848AD9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5868423" y="3431902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69" name="Text Box">
              <a:extLst>
                <a:ext uri="{FF2B5EF4-FFF2-40B4-BE49-F238E27FC236}">
                  <a16:creationId xmlns:a16="http://schemas.microsoft.com/office/drawing/2014/main" id="{67CF203A-DB4B-1D43-60D6-6F3732847F04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정액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 (USD)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0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D0ECF71-0D08-D45F-467B-E5536A59F735}"/>
                </a:ext>
              </a:extLst>
            </p:cNvPr>
            <p:cNvSpPr>
              <a:spLocks noChangeAspect="1"/>
            </p:cNvSpPr>
            <p:nvPr>
              <p:custDataLst>
                <p:tags r:id="rId23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71" name="TextBox 170">
            <a:extLst>
              <a:ext uri="{FF2B5EF4-FFF2-40B4-BE49-F238E27FC236}">
                <a16:creationId xmlns:a16="http://schemas.microsoft.com/office/drawing/2014/main" id="{8D649FC7-0C29-8EA6-779D-423470149A3F}"/>
              </a:ext>
            </a:extLst>
          </p:cNvPr>
          <p:cNvSpPr txBox="1"/>
          <p:nvPr/>
        </p:nvSpPr>
        <p:spPr>
          <a:xfrm>
            <a:off x="2589750" y="3424421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72" name="Text Box">
            <a:extLst>
              <a:ext uri="{FF2B5EF4-FFF2-40B4-BE49-F238E27FC236}">
                <a16:creationId xmlns:a16="http://schemas.microsoft.com/office/drawing/2014/main" id="{C5713EA6-8961-7D8B-F8EF-834305CCE582}"/>
              </a:ext>
            </a:extLst>
          </p:cNvPr>
          <p:cNvSpPr/>
          <p:nvPr/>
        </p:nvSpPr>
        <p:spPr>
          <a:xfrm>
            <a:off x="3803404" y="34242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7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D7FEE7CC-10E4-27A3-8799-C6E26CDBA4EA}"/>
              </a:ext>
            </a:extLst>
          </p:cNvPr>
          <p:cNvSpPr/>
          <p:nvPr/>
        </p:nvSpPr>
        <p:spPr>
          <a:xfrm>
            <a:off x="6639038" y="3440492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DEDBDE1-37B1-D725-3FC4-BE0D84681F33}"/>
              </a:ext>
            </a:extLst>
          </p:cNvPr>
          <p:cNvSpPr txBox="1"/>
          <p:nvPr/>
        </p:nvSpPr>
        <p:spPr>
          <a:xfrm>
            <a:off x="7141239" y="2570405"/>
            <a:ext cx="180049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취소 수수료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100%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이면 </a:t>
            </a:r>
            <a:r>
              <a:rPr lang="ko-KR" altLang="en-US" sz="6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취소 불가라는 의미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임</a:t>
            </a:r>
            <a:endParaRPr lang="en-US" altLang="ko-KR" sz="6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1378086-8155-7552-29C0-DCBBFC48103D}"/>
              </a:ext>
            </a:extLst>
          </p:cNvPr>
          <p:cNvSpPr txBox="1"/>
          <p:nvPr/>
        </p:nvSpPr>
        <p:spPr>
          <a:xfrm>
            <a:off x="7141239" y="2881536"/>
            <a:ext cx="194476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취소 수수료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0%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이면 </a:t>
            </a:r>
            <a:r>
              <a:rPr lang="ko-KR" altLang="en-US" sz="6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취소 수수료가 없다는 의미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임</a:t>
            </a:r>
            <a:endParaRPr lang="en-US" altLang="ko-KR" sz="6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A4760F1F-F691-A54D-CA2A-5D1D9C1FA5EE}"/>
              </a:ext>
            </a:extLst>
          </p:cNvPr>
          <p:cNvSpPr txBox="1"/>
          <p:nvPr/>
        </p:nvSpPr>
        <p:spPr>
          <a:xfrm>
            <a:off x="7124852" y="3157062"/>
            <a:ext cx="124104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일반 적인 정액 케이스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(KRW)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E1A60A06-25F7-9AD8-8358-8D9449E80802}"/>
              </a:ext>
            </a:extLst>
          </p:cNvPr>
          <p:cNvSpPr txBox="1"/>
          <p:nvPr/>
        </p:nvSpPr>
        <p:spPr>
          <a:xfrm>
            <a:off x="7124852" y="3442197"/>
            <a:ext cx="121860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일반 적인 정액 케이스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en-US" altLang="ko-KR" sz="600" i="1" dirty="0">
                <a:solidFill>
                  <a:srgbClr val="C00000"/>
                </a:solidFill>
                <a:latin typeface="+mn-ea"/>
                <a:ea typeface="+mn-ea"/>
              </a:rPr>
              <a:t>USD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179" name="Text Box">
            <a:extLst>
              <a:ext uri="{FF2B5EF4-FFF2-40B4-BE49-F238E27FC236}">
                <a16:creationId xmlns:a16="http://schemas.microsoft.com/office/drawing/2014/main" id="{6EEE591E-D21D-D517-5212-F09BA79917A0}"/>
              </a:ext>
            </a:extLst>
          </p:cNvPr>
          <p:cNvSpPr/>
          <p:nvPr/>
        </p:nvSpPr>
        <p:spPr>
          <a:xfrm>
            <a:off x="4712601" y="3974580"/>
            <a:ext cx="438366" cy="210314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rgbClr val="040C28"/>
                </a:solidFill>
                <a:latin typeface="Arial" panose="020B0604020202020204" pitchFamily="34" charset="0"/>
              </a:rPr>
              <a:t>100</a:t>
            </a:r>
            <a:endParaRPr lang="en-US" sz="7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80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1889145F-CCC4-5945-5AE5-97479CAB2052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3263842" y="3966886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81" name="Text Box">
              <a:extLst>
                <a:ext uri="{FF2B5EF4-FFF2-40B4-BE49-F238E27FC236}">
                  <a16:creationId xmlns:a16="http://schemas.microsoft.com/office/drawing/2014/main" id="{95D6BAC2-F3DC-BD0E-763E-B8655A2D39B4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노쇼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2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E95AA1E-904A-557C-96A0-574ABCAE88E4}"/>
                </a:ext>
              </a:extLst>
            </p:cNvPr>
            <p:cNvSpPr>
              <a:spLocks noChangeAspect="1"/>
            </p:cNvSpPr>
            <p:nvPr>
              <p:custDataLst>
                <p:tags r:id="rId22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AD132226-98B6-589D-AD6E-F2B11AC8B09D}"/>
              </a:ext>
            </a:extLst>
          </p:cNvPr>
          <p:cNvSpPr txBox="1"/>
          <p:nvPr/>
        </p:nvSpPr>
        <p:spPr>
          <a:xfrm>
            <a:off x="4398838" y="3969723"/>
            <a:ext cx="2808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시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520A893C-9941-169E-3FA0-73A9F5FB92B3}"/>
              </a:ext>
            </a:extLst>
          </p:cNvPr>
          <p:cNvSpPr txBox="1"/>
          <p:nvPr/>
        </p:nvSpPr>
        <p:spPr>
          <a:xfrm>
            <a:off x="2589750" y="3967099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85" name="Text Box">
            <a:extLst>
              <a:ext uri="{FF2B5EF4-FFF2-40B4-BE49-F238E27FC236}">
                <a16:creationId xmlns:a16="http://schemas.microsoft.com/office/drawing/2014/main" id="{3BE47CC6-2BF8-ECA4-E0A1-3D515E401C20}"/>
              </a:ext>
            </a:extLst>
          </p:cNvPr>
          <p:cNvSpPr/>
          <p:nvPr/>
        </p:nvSpPr>
        <p:spPr>
          <a:xfrm>
            <a:off x="3803404" y="3966886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EEA4C997-6E75-FED4-EC39-E00A4C9203A2}"/>
              </a:ext>
            </a:extLst>
          </p:cNvPr>
          <p:cNvSpPr/>
          <p:nvPr/>
        </p:nvSpPr>
        <p:spPr>
          <a:xfrm>
            <a:off x="5961151" y="398317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pSp>
        <p:nvGrpSpPr>
          <p:cNvPr id="187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669AF09D-9FAA-D56C-9F19-6B220F222F0A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5190536" y="3980397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88" name="Text Box">
              <a:extLst>
                <a:ext uri="{FF2B5EF4-FFF2-40B4-BE49-F238E27FC236}">
                  <a16:creationId xmlns:a16="http://schemas.microsoft.com/office/drawing/2014/main" id="{032D3844-BA38-E9D6-7047-F935AB9AEEF7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</a:p>
          </p:txBody>
        </p:sp>
        <p:sp>
          <p:nvSpPr>
            <p:cNvPr id="189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D5BD816-9863-1D96-B4EC-489CA3267DB9}"/>
                </a:ext>
              </a:extLst>
            </p:cNvPr>
            <p:cNvSpPr>
              <a:spLocks noChangeAspect="1"/>
            </p:cNvSpPr>
            <p:nvPr>
              <p:custDataLst>
                <p:tags r:id="rId21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0" name="TextBox 189">
            <a:extLst>
              <a:ext uri="{FF2B5EF4-FFF2-40B4-BE49-F238E27FC236}">
                <a16:creationId xmlns:a16="http://schemas.microsoft.com/office/drawing/2014/main" id="{31D917CC-0639-BDE0-11C5-B6C5A4A38BC8}"/>
              </a:ext>
            </a:extLst>
          </p:cNvPr>
          <p:cNvSpPr txBox="1"/>
          <p:nvPr/>
        </p:nvSpPr>
        <p:spPr>
          <a:xfrm>
            <a:off x="6477024" y="3999643"/>
            <a:ext cx="180049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취소 수수료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100%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이면 </a:t>
            </a:r>
            <a:r>
              <a:rPr lang="ko-KR" altLang="en-US" sz="6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취소 불가라는 의미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임</a:t>
            </a:r>
            <a:endParaRPr lang="en-US" altLang="ko-KR" sz="6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91" name="Text Box">
            <a:extLst>
              <a:ext uri="{FF2B5EF4-FFF2-40B4-BE49-F238E27FC236}">
                <a16:creationId xmlns:a16="http://schemas.microsoft.com/office/drawing/2014/main" id="{0E3E29EA-4570-C7AE-ED8D-137C919FAB0D}"/>
              </a:ext>
            </a:extLst>
          </p:cNvPr>
          <p:cNvSpPr/>
          <p:nvPr/>
        </p:nvSpPr>
        <p:spPr>
          <a:xfrm>
            <a:off x="5137982" y="36870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5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92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D46BB5ED-BF66-064A-C8FE-B1B4695BD039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3263842" y="3687008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93" name="Text Box">
              <a:extLst>
                <a:ext uri="{FF2B5EF4-FFF2-40B4-BE49-F238E27FC236}">
                  <a16:creationId xmlns:a16="http://schemas.microsoft.com/office/drawing/2014/main" id="{BDBEA033-2133-A9F8-1D89-CBDDF07BC7CC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4190FB2-31A5-662A-70E6-77761E3E120C}"/>
                </a:ext>
              </a:extLst>
            </p:cNvPr>
            <p:cNvSpPr>
              <a:spLocks noChangeAspect="1"/>
            </p:cNvSpPr>
            <p:nvPr>
              <p:custDataLst>
                <p:tags r:id="rId20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853645AE-9BD0-9C26-BD1D-E89AD8317DF9}"/>
              </a:ext>
            </a:extLst>
          </p:cNvPr>
          <p:cNvSpPr txBox="1"/>
          <p:nvPr/>
        </p:nvSpPr>
        <p:spPr>
          <a:xfrm>
            <a:off x="4398838" y="3689845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96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E5C4DBFF-DBE8-B02F-9746-28601253A364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5868423" y="3694702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97" name="Text Box">
              <a:extLst>
                <a:ext uri="{FF2B5EF4-FFF2-40B4-BE49-F238E27FC236}">
                  <a16:creationId xmlns:a16="http://schemas.microsoft.com/office/drawing/2014/main" id="{54271D95-98BE-B05E-B055-5F0A2AA19E47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</a:p>
          </p:txBody>
        </p:sp>
        <p:sp>
          <p:nvSpPr>
            <p:cNvPr id="198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032B0937-8A83-CB28-15F9-E5FA5AB30D5F}"/>
                </a:ext>
              </a:extLst>
            </p:cNvPr>
            <p:cNvSpPr>
              <a:spLocks noChangeAspect="1"/>
            </p:cNvSpPr>
            <p:nvPr>
              <p:custDataLst>
                <p:tags r:id="rId19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9" name="TextBox 198">
            <a:extLst>
              <a:ext uri="{FF2B5EF4-FFF2-40B4-BE49-F238E27FC236}">
                <a16:creationId xmlns:a16="http://schemas.microsoft.com/office/drawing/2014/main" id="{C029D499-B6C9-BB53-90BF-6B12149840DA}"/>
              </a:ext>
            </a:extLst>
          </p:cNvPr>
          <p:cNvSpPr txBox="1"/>
          <p:nvPr/>
        </p:nvSpPr>
        <p:spPr>
          <a:xfrm>
            <a:off x="2589750" y="3687221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200" name="Text Box">
            <a:extLst>
              <a:ext uri="{FF2B5EF4-FFF2-40B4-BE49-F238E27FC236}">
                <a16:creationId xmlns:a16="http://schemas.microsoft.com/office/drawing/2014/main" id="{5C61E585-AE3A-9DF7-3B98-080A690F2064}"/>
              </a:ext>
            </a:extLst>
          </p:cNvPr>
          <p:cNvSpPr/>
          <p:nvPr/>
        </p:nvSpPr>
        <p:spPr>
          <a:xfrm>
            <a:off x="3803404" y="36870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10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33593E15-F432-0AF2-A0DE-1BA06F6C1A96}"/>
              </a:ext>
            </a:extLst>
          </p:cNvPr>
          <p:cNvSpPr/>
          <p:nvPr/>
        </p:nvSpPr>
        <p:spPr>
          <a:xfrm>
            <a:off x="6639038" y="3703292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3A656810-912E-F1AF-A777-6A58589F9DFB}"/>
              </a:ext>
            </a:extLst>
          </p:cNvPr>
          <p:cNvSpPr txBox="1"/>
          <p:nvPr/>
        </p:nvSpPr>
        <p:spPr>
          <a:xfrm>
            <a:off x="7124852" y="3704997"/>
            <a:ext cx="114807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일반 적인 </a:t>
            </a:r>
            <a:r>
              <a:rPr lang="ko-KR" altLang="en-US" sz="600" b="0" i="1" dirty="0" err="1">
                <a:solidFill>
                  <a:srgbClr val="C00000"/>
                </a:solidFill>
                <a:latin typeface="+mn-ea"/>
                <a:ea typeface="+mn-ea"/>
              </a:rPr>
              <a:t>정율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케이스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en-US" altLang="ko-KR" sz="600" i="1" dirty="0">
                <a:solidFill>
                  <a:srgbClr val="C00000"/>
                </a:solidFill>
                <a:latin typeface="+mn-ea"/>
                <a:ea typeface="+mn-ea"/>
              </a:rPr>
              <a:t>%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D5AF6461-BE48-09EF-D21A-E76B2CA8AA56}"/>
              </a:ext>
            </a:extLst>
          </p:cNvPr>
          <p:cNvSpPr txBox="1"/>
          <p:nvPr/>
        </p:nvSpPr>
        <p:spPr>
          <a:xfrm>
            <a:off x="3874935" y="1093658"/>
            <a:ext cx="151035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선택 값 선택 후 필드 입력 활성화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679CC9B-BE82-F140-4E9B-F824A0E95423}"/>
              </a:ext>
            </a:extLst>
          </p:cNvPr>
          <p:cNvSpPr txBox="1"/>
          <p:nvPr/>
        </p:nvSpPr>
        <p:spPr>
          <a:xfrm>
            <a:off x="5160886" y="1795442"/>
            <a:ext cx="89800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↑ 숫자만 입력 허용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AC5B6352-38C5-6B3C-67A9-BC04592D1C48}"/>
              </a:ext>
            </a:extLst>
          </p:cNvPr>
          <p:cNvSpPr txBox="1"/>
          <p:nvPr/>
        </p:nvSpPr>
        <p:spPr>
          <a:xfrm>
            <a:off x="3480367" y="4177825"/>
            <a:ext cx="148470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↑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노쇼일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경우 화면 출력 방식 수정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07" name="Teardrop 1">
            <a:extLst>
              <a:ext uri="{FF2B5EF4-FFF2-40B4-BE49-F238E27FC236}">
                <a16:creationId xmlns:a16="http://schemas.microsoft.com/office/drawing/2014/main" id="{7F819FD0-DC34-5E14-3D25-6D508D1AE2F7}"/>
              </a:ext>
            </a:extLst>
          </p:cNvPr>
          <p:cNvSpPr/>
          <p:nvPr/>
        </p:nvSpPr>
        <p:spPr>
          <a:xfrm rot="16200000" flipH="1" flipV="1">
            <a:off x="3157619" y="119055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9630DB-E206-573A-CF24-76751DF769D9}"/>
              </a:ext>
            </a:extLst>
          </p:cNvPr>
          <p:cNvSpPr/>
          <p:nvPr/>
        </p:nvSpPr>
        <p:spPr>
          <a:xfrm>
            <a:off x="4632337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39B3E26-A9C6-97E4-4F2C-4E714647D299}"/>
              </a:ext>
            </a:extLst>
          </p:cNvPr>
          <p:cNvSpPr/>
          <p:nvPr/>
        </p:nvSpPr>
        <p:spPr>
          <a:xfrm>
            <a:off x="5303475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6F5EA66-B41F-71CB-39B5-F63E196F23A3}"/>
              </a:ext>
            </a:extLst>
          </p:cNvPr>
          <p:cNvSpPr/>
          <p:nvPr/>
        </p:nvSpPr>
        <p:spPr>
          <a:xfrm>
            <a:off x="5968803" y="6432460"/>
            <a:ext cx="537082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pSp>
        <p:nvGrpSpPr>
          <p:cNvPr id="28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44E86FB4-D758-543B-7C62-3D67CE7C79D0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7078805" y="5715191"/>
            <a:ext cx="2200838" cy="954169"/>
            <a:chOff x="595686" y="1261242"/>
            <a:chExt cx="3222246" cy="1507358"/>
          </a:xfrm>
        </p:grpSpPr>
        <p:sp>
          <p:nvSpPr>
            <p:cNvPr id="29" name="Window Body">
              <a:extLst>
                <a:ext uri="{FF2B5EF4-FFF2-40B4-BE49-F238E27FC236}">
                  <a16:creationId xmlns:a16="http://schemas.microsoft.com/office/drawing/2014/main" id="{12C6B854-E73D-51C4-8FE5-4EE8E062BFAF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8" name="Text">
              <a:extLst>
                <a:ext uri="{FF2B5EF4-FFF2-40B4-BE49-F238E27FC236}">
                  <a16:creationId xmlns:a16="http://schemas.microsoft.com/office/drawing/2014/main" id="{FE1B4CEE-ECE4-11A0-EF4F-A93B17CFACCB}"/>
                </a:ext>
              </a:extLst>
            </p:cNvPr>
            <p:cNvSpPr txBox="1"/>
            <p:nvPr/>
          </p:nvSpPr>
          <p:spPr>
            <a:xfrm>
              <a:off x="1335557" y="1635819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정말 삭제 하시겠습니까</a:t>
              </a:r>
              <a:r>
                <a:rPr lang="en-US" altLang="ko-KR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?</a:t>
              </a:r>
              <a:endParaRPr lang="en-US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9" name="Title Bar">
              <a:extLst>
                <a:ext uri="{FF2B5EF4-FFF2-40B4-BE49-F238E27FC236}">
                  <a16:creationId xmlns:a16="http://schemas.microsoft.com/office/drawing/2014/main" id="{403A7CA4-86F6-3A88-E3B4-8C427A59BDC4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41" name="Close Button">
              <a:extLst>
                <a:ext uri="{FF2B5EF4-FFF2-40B4-BE49-F238E27FC236}">
                  <a16:creationId xmlns:a16="http://schemas.microsoft.com/office/drawing/2014/main" id="{B6B6594E-0807-D30E-4128-758AEBEDCB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42" name="Icons">
              <a:extLst>
                <a:ext uri="{FF2B5EF4-FFF2-40B4-BE49-F238E27FC236}">
                  <a16:creationId xmlns:a16="http://schemas.microsoft.com/office/drawing/2014/main" id="{49436109-826B-3DEE-27D7-89D345A0385E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48" name="Info Icon" hidden="1">
                <a:extLst>
                  <a:ext uri="{FF2B5EF4-FFF2-40B4-BE49-F238E27FC236}">
                    <a16:creationId xmlns:a16="http://schemas.microsoft.com/office/drawing/2014/main" id="{D43BBFA8-3CE3-FDC7-4025-4F54E12B79F0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9" name="Warning Icon" hidden="1">
                <a:extLst>
                  <a:ext uri="{FF2B5EF4-FFF2-40B4-BE49-F238E27FC236}">
                    <a16:creationId xmlns:a16="http://schemas.microsoft.com/office/drawing/2014/main" id="{E74607FF-7E3C-DDD7-AD45-FE134E30C43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0" name="Error Icon" hidden="1">
                <a:extLst>
                  <a:ext uri="{FF2B5EF4-FFF2-40B4-BE49-F238E27FC236}">
                    <a16:creationId xmlns:a16="http://schemas.microsoft.com/office/drawing/2014/main" id="{A9FA9C36-A4A4-02FA-E377-73E767F1A0A9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4" name="Question Icon">
                <a:extLst>
                  <a:ext uri="{FF2B5EF4-FFF2-40B4-BE49-F238E27FC236}">
                    <a16:creationId xmlns:a16="http://schemas.microsoft.com/office/drawing/2014/main" id="{601D2494-F72D-71C0-793C-D4F28EC42B8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43" name="Buttons">
              <a:extLst>
                <a:ext uri="{FF2B5EF4-FFF2-40B4-BE49-F238E27FC236}">
                  <a16:creationId xmlns:a16="http://schemas.microsoft.com/office/drawing/2014/main" id="{53B75703-4BEF-CA98-C3B5-18370C8019BF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45" name="Button 1">
                <a:extLst>
                  <a:ext uri="{FF2B5EF4-FFF2-40B4-BE49-F238E27FC236}">
                    <a16:creationId xmlns:a16="http://schemas.microsoft.com/office/drawing/2014/main" id="{083EB09E-AD0E-7384-4377-8E9354DA95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예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6" name="Button 2">
                <a:extLst>
                  <a:ext uri="{FF2B5EF4-FFF2-40B4-BE49-F238E27FC236}">
                    <a16:creationId xmlns:a16="http://schemas.microsoft.com/office/drawing/2014/main" id="{2227F1DB-BAB0-7301-12DF-AD0472ABCB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600" dirty="0" err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6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7" name="Button 3" hidden="1">
                <a:extLst>
                  <a:ext uri="{FF2B5EF4-FFF2-40B4-BE49-F238E27FC236}">
                    <a16:creationId xmlns:a16="http://schemas.microsoft.com/office/drawing/2014/main" id="{9138B5AE-C550-E610-4582-EB9D03D3B2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65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6231192A-BDD3-513E-6A75-9FBD917BDAE8}"/>
              </a:ext>
            </a:extLst>
          </p:cNvPr>
          <p:cNvGrpSpPr/>
          <p:nvPr>
            <p:custDataLst>
              <p:tags r:id="rId18"/>
            </p:custDataLst>
          </p:nvPr>
        </p:nvGrpSpPr>
        <p:grpSpPr>
          <a:xfrm>
            <a:off x="9587491" y="5715191"/>
            <a:ext cx="2200838" cy="954169"/>
            <a:chOff x="595686" y="1261242"/>
            <a:chExt cx="3222246" cy="1507358"/>
          </a:xfrm>
        </p:grpSpPr>
        <p:sp>
          <p:nvSpPr>
            <p:cNvPr id="74" name="Window Body">
              <a:extLst>
                <a:ext uri="{FF2B5EF4-FFF2-40B4-BE49-F238E27FC236}">
                  <a16:creationId xmlns:a16="http://schemas.microsoft.com/office/drawing/2014/main" id="{FCA2A060-ABED-6174-E477-7A80BEAE809A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5" name="Text">
              <a:extLst>
                <a:ext uri="{FF2B5EF4-FFF2-40B4-BE49-F238E27FC236}">
                  <a16:creationId xmlns:a16="http://schemas.microsoft.com/office/drawing/2014/main" id="{D88B770F-98D8-21AF-4D32-916BAAECA292}"/>
                </a:ext>
              </a:extLst>
            </p:cNvPr>
            <p:cNvSpPr txBox="1"/>
            <p:nvPr/>
          </p:nvSpPr>
          <p:spPr>
            <a:xfrm>
              <a:off x="1335557" y="1635819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삭제가 완료 되었습니다</a:t>
              </a:r>
              <a:r>
                <a:rPr lang="en-US" altLang="ko-KR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  <a:endParaRPr lang="en-US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8" name="Title Bar">
              <a:extLst>
                <a:ext uri="{FF2B5EF4-FFF2-40B4-BE49-F238E27FC236}">
                  <a16:creationId xmlns:a16="http://schemas.microsoft.com/office/drawing/2014/main" id="{1726F813-F3CF-9C0B-8AA6-A0DF59CA92F6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79" name="Close Button">
              <a:extLst>
                <a:ext uri="{FF2B5EF4-FFF2-40B4-BE49-F238E27FC236}">
                  <a16:creationId xmlns:a16="http://schemas.microsoft.com/office/drawing/2014/main" id="{23ACEB3F-7F09-F3CA-DF4F-B8A02A9746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80" name="Icons">
              <a:extLst>
                <a:ext uri="{FF2B5EF4-FFF2-40B4-BE49-F238E27FC236}">
                  <a16:creationId xmlns:a16="http://schemas.microsoft.com/office/drawing/2014/main" id="{9D9F588D-452D-9E5E-A3A5-85B5DD23F5FE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87" name="Info Icon" hidden="1">
                <a:extLst>
                  <a:ext uri="{FF2B5EF4-FFF2-40B4-BE49-F238E27FC236}">
                    <a16:creationId xmlns:a16="http://schemas.microsoft.com/office/drawing/2014/main" id="{5F9FC860-AE6C-4991-4CB8-AC5FB32DB09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8" name="Warning Icon" hidden="1">
                <a:extLst>
                  <a:ext uri="{FF2B5EF4-FFF2-40B4-BE49-F238E27FC236}">
                    <a16:creationId xmlns:a16="http://schemas.microsoft.com/office/drawing/2014/main" id="{38F74CFB-0E84-BC4A-A057-D0C7C618185E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9" name="Error Icon" hidden="1">
                <a:extLst>
                  <a:ext uri="{FF2B5EF4-FFF2-40B4-BE49-F238E27FC236}">
                    <a16:creationId xmlns:a16="http://schemas.microsoft.com/office/drawing/2014/main" id="{CB4EA3E4-A27C-332A-AF44-AEB05B82564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0" name="Question Icon">
                <a:extLst>
                  <a:ext uri="{FF2B5EF4-FFF2-40B4-BE49-F238E27FC236}">
                    <a16:creationId xmlns:a16="http://schemas.microsoft.com/office/drawing/2014/main" id="{54D5958B-107B-9215-10CC-0BEBFA36EB7E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81" name="Buttons">
              <a:extLst>
                <a:ext uri="{FF2B5EF4-FFF2-40B4-BE49-F238E27FC236}">
                  <a16:creationId xmlns:a16="http://schemas.microsoft.com/office/drawing/2014/main" id="{1A31576A-9844-3756-64AA-47F5A1E41A9F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82" name="Button 1">
                <a:extLst>
                  <a:ext uri="{FF2B5EF4-FFF2-40B4-BE49-F238E27FC236}">
                    <a16:creationId xmlns:a16="http://schemas.microsoft.com/office/drawing/2014/main" id="{0C7389A8-8C07-6E3E-1D2D-5710FB00D3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예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Button 2" hidden="1">
                <a:extLst>
                  <a:ext uri="{FF2B5EF4-FFF2-40B4-BE49-F238E27FC236}">
                    <a16:creationId xmlns:a16="http://schemas.microsoft.com/office/drawing/2014/main" id="{6D01C55C-F4C8-FDDA-5EBB-4C3BFBBB2B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 err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6" name="Button 3" hidden="1">
                <a:extLst>
                  <a:ext uri="{FF2B5EF4-FFF2-40B4-BE49-F238E27FC236}">
                    <a16:creationId xmlns:a16="http://schemas.microsoft.com/office/drawing/2014/main" id="{511267F1-C5C0-85CA-4D3C-B0DDDB0164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92" name="꺾인 연결선[E] 91">
            <a:extLst>
              <a:ext uri="{FF2B5EF4-FFF2-40B4-BE49-F238E27FC236}">
                <a16:creationId xmlns:a16="http://schemas.microsoft.com/office/drawing/2014/main" id="{C0A7F4A6-F010-ED47-2504-3FA5E19E43B9}"/>
              </a:ext>
            </a:extLst>
          </p:cNvPr>
          <p:cNvCxnSpPr>
            <a:cxnSpLocks/>
            <a:stCxn id="8" idx="3"/>
            <a:endCxn id="29" idx="1"/>
          </p:cNvCxnSpPr>
          <p:nvPr/>
        </p:nvCxnSpPr>
        <p:spPr>
          <a:xfrm flipV="1">
            <a:off x="6505885" y="6267523"/>
            <a:ext cx="572920" cy="26076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D895F8F7-1827-4E48-CEFB-35CF85DCD401}"/>
              </a:ext>
            </a:extLst>
          </p:cNvPr>
          <p:cNvCxnSpPr>
            <a:cxnSpLocks/>
            <a:stCxn id="45" idx="3"/>
            <a:endCxn id="74" idx="1"/>
          </p:cNvCxnSpPr>
          <p:nvPr/>
        </p:nvCxnSpPr>
        <p:spPr>
          <a:xfrm flipV="1">
            <a:off x="9151328" y="6267523"/>
            <a:ext cx="436163" cy="236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Teardrop 1">
            <a:extLst>
              <a:ext uri="{FF2B5EF4-FFF2-40B4-BE49-F238E27FC236}">
                <a16:creationId xmlns:a16="http://schemas.microsoft.com/office/drawing/2014/main" id="{E45DEE10-811D-DEC3-FF6F-0061681FBC38}"/>
              </a:ext>
            </a:extLst>
          </p:cNvPr>
          <p:cNvSpPr/>
          <p:nvPr/>
        </p:nvSpPr>
        <p:spPr>
          <a:xfrm rot="16200000" flipH="1" flipV="1">
            <a:off x="5126617" y="248595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6" name="Teardrop 1">
            <a:extLst>
              <a:ext uri="{FF2B5EF4-FFF2-40B4-BE49-F238E27FC236}">
                <a16:creationId xmlns:a16="http://schemas.microsoft.com/office/drawing/2014/main" id="{C36C5579-DD3C-3B98-DF93-B82FD409A567}"/>
              </a:ext>
            </a:extLst>
          </p:cNvPr>
          <p:cNvSpPr/>
          <p:nvPr/>
        </p:nvSpPr>
        <p:spPr>
          <a:xfrm rot="16200000" flipH="1" flipV="1">
            <a:off x="5036562" y="306784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8" name="Teardrop 1">
            <a:extLst>
              <a:ext uri="{FF2B5EF4-FFF2-40B4-BE49-F238E27FC236}">
                <a16:creationId xmlns:a16="http://schemas.microsoft.com/office/drawing/2014/main" id="{7890724A-FE6A-38FA-D1E8-79BD996A73EC}"/>
              </a:ext>
            </a:extLst>
          </p:cNvPr>
          <p:cNvSpPr/>
          <p:nvPr/>
        </p:nvSpPr>
        <p:spPr>
          <a:xfrm rot="16200000" flipH="1" flipV="1">
            <a:off x="3720380" y="245131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F46DE635-7276-8BD2-28B9-2A88355E0643}"/>
              </a:ext>
            </a:extLst>
          </p:cNvPr>
          <p:cNvGrpSpPr/>
          <p:nvPr/>
        </p:nvGrpSpPr>
        <p:grpSpPr>
          <a:xfrm>
            <a:off x="1512625" y="848538"/>
            <a:ext cx="4046732" cy="261847"/>
            <a:chOff x="1512625" y="848538"/>
            <a:chExt cx="4046732" cy="261847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5CB73EBB-2AAB-8FD2-27CA-E72FA52591EE}"/>
                </a:ext>
              </a:extLst>
            </p:cNvPr>
            <p:cNvGrpSpPr/>
            <p:nvPr/>
          </p:nvGrpSpPr>
          <p:grpSpPr>
            <a:xfrm>
              <a:off x="1512625" y="848538"/>
              <a:ext cx="3035049" cy="261847"/>
              <a:chOff x="1512625" y="1375459"/>
              <a:chExt cx="3035049" cy="261847"/>
            </a:xfrm>
          </p:grpSpPr>
          <p:sp>
            <p:nvSpPr>
              <p:cNvPr id="10" name="양쪽 모서리가 둥근 사각형 9">
                <a:extLst>
                  <a:ext uri="{FF2B5EF4-FFF2-40B4-BE49-F238E27FC236}">
                    <a16:creationId xmlns:a16="http://schemas.microsoft.com/office/drawing/2014/main" id="{17E39133-BB7C-0EF0-D783-5F40CD14EB0C}"/>
                  </a:ext>
                </a:extLst>
              </p:cNvPr>
              <p:cNvSpPr/>
              <p:nvPr/>
            </p:nvSpPr>
            <p:spPr>
              <a:xfrm>
                <a:off x="1512625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기본정보</a:t>
                </a:r>
              </a:p>
            </p:txBody>
          </p:sp>
          <p:sp>
            <p:nvSpPr>
              <p:cNvPr id="11" name="양쪽 모서리가 둥근 사각형 10">
                <a:extLst>
                  <a:ext uri="{FF2B5EF4-FFF2-40B4-BE49-F238E27FC236}">
                    <a16:creationId xmlns:a16="http://schemas.microsoft.com/office/drawing/2014/main" id="{EDEACB44-425A-0493-48E9-A110E4FCD70D}"/>
                  </a:ext>
                </a:extLst>
              </p:cNvPr>
              <p:cNvSpPr/>
              <p:nvPr/>
            </p:nvSpPr>
            <p:spPr>
              <a:xfrm>
                <a:off x="2524308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정산정보</a:t>
                </a:r>
              </a:p>
            </p:txBody>
          </p:sp>
          <p:sp>
            <p:nvSpPr>
              <p:cNvPr id="12" name="양쪽 모서리가 둥근 사각형 11">
                <a:extLst>
                  <a:ext uri="{FF2B5EF4-FFF2-40B4-BE49-F238E27FC236}">
                    <a16:creationId xmlns:a16="http://schemas.microsoft.com/office/drawing/2014/main" id="{E9140817-F0D3-BBD4-6E71-E1817E7B4A67}"/>
                  </a:ext>
                </a:extLst>
              </p:cNvPr>
              <p:cNvSpPr/>
              <p:nvPr/>
            </p:nvSpPr>
            <p:spPr>
              <a:xfrm>
                <a:off x="3535991" y="1375459"/>
                <a:ext cx="1011683" cy="261847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취소 수수료 정보</a:t>
                </a:r>
              </a:p>
            </p:txBody>
          </p:sp>
        </p:grpSp>
        <p:sp>
          <p:nvSpPr>
            <p:cNvPr id="26" name="양쪽 모서리가 둥근 사각형 25">
              <a:extLst>
                <a:ext uri="{FF2B5EF4-FFF2-40B4-BE49-F238E27FC236}">
                  <a16:creationId xmlns:a16="http://schemas.microsoft.com/office/drawing/2014/main" id="{1CBF8A66-36B3-F29C-A643-20A8F43E4DC1}"/>
                </a:ext>
              </a:extLst>
            </p:cNvPr>
            <p:cNvSpPr/>
            <p:nvPr/>
          </p:nvSpPr>
          <p:spPr>
            <a:xfrm>
              <a:off x="4547674" y="848538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TAX/</a:t>
              </a:r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봉사료 정보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C86D4ABA-16AF-C30D-68B8-CE9BAC747563}"/>
              </a:ext>
            </a:extLst>
          </p:cNvPr>
          <p:cNvGrpSpPr/>
          <p:nvPr/>
        </p:nvGrpSpPr>
        <p:grpSpPr>
          <a:xfrm rot="10800000">
            <a:off x="1343512" y="1112212"/>
            <a:ext cx="360000" cy="372571"/>
            <a:chOff x="3180625" y="5062589"/>
            <a:chExt cx="360000" cy="372571"/>
          </a:xfrm>
        </p:grpSpPr>
        <p:cxnSp>
          <p:nvCxnSpPr>
            <p:cNvPr id="109" name="직선 연결선 206">
              <a:extLst>
                <a:ext uri="{FF2B5EF4-FFF2-40B4-BE49-F238E27FC236}">
                  <a16:creationId xmlns:a16="http://schemas.microsoft.com/office/drawing/2014/main" id="{AB777ED9-EEA9-053A-96CB-9F1B7783B6B2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화살표 연결선 109">
              <a:extLst>
                <a:ext uri="{FF2B5EF4-FFF2-40B4-BE49-F238E27FC236}">
                  <a16:creationId xmlns:a16="http://schemas.microsoft.com/office/drawing/2014/main" id="{DF313850-61B8-B07C-22F6-17037C447D25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4010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FC76-3623-AF11-F657-7994C693D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C6B7E15A-2E9C-452B-8B62-C1AF4E13F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수정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A36286B4-03AF-D837-C9C7-27B35DEA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en-US" altLang="ko-KR" dirty="0"/>
              <a:t>TAX/</a:t>
            </a:r>
            <a:r>
              <a:rPr lang="ko-KR" altLang="en-US" dirty="0"/>
              <a:t>봉사료 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1129A2B-2DD1-3D3F-3D5D-EE2BA00940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B2C3A7CD-57AA-7074-4666-71E9348E6E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B9C158F-0EAB-188A-04FB-0FC651AAF6A9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EC39AB2-355F-1207-A108-C21F2912BAA9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35108A8-EC7F-1268-01C9-89300EE8101A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E4F94DB9-DEAD-3F5B-BD16-24BF0F0DAC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429510"/>
              </p:ext>
            </p:extLst>
          </p:nvPr>
        </p:nvGraphicFramePr>
        <p:xfrm>
          <a:off x="9406740" y="440717"/>
          <a:ext cx="2785260" cy="2515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63F58163-806D-7D7D-FF70-F9D838AA8F9B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ECFE86C4-1D1A-76BE-7AD0-3965ECB07316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DD2B305-DB2F-43A0-D550-69585D6598C2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60544EA-8E4B-92E5-B08E-F2C6BB82C1BC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CC7DC4-10D1-6760-B974-B50206F15177}"/>
              </a:ext>
            </a:extLst>
          </p:cNvPr>
          <p:cNvSpPr/>
          <p:nvPr/>
        </p:nvSpPr>
        <p:spPr>
          <a:xfrm>
            <a:off x="4632337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03C8E30-F95A-378B-7EA7-E90FFB10E04C}"/>
              </a:ext>
            </a:extLst>
          </p:cNvPr>
          <p:cNvSpPr/>
          <p:nvPr/>
        </p:nvSpPr>
        <p:spPr>
          <a:xfrm>
            <a:off x="5303475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28CD26-2322-1D02-314D-AE588D996061}"/>
              </a:ext>
            </a:extLst>
          </p:cNvPr>
          <p:cNvSpPr/>
          <p:nvPr/>
        </p:nvSpPr>
        <p:spPr>
          <a:xfrm>
            <a:off x="5968803" y="6432460"/>
            <a:ext cx="537082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63EA36-1824-B3F1-448E-90F4E2C2C51E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71A1FBE-A596-85BF-560F-EA1432AD95E3}"/>
              </a:ext>
            </a:extLst>
          </p:cNvPr>
          <p:cNvGrpSpPr/>
          <p:nvPr/>
        </p:nvGrpSpPr>
        <p:grpSpPr>
          <a:xfrm>
            <a:off x="1512625" y="848538"/>
            <a:ext cx="4046732" cy="261847"/>
            <a:chOff x="1512625" y="848538"/>
            <a:chExt cx="4046732" cy="261847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8196290F-797F-B82A-943A-7178BF1CD1A8}"/>
                </a:ext>
              </a:extLst>
            </p:cNvPr>
            <p:cNvGrpSpPr/>
            <p:nvPr/>
          </p:nvGrpSpPr>
          <p:grpSpPr>
            <a:xfrm>
              <a:off x="1512625" y="848538"/>
              <a:ext cx="3035049" cy="261847"/>
              <a:chOff x="1512625" y="1375459"/>
              <a:chExt cx="3035049" cy="261847"/>
            </a:xfrm>
          </p:grpSpPr>
          <p:sp>
            <p:nvSpPr>
              <p:cNvPr id="35" name="양쪽 모서리가 둥근 사각형 34">
                <a:extLst>
                  <a:ext uri="{FF2B5EF4-FFF2-40B4-BE49-F238E27FC236}">
                    <a16:creationId xmlns:a16="http://schemas.microsoft.com/office/drawing/2014/main" id="{54AD331B-AE8E-5964-D5CF-4816E95E6808}"/>
                  </a:ext>
                </a:extLst>
              </p:cNvPr>
              <p:cNvSpPr/>
              <p:nvPr/>
            </p:nvSpPr>
            <p:spPr>
              <a:xfrm>
                <a:off x="1512625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기본정보</a:t>
                </a:r>
              </a:p>
            </p:txBody>
          </p:sp>
          <p:sp>
            <p:nvSpPr>
              <p:cNvPr id="38" name="양쪽 모서리가 둥근 사각형 37">
                <a:extLst>
                  <a:ext uri="{FF2B5EF4-FFF2-40B4-BE49-F238E27FC236}">
                    <a16:creationId xmlns:a16="http://schemas.microsoft.com/office/drawing/2014/main" id="{E638DE0D-4282-AEDC-F103-05B60ECC562C}"/>
                  </a:ext>
                </a:extLst>
              </p:cNvPr>
              <p:cNvSpPr/>
              <p:nvPr/>
            </p:nvSpPr>
            <p:spPr>
              <a:xfrm>
                <a:off x="2524308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정산정보</a:t>
                </a:r>
              </a:p>
            </p:txBody>
          </p:sp>
          <p:sp>
            <p:nvSpPr>
              <p:cNvPr id="39" name="양쪽 모서리가 둥근 사각형 38">
                <a:extLst>
                  <a:ext uri="{FF2B5EF4-FFF2-40B4-BE49-F238E27FC236}">
                    <a16:creationId xmlns:a16="http://schemas.microsoft.com/office/drawing/2014/main" id="{28CB8838-5BBD-00A6-F2D6-B28A0CF0A589}"/>
                  </a:ext>
                </a:extLst>
              </p:cNvPr>
              <p:cNvSpPr/>
              <p:nvPr/>
            </p:nvSpPr>
            <p:spPr>
              <a:xfrm>
                <a:off x="3535991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취소 수수료 정보</a:t>
                </a:r>
              </a:p>
            </p:txBody>
          </p:sp>
        </p:grpSp>
        <p:sp>
          <p:nvSpPr>
            <p:cNvPr id="34" name="양쪽 모서리가 둥근 사각형 33">
              <a:extLst>
                <a:ext uri="{FF2B5EF4-FFF2-40B4-BE49-F238E27FC236}">
                  <a16:creationId xmlns:a16="http://schemas.microsoft.com/office/drawing/2014/main" id="{C22D5530-C08D-AEA0-41D0-26ACF67DBDE1}"/>
                </a:ext>
              </a:extLst>
            </p:cNvPr>
            <p:cNvSpPr/>
            <p:nvPr/>
          </p:nvSpPr>
          <p:spPr>
            <a:xfrm>
              <a:off x="4547674" y="848538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TAX/</a:t>
              </a:r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봉사료 정보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F2D987DF-B951-2A30-F1FB-CF70947D2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422549"/>
              </p:ext>
            </p:extLst>
          </p:nvPr>
        </p:nvGraphicFramePr>
        <p:xfrm>
          <a:off x="1513108" y="1261886"/>
          <a:ext cx="7746199" cy="60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TAX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봉사료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67707DA6-BE34-A6A2-4F41-F3CFEC864587}"/>
              </a:ext>
            </a:extLst>
          </p:cNvPr>
          <p:cNvSpPr/>
          <p:nvPr/>
        </p:nvSpPr>
        <p:spPr>
          <a:xfrm>
            <a:off x="2607314" y="1304984"/>
            <a:ext cx="50405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E252DB8-C7E3-C3EE-F13D-2E64D3B805A6}"/>
              </a:ext>
            </a:extLst>
          </p:cNvPr>
          <p:cNvSpPr/>
          <p:nvPr/>
        </p:nvSpPr>
        <p:spPr>
          <a:xfrm>
            <a:off x="2607314" y="1600547"/>
            <a:ext cx="50405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C55E1901-B478-63A6-104E-59860E38B1AD}"/>
              </a:ext>
            </a:extLst>
          </p:cNvPr>
          <p:cNvGrpSpPr/>
          <p:nvPr/>
        </p:nvGrpSpPr>
        <p:grpSpPr>
          <a:xfrm rot="10800000">
            <a:off x="1343512" y="1112212"/>
            <a:ext cx="360000" cy="372571"/>
            <a:chOff x="3180625" y="5062589"/>
            <a:chExt cx="360000" cy="372571"/>
          </a:xfrm>
        </p:grpSpPr>
        <p:cxnSp>
          <p:nvCxnSpPr>
            <p:cNvPr id="54" name="직선 연결선 206">
              <a:extLst>
                <a:ext uri="{FF2B5EF4-FFF2-40B4-BE49-F238E27FC236}">
                  <a16:creationId xmlns:a16="http://schemas.microsoft.com/office/drawing/2014/main" id="{CBE16DC1-B182-3D34-31A1-2094719DA9A9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25311DAE-1EAE-62BD-9F4E-79CCA862C48E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7313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A841D-68A8-4203-D1FB-50F8520E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D057E8-5A54-DDF6-B911-5CC8C7E333C5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1EB9077-3333-A920-034E-49A2A39B724F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B8BCD61-42EE-9803-8022-0B24D9057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214853"/>
              </p:ext>
            </p:extLst>
          </p:nvPr>
        </p:nvGraphicFramePr>
        <p:xfrm>
          <a:off x="119336" y="548680"/>
          <a:ext cx="11876248" cy="4646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7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206011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2947256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호텔을 미 등록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호텔은 필수 입력 항목입니다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The hotel is a required entry.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81930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프로퍼티명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프로퍼티명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Double check of Korean property name is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프로퍼티명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프로퍼티명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Double check of English property name is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4992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수수료 정보를 미 입력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수수료 탭에서 취소 수수료 정보를 반드시 입력 하세요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Be sure to enter the cancellation fee information on the cancellation fee tab.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중복확인 버튼  클릭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프로퍼티명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중복 있는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중복된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프로퍼티명이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존재 합니다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Duplicate property name exists.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중복확인 버튼  클릭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프로퍼티명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중복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사용할 수 있는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프로퍼티명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입니다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This is the property name that can be used.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 클릭 시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해당 프로퍼티에 예약이 없는 경우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정말 삭제 하시겠습니까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 완료 되었습니다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Are you sure you want to delete it?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 클릭 시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해당 프로퍼티에 예약이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개 이상 있는  경우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정말 삭제 하시겠습니까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예약이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 이상 있는 경우 삭제가 불가 합니다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Are you sure you want to delete it? 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If you have more than one reservation, you cannot delete it.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2127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200" b="1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80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79201</TotalTime>
  <Words>3384</Words>
  <Application>Microsoft Macintosh PowerPoint</Application>
  <PresentationFormat>와이드스크린</PresentationFormat>
  <Paragraphs>1209</Paragraphs>
  <Slides>18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7" baseType="lpstr">
      <vt:lpstr>굴림</vt:lpstr>
      <vt:lpstr>나눔고딕</vt:lpstr>
      <vt:lpstr>나눔고딕</vt:lpstr>
      <vt:lpstr>나눔고딕OTF</vt:lpstr>
      <vt:lpstr>맑은 고딕</vt:lpstr>
      <vt:lpstr>Arial</vt:lpstr>
      <vt:lpstr>Calibri</vt:lpstr>
      <vt:lpstr>Segoe UI</vt:lpstr>
      <vt:lpstr>1_Office 테마</vt:lpstr>
      <vt:lpstr>PowerPoint 프레젠테이션</vt:lpstr>
      <vt:lpstr>PowerPoint 프레젠테이션</vt:lpstr>
      <vt:lpstr>PowerPoint 프레젠테이션</vt:lpstr>
      <vt:lpstr>호텔관리 리스트</vt:lpstr>
      <vt:lpstr>호텔관리 등록</vt:lpstr>
      <vt:lpstr>호텔관리 수정/상세</vt:lpstr>
      <vt:lpstr>PowerPoint 프레젠테이션</vt:lpstr>
      <vt:lpstr>PowerPoint 프레젠테이션</vt:lpstr>
      <vt:lpstr>프로퍼티 관리 리스트</vt:lpstr>
      <vt:lpstr>프로퍼티 등록</vt:lpstr>
      <vt:lpstr>프로퍼티 등록</vt:lpstr>
      <vt:lpstr>프로퍼티 등록</vt:lpstr>
      <vt:lpstr>프로퍼티 등록</vt:lpstr>
      <vt:lpstr>프로퍼티 수정</vt:lpstr>
      <vt:lpstr>프로퍼티 수정</vt:lpstr>
      <vt:lpstr>프로퍼티 수정</vt:lpstr>
      <vt:lpstr>프로퍼티 수정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</dc:title>
  <dc:creator>김 무현</dc:creator>
  <cp:lastModifiedBy>성광 박</cp:lastModifiedBy>
  <cp:revision>11893</cp:revision>
  <cp:lastPrinted>2021-10-07T06:19:02Z</cp:lastPrinted>
  <dcterms:created xsi:type="dcterms:W3CDTF">2008-07-01T10:06:20Z</dcterms:created>
  <dcterms:modified xsi:type="dcterms:W3CDTF">2025-02-17T13:22:43Z</dcterms:modified>
</cp:coreProperties>
</file>