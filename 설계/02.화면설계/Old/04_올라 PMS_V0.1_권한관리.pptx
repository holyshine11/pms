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8"/>
  </p:notesMasterIdLst>
  <p:handoutMasterIdLst>
    <p:handoutMasterId r:id="rId19"/>
  </p:handoutMasterIdLst>
  <p:sldIdLst>
    <p:sldId id="593" r:id="rId2"/>
    <p:sldId id="594" r:id="rId3"/>
    <p:sldId id="1281" r:id="rId4"/>
    <p:sldId id="1243" r:id="rId5"/>
    <p:sldId id="1248" r:id="rId6"/>
    <p:sldId id="1282" r:id="rId7"/>
    <p:sldId id="1287" r:id="rId8"/>
    <p:sldId id="1290" r:id="rId9"/>
    <p:sldId id="1288" r:id="rId10"/>
    <p:sldId id="1289" r:id="rId11"/>
    <p:sldId id="1305" r:id="rId12"/>
    <p:sldId id="1283" r:id="rId13"/>
    <p:sldId id="1284" r:id="rId14"/>
    <p:sldId id="1285" r:id="rId15"/>
    <p:sldId id="1286" r:id="rId16"/>
    <p:sldId id="1306" r:id="rId17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협력사 권한 관리" id="{6FEED677-355B-EA42-BB9B-49E68D9AD91E}">
          <p14:sldIdLst>
            <p14:sldId id="1281"/>
            <p14:sldId id="1243"/>
            <p14:sldId id="1248"/>
            <p14:sldId id="1282"/>
            <p14:sldId id="1287"/>
            <p14:sldId id="1290"/>
            <p14:sldId id="1288"/>
            <p14:sldId id="1289"/>
            <p14:sldId id="1305"/>
          </p14:sldIdLst>
        </p14:section>
        <p14:section name="시스템 관리자 권한 관리" id="{AC39AD00-3602-984D-8A2D-C15E131B8DA9}">
          <p14:sldIdLst>
            <p14:sldId id="1283"/>
            <p14:sldId id="1284"/>
            <p14:sldId id="1285"/>
            <p14:sldId id="1286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19" autoAdjust="0"/>
    <p:restoredTop sz="94985" autoAdjust="0"/>
  </p:normalViewPr>
  <p:slideViewPr>
    <p:cSldViewPr>
      <p:cViewPr>
        <p:scale>
          <a:sx n="97" d="100"/>
          <a:sy n="97" d="100"/>
        </p:scale>
        <p:origin x="1368" y="50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2025. 1. 17.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449D-8510-72D6-0CC9-9646A417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CFE3A-67F2-525D-2058-A00F3172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FC48F-DF94-A34D-CB17-603C4C4E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F2CC9-2F33-D79C-C28D-BBEB6E8E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26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1D5D-4428-CAAF-A1D4-009C584A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530D06-6DB8-5E63-3B48-18370613A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ACBF5-C3B5-397D-5B4C-53E278D5E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1D19A6-04C9-3C7C-C8CC-64D1D9C1A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214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44A5-0B15-4A47-5327-B0D49A1B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69F234-56B8-15A7-319A-B26478763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A73547-5C75-DC77-BD76-7EDEF9152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AD091-E74C-08B7-84AC-251B9C868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71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5CDB-3862-A8E6-2D06-4F372B54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9EFCCA-2BB1-32B7-19FD-D6910645A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719E40-68A9-30E7-7BAF-414CFD20A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D640B5-9BCF-A738-D774-7F307861A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587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2E6E-1600-687E-B37A-856FDBDAB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419585-9E56-927A-7967-EF3569617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FD3C5B-87E6-0087-A1DF-069DBA38E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F7EE3-0C92-BBA9-11C9-EB629333C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023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F8FC5-ACF7-EA4B-28F5-1A7FFB87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617BB3-BEE9-CD79-AE87-01849CE6C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6196C9-8E07-83F1-811B-4F5D97FE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9C1DB-0629-CF85-1B33-BDB4F6AFF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436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BC0F-B283-BC54-B102-4B7185A0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BFBFD-9BD2-027B-B87C-B33E741C3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F2C0F8-6F9D-33C8-D061-DC5FD4F03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75E95-E300-221F-0994-BBFA30E41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903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330F-AF63-3298-54C8-FE6C4576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48A37-1C5B-8B4B-5019-320E21E6A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F065EA-D43E-5162-F36F-9C61168C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F2AF1-D55C-23D3-521A-B3E725055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60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2E35-6CC7-4ECC-FD53-83FD5DC8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79EFE-6D12-F380-A808-3C05FB697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4D16A3-9AFD-13F6-AF40-A00FED20D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2EE9-A700-5483-7D84-1C9565FD2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5929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C96E-645C-1231-F42D-90C37B76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8A03A6-BD72-95B4-C420-D99E32BFE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BDFF53-B25D-35B3-D218-918AD6B7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A917FE-2A29-080F-EE77-611B93C9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1774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권한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84310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협력사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2DCA4C-9C42-9C6A-824A-CFB31642D5A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58BD52-A470-9310-C404-0BFD9B6AF813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43687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217569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513919"/>
              </p:ext>
            </p:extLst>
          </p:nvPr>
        </p:nvGraphicFramePr>
        <p:xfrm>
          <a:off x="1447441" y="1532810"/>
          <a:ext cx="781443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44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917302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64950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535182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협력사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16281" y="1265504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505732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2290452" y="1911848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1945363" y="185387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F45B-654C-2C92-048A-72A354C3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393A92-C874-5AF6-1F94-628CF93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43093F-771C-54CC-EFFA-01DD9B44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99D76B-1E08-AEEA-4A63-34D8A278A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7CD645-E9C5-4DE5-BC28-21B37A26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9493A3-7283-29EF-0C7D-2618BFBEB4F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10E4AE-7FD0-62D0-D44A-28D0C3DD66E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132DB-09E4-3F38-BA66-EF9B3733166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FE819BB-BA18-8B50-804F-4737D29B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66569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조회 공통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E5BCB14-59A3-0F3A-44CE-29C4B3FB474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74A954B-4B03-F9F0-137A-4DAAACC2CB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84E284-55A5-2AF7-5943-C3684E0D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204451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AFEB76-B9AD-19C9-98BF-AC202AD26A0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F3C34E-61C4-2136-C81B-CBB99EC3C3E5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A335A9-CE27-4687-4464-2E4C0B4BC5EC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7208D-7B61-89B9-4EDC-CA0E6865A9D7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F8F0F2-13F0-F683-42BA-3BCC447284A0}"/>
              </a:ext>
            </a:extLst>
          </p:cNvPr>
          <p:cNvSpPr/>
          <p:nvPr/>
        </p:nvSpPr>
        <p:spPr>
          <a:xfrm>
            <a:off x="4728198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3CD816-E75A-4626-37CD-4E1A7024E449}"/>
              </a:ext>
            </a:extLst>
          </p:cNvPr>
          <p:cNvSpPr/>
          <p:nvPr/>
        </p:nvSpPr>
        <p:spPr>
          <a:xfrm>
            <a:off x="5339505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C84B96-7DD3-106C-7CE1-90BADDE24B1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3328CA-C728-BC1A-13A1-493CEDB60273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2E95B-D566-60F9-21CF-A376289C40FE}"/>
              </a:ext>
            </a:extLst>
          </p:cNvPr>
          <p:cNvSpPr txBox="1"/>
          <p:nvPr/>
        </p:nvSpPr>
        <p:spPr>
          <a:xfrm>
            <a:off x="6815785" y="1684640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8A9B7-319D-ED72-14C9-A9448D8DA332}"/>
              </a:ext>
            </a:extLst>
          </p:cNvPr>
          <p:cNvSpPr txBox="1"/>
          <p:nvPr/>
        </p:nvSpPr>
        <p:spPr>
          <a:xfrm>
            <a:off x="1427884" y="204989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906E8D2-93E8-4556-72A5-1F2E9E2E8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52720"/>
              </p:ext>
            </p:extLst>
          </p:nvPr>
        </p:nvGraphicFramePr>
        <p:xfrm>
          <a:off x="1582422" y="2390726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객실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26EB7466-92C5-0165-B186-EC6987861296}"/>
              </a:ext>
            </a:extLst>
          </p:cNvPr>
          <p:cNvGrpSpPr/>
          <p:nvPr/>
        </p:nvGrpSpPr>
        <p:grpSpPr>
          <a:xfrm>
            <a:off x="9091450" y="2390726"/>
            <a:ext cx="112218" cy="3188901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94E3FEBA-0107-38D2-1851-F58922DDB76E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F359BC2F-730A-C0B9-B1E0-A279320446CF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7FAA27-5157-E1DC-4B26-3E556C2CAB8D}"/>
              </a:ext>
            </a:extLst>
          </p:cNvPr>
          <p:cNvSpPr/>
          <p:nvPr/>
        </p:nvSpPr>
        <p:spPr>
          <a:xfrm>
            <a:off x="1513108" y="2324275"/>
            <a:ext cx="7746199" cy="332711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B16148-8C27-3850-7765-D084AD4D78E5}"/>
              </a:ext>
            </a:extLst>
          </p:cNvPr>
          <p:cNvSpPr/>
          <p:nvPr/>
        </p:nvSpPr>
        <p:spPr>
          <a:xfrm>
            <a:off x="8699667" y="2068472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222629FA-C37D-15E4-ED30-2BE70FCBC9A4}"/>
              </a:ext>
            </a:extLst>
          </p:cNvPr>
          <p:cNvGrpSpPr>
            <a:grpSpLocks noChangeAspect="1"/>
          </p:cNvGrpSpPr>
          <p:nvPr/>
        </p:nvGrpSpPr>
        <p:grpSpPr>
          <a:xfrm>
            <a:off x="9029824" y="2081534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2915657F-FE87-8C5E-AC4D-7874792018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B26B9AF6-1832-4281-079A-7EA3E34B8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903134-2767-B6C1-304D-6E0D4BEBAA77}"/>
              </a:ext>
            </a:extLst>
          </p:cNvPr>
          <p:cNvSpPr txBox="1"/>
          <p:nvPr/>
        </p:nvSpPr>
        <p:spPr>
          <a:xfrm>
            <a:off x="2418288" y="2062983"/>
            <a:ext cx="38747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에서 볼 수 있는 화면 대상 출력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!!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최종 내역은 완료 후 업데이트 예정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59D380-2314-4731-9323-EC8BE24FE51A}"/>
              </a:ext>
            </a:extLst>
          </p:cNvPr>
          <p:cNvSpPr/>
          <p:nvPr/>
        </p:nvSpPr>
        <p:spPr>
          <a:xfrm>
            <a:off x="2780215" y="1388947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AE53047D-CB12-A731-78F3-BC6B90868291}"/>
              </a:ext>
            </a:extLst>
          </p:cNvPr>
          <p:cNvSpPr/>
          <p:nvPr/>
        </p:nvSpPr>
        <p:spPr>
          <a:xfrm rot="16200000" flipH="1" flipV="1">
            <a:off x="7722766" y="971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A91BB1A4-76C3-6655-9D85-86FEA374CF98}"/>
              </a:ext>
            </a:extLst>
          </p:cNvPr>
          <p:cNvSpPr/>
          <p:nvPr/>
        </p:nvSpPr>
        <p:spPr>
          <a:xfrm rot="16200000" flipH="1" flipV="1">
            <a:off x="2727019" y="12945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5CF3957F-9D1E-1B0A-6CAA-A0C76DECEA82}"/>
              </a:ext>
            </a:extLst>
          </p:cNvPr>
          <p:cNvSpPr/>
          <p:nvPr/>
        </p:nvSpPr>
        <p:spPr>
          <a:xfrm rot="16200000" flipH="1" flipV="1">
            <a:off x="8586985" y="19636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656E503E-5C81-9FF4-1465-AB7A8EC44540}"/>
              </a:ext>
            </a:extLst>
          </p:cNvPr>
          <p:cNvSpPr/>
          <p:nvPr/>
        </p:nvSpPr>
        <p:spPr>
          <a:xfrm rot="16200000" flipH="1" flipV="1">
            <a:off x="5257377" y="63666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30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084B-D786-1101-0C7C-DC625E73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BB4D3D6-31D5-EDAF-484A-BFD5947D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6FE03AF-8EA4-E160-D7B4-03A7F7FE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A965017-2464-AAC4-51E4-6AD6285939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F60D056-29B4-9B9C-ECF0-A8E1F068F0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5F3452-FB06-C761-5E38-FB49847EB0E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7448F4-4771-D3CB-DC26-657D60A117F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4F4A0F-E85B-86A9-C98C-AD8EC87D1B1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C2D2703-7F37-48E6-0490-A05946C5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893639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매핑된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A0A99C2-3C7A-050E-00FE-E054385DAA6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D9ED28F-0E8E-654A-AE85-4F595357A0A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783E79-85C7-58F1-7DFF-B120B7D48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387517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37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9FBD9A-6B0A-D502-3C84-5EC0E8590706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227EB8-1D22-B928-DD7D-6D416D4CD40C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CD747C-E85D-01E3-9BFB-6D9DCBED2BB5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글래드호텔</a:t>
            </a:r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3DC6B7-01ED-D3A7-B511-074C49C39405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8C3836-4A1E-E374-3640-081F32698D4F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5F1864-5288-3E3A-6D37-2C812B5B7EF7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AD7EDF-62DB-356A-EF79-85328E4DB224}"/>
              </a:ext>
            </a:extLst>
          </p:cNvPr>
          <p:cNvSpPr txBox="1"/>
          <p:nvPr/>
        </p:nvSpPr>
        <p:spPr>
          <a:xfrm>
            <a:off x="6834139" y="1696433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23D16-A5B1-5052-E170-56603C5ABBA9}"/>
              </a:ext>
            </a:extLst>
          </p:cNvPr>
          <p:cNvSpPr txBox="1"/>
          <p:nvPr/>
        </p:nvSpPr>
        <p:spPr>
          <a:xfrm>
            <a:off x="1427884" y="200415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87627E0-8164-8080-74B2-430D6D519709}"/>
              </a:ext>
            </a:extLst>
          </p:cNvPr>
          <p:cNvGrpSpPr/>
          <p:nvPr/>
        </p:nvGrpSpPr>
        <p:grpSpPr>
          <a:xfrm>
            <a:off x="9089321" y="2354870"/>
            <a:ext cx="112218" cy="3069222"/>
            <a:chOff x="8879645" y="4358558"/>
            <a:chExt cx="120215" cy="2733223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6D00888A-8C91-86DE-D299-C772753089C2}"/>
                </a:ext>
              </a:extLst>
            </p:cNvPr>
            <p:cNvSpPr/>
            <p:nvPr/>
          </p:nvSpPr>
          <p:spPr>
            <a:xfrm>
              <a:off x="8879645" y="4358558"/>
              <a:ext cx="120215" cy="273322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DD8B5BDC-6A7E-D3F1-882A-B2A59FACC23E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57EC2E-7F88-9369-0AA4-2C5659F464E2}"/>
              </a:ext>
            </a:extLst>
          </p:cNvPr>
          <p:cNvSpPr/>
          <p:nvPr/>
        </p:nvSpPr>
        <p:spPr>
          <a:xfrm>
            <a:off x="1513108" y="2278533"/>
            <a:ext cx="7746199" cy="321732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A05936-4F29-8489-728B-DF7A8CB20823}"/>
              </a:ext>
            </a:extLst>
          </p:cNvPr>
          <p:cNvSpPr/>
          <p:nvPr/>
        </p:nvSpPr>
        <p:spPr>
          <a:xfrm>
            <a:off x="8722225" y="2022730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FBC797-6870-89D4-358C-E3899DAEF8ED}"/>
              </a:ext>
            </a:extLst>
          </p:cNvPr>
          <p:cNvSpPr/>
          <p:nvPr/>
        </p:nvSpPr>
        <p:spPr>
          <a:xfrm>
            <a:off x="4404573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320E8-98AD-716F-86AE-35E6C63A00BD}"/>
              </a:ext>
            </a:extLst>
          </p:cNvPr>
          <p:cNvSpPr/>
          <p:nvPr/>
        </p:nvSpPr>
        <p:spPr>
          <a:xfrm>
            <a:off x="5015880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7AE663-A7B7-45A8-FE52-821F2F5078D3}"/>
              </a:ext>
            </a:extLst>
          </p:cNvPr>
          <p:cNvSpPr/>
          <p:nvPr/>
        </p:nvSpPr>
        <p:spPr>
          <a:xfrm>
            <a:off x="5627187" y="5864112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0DCD2A5-EA5E-26BC-F552-FADD8DCFF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433363"/>
              </p:ext>
            </p:extLst>
          </p:nvPr>
        </p:nvGraphicFramePr>
        <p:xfrm>
          <a:off x="1582422" y="2344984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협력사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12" name="Click">
            <a:extLst>
              <a:ext uri="{FF2B5EF4-FFF2-40B4-BE49-F238E27FC236}">
                <a16:creationId xmlns:a16="http://schemas.microsoft.com/office/drawing/2014/main" id="{29121FB3-D079-014F-C340-48EB2D5882C6}"/>
              </a:ext>
            </a:extLst>
          </p:cNvPr>
          <p:cNvGrpSpPr>
            <a:grpSpLocks noChangeAspect="1"/>
          </p:cNvGrpSpPr>
          <p:nvPr/>
        </p:nvGrpSpPr>
        <p:grpSpPr>
          <a:xfrm>
            <a:off x="4852268" y="3194119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59B298D8-E119-B23E-2538-A4E996F57F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E66D1B60-65B4-9032-677C-DDD344E08C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5F801D1-64B7-ABA7-C769-F5A68774FFD4}"/>
              </a:ext>
            </a:extLst>
          </p:cNvPr>
          <p:cNvSpPr/>
          <p:nvPr/>
        </p:nvSpPr>
        <p:spPr>
          <a:xfrm>
            <a:off x="4008827" y="1393794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8140DD-ECC8-7359-AF99-DBD848901A5D}"/>
              </a:ext>
            </a:extLst>
          </p:cNvPr>
          <p:cNvSpPr txBox="1"/>
          <p:nvPr/>
        </p:nvSpPr>
        <p:spPr>
          <a:xfrm>
            <a:off x="2418288" y="2004152"/>
            <a:ext cx="38747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에서 볼 수 있는 화면 대상 출력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!!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최종 내역은 완료 후 업데이트 예정</a:t>
            </a: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02F782A6-4DE7-A26B-DC05-8E1DACCD8F52}"/>
              </a:ext>
            </a:extLst>
          </p:cNvPr>
          <p:cNvSpPr/>
          <p:nvPr/>
        </p:nvSpPr>
        <p:spPr>
          <a:xfrm rot="16200000" flipH="1" flipV="1">
            <a:off x="49366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D8153497-DE29-A5FD-EC68-05D5438867AE}"/>
              </a:ext>
            </a:extLst>
          </p:cNvPr>
          <p:cNvSpPr/>
          <p:nvPr/>
        </p:nvSpPr>
        <p:spPr>
          <a:xfrm rot="16200000" flipH="1" flipV="1">
            <a:off x="55462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F4D5C2-6D1C-710C-4AC7-83CFA5F43770}"/>
              </a:ext>
            </a:extLst>
          </p:cNvPr>
          <p:cNvSpPr txBox="1"/>
          <p:nvPr/>
        </p:nvSpPr>
        <p:spPr>
          <a:xfrm>
            <a:off x="4541349" y="1381081"/>
            <a:ext cx="15135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← 프로퍼티와 권한은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1:1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구조</a:t>
            </a:r>
          </a:p>
        </p:txBody>
      </p:sp>
    </p:spTree>
    <p:extLst>
      <p:ext uri="{BB962C8B-B14F-4D97-AF65-F5344CB8AC3E}">
        <p14:creationId xmlns:p14="http://schemas.microsoft.com/office/powerpoint/2010/main" val="21261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F5DD-4D25-5BB7-3BEB-3D04F66E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E1BBFB2-FCCB-0294-BB4D-50740561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97660747-B88F-ABE0-C194-BA81F457C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1F9E8E2-1A7D-D522-738F-06E2CDF407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A82414B-AC93-983A-DFD5-0EEB7028E7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46177E-1AC2-9A10-2226-5A5052BE5227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55478D-B1E1-9FE0-F7FC-488B34D97F3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8E289D-B4A0-5034-E86E-53210ABFFAC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0532EEF-F380-F209-DA68-A434F7774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44428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다중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항목 부모창에 반영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1AA7E3B-4482-0340-5C67-5F8245CEDAE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D039FF30-747F-6DF1-A652-66F48985319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CBA2BA-7075-AB04-73F4-B76A2D349EAD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8DA564-F8BA-B3E4-5075-150D01D72098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F4363879-6864-03B2-9D99-D52996A486E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4251974"/>
            <a:chOff x="3776975" y="1261242"/>
            <a:chExt cx="3487175" cy="2871403"/>
          </a:xfrm>
        </p:grpSpPr>
        <p:sp>
          <p:nvSpPr>
            <p:cNvPr id="2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9A9FFFE-8FC1-0E63-4887-07C78A4BDFF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63634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31CFCBB-A484-5BA9-9F80-9AF601E2A51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프로퍼티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5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EDAF9F0-3D08-4CBC-191A-30AF19CDF83E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45248F4-3C13-C06C-4CD6-74C45E6A4F1C}"/>
              </a:ext>
            </a:extLst>
          </p:cNvPr>
          <p:cNvSpPr txBox="1"/>
          <p:nvPr/>
        </p:nvSpPr>
        <p:spPr>
          <a:xfrm>
            <a:off x="2063553" y="1564774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프로퍼티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79123E8-F5FA-B79D-B7A5-8E4225A9A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940708"/>
              </p:ext>
            </p:extLst>
          </p:nvPr>
        </p:nvGraphicFramePr>
        <p:xfrm>
          <a:off x="2166186" y="1859839"/>
          <a:ext cx="3838636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47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 Box">
            <a:extLst>
              <a:ext uri="{FF2B5EF4-FFF2-40B4-BE49-F238E27FC236}">
                <a16:creationId xmlns:a16="http://schemas.microsoft.com/office/drawing/2014/main" id="{90575B1C-EE0B-D452-06B1-790305BCE6A0}"/>
              </a:ext>
            </a:extLst>
          </p:cNvPr>
          <p:cNvSpPr>
            <a:spLocks/>
          </p:cNvSpPr>
          <p:nvPr/>
        </p:nvSpPr>
        <p:spPr bwMode="auto">
          <a:xfrm>
            <a:off x="3143668" y="1895037"/>
            <a:ext cx="273615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3BBCE28-8A7C-7AA5-33C4-15F379645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378806"/>
              </p:ext>
            </p:extLst>
          </p:nvPr>
        </p:nvGraphicFramePr>
        <p:xfrm>
          <a:off x="2166186" y="2466217"/>
          <a:ext cx="3838634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161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58155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07390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EA6ED276-6A2F-3033-DC9B-7ADD8EEB7CF0}"/>
              </a:ext>
            </a:extLst>
          </p:cNvPr>
          <p:cNvSpPr/>
          <p:nvPr/>
        </p:nvSpPr>
        <p:spPr>
          <a:xfrm>
            <a:off x="3724689" y="505953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F89F0C4-D40B-B1FD-711A-D07E6CAE09CD}"/>
              </a:ext>
            </a:extLst>
          </p:cNvPr>
          <p:cNvSpPr/>
          <p:nvPr/>
        </p:nvSpPr>
        <p:spPr>
          <a:xfrm>
            <a:off x="4214034" y="505953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9D1D868-802F-54F4-CF52-0FEDF8292A4E}"/>
              </a:ext>
            </a:extLst>
          </p:cNvPr>
          <p:cNvGrpSpPr/>
          <p:nvPr/>
        </p:nvGrpSpPr>
        <p:grpSpPr>
          <a:xfrm>
            <a:off x="6042577" y="2459062"/>
            <a:ext cx="90244" cy="2190572"/>
            <a:chOff x="8879645" y="4358558"/>
            <a:chExt cx="96675" cy="1950762"/>
          </a:xfrm>
        </p:grpSpPr>
        <p:sp>
          <p:nvSpPr>
            <p:cNvPr id="43" name="모서리가 둥근 직사각형 42">
              <a:extLst>
                <a:ext uri="{FF2B5EF4-FFF2-40B4-BE49-F238E27FC236}">
                  <a16:creationId xmlns:a16="http://schemas.microsoft.com/office/drawing/2014/main" id="{5E371401-2B99-BAFD-6D02-C14CB097764E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모서리가 둥근 직사각형 170">
              <a:extLst>
                <a:ext uri="{FF2B5EF4-FFF2-40B4-BE49-F238E27FC236}">
                  <a16:creationId xmlns:a16="http://schemas.microsoft.com/office/drawing/2014/main" id="{F3D4D58F-5017-67F7-4521-CFE105BDE98B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7" name="Teardrop 1">
            <a:extLst>
              <a:ext uri="{FF2B5EF4-FFF2-40B4-BE49-F238E27FC236}">
                <a16:creationId xmlns:a16="http://schemas.microsoft.com/office/drawing/2014/main" id="{787BA8C2-D514-8B3E-321E-B8B2EB0A51CD}"/>
              </a:ext>
            </a:extLst>
          </p:cNvPr>
          <p:cNvSpPr/>
          <p:nvPr/>
        </p:nvSpPr>
        <p:spPr>
          <a:xfrm rot="16200000" flipH="1" flipV="1">
            <a:off x="4123747" y="49520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6B630A-5EE3-8CF6-30AB-1583AFA43FEA}"/>
              </a:ext>
            </a:extLst>
          </p:cNvPr>
          <p:cNvSpPr/>
          <p:nvPr/>
        </p:nvSpPr>
        <p:spPr>
          <a:xfrm>
            <a:off x="5187354" y="218070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850892-554B-10A1-0376-06A812E85307}"/>
              </a:ext>
            </a:extLst>
          </p:cNvPr>
          <p:cNvSpPr/>
          <p:nvPr/>
        </p:nvSpPr>
        <p:spPr>
          <a:xfrm>
            <a:off x="5613682" y="218070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Pagination">
            <a:extLst>
              <a:ext uri="{FF2B5EF4-FFF2-40B4-BE49-F238E27FC236}">
                <a16:creationId xmlns:a16="http://schemas.microsoft.com/office/drawing/2014/main" id="{1EF3133A-E723-1819-8327-52E4D3181CE3}"/>
              </a:ext>
            </a:extLst>
          </p:cNvPr>
          <p:cNvSpPr txBox="1"/>
          <p:nvPr/>
        </p:nvSpPr>
        <p:spPr>
          <a:xfrm>
            <a:off x="3503712" y="4761741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E5B3374-739B-13BD-4CBF-44725F8D5169}"/>
              </a:ext>
            </a:extLst>
          </p:cNvPr>
          <p:cNvGrpSpPr/>
          <p:nvPr/>
        </p:nvGrpSpPr>
        <p:grpSpPr>
          <a:xfrm>
            <a:off x="2166186" y="2183958"/>
            <a:ext cx="1777609" cy="200055"/>
            <a:chOff x="1446413" y="1981347"/>
            <a:chExt cx="1777609" cy="200055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2945258-CCA1-D24B-3E08-16820E3B4B00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3137DAE7-E6EA-26C7-A50E-D81ED42C3C48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8" name="Text Box">
                <a:extLst>
                  <a:ext uri="{FF2B5EF4-FFF2-40B4-BE49-F238E27FC236}">
                    <a16:creationId xmlns:a16="http://schemas.microsoft.com/office/drawing/2014/main" id="{5C6D2D14-1423-7C25-B0CD-37CE7952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69" name="Chevron Left">
                <a:extLst>
                  <a:ext uri="{FF2B5EF4-FFF2-40B4-BE49-F238E27FC236}">
                    <a16:creationId xmlns:a16="http://schemas.microsoft.com/office/drawing/2014/main" id="{90AC9A59-4A70-AF21-0FDB-FBD821095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" name="Teardrop 1">
            <a:extLst>
              <a:ext uri="{FF2B5EF4-FFF2-40B4-BE49-F238E27FC236}">
                <a16:creationId xmlns:a16="http://schemas.microsoft.com/office/drawing/2014/main" id="{35ECE793-56F2-1145-D6DB-BE24D0D5112C}"/>
              </a:ext>
            </a:extLst>
          </p:cNvPr>
          <p:cNvSpPr/>
          <p:nvPr/>
        </p:nvSpPr>
        <p:spPr>
          <a:xfrm rot="16200000" flipH="1" flipV="1">
            <a:off x="5467561" y="25675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56D2E74-8E71-BD6B-F413-A3F8AA2276D7}"/>
              </a:ext>
            </a:extLst>
          </p:cNvPr>
          <p:cNvGrpSpPr/>
          <p:nvPr/>
        </p:nvGrpSpPr>
        <p:grpSpPr>
          <a:xfrm>
            <a:off x="5749241" y="2714922"/>
            <a:ext cx="120020" cy="1882018"/>
            <a:chOff x="8006676" y="2589288"/>
            <a:chExt cx="120020" cy="1882018"/>
          </a:xfrm>
        </p:grpSpPr>
        <p:grpSp>
          <p:nvGrpSpPr>
            <p:cNvPr id="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DF890F60-121A-1349-AFA6-D3B2E7C2A9A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25" name="Circle">
                <a:extLst>
                  <a:ext uri="{FF2B5EF4-FFF2-40B4-BE49-F238E27FC236}">
                    <a16:creationId xmlns:a16="http://schemas.microsoft.com/office/drawing/2014/main" id="{A6CEF49E-FA8A-56C2-6C3D-B22377FB7BD9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Check">
                <a:extLst>
                  <a:ext uri="{FF2B5EF4-FFF2-40B4-BE49-F238E27FC236}">
                    <a16:creationId xmlns:a16="http://schemas.microsoft.com/office/drawing/2014/main" id="{ED53E394-0D7B-E965-1343-5BA1A9437E79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81318C0F-7C16-5C43-CAE9-6750F1F2088A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432A3050-5660-51C5-FD7E-F37A99340799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Circle">
              <a:extLst>
                <a:ext uri="{FF2B5EF4-FFF2-40B4-BE49-F238E27FC236}">
                  <a16:creationId xmlns:a16="http://schemas.microsoft.com/office/drawing/2014/main" id="{DA0997FF-70A2-C783-7C1E-0A288984929B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A1516532-744B-858E-A547-2E80D96FE79A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6BA3E915-7B2B-82C1-6470-EE868E825C0F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Circle">
              <a:extLst>
                <a:ext uri="{FF2B5EF4-FFF2-40B4-BE49-F238E27FC236}">
                  <a16:creationId xmlns:a16="http://schemas.microsoft.com/office/drawing/2014/main" id="{E4EC9B8D-166E-5D2B-A04B-9B109CC1AD0A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Circle">
              <a:extLst>
                <a:ext uri="{FF2B5EF4-FFF2-40B4-BE49-F238E27FC236}">
                  <a16:creationId xmlns:a16="http://schemas.microsoft.com/office/drawing/2014/main" id="{A229B537-A0C2-E9BC-89E7-90E6B7F7DA1D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Circle">
              <a:extLst>
                <a:ext uri="{FF2B5EF4-FFF2-40B4-BE49-F238E27FC236}">
                  <a16:creationId xmlns:a16="http://schemas.microsoft.com/office/drawing/2014/main" id="{7125F7AA-2D6D-4951-7739-4376BA7FBA0E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ircle">
              <a:extLst>
                <a:ext uri="{FF2B5EF4-FFF2-40B4-BE49-F238E27FC236}">
                  <a16:creationId xmlns:a16="http://schemas.microsoft.com/office/drawing/2014/main" id="{B5489F34-EEB5-2950-F184-2A70A8EBEC43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65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EBC4-2273-222B-1C66-59D6A958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B1264683-5EC2-5FBE-F084-47972BE4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3864D5F-3B7C-98DA-BFF0-B9A48B95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729B70F-05CC-C073-ACD7-197E409BA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61C2B98-433B-EFAB-F4B3-E61B040CDE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972BD4-9286-91A2-29AC-84BAA417EAE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AE2A15-CE01-03E1-4A29-40B5822DF32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A094D5-D615-EA40-AF9C-139A402B2DAB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889CE6-2CEF-2047-3ACA-6C0314FDDED7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BD4DC29-80C1-B8FE-58E1-899CCBEB0946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5DED2CF-3582-93FF-D37C-34CFBB774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781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73A907C-E917-B5A0-92EC-DFD304092A9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3372308-963D-DE91-0A44-59318918E99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411A4D2-7252-195C-62FD-FD250E1FF3FF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86F1E4EA-71E4-9EE4-3B28-A6E50990B618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0F7FD406-4381-3FD4-FD26-1158042B0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126528"/>
              </p:ext>
            </p:extLst>
          </p:nvPr>
        </p:nvGraphicFramePr>
        <p:xfrm>
          <a:off x="1447441" y="1532810"/>
          <a:ext cx="781443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244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917302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64950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535182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 조선 서울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웨스틴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조선 서울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B9B02BC8-777D-BB3C-243F-7D87ED773853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5C3E997-0AFE-FE52-9C17-C0E1E476782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1E05606-16B6-0695-3D44-86A1FB88B29E}"/>
              </a:ext>
            </a:extLst>
          </p:cNvPr>
          <p:cNvSpPr/>
          <p:nvPr/>
        </p:nvSpPr>
        <p:spPr>
          <a:xfrm>
            <a:off x="8616281" y="1265504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BD949A0C-3025-578F-C59D-CD2D0FF72C69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BC4952-F639-26CC-DD26-052530ADF8DF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DF780A-AF82-8E7D-1A3C-E3960351D2E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953605C-F977-0692-AF3B-9392A3F6283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C000134-1D2E-3453-380E-B4D087F3A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FEDF6F06-FB6E-2D69-4800-8F00F5A2C9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E1A315AF-540C-845B-4A84-E125ED19A21D}"/>
              </a:ext>
            </a:extLst>
          </p:cNvPr>
          <p:cNvSpPr/>
          <p:nvPr/>
        </p:nvSpPr>
        <p:spPr>
          <a:xfrm rot="16200000" flipH="1" flipV="1">
            <a:off x="8505732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56F3E549-FE9C-67C0-09A7-2B56020EB302}"/>
              </a:ext>
            </a:extLst>
          </p:cNvPr>
          <p:cNvGrpSpPr>
            <a:grpSpLocks noChangeAspect="1"/>
          </p:cNvGrpSpPr>
          <p:nvPr/>
        </p:nvGrpSpPr>
        <p:grpSpPr>
          <a:xfrm>
            <a:off x="2290452" y="1911848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D958323-EE6F-F1DD-9D09-835E0A6855A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26A6E334-D9D8-6C6B-8C21-E7DCEEE20B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07A3779C-3876-4077-4911-6DB0754CBE20}"/>
              </a:ext>
            </a:extLst>
          </p:cNvPr>
          <p:cNvSpPr/>
          <p:nvPr/>
        </p:nvSpPr>
        <p:spPr>
          <a:xfrm rot="16200000" flipH="1" flipV="1">
            <a:off x="1945363" y="185387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8647E-CC58-1F7C-F0F4-F833DBBB82E2}"/>
              </a:ext>
            </a:extLst>
          </p:cNvPr>
          <p:cNvSpPr txBox="1"/>
          <p:nvPr/>
        </p:nvSpPr>
        <p:spPr>
          <a:xfrm>
            <a:off x="3942682" y="1226075"/>
            <a:ext cx="3321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권한이 페이지 진입 시 본인 프로퍼티 리스트만 출력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!!!</a:t>
            </a:r>
            <a:endParaRPr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059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329C-41F0-1BE7-26DA-CE7E980D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44943BF-90E5-4A89-4220-B7755042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3AE989C-A99D-CEF9-35C6-ACFC3FC9F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DF5332C-E5AF-435A-6E74-929AC5B353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BADAD1A-F2AE-73C9-6CDB-08B558145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0D7A6E-8AA1-F77D-EDA0-042C3E0C2E5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9CD5BE-22C2-D591-B597-B2F83439621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9ED39E-9D9F-9850-803C-F9FBDF9C0F1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7B678F9-A4DA-B184-3F72-BECE3BBE9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78408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92C8D32-222C-0CD1-E1E5-E603B12776C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B8D609B-F4BB-CA35-853E-05BEA01E808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4507FFA-2CF2-B38E-893B-491F4ABAB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336321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협력사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마스터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의 프로퍼티로 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E24B99-0CAA-BABF-864A-81A19AED66A8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352C60-F9D8-7FD6-F526-434E7C6BC299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A8E4BE5-FA7F-1080-B22E-3D728DA7A690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751B0F-1258-6F3D-4758-691AAA5C54AF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05C515A-5082-1210-61F6-5CF755E28233}"/>
              </a:ext>
            </a:extLst>
          </p:cNvPr>
          <p:cNvSpPr/>
          <p:nvPr/>
        </p:nvSpPr>
        <p:spPr>
          <a:xfrm>
            <a:off x="4728198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6A5F434-AD86-D389-F93E-0BF64A748299}"/>
              </a:ext>
            </a:extLst>
          </p:cNvPr>
          <p:cNvSpPr/>
          <p:nvPr/>
        </p:nvSpPr>
        <p:spPr>
          <a:xfrm>
            <a:off x="5339505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25DD08-3740-5728-A914-DDC585F04189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88D0A9-E297-9140-C862-9DD56EC243C0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D0747-0315-C237-8989-C1B03975FD6D}"/>
              </a:ext>
            </a:extLst>
          </p:cNvPr>
          <p:cNvSpPr txBox="1"/>
          <p:nvPr/>
        </p:nvSpPr>
        <p:spPr>
          <a:xfrm>
            <a:off x="6815785" y="1684640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2FE73-4A68-888C-F67E-DFEC193299B8}"/>
              </a:ext>
            </a:extLst>
          </p:cNvPr>
          <p:cNvSpPr txBox="1"/>
          <p:nvPr/>
        </p:nvSpPr>
        <p:spPr>
          <a:xfrm>
            <a:off x="1427884" y="204989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8D49A9A-04AE-5BBC-E820-5BFA20AF4A4D}"/>
              </a:ext>
            </a:extLst>
          </p:cNvPr>
          <p:cNvGraphicFramePr>
            <a:graphicFrameLocks noGrp="1"/>
          </p:cNvGraphicFramePr>
          <p:nvPr/>
        </p:nvGraphicFramePr>
        <p:xfrm>
          <a:off x="1582422" y="2390726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A3721B9E-96C6-E0A8-9A68-428669166721}"/>
              </a:ext>
            </a:extLst>
          </p:cNvPr>
          <p:cNvGrpSpPr/>
          <p:nvPr/>
        </p:nvGrpSpPr>
        <p:grpSpPr>
          <a:xfrm>
            <a:off x="9091450" y="2390726"/>
            <a:ext cx="112218" cy="3188901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BF64821C-5E6E-D440-8892-1B6AAA558DCA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BB3051FD-05E2-0B4F-D93F-B018257AE618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BC22A51-33C6-F414-3BF6-63270DE63976}"/>
              </a:ext>
            </a:extLst>
          </p:cNvPr>
          <p:cNvSpPr/>
          <p:nvPr/>
        </p:nvSpPr>
        <p:spPr>
          <a:xfrm>
            <a:off x="1513108" y="2324275"/>
            <a:ext cx="7746199" cy="332711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DE441B0-B7B6-26EC-4751-E1C48915B6DD}"/>
              </a:ext>
            </a:extLst>
          </p:cNvPr>
          <p:cNvSpPr/>
          <p:nvPr/>
        </p:nvSpPr>
        <p:spPr>
          <a:xfrm>
            <a:off x="8699667" y="2068472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C7A1BD69-DDCA-8001-2BCD-0A4773158997}"/>
              </a:ext>
            </a:extLst>
          </p:cNvPr>
          <p:cNvGrpSpPr>
            <a:grpSpLocks noChangeAspect="1"/>
          </p:cNvGrpSpPr>
          <p:nvPr/>
        </p:nvGrpSpPr>
        <p:grpSpPr>
          <a:xfrm>
            <a:off x="9029824" y="2081534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D45AA7DB-C129-AD01-1F70-B4538EA0B1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5B36C523-65CA-B08B-2EF6-159DA14BE3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4828B8-1EFE-C9FA-18F5-0D8EA2F12417}"/>
              </a:ext>
            </a:extLst>
          </p:cNvPr>
          <p:cNvSpPr txBox="1"/>
          <p:nvPr/>
        </p:nvSpPr>
        <p:spPr>
          <a:xfrm>
            <a:off x="2418288" y="2062983"/>
            <a:ext cx="38747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에서 볼 수 있는 화면 대상 출력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!!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최종 내역은 완료 후 업데이트 예정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B3D4E-3308-7349-A967-F803CD4B56BC}"/>
              </a:ext>
            </a:extLst>
          </p:cNvPr>
          <p:cNvSpPr txBox="1"/>
          <p:nvPr/>
        </p:nvSpPr>
        <p:spPr>
          <a:xfrm>
            <a:off x="4181844" y="1381689"/>
            <a:ext cx="21339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←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의 경우 프로퍼티 조회 제한</a:t>
            </a:r>
          </a:p>
        </p:txBody>
      </p:sp>
    </p:spTree>
    <p:extLst>
      <p:ext uri="{BB962C8B-B14F-4D97-AF65-F5344CB8AC3E}">
        <p14:creationId xmlns:p14="http://schemas.microsoft.com/office/powerpoint/2010/main" val="402586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5473-41BC-CD30-4D00-097107AB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725BBC1-17DB-0759-27F8-8F41F13C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3C83B3D-C1E8-E4DA-3B05-88B36DDC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협력사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41974AB-16DA-17F7-C5BA-C17B85AC6F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48741C7-EE13-B603-6EDC-70B54FE04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83080A-3913-DCCE-00E5-97700A2E13B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8A40CA-9121-8792-91D3-181B9877DD1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D84DE3-5E12-7918-86F4-216A05E5ABB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BFD7B96-C0F9-A671-38BE-A2E7515CA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91895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546397E-5F6B-3D80-F5FA-CE8AAB366C3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19FFA334-E2EA-51DB-EF0C-CC6102C5AE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5D473D9-785D-8E72-C6E9-DFE1CD1A6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80441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그래피티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 서울 판교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37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1228AC-4E03-0C1C-24E6-4F1481BC4E37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4F0630-8F2B-96D0-58A8-0C24AAF1825D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92B7CF4-9F49-574B-07CC-4B4053BBF63B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그래비티</a:t>
            </a:r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조선 서울 판교 마스터 권한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D9148E-89C6-0747-F42A-42AAE761F680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28CC67-9DAB-A2DC-1D2B-9764F36E91B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AFBDC8-284E-9033-C995-373B0668B131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B558A-0699-7B59-46B7-AF8A034E7F05}"/>
              </a:ext>
            </a:extLst>
          </p:cNvPr>
          <p:cNvSpPr txBox="1"/>
          <p:nvPr/>
        </p:nvSpPr>
        <p:spPr>
          <a:xfrm>
            <a:off x="6834139" y="1696433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5A218-17F6-7E04-C84E-559A568212F1}"/>
              </a:ext>
            </a:extLst>
          </p:cNvPr>
          <p:cNvSpPr txBox="1"/>
          <p:nvPr/>
        </p:nvSpPr>
        <p:spPr>
          <a:xfrm>
            <a:off x="1427884" y="200415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7275245-76C8-F44C-EDB6-0129E36CE429}"/>
              </a:ext>
            </a:extLst>
          </p:cNvPr>
          <p:cNvGrpSpPr/>
          <p:nvPr/>
        </p:nvGrpSpPr>
        <p:grpSpPr>
          <a:xfrm>
            <a:off x="9089321" y="2354870"/>
            <a:ext cx="112218" cy="3069222"/>
            <a:chOff x="8879645" y="4358558"/>
            <a:chExt cx="120215" cy="2733223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DA063A90-F17B-DBA8-A3E8-339D87CB8674}"/>
                </a:ext>
              </a:extLst>
            </p:cNvPr>
            <p:cNvSpPr/>
            <p:nvPr/>
          </p:nvSpPr>
          <p:spPr>
            <a:xfrm>
              <a:off x="8879645" y="4358558"/>
              <a:ext cx="120215" cy="273322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A2FEBA9C-B761-CDE0-6661-DFE55F18BA4A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A00351E-FD81-4B43-CCD1-146CB818AADC}"/>
              </a:ext>
            </a:extLst>
          </p:cNvPr>
          <p:cNvSpPr/>
          <p:nvPr/>
        </p:nvSpPr>
        <p:spPr>
          <a:xfrm>
            <a:off x="1513108" y="2278533"/>
            <a:ext cx="7746199" cy="321732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63034F-0E67-279D-5040-013BDEA4771E}"/>
              </a:ext>
            </a:extLst>
          </p:cNvPr>
          <p:cNvSpPr/>
          <p:nvPr/>
        </p:nvSpPr>
        <p:spPr>
          <a:xfrm>
            <a:off x="8722225" y="2022730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9B5900-B216-419D-5096-37A3A6B0D1AF}"/>
              </a:ext>
            </a:extLst>
          </p:cNvPr>
          <p:cNvSpPr/>
          <p:nvPr/>
        </p:nvSpPr>
        <p:spPr>
          <a:xfrm>
            <a:off x="4404573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168D06-593D-F9BB-0C8B-B0ED4C7A685F}"/>
              </a:ext>
            </a:extLst>
          </p:cNvPr>
          <p:cNvSpPr/>
          <p:nvPr/>
        </p:nvSpPr>
        <p:spPr>
          <a:xfrm>
            <a:off x="5015880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219212-1075-E0CE-C1CE-85E71A720521}"/>
              </a:ext>
            </a:extLst>
          </p:cNvPr>
          <p:cNvSpPr/>
          <p:nvPr/>
        </p:nvSpPr>
        <p:spPr>
          <a:xfrm>
            <a:off x="5627187" y="5864112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B96B5C94-55C4-A57C-4D73-12B59716621A}"/>
              </a:ext>
            </a:extLst>
          </p:cNvPr>
          <p:cNvGraphicFramePr>
            <a:graphicFrameLocks noGrp="1"/>
          </p:cNvGraphicFramePr>
          <p:nvPr/>
        </p:nvGraphicFramePr>
        <p:xfrm>
          <a:off x="1582422" y="2344984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12" name="Click">
            <a:extLst>
              <a:ext uri="{FF2B5EF4-FFF2-40B4-BE49-F238E27FC236}">
                <a16:creationId xmlns:a16="http://schemas.microsoft.com/office/drawing/2014/main" id="{D16DE874-6526-9B15-A389-CB247BDFC578}"/>
              </a:ext>
            </a:extLst>
          </p:cNvPr>
          <p:cNvGrpSpPr>
            <a:grpSpLocks noChangeAspect="1"/>
          </p:cNvGrpSpPr>
          <p:nvPr/>
        </p:nvGrpSpPr>
        <p:grpSpPr>
          <a:xfrm>
            <a:off x="4852268" y="3194119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6F07767A-2F3E-5C7A-E621-44DB0646C61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B51423B7-CDCE-EFDF-8302-9823AF0FE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A19AABE-F89F-1E01-9481-26143A2B9B1B}"/>
              </a:ext>
            </a:extLst>
          </p:cNvPr>
          <p:cNvSpPr txBox="1"/>
          <p:nvPr/>
        </p:nvSpPr>
        <p:spPr>
          <a:xfrm>
            <a:off x="2418288" y="2004152"/>
            <a:ext cx="38747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에서 볼 수 있는 화면 대상 출력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!!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최종 내역은 완료 후 업데이트 예정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C239B-1BB8-9709-5574-05AA8AA253A3}"/>
              </a:ext>
            </a:extLst>
          </p:cNvPr>
          <p:cNvSpPr txBox="1"/>
          <p:nvPr/>
        </p:nvSpPr>
        <p:spPr>
          <a:xfrm>
            <a:off x="4231168" y="1392509"/>
            <a:ext cx="21339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← 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의 경우 프로퍼티 조회 제한</a:t>
            </a:r>
          </a:p>
        </p:txBody>
      </p:sp>
    </p:spTree>
    <p:extLst>
      <p:ext uri="{BB962C8B-B14F-4D97-AF65-F5344CB8AC3E}">
        <p14:creationId xmlns:p14="http://schemas.microsoft.com/office/powerpoint/2010/main" val="730357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150268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5CAE-05A2-CAEE-7B8F-BEC9037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E47B57-272D-CC4F-77A8-31ECC083100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시스템 관리자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14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A3FD-ED94-8635-0640-038D93B5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71171FF-4351-BF06-EC75-E4BF38DC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1642EA9-BC1A-D2CC-9E19-508AEFF4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시스템 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AE16233-3F4E-BEC0-0149-3FC0C6EDC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E09CE0-6960-F87F-5DA7-374DBA815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9D64E-D5CF-817E-EEA2-581A0F9CE5E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E37973-1A89-0C3F-8B53-4F5B3B60EE2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4116DF-39FE-0DD7-55E4-921D2A88649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7E2D01-4086-A387-4468-816A6A3E1787}"/>
              </a:ext>
            </a:extLst>
          </p:cNvPr>
          <p:cNvSpPr/>
          <p:nvPr/>
        </p:nvSpPr>
        <p:spPr bwMode="auto">
          <a:xfrm>
            <a:off x="-106106" y="114191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D0CE0C-1E9D-9C32-EE04-C56376B6A2F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8B2C00B-E178-5C5F-8F8D-5C64B5F4F7F3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19BCA86-3E62-B8E1-34BB-163B5265EAC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98BDDDF-E058-1DA4-685F-9F3A84750D0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6B48E84-3570-9FC2-4773-539AF37D5823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DC82E6EE-FD77-88EB-9DD5-E02194E1FE87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AAADF70-FD28-9AAD-A2EC-AB388BB0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38876"/>
              </p:ext>
            </p:extLst>
          </p:nvPr>
        </p:nvGraphicFramePr>
        <p:xfrm>
          <a:off x="1447441" y="1532810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725721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블루웨이브 시스템 관리자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8D631-0EFF-A4B3-32F3-DDBDAF1451B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F96576-EC43-55BA-6209-182BD147EDAF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02EA6E-A4B0-374D-D94D-B7CF076312E4}"/>
              </a:ext>
            </a:extLst>
          </p:cNvPr>
          <p:cNvSpPr/>
          <p:nvPr/>
        </p:nvSpPr>
        <p:spPr>
          <a:xfrm>
            <a:off x="8387000" y="1265504"/>
            <a:ext cx="87488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DDCFAB-639A-6901-63B5-531AD8A18229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6F8BD0-05C6-CA85-5582-D641224D1C25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BB1DF-1C37-FC33-B15C-7D62D50B7CE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D059B2E-DEAB-1ECE-921B-DBEB9A98CA5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27C4CD-6CDF-F0AD-C495-BBD9F718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3193CAEC-2F36-1F14-0C02-2527816537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EBAC21FF-041C-B1AF-489F-3647A6B3D7A5}"/>
              </a:ext>
            </a:extLst>
          </p:cNvPr>
          <p:cNvSpPr/>
          <p:nvPr/>
        </p:nvSpPr>
        <p:spPr>
          <a:xfrm rot="16200000" flipH="1" flipV="1">
            <a:off x="8259808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5B2397B-5963-F731-B53C-FF80342A5303}"/>
              </a:ext>
            </a:extLst>
          </p:cNvPr>
          <p:cNvGrpSpPr>
            <a:grpSpLocks noChangeAspect="1"/>
          </p:cNvGrpSpPr>
          <p:nvPr/>
        </p:nvGrpSpPr>
        <p:grpSpPr>
          <a:xfrm>
            <a:off x="4840930" y="1951299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D985887-7153-69B1-F982-0CA5BEE26D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327954-1223-19E7-5B7E-40A48C4DD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8BF4A73C-E249-7FE3-E4AC-AC0D29558630}"/>
              </a:ext>
            </a:extLst>
          </p:cNvPr>
          <p:cNvSpPr/>
          <p:nvPr/>
        </p:nvSpPr>
        <p:spPr>
          <a:xfrm rot="16200000" flipH="1" flipV="1">
            <a:off x="3427724" y="186417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660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7974-B249-227E-8F9B-B5195332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1B68656-9040-075A-59F9-B8FF2008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관리자 권한관리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23D6666-B69E-3D90-B676-3A6F1B826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시스템 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DB3932B-4418-3260-2BB6-CB74B42F6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4750D40-1C1F-58D6-262B-99D8F7BBD7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2B654E-4F3A-7D77-A449-DFBE1C602A0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01EFDC-3FF5-53BF-0744-BF154CE6C5E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AE0258-7BE9-71E0-08A5-C0C9E41C533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AAB2060-5D64-0477-66CD-8C069FC3B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648135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1C20855-CFCB-80C6-1484-1EE7E900E07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588D3DF-CE11-F7AF-364E-F6032A1C860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63D35E-6266-D713-1708-3D49CDFC3B76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D43959-2A33-685E-3085-F303D56224AD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112CE1-2129-CBA4-C393-FB5737BED1D3}"/>
              </a:ext>
            </a:extLst>
          </p:cNvPr>
          <p:cNvSpPr/>
          <p:nvPr/>
        </p:nvSpPr>
        <p:spPr>
          <a:xfrm>
            <a:off x="7678548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A5E51BA-D1FA-C755-2C3B-8D1CCDEF1692}"/>
              </a:ext>
            </a:extLst>
          </p:cNvPr>
          <p:cNvSpPr/>
          <p:nvPr/>
        </p:nvSpPr>
        <p:spPr>
          <a:xfrm>
            <a:off x="2634571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CFD805-AC45-A0D6-57F1-D7C86953AD48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9576CDD-DFA9-CA8C-4A65-B3E4B587ABA4}"/>
              </a:ext>
            </a:extLst>
          </p:cNvPr>
          <p:cNvSpPr/>
          <p:nvPr/>
        </p:nvSpPr>
        <p:spPr>
          <a:xfrm>
            <a:off x="4620597" y="6467475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D5A4C4-D36D-479F-B892-F11E487AABF6}"/>
              </a:ext>
            </a:extLst>
          </p:cNvPr>
          <p:cNvSpPr/>
          <p:nvPr/>
        </p:nvSpPr>
        <p:spPr>
          <a:xfrm>
            <a:off x="5231904" y="6467475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0C22F-6B03-EEE1-BCD7-6C6F6D25AD93}"/>
              </a:ext>
            </a:extLst>
          </p:cNvPr>
          <p:cNvSpPr txBox="1"/>
          <p:nvPr/>
        </p:nvSpPr>
        <p:spPr>
          <a:xfrm>
            <a:off x="6815785" y="141301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0837F-0ED3-1417-72D9-D68F2EEDCB93}"/>
              </a:ext>
            </a:extLst>
          </p:cNvPr>
          <p:cNvSpPr txBox="1"/>
          <p:nvPr/>
        </p:nvSpPr>
        <p:spPr>
          <a:xfrm>
            <a:off x="1427884" y="17349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8066173-7E9C-DFA7-EC3E-3D82DE002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07907"/>
              </p:ext>
            </p:extLst>
          </p:nvPr>
        </p:nvGraphicFramePr>
        <p:xfrm>
          <a:off x="1582422" y="2075808"/>
          <a:ext cx="7456876" cy="409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106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17770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22734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2244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프로퍼티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9184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회원관리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6636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5571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6268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그룹코드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공통코드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층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호수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10644DB1-D3E6-1168-E37E-4B95821D99FB}"/>
              </a:ext>
            </a:extLst>
          </p:cNvPr>
          <p:cNvGrpSpPr/>
          <p:nvPr/>
        </p:nvGrpSpPr>
        <p:grpSpPr>
          <a:xfrm>
            <a:off x="9089449" y="2075809"/>
            <a:ext cx="112218" cy="4092158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EEA91440-BE43-0ED2-1B58-90EFC86BCB06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08B72B6B-2BF8-CE63-28B5-EA3E84E3A0DD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E768A1-20C9-3DB5-A354-0309C30361CE}"/>
              </a:ext>
            </a:extLst>
          </p:cNvPr>
          <p:cNvSpPr/>
          <p:nvPr/>
        </p:nvSpPr>
        <p:spPr>
          <a:xfrm>
            <a:off x="1513108" y="2009358"/>
            <a:ext cx="7746199" cy="422795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97EBEA-F431-1C83-F6B6-356D547DA2AA}"/>
              </a:ext>
            </a:extLst>
          </p:cNvPr>
          <p:cNvSpPr/>
          <p:nvPr/>
        </p:nvSpPr>
        <p:spPr>
          <a:xfrm>
            <a:off x="8722225" y="1753555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ABC001F0-2761-57BD-7219-D5DD592DFD6C}"/>
              </a:ext>
            </a:extLst>
          </p:cNvPr>
          <p:cNvGrpSpPr>
            <a:grpSpLocks noChangeAspect="1"/>
          </p:cNvGrpSpPr>
          <p:nvPr/>
        </p:nvGrpSpPr>
        <p:grpSpPr>
          <a:xfrm>
            <a:off x="9052382" y="1766617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8BC5F397-AF75-5272-AEE4-B88287C9D7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1D2A832D-12AA-97C4-4C83-D3A8E14A1D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3FA0F3-3047-6471-87D6-7B9611E47485}"/>
              </a:ext>
            </a:extLst>
          </p:cNvPr>
          <p:cNvSpPr/>
          <p:nvPr/>
        </p:nvSpPr>
        <p:spPr bwMode="auto">
          <a:xfrm>
            <a:off x="-106106" y="114191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77B109-2A67-6891-00A7-11693E3E9CF2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F4271-7ADB-0B5A-694A-2F366BDA3521}"/>
              </a:ext>
            </a:extLst>
          </p:cNvPr>
          <p:cNvSpPr txBox="1"/>
          <p:nvPr/>
        </p:nvSpPr>
        <p:spPr>
          <a:xfrm>
            <a:off x="2418288" y="1748066"/>
            <a:ext cx="16273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시스템 관리자는 전체 메뉴 출력</a:t>
            </a: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6AE9F670-81B7-5B9A-6A49-AA791F294F21}"/>
              </a:ext>
            </a:extLst>
          </p:cNvPr>
          <p:cNvSpPr/>
          <p:nvPr/>
        </p:nvSpPr>
        <p:spPr>
          <a:xfrm rot="16200000" flipH="1" flipV="1">
            <a:off x="7608116" y="9899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E0BE08C1-8E21-6A00-B2C4-BEECF90B666E}"/>
              </a:ext>
            </a:extLst>
          </p:cNvPr>
          <p:cNvSpPr/>
          <p:nvPr/>
        </p:nvSpPr>
        <p:spPr>
          <a:xfrm rot="16200000" flipH="1" flipV="1">
            <a:off x="8606406" y="166107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FEDBDEC5-2F71-3C95-2D2D-C53D284545A7}"/>
              </a:ext>
            </a:extLst>
          </p:cNvPr>
          <p:cNvSpPr/>
          <p:nvPr/>
        </p:nvSpPr>
        <p:spPr>
          <a:xfrm rot="16200000" flipH="1" flipV="1">
            <a:off x="5166920" y="639247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Click">
            <a:extLst>
              <a:ext uri="{FF2B5EF4-FFF2-40B4-BE49-F238E27FC236}">
                <a16:creationId xmlns:a16="http://schemas.microsoft.com/office/drawing/2014/main" id="{8BFF3AAD-AAFD-5118-B689-25A7CA4A4C2D}"/>
              </a:ext>
            </a:extLst>
          </p:cNvPr>
          <p:cNvGrpSpPr>
            <a:grpSpLocks noChangeAspect="1"/>
          </p:cNvGrpSpPr>
          <p:nvPr/>
        </p:nvGrpSpPr>
        <p:grpSpPr>
          <a:xfrm>
            <a:off x="5000499" y="2546793"/>
            <a:ext cx="299298" cy="426545"/>
            <a:chOff x="5294313" y="2197100"/>
            <a:chExt cx="530225" cy="755651"/>
          </a:xfrm>
        </p:grpSpPr>
        <p:sp>
          <p:nvSpPr>
            <p:cNvPr id="22" name="Arrow Cursor">
              <a:extLst>
                <a:ext uri="{FF2B5EF4-FFF2-40B4-BE49-F238E27FC236}">
                  <a16:creationId xmlns:a16="http://schemas.microsoft.com/office/drawing/2014/main" id="{87BCF26E-18FF-099A-9F38-93B1739A3B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3" name="Click">
              <a:extLst>
                <a:ext uri="{FF2B5EF4-FFF2-40B4-BE49-F238E27FC236}">
                  <a16:creationId xmlns:a16="http://schemas.microsoft.com/office/drawing/2014/main" id="{2A726605-F6A0-12AB-ACDD-1D007ED4F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5092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8D54-F627-3D8C-6EC8-EB7917E2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BFE82C7-B2A9-15AD-0529-6C46FF53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관리자 권한관리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4E02448-1D82-043F-CAED-CDB1B8DC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시스템 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F239588-7F11-C2F4-41D0-E09874A534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7931E8C-62EE-9D87-251C-6BAE31295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E81DF5-FDFA-DC48-C23D-90592E5F963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9AB7F7-162B-3C30-DA1F-6A74988BAEE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4D1C3A-ECCB-AF9A-DBA9-B15992C9488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530A51-D6ED-3E4A-8DB4-2A214A283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26341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매핑된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CAE7B9C-AAD4-4EBA-6022-43C804F441A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B7EACE9-042B-511D-C531-CECDCDD26CD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E52DCDB-A010-C68A-703A-CE4B15FE077F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B22E69-C322-D1D8-347D-FD830E6D1867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6F0AA-5D64-709F-2ABA-3D48D4318C32}"/>
              </a:ext>
            </a:extLst>
          </p:cNvPr>
          <p:cNvSpPr/>
          <p:nvPr/>
        </p:nvSpPr>
        <p:spPr>
          <a:xfrm>
            <a:off x="7678548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9B9E71-C5F8-3433-5ED6-952632009011}"/>
              </a:ext>
            </a:extLst>
          </p:cNvPr>
          <p:cNvSpPr/>
          <p:nvPr/>
        </p:nvSpPr>
        <p:spPr>
          <a:xfrm>
            <a:off x="2634571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시스템 관리자 권한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30075D-978A-37A1-C63D-6ED923F2279E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49A3D-9805-81E2-1DC4-771BD1C9B3C0}"/>
              </a:ext>
            </a:extLst>
          </p:cNvPr>
          <p:cNvSpPr txBox="1"/>
          <p:nvPr/>
        </p:nvSpPr>
        <p:spPr>
          <a:xfrm>
            <a:off x="6834139" y="141301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99154-2B4F-9EFE-D265-3B432A67FC5A}"/>
              </a:ext>
            </a:extLst>
          </p:cNvPr>
          <p:cNvSpPr txBox="1"/>
          <p:nvPr/>
        </p:nvSpPr>
        <p:spPr>
          <a:xfrm>
            <a:off x="1427884" y="17349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AE229D7-9ED8-FFD1-273A-FAD5CBCCC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85868"/>
              </p:ext>
            </p:extLst>
          </p:nvPr>
        </p:nvGraphicFramePr>
        <p:xfrm>
          <a:off x="1582421" y="2075808"/>
          <a:ext cx="7453735" cy="409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9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15824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22734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2244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프로퍼티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9184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회원관리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6636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5571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6268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그룹코드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공통코드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층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호수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7BCB725E-CD67-BCC7-5320-7F12234385FD}"/>
              </a:ext>
            </a:extLst>
          </p:cNvPr>
          <p:cNvGrpSpPr/>
          <p:nvPr/>
        </p:nvGrpSpPr>
        <p:grpSpPr>
          <a:xfrm>
            <a:off x="9091623" y="2075809"/>
            <a:ext cx="112218" cy="4092158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52224087-06F1-33B1-51A9-89626B164D00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1A176BAE-5812-7E75-5E2E-6173B6527D4A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7A0D10-4802-DF2D-555F-2289D4AA01C0}"/>
              </a:ext>
            </a:extLst>
          </p:cNvPr>
          <p:cNvSpPr/>
          <p:nvPr/>
        </p:nvSpPr>
        <p:spPr>
          <a:xfrm>
            <a:off x="1513108" y="2009358"/>
            <a:ext cx="7746199" cy="422795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4B921E-19C9-7A1A-A35F-C973C71DE65F}"/>
              </a:ext>
            </a:extLst>
          </p:cNvPr>
          <p:cNvSpPr/>
          <p:nvPr/>
        </p:nvSpPr>
        <p:spPr>
          <a:xfrm>
            <a:off x="8706423" y="1753555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0F21E6-F156-B74D-6247-70B7E6495F96}"/>
              </a:ext>
            </a:extLst>
          </p:cNvPr>
          <p:cNvSpPr/>
          <p:nvPr/>
        </p:nvSpPr>
        <p:spPr>
          <a:xfrm>
            <a:off x="440457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87BC2-0470-387D-3BEC-09B8AED97AD9}"/>
              </a:ext>
            </a:extLst>
          </p:cNvPr>
          <p:cNvSpPr/>
          <p:nvPr/>
        </p:nvSpPr>
        <p:spPr>
          <a:xfrm>
            <a:off x="501588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282612-2B1F-0D7F-A81D-A11B39740C95}"/>
              </a:ext>
            </a:extLst>
          </p:cNvPr>
          <p:cNvSpPr/>
          <p:nvPr/>
        </p:nvSpPr>
        <p:spPr>
          <a:xfrm>
            <a:off x="562718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2" name="Click">
            <a:extLst>
              <a:ext uri="{FF2B5EF4-FFF2-40B4-BE49-F238E27FC236}">
                <a16:creationId xmlns:a16="http://schemas.microsoft.com/office/drawing/2014/main" id="{AF89B8D0-D4B9-27F1-37CD-312376721D17}"/>
              </a:ext>
            </a:extLst>
          </p:cNvPr>
          <p:cNvGrpSpPr>
            <a:grpSpLocks noChangeAspect="1"/>
          </p:cNvGrpSpPr>
          <p:nvPr/>
        </p:nvGrpSpPr>
        <p:grpSpPr>
          <a:xfrm>
            <a:off x="4976884" y="3695341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346747EE-298D-8E64-A524-3C0D78C3CF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83295F32-90E6-1189-CFB5-5E8589741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0F0206C-DA2B-15A6-9B81-E5399CA416ED}"/>
              </a:ext>
            </a:extLst>
          </p:cNvPr>
          <p:cNvSpPr/>
          <p:nvPr/>
        </p:nvSpPr>
        <p:spPr bwMode="auto">
          <a:xfrm>
            <a:off x="-106106" y="114191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028810E-94AE-D26D-4F02-F3359D1D6739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협력사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12C1B527-589A-DAB7-3F14-481484D90250}"/>
              </a:ext>
            </a:extLst>
          </p:cNvPr>
          <p:cNvSpPr/>
          <p:nvPr/>
        </p:nvSpPr>
        <p:spPr>
          <a:xfrm rot="16200000" flipH="1" flipV="1">
            <a:off x="4953473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CC8B759E-B892-D1A1-2A54-172BDDBFFFED}"/>
              </a:ext>
            </a:extLst>
          </p:cNvPr>
          <p:cNvSpPr/>
          <p:nvPr/>
        </p:nvSpPr>
        <p:spPr>
          <a:xfrm rot="16200000" flipH="1" flipV="1">
            <a:off x="554909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535B8F41-A1F7-F5AF-6B61-071DCDE44134}"/>
              </a:ext>
            </a:extLst>
          </p:cNvPr>
          <p:cNvSpPr/>
          <p:nvPr/>
        </p:nvSpPr>
        <p:spPr>
          <a:xfrm rot="16200000" flipH="1" flipV="1">
            <a:off x="7608116" y="9899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261ED07A-3DCA-A1D7-470A-6FB7B7A8C98C}"/>
              </a:ext>
            </a:extLst>
          </p:cNvPr>
          <p:cNvSpPr/>
          <p:nvPr/>
        </p:nvSpPr>
        <p:spPr>
          <a:xfrm rot="16200000" flipH="1" flipV="1">
            <a:off x="7760516" y="11423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914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F5BF-FDAD-0AE4-4C3B-7DF8C40AD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FABCB-F422-7B2D-8FE3-A865D5C119E1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058A6E-4308-4411-C779-D97DABDADC5E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FF537D1-A220-8BCF-202C-15D5575DE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386077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415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79486</TotalTime>
  <Words>2651</Words>
  <Application>Microsoft Macintosh PowerPoint</Application>
  <PresentationFormat>와이드스크린</PresentationFormat>
  <Paragraphs>920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굴림</vt:lpstr>
      <vt:lpstr>NanumGothic</vt:lpstr>
      <vt:lpstr>NanumGothic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협력사 권한관리 리스트</vt:lpstr>
      <vt:lpstr>협력사 권한관리 등록</vt:lpstr>
      <vt:lpstr>협력사 권한관리 수정/상세</vt:lpstr>
      <vt:lpstr>프로퍼티 조회 팝업</vt:lpstr>
      <vt:lpstr>협력사 권한관리 리스트</vt:lpstr>
      <vt:lpstr>협력사 권한관리 등록</vt:lpstr>
      <vt:lpstr>협력사 권한관리 수정/상세</vt:lpstr>
      <vt:lpstr>PowerPoint 프레젠테이션</vt:lpstr>
      <vt:lpstr>PowerPoint 프레젠테이션</vt:lpstr>
      <vt:lpstr>시스템 관리자 권한관리 리스트</vt:lpstr>
      <vt:lpstr>시스템 관리자 권한관리 등록</vt:lpstr>
      <vt:lpstr>시스템 관리자 권한관리 수정/상세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11579</cp:revision>
  <cp:lastPrinted>2021-10-07T06:19:02Z</cp:lastPrinted>
  <dcterms:created xsi:type="dcterms:W3CDTF">2008-07-01T10:06:20Z</dcterms:created>
  <dcterms:modified xsi:type="dcterms:W3CDTF">2025-01-17T01:39:15Z</dcterms:modified>
</cp:coreProperties>
</file>