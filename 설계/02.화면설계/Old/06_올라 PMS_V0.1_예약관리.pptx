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9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0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1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2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4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5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36"/>
  </p:notesMasterIdLst>
  <p:handoutMasterIdLst>
    <p:handoutMasterId r:id="rId37"/>
  </p:handoutMasterIdLst>
  <p:sldIdLst>
    <p:sldId id="593" r:id="rId2"/>
    <p:sldId id="594" r:id="rId3"/>
    <p:sldId id="1373" r:id="rId4"/>
    <p:sldId id="1281" r:id="rId5"/>
    <p:sldId id="1243" r:id="rId6"/>
    <p:sldId id="1376" r:id="rId7"/>
    <p:sldId id="1380" r:id="rId8"/>
    <p:sldId id="1381" r:id="rId9"/>
    <p:sldId id="1392" r:id="rId10"/>
    <p:sldId id="1382" r:id="rId11"/>
    <p:sldId id="1386" r:id="rId12"/>
    <p:sldId id="1387" r:id="rId13"/>
    <p:sldId id="1371" r:id="rId14"/>
    <p:sldId id="1389" r:id="rId15"/>
    <p:sldId id="1372" r:id="rId16"/>
    <p:sldId id="1368" r:id="rId17"/>
    <p:sldId id="1391" r:id="rId18"/>
    <p:sldId id="1390" r:id="rId19"/>
    <p:sldId id="1388" r:id="rId20"/>
    <p:sldId id="1375" r:id="rId21"/>
    <p:sldId id="1369" r:id="rId22"/>
    <p:sldId id="1367" r:id="rId23"/>
    <p:sldId id="1379" r:id="rId24"/>
    <p:sldId id="1377" r:id="rId25"/>
    <p:sldId id="1374" r:id="rId26"/>
    <p:sldId id="1370" r:id="rId27"/>
    <p:sldId id="1393" r:id="rId28"/>
    <p:sldId id="1394" r:id="rId29"/>
    <p:sldId id="1395" r:id="rId30"/>
    <p:sldId id="1396" r:id="rId31"/>
    <p:sldId id="1398" r:id="rId32"/>
    <p:sldId id="1399" r:id="rId33"/>
    <p:sldId id="1400" r:id="rId34"/>
    <p:sldId id="1305" r:id="rId35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  <p14:sldId id="1373"/>
            <p14:sldId id="1281"/>
            <p14:sldId id="1243"/>
            <p14:sldId id="1376"/>
            <p14:sldId id="1380"/>
            <p14:sldId id="1381"/>
            <p14:sldId id="1392"/>
            <p14:sldId id="1382"/>
            <p14:sldId id="1386"/>
            <p14:sldId id="1387"/>
            <p14:sldId id="1371"/>
            <p14:sldId id="1389"/>
            <p14:sldId id="1372"/>
            <p14:sldId id="1368"/>
            <p14:sldId id="1391"/>
            <p14:sldId id="1390"/>
            <p14:sldId id="1388"/>
            <p14:sldId id="1375"/>
            <p14:sldId id="1369"/>
            <p14:sldId id="1367"/>
            <p14:sldId id="1379"/>
            <p14:sldId id="1377"/>
            <p14:sldId id="1374"/>
            <p14:sldId id="1370"/>
            <p14:sldId id="1393"/>
            <p14:sldId id="1394"/>
            <p14:sldId id="1395"/>
            <p14:sldId id="1396"/>
            <p14:sldId id="1398"/>
            <p14:sldId id="1399"/>
            <p14:sldId id="1400"/>
            <p14:sldId id="13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28" autoAdjust="0"/>
    <p:restoredTop sz="96966" autoAdjust="0"/>
  </p:normalViewPr>
  <p:slideViewPr>
    <p:cSldViewPr>
      <p:cViewPr>
        <p:scale>
          <a:sx n="170" d="100"/>
          <a:sy n="170" d="100"/>
        </p:scale>
        <p:origin x="3376" y="38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59" d="100"/>
          <a:sy n="159" d="100"/>
        </p:scale>
        <p:origin x="5288" y="192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2025. 1. 24.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5522-4C2C-2405-98BA-D7C678A7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601B49-AB9B-7776-6097-5910D2375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3B133C-A05B-7A12-3B2B-D5FDDC057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90B52C-E97F-B12D-2BF3-CB4C25AB5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9573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26F9-C972-B40E-A027-FB02D179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61D64A-67EA-0A09-68FC-6EA575606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852D99-9131-9688-CD07-B56D2DE5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6A4F61-FDE4-73E5-2375-85A6CDFD0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028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B923-3165-68CD-EFEF-1785F75F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3E4F98-87F9-23F0-ACEB-ECE1E3CE7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C689ED-411F-3EB0-A2F2-154FE6AC6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2107F-2E48-1ECC-F69C-12EFCF174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1725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C28E6-5FF0-A400-BD50-619E7A6D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861EB9-4C1A-295C-394F-780016C63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16484-7CEF-9CE7-741A-99D32BE44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AC01C-0702-01B0-17E8-5CF4D3D11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8416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9D50-EA74-BDB9-A144-EAF82372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DC226B-AAE8-C7BC-5768-E38DE9B10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67843-77F3-E263-6F0C-F52CA3425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6BB25-9D7F-3CD4-554B-A8A23B9EA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5376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230F-28E5-8CEC-FC96-C6694397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B8C3C5-FF05-B3B1-86B4-D55BD8720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792A4-57C6-1B01-30B2-3EABB46BC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5CB8C-42BE-263E-E075-AFDBB1A56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7291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F05A-7242-6100-71DF-4667A8A0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4F1B08-EFF6-6036-EBC7-4521CDE93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C7A504-A265-13BD-422D-F35BDFCAE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CBE70-F78A-F9A1-8DBB-8C36A8C07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79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AFC3-C7C8-6B09-E4ED-C69B8B1E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55A02-173A-99E9-E35F-ED225D24A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50CE28-1318-EB94-F782-C46934F52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697C95-A02B-BE3E-7C8D-6259FBE56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517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30A9-1711-85FE-1D56-1812A821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2172B3-4CDD-B6CF-998C-705BED103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22686A-86F2-81BE-7B8A-BF382CF9D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8CB3D-DC68-E702-BACB-5B5C3C6D0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029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579A-1541-DC5F-6C1A-CC0C4EDE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79F082-B4B8-0283-E087-AF5633364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2C0F3D-75CD-B87D-0F21-A0510DA91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230CB0-E32A-7B0F-0C8F-0CC6CDBDD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192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6BCE5-9EFB-C6D1-37D0-D16CBB6D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5FCAD-C184-DAC9-7397-A744900B3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8CCF51-3C1A-A573-9980-9CCF5FBAF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9109E-CB10-3A8B-611C-6AE2A59A4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0911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4F379-2A0C-C529-DC83-BDE22378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190327-ABE1-A7C9-C8D9-1F02DF078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7E31BC-1209-6CF4-5788-2200A60FC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EB6F9-537A-CCDD-673B-EDF037FFC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553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20EE-DAB1-05B3-0D59-FE9C2865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62CEB2-C14D-2F3B-34EA-0359BBC1D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3DF576-ADEA-8D99-7351-44A7E3B47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56AD9B-A33B-F836-ECFA-9786FFBEA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191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1412-C7F7-B4FF-E1E2-D5BE91E4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90DC57-EED6-33E6-93A5-4BA85E3F6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038460-8291-15AD-2546-0F8101275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1685F2-4111-E38A-3793-5B3107DF7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889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C2B9-CCB1-4C18-E89F-5B3ADC422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01CBFF-F670-3CBA-0712-A81F76B3A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4080FC-1E50-3A3B-6EA8-295EC8CC1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14D31-4AE4-AD47-C790-4BC922052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9193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C905-FE29-8F24-0C13-2A440554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4A56B3-E913-8B3B-4CD4-2A3AFA189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B475BE-6A6C-2EFE-7C06-236C2DA5D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57FED-588B-9877-B5E5-8A15F0CC9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0835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B6F5-5141-5458-DBE3-7559ABF5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ACD2D6-D091-18E1-BBB1-2669C6698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506B0C-0129-96BC-4EE1-D03A5AFC7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A05DD4-B343-FE68-E4D2-A86795023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9574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3709-431E-8BA6-E7A1-EF65630E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706047-AA8C-CA88-527E-5D8FB8A37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2EF449-7E05-0565-970D-E3E714BE6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B7D11-2A9D-DB2A-6E28-09180683D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42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D31D-79D3-C5C2-2304-EAA1A9EF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95CB9-510A-5ABD-1B05-E6FD89320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7D66DD-5251-2477-F440-B93337021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355AC-A34C-B844-A849-03D11ACE8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8732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5281-9365-CCF8-C173-3AC2B2F8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BB1625-0EA8-63AE-49D6-A7128BEA8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E8E9F-260A-52FA-7D37-487D7D1CB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15A3E-5E6C-23AB-431C-69C029F5D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6271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D845-E235-6787-EB72-B97D6864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BB1048-D4AC-71E3-4E17-6401BD076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4DAEDB-3172-524D-A89B-B946F2C47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75454F-A02E-E35D-AD57-8DA1292D1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57946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3726-25C5-DAB4-66E5-8AAE9D56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B02D5A-F86E-3DD4-3976-1374CEBE0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5BFC37-ED73-D818-817C-A997DE296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937479-EDEB-7CA9-9595-988DBDF71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1946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0195-10E1-CB43-0BA5-11AA40B8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8B7BD3-660D-C657-0BA0-22BFFFF7A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90B10A-0B73-DF00-BCE2-4A4ECFCC4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B076DC-57E6-8AA5-606A-D9CFEBD3E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0997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A14F-E13B-5075-16A9-61D59808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A39B1D-443E-9EC1-E771-570BC6EDD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6F56DE-3EB3-018B-B32C-9A141218A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3130E5-CB7F-68E7-2F6C-650351D39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0937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E2C4-310C-8909-0F9D-844ABF0C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85B5CF-7B53-C5DD-C2B0-40CF1BE6C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0D1D9-3461-7CDA-0A06-E75763FDC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049F9-18D5-2F55-F84E-AF2E22DA5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78948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720B2A-7E0B-4E55-953F-7121EA7E7AF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notesSlide" Target="../notesSlides/notesSlide9.xml"/><Relationship Id="rId5" Type="http://schemas.openxmlformats.org/officeDocument/2006/relationships/tags" Target="../tags/tag30.xml"/><Relationship Id="rId10" Type="http://schemas.openxmlformats.org/officeDocument/2006/relationships/slideLayout" Target="../slideLayouts/slideLayout25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69.xml"/><Relationship Id="rId9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7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80.xml"/><Relationship Id="rId7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notesSlide" Target="../notesSlides/notesSlide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86.xml"/><Relationship Id="rId7" Type="http://schemas.openxmlformats.org/officeDocument/2006/relationships/image" Target="../media/image2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예약관리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84310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2833CA-DEB3-9EAF-204A-71BB95824108}"/>
              </a:ext>
            </a:extLst>
          </p:cNvPr>
          <p:cNvSpPr txBox="1"/>
          <p:nvPr/>
        </p:nvSpPr>
        <p:spPr>
          <a:xfrm>
            <a:off x="77957" y="67951"/>
            <a:ext cx="2204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예약상태 정의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469361-751B-CD50-8D4A-2D3680E09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738450"/>
              </p:ext>
            </p:extLst>
          </p:nvPr>
        </p:nvGraphicFramePr>
        <p:xfrm>
          <a:off x="119336" y="548680"/>
          <a:ext cx="11809312" cy="4410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659">
                  <a:extLst>
                    <a:ext uri="{9D8B030D-6E8A-4147-A177-3AD203B41FA5}">
                      <a16:colId xmlns:a16="http://schemas.microsoft.com/office/drawing/2014/main" val="3723324709"/>
                    </a:ext>
                  </a:extLst>
                </a:gridCol>
                <a:gridCol w="1705195">
                  <a:extLst>
                    <a:ext uri="{9D8B030D-6E8A-4147-A177-3AD203B41FA5}">
                      <a16:colId xmlns:a16="http://schemas.microsoft.com/office/drawing/2014/main" val="96543094"/>
                    </a:ext>
                  </a:extLst>
                </a:gridCol>
                <a:gridCol w="1807408">
                  <a:extLst>
                    <a:ext uri="{9D8B030D-6E8A-4147-A177-3AD203B41FA5}">
                      <a16:colId xmlns:a16="http://schemas.microsoft.com/office/drawing/2014/main" val="2771102961"/>
                    </a:ext>
                  </a:extLst>
                </a:gridCol>
                <a:gridCol w="1838264">
                  <a:extLst>
                    <a:ext uri="{9D8B030D-6E8A-4147-A177-3AD203B41FA5}">
                      <a16:colId xmlns:a16="http://schemas.microsoft.com/office/drawing/2014/main" val="1019444663"/>
                    </a:ext>
                  </a:extLst>
                </a:gridCol>
                <a:gridCol w="1909620">
                  <a:extLst>
                    <a:ext uri="{9D8B030D-6E8A-4147-A177-3AD203B41FA5}">
                      <a16:colId xmlns:a16="http://schemas.microsoft.com/office/drawing/2014/main" val="3750508195"/>
                    </a:ext>
                  </a:extLst>
                </a:gridCol>
                <a:gridCol w="1828958">
                  <a:extLst>
                    <a:ext uri="{9D8B030D-6E8A-4147-A177-3AD203B41FA5}">
                      <a16:colId xmlns:a16="http://schemas.microsoft.com/office/drawing/2014/main" val="74611506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77256155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RESERVED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CHECK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IN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INHOUSE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CHECKED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OUT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CANCELED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전체취소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SHOW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154858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상태정의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해당 객실의 예약이 완료된 상태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아직 체크인하지 않은 상태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객실의 체크인이 완료된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객실에 고객이 투숙 중인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객실의 체크아웃이 완료된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객실의 예약이 취소된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노쇼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302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02693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객실변경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6788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예약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45253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12421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예약취소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586295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부분취소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7530"/>
                  </a:ext>
                </a:extLst>
              </a:tr>
              <a:tr h="10981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마스터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객실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예약 상태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</a:rPr>
                        <a:t>셀렉트박스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출력 정의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4508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4A8AE9-B3B2-62EA-0989-8ACE974D9357}"/>
              </a:ext>
            </a:extLst>
          </p:cNvPr>
          <p:cNvSpPr txBox="1"/>
          <p:nvPr/>
        </p:nvSpPr>
        <p:spPr>
          <a:xfrm>
            <a:off x="574146" y="548680"/>
            <a:ext cx="377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>
                <a:solidFill>
                  <a:schemeClr val="bg1"/>
                </a:solidFill>
                <a:latin typeface="+mn-ea"/>
                <a:ea typeface="+mn-ea"/>
              </a:rPr>
              <a:t>상태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5B60D-E26F-B20F-1C1D-9269978E60F2}"/>
              </a:ext>
            </a:extLst>
          </p:cNvPr>
          <p:cNvSpPr txBox="1"/>
          <p:nvPr/>
        </p:nvSpPr>
        <p:spPr>
          <a:xfrm>
            <a:off x="117950" y="744185"/>
            <a:ext cx="3770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>
                <a:solidFill>
                  <a:schemeClr val="bg1"/>
                </a:solidFill>
                <a:latin typeface="+mn-ea"/>
                <a:ea typeface="+mn-ea"/>
              </a:rPr>
              <a:t>기능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73AE698-A0FF-FF2F-809D-C29B45234CBA}"/>
              </a:ext>
            </a:extLst>
          </p:cNvPr>
          <p:cNvGrpSpPr/>
          <p:nvPr/>
        </p:nvGrpSpPr>
        <p:grpSpPr>
          <a:xfrm>
            <a:off x="1415480" y="4149080"/>
            <a:ext cx="826563" cy="614330"/>
            <a:chOff x="8346822" y="1278001"/>
            <a:chExt cx="826563" cy="614330"/>
          </a:xfrm>
        </p:grpSpPr>
        <p:sp>
          <p:nvSpPr>
            <p:cNvPr id="5" name="Text Box">
              <a:extLst>
                <a:ext uri="{FF2B5EF4-FFF2-40B4-BE49-F238E27FC236}">
                  <a16:creationId xmlns:a16="http://schemas.microsoft.com/office/drawing/2014/main" id="{37B531DF-0E96-1CD4-FA68-3FC4467CD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61433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CANCELED</a:t>
              </a:r>
            </a:p>
          </p:txBody>
        </p:sp>
        <p:sp>
          <p:nvSpPr>
            <p:cNvPr id="6" name="Chevron Left">
              <a:extLst>
                <a:ext uri="{FF2B5EF4-FFF2-40B4-BE49-F238E27FC236}">
                  <a16:creationId xmlns:a16="http://schemas.microsoft.com/office/drawing/2014/main" id="{2D1BF6E4-41C4-0E87-DCC2-42810E58938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3E9EA12-B8F7-2588-47D9-750190F07576}"/>
              </a:ext>
            </a:extLst>
          </p:cNvPr>
          <p:cNvGrpSpPr/>
          <p:nvPr/>
        </p:nvGrpSpPr>
        <p:grpSpPr>
          <a:xfrm>
            <a:off x="3157782" y="4149080"/>
            <a:ext cx="826563" cy="504056"/>
            <a:chOff x="8346822" y="1278001"/>
            <a:chExt cx="826563" cy="504056"/>
          </a:xfrm>
        </p:grpSpPr>
        <p:sp>
          <p:nvSpPr>
            <p:cNvPr id="10" name="Text Box">
              <a:extLst>
                <a:ext uri="{FF2B5EF4-FFF2-40B4-BE49-F238E27FC236}">
                  <a16:creationId xmlns:a16="http://schemas.microsoft.com/office/drawing/2014/main" id="{96000E77-369A-CF87-D941-B149740C0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50405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INHOUSE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CHECKED-OUT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B3CD9B22-F071-E010-250A-398F4401BE1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C637C6-E58E-6693-BDCC-A3A5DDA5993B}"/>
              </a:ext>
            </a:extLst>
          </p:cNvPr>
          <p:cNvGrpSpPr/>
          <p:nvPr/>
        </p:nvGrpSpPr>
        <p:grpSpPr>
          <a:xfrm>
            <a:off x="5005117" y="4149080"/>
            <a:ext cx="826563" cy="432048"/>
            <a:chOff x="8346822" y="1278001"/>
            <a:chExt cx="826563" cy="432048"/>
          </a:xfrm>
        </p:grpSpPr>
        <p:sp>
          <p:nvSpPr>
            <p:cNvPr id="14" name="Text Box">
              <a:extLst>
                <a:ext uri="{FF2B5EF4-FFF2-40B4-BE49-F238E27FC236}">
                  <a16:creationId xmlns:a16="http://schemas.microsoft.com/office/drawing/2014/main" id="{FCBD99B4-5F47-A148-3779-411422A91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43204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INHOUSE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CHECKED-OUT</a:t>
              </a:r>
            </a:p>
          </p:txBody>
        </p:sp>
        <p:sp>
          <p:nvSpPr>
            <p:cNvPr id="16" name="Chevron Left">
              <a:extLst>
                <a:ext uri="{FF2B5EF4-FFF2-40B4-BE49-F238E27FC236}">
                  <a16:creationId xmlns:a16="http://schemas.microsoft.com/office/drawing/2014/main" id="{AF448A74-A633-5611-68BC-69D43F26B93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21B2486-DBAE-C2D1-C6F7-F6EAE536E8B0}"/>
              </a:ext>
            </a:extLst>
          </p:cNvPr>
          <p:cNvGrpSpPr/>
          <p:nvPr/>
        </p:nvGrpSpPr>
        <p:grpSpPr>
          <a:xfrm>
            <a:off x="6870988" y="4149080"/>
            <a:ext cx="826563" cy="174430"/>
            <a:chOff x="8346822" y="1278001"/>
            <a:chExt cx="826563" cy="174430"/>
          </a:xfrm>
        </p:grpSpPr>
        <p:sp>
          <p:nvSpPr>
            <p:cNvPr id="18" name="Text Box">
              <a:extLst>
                <a:ext uri="{FF2B5EF4-FFF2-40B4-BE49-F238E27FC236}">
                  <a16:creationId xmlns:a16="http://schemas.microsoft.com/office/drawing/2014/main" id="{3AB4CD71-A13B-BDF6-E66F-62006F9FA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744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CHECKED-OUT</a:t>
              </a:r>
            </a:p>
          </p:txBody>
        </p:sp>
        <p:sp>
          <p:nvSpPr>
            <p:cNvPr id="19" name="Chevron Left">
              <a:extLst>
                <a:ext uri="{FF2B5EF4-FFF2-40B4-BE49-F238E27FC236}">
                  <a16:creationId xmlns:a16="http://schemas.microsoft.com/office/drawing/2014/main" id="{5C5DF7FD-BE15-10E6-2B09-D3A5FBAB29D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36F73A9-7D79-71E4-A2ED-65D7A63CA5B7}"/>
              </a:ext>
            </a:extLst>
          </p:cNvPr>
          <p:cNvGrpSpPr/>
          <p:nvPr/>
        </p:nvGrpSpPr>
        <p:grpSpPr>
          <a:xfrm>
            <a:off x="8730680" y="4149080"/>
            <a:ext cx="826563" cy="174430"/>
            <a:chOff x="8346822" y="1278001"/>
            <a:chExt cx="826563" cy="174430"/>
          </a:xfrm>
        </p:grpSpPr>
        <p:sp>
          <p:nvSpPr>
            <p:cNvPr id="21" name="Text Box">
              <a:extLst>
                <a:ext uri="{FF2B5EF4-FFF2-40B4-BE49-F238E27FC236}">
                  <a16:creationId xmlns:a16="http://schemas.microsoft.com/office/drawing/2014/main" id="{D1F4FAD6-3E42-7425-6D30-FF0E2BB92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744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CANCELED</a:t>
              </a:r>
            </a:p>
          </p:txBody>
        </p:sp>
        <p:sp>
          <p:nvSpPr>
            <p:cNvPr id="22" name="Chevron Left">
              <a:extLst>
                <a:ext uri="{FF2B5EF4-FFF2-40B4-BE49-F238E27FC236}">
                  <a16:creationId xmlns:a16="http://schemas.microsoft.com/office/drawing/2014/main" id="{1399EA61-25D1-6224-068C-8ECC07B4FDE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2B959FB-BA44-F5F9-1DE7-40486DF5E781}"/>
              </a:ext>
            </a:extLst>
          </p:cNvPr>
          <p:cNvGrpSpPr/>
          <p:nvPr/>
        </p:nvGrpSpPr>
        <p:grpSpPr>
          <a:xfrm>
            <a:off x="10645978" y="4149080"/>
            <a:ext cx="826563" cy="174430"/>
            <a:chOff x="8346822" y="1278001"/>
            <a:chExt cx="826563" cy="174430"/>
          </a:xfrm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252005DA-0184-6D05-782B-239E68847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744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</p:txBody>
        </p:sp>
        <p:sp>
          <p:nvSpPr>
            <p:cNvPr id="25" name="Chevron Left">
              <a:extLst>
                <a:ext uri="{FF2B5EF4-FFF2-40B4-BE49-F238E27FC236}">
                  <a16:creationId xmlns:a16="http://schemas.microsoft.com/office/drawing/2014/main" id="{C7E9FB64-A14F-4699-C850-7E39457BC5B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D9F9235-9610-66E0-38FE-9DFEF613A53F}"/>
              </a:ext>
            </a:extLst>
          </p:cNvPr>
          <p:cNvSpPr txBox="1"/>
          <p:nvPr/>
        </p:nvSpPr>
        <p:spPr>
          <a:xfrm>
            <a:off x="6808935" y="44195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kumimoji="1"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 상태 수정 불가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35652-B1DE-E865-805A-E3C712EFA585}"/>
              </a:ext>
            </a:extLst>
          </p:cNvPr>
          <p:cNvSpPr txBox="1"/>
          <p:nvPr/>
        </p:nvSpPr>
        <p:spPr>
          <a:xfrm>
            <a:off x="8672334" y="44195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kumimoji="1"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 상태 수정 불가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2EE26-C5C8-757D-6E80-98B147460E40}"/>
              </a:ext>
            </a:extLst>
          </p:cNvPr>
          <p:cNvSpPr txBox="1"/>
          <p:nvPr/>
        </p:nvSpPr>
        <p:spPr>
          <a:xfrm>
            <a:off x="10590102" y="44195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kumimoji="1"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 상태 수정 불가</a:t>
            </a:r>
          </a:p>
        </p:txBody>
      </p:sp>
    </p:spTree>
    <p:extLst>
      <p:ext uri="{BB962C8B-B14F-4D97-AF65-F5344CB8AC3E}">
        <p14:creationId xmlns:p14="http://schemas.microsoft.com/office/powerpoint/2010/main" val="82634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예약관리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714586"/>
              </p:ext>
            </p:extLst>
          </p:nvPr>
        </p:nvGraphicFramePr>
        <p:xfrm>
          <a:off x="9406740" y="440717"/>
          <a:ext cx="2785260" cy="386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마스터 예약 상태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CHECK-IN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INHOUSE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CHECKED-OUT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NO-SHOW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469513"/>
              </p:ext>
            </p:extLst>
          </p:nvPr>
        </p:nvGraphicFramePr>
        <p:xfrm>
          <a:off x="1447440" y="2204692"/>
          <a:ext cx="7816912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468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533860">
                  <a:extLst>
                    <a:ext uri="{9D8B030D-6E8A-4147-A177-3AD203B41FA5}">
                      <a16:colId xmlns:a16="http://schemas.microsoft.com/office/drawing/2014/main" val="420873131"/>
                    </a:ext>
                  </a:extLst>
                </a:gridCol>
                <a:gridCol w="753723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85849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953275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  <a:gridCol w="822390">
                  <a:extLst>
                    <a:ext uri="{9D8B030D-6E8A-4147-A177-3AD203B41FA5}">
                      <a16:colId xmlns:a16="http://schemas.microsoft.com/office/drawing/2014/main" val="2864377641"/>
                    </a:ext>
                  </a:extLst>
                </a:gridCol>
                <a:gridCol w="1557274">
                  <a:extLst>
                    <a:ext uri="{9D8B030D-6E8A-4147-A177-3AD203B41FA5}">
                      <a16:colId xmlns:a16="http://schemas.microsoft.com/office/drawing/2014/main" val="396155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휴대폰 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체크인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R20250201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R20250202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여의도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R20250203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 </a:t>
                      </a:r>
                      <a:r>
                        <a:rPr kumimoji="1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여의도</a:t>
                      </a:r>
                      <a:endParaRPr kumimoji="1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R20250204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 </a:t>
                      </a:r>
                      <a:r>
                        <a:rPr kumimoji="1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여의도</a:t>
                      </a:r>
                      <a:endParaRPr kumimoji="1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R20250205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여의도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R20250206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1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 신라호텔</a:t>
                      </a:r>
                      <a:endParaRPr kumimoji="1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R20250207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1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 신라호텔</a:t>
                      </a:r>
                      <a:endParaRPr kumimoji="1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R20250208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1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 신라호텔</a:t>
                      </a:r>
                      <a:endParaRPr kumimoji="1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R20250209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1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 신라호텔</a:t>
                      </a:r>
                      <a:endParaRPr kumimoji="1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R20250210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1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 신라호텔</a:t>
                      </a:r>
                      <a:endParaRPr kumimoji="1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R20250211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 신라호텔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R20250212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526363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1381" y="1970183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3386031" y="2464722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2957417" y="232871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D8F7304-2249-BC5A-0BF8-4ABF78D5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7822"/>
              </p:ext>
            </p:extLst>
          </p:nvPr>
        </p:nvGraphicFramePr>
        <p:xfrm>
          <a:off x="1448266" y="908719"/>
          <a:ext cx="7816085" cy="1000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2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10049750"/>
                    </a:ext>
                  </a:extLst>
                </a:gridCol>
                <a:gridCol w="3384375">
                  <a:extLst>
                    <a:ext uri="{9D8B030D-6E8A-4147-A177-3AD203B41FA5}">
                      <a16:colId xmlns:a16="http://schemas.microsoft.com/office/drawing/2014/main" val="3321507600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예약번호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80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휴대폰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87508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03407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3952B84F-038F-3164-DACF-93CE1DD09AAA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A0058C-CF76-0D22-9239-25326E74D2EC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 Box">
            <a:extLst>
              <a:ext uri="{FF2B5EF4-FFF2-40B4-BE49-F238E27FC236}">
                <a16:creationId xmlns:a16="http://schemas.microsoft.com/office/drawing/2014/main" id="{47875765-001A-B62B-DBE4-E224E50D1C93}"/>
              </a:ext>
            </a:extLst>
          </p:cNvPr>
          <p:cNvSpPr>
            <a:spLocks/>
          </p:cNvSpPr>
          <p:nvPr/>
        </p:nvSpPr>
        <p:spPr bwMode="auto">
          <a:xfrm>
            <a:off x="7538346" y="1192910"/>
            <a:ext cx="159919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예약자명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 Box">
            <a:extLst>
              <a:ext uri="{FF2B5EF4-FFF2-40B4-BE49-F238E27FC236}">
                <a16:creationId xmlns:a16="http://schemas.microsoft.com/office/drawing/2014/main" id="{F9B37911-DF73-8A0A-F1CC-8BC9449D9AE5}"/>
              </a:ext>
            </a:extLst>
          </p:cNvPr>
          <p:cNvSpPr>
            <a:spLocks/>
          </p:cNvSpPr>
          <p:nvPr/>
        </p:nvSpPr>
        <p:spPr bwMode="auto">
          <a:xfrm>
            <a:off x="5927728" y="1192910"/>
            <a:ext cx="154727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예약자명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726CDF3B-8214-AFA2-0EAB-A6176E6A0257}"/>
              </a:ext>
            </a:extLst>
          </p:cNvPr>
          <p:cNvSpPr>
            <a:spLocks/>
          </p:cNvSpPr>
          <p:nvPr/>
        </p:nvSpPr>
        <p:spPr bwMode="auto">
          <a:xfrm>
            <a:off x="3897114" y="936676"/>
            <a:ext cx="145381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75E4FCCF-FA56-9EEF-E88E-E151AF5B6074}"/>
              </a:ext>
            </a:extLst>
          </p:cNvPr>
          <p:cNvSpPr>
            <a:spLocks/>
          </p:cNvSpPr>
          <p:nvPr/>
        </p:nvSpPr>
        <p:spPr bwMode="auto">
          <a:xfrm>
            <a:off x="2457711" y="936676"/>
            <a:ext cx="140661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334C534-DC1E-7E1C-702F-696BF4FECC3C}"/>
              </a:ext>
            </a:extLst>
          </p:cNvPr>
          <p:cNvGrpSpPr/>
          <p:nvPr/>
        </p:nvGrpSpPr>
        <p:grpSpPr>
          <a:xfrm>
            <a:off x="2457711" y="1457259"/>
            <a:ext cx="2304257" cy="175482"/>
            <a:chOff x="3067263" y="2005049"/>
            <a:chExt cx="2304257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0A4AEC6-081C-6C97-DCDF-EC6F29FDD841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전체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5BCCCC-539A-14C3-A8D3-EA75B9931306}"/>
                </a:ext>
              </a:extLst>
            </p:cNvPr>
            <p:cNvSpPr/>
            <p:nvPr/>
          </p:nvSpPr>
          <p:spPr>
            <a:xfrm>
              <a:off x="3563879" y="2005049"/>
              <a:ext cx="18076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6FD8EDF1-A3B3-27E3-71CD-5D960F8F845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Text Box">
            <a:extLst>
              <a:ext uri="{FF2B5EF4-FFF2-40B4-BE49-F238E27FC236}">
                <a16:creationId xmlns:a16="http://schemas.microsoft.com/office/drawing/2014/main" id="{20F635E5-C7AD-E3A7-2C19-1876BA58C58A}"/>
              </a:ext>
            </a:extLst>
          </p:cNvPr>
          <p:cNvSpPr>
            <a:spLocks/>
          </p:cNvSpPr>
          <p:nvPr/>
        </p:nvSpPr>
        <p:spPr bwMode="auto">
          <a:xfrm>
            <a:off x="2457711" y="1197142"/>
            <a:ext cx="23042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예약번호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713BD1B-3EE1-64A2-1E5B-A0C52D271F02}"/>
              </a:ext>
            </a:extLst>
          </p:cNvPr>
          <p:cNvSpPr/>
          <p:nvPr/>
        </p:nvSpPr>
        <p:spPr>
          <a:xfrm>
            <a:off x="8731452" y="1989416"/>
            <a:ext cx="53355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 등록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8C64B9F-41E6-E3EB-8A3F-276B26F2B9EF}"/>
              </a:ext>
            </a:extLst>
          </p:cNvPr>
          <p:cNvGrpSpPr/>
          <p:nvPr/>
        </p:nvGrpSpPr>
        <p:grpSpPr>
          <a:xfrm>
            <a:off x="2457711" y="1661167"/>
            <a:ext cx="2593082" cy="242067"/>
            <a:chOff x="2279979" y="1223052"/>
            <a:chExt cx="2593082" cy="242067"/>
          </a:xfrm>
        </p:grpSpPr>
        <p:sp>
          <p:nvSpPr>
            <p:cNvPr id="47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7B81EF3-BBB3-3E29-C5EB-7B4F47766E9E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4F24E6-35F0-3F4B-6906-14F4A0F6CF93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49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36B132A-6722-1961-C5A5-90B4A4213713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5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76BDAC4-2404-5DAE-FA57-1E521FB8A09F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5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0B0664C-7C28-6F00-F2DD-721C174B09A1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2A032BB-36C1-D7C6-1E5E-57D59389495C}"/>
              </a:ext>
            </a:extLst>
          </p:cNvPr>
          <p:cNvGrpSpPr/>
          <p:nvPr/>
        </p:nvGrpSpPr>
        <p:grpSpPr>
          <a:xfrm>
            <a:off x="5927728" y="1459585"/>
            <a:ext cx="826563" cy="148524"/>
            <a:chOff x="8346822" y="1278001"/>
            <a:chExt cx="826563" cy="148524"/>
          </a:xfrm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id="{87B1AFAB-D562-BA60-E4C7-6AB9A54DC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전체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4" name="Chevron Left">
              <a:extLst>
                <a:ext uri="{FF2B5EF4-FFF2-40B4-BE49-F238E27FC236}">
                  <a16:creationId xmlns:a16="http://schemas.microsoft.com/office/drawing/2014/main" id="{EF6D08D8-B6B8-BF37-CAC1-E2C9F37806E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617062" y="189137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2058DC3E-0DC8-1B81-BF2D-3F5608BA8D11}"/>
              </a:ext>
            </a:extLst>
          </p:cNvPr>
          <p:cNvSpPr/>
          <p:nvPr/>
        </p:nvSpPr>
        <p:spPr>
          <a:xfrm rot="16200000" flipH="1" flipV="1">
            <a:off x="4825647" y="13338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C977-4324-787C-E4FF-300A752E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ACDB996-6581-E2EF-825A-3F974150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5EB6AA6-2F36-83B9-3C21-CEA5657B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87269BE-D122-AEFC-5491-2671A27BF9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E30F2DE-724E-3319-DBEB-9203102A2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A9DB8E-C4FE-74C5-0AF3-A06F0AF9838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FFBA4B-12C9-4195-68F6-94F0E44BE74A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486820-EF79-A9ED-1D03-645982E2DC6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B0FE759-F495-CE4E-23D3-F2D637F84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288266"/>
              </p:ext>
            </p:extLst>
          </p:nvPr>
        </p:nvGraphicFramePr>
        <p:xfrm>
          <a:off x="9406740" y="440717"/>
          <a:ext cx="2785260" cy="386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마스터 예약 상태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CHECK-IN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INHOUSE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CHECKED-OUT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NO-SHOW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EBD6940-08B3-249F-FB44-CEA04840363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0848AB9-7375-A453-B827-04B849C56B6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7B9EC2A4-642C-AB75-969A-5CC67DB0D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473826"/>
              </p:ext>
            </p:extLst>
          </p:nvPr>
        </p:nvGraphicFramePr>
        <p:xfrm>
          <a:off x="1447440" y="1947083"/>
          <a:ext cx="7816912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73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630741">
                  <a:extLst>
                    <a:ext uri="{9D8B030D-6E8A-4147-A177-3AD203B41FA5}">
                      <a16:colId xmlns:a16="http://schemas.microsoft.com/office/drawing/2014/main" val="420873131"/>
                    </a:ext>
                  </a:extLst>
                </a:gridCol>
                <a:gridCol w="890503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101429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126268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  <a:gridCol w="971631">
                  <a:extLst>
                    <a:ext uri="{9D8B030D-6E8A-4147-A177-3AD203B41FA5}">
                      <a16:colId xmlns:a16="http://schemas.microsoft.com/office/drawing/2014/main" val="2864377641"/>
                    </a:ext>
                  </a:extLst>
                </a:gridCol>
                <a:gridCol w="1839726">
                  <a:extLst>
                    <a:ext uri="{9D8B030D-6E8A-4147-A177-3AD203B41FA5}">
                      <a16:colId xmlns:a16="http://schemas.microsoft.com/office/drawing/2014/main" val="396155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휴대폰 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체크인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R20250201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R20250202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R20250203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R20250204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R20250205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R20250206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R20250207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R20250208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R20250209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R20250210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R20250211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R20250212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name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YYYY-MM-DD~YYYY-MM-DD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B6128F53-065E-1146-E10D-3491BC3C9122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89FBC9B-DB32-B785-9234-F93074841FF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954B7A4C-EDAB-7279-0908-567A8471AE66}"/>
              </a:ext>
            </a:extLst>
          </p:cNvPr>
          <p:cNvSpPr txBox="1"/>
          <p:nvPr/>
        </p:nvSpPr>
        <p:spPr>
          <a:xfrm>
            <a:off x="4702956" y="526363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F68A4D8-8769-5AFF-5C2B-7FBD606025AC}"/>
              </a:ext>
            </a:extLst>
          </p:cNvPr>
          <p:cNvGrpSpPr/>
          <p:nvPr/>
        </p:nvGrpSpPr>
        <p:grpSpPr>
          <a:xfrm>
            <a:off x="1441381" y="1712574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7286D26-50B0-0168-FE15-1BED34162A60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3458E8A-A39B-35A1-7BC3-7E1D3C25EF64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E15F18FE-FCBC-E80D-BC92-D1CCA05D6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533CD5A1-3526-22A6-9794-E4DCCA3747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01" name="Click">
            <a:extLst>
              <a:ext uri="{FF2B5EF4-FFF2-40B4-BE49-F238E27FC236}">
                <a16:creationId xmlns:a16="http://schemas.microsoft.com/office/drawing/2014/main" id="{91A7FD56-0196-0102-D9C8-D33F5D3DFAE9}"/>
              </a:ext>
            </a:extLst>
          </p:cNvPr>
          <p:cNvGrpSpPr>
            <a:grpSpLocks noChangeAspect="1"/>
          </p:cNvGrpSpPr>
          <p:nvPr/>
        </p:nvGrpSpPr>
        <p:grpSpPr>
          <a:xfrm>
            <a:off x="2370367" y="2200190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684BCBB5-164C-D316-F011-17A0198F77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CFB02E46-CF81-E4B7-8861-6C91860383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DE441F8F-286E-303D-E6D0-E0B097892358}"/>
              </a:ext>
            </a:extLst>
          </p:cNvPr>
          <p:cNvSpPr/>
          <p:nvPr/>
        </p:nvSpPr>
        <p:spPr>
          <a:xfrm rot="16200000" flipH="1" flipV="1">
            <a:off x="1807797" y="191870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B6CEC43-7789-7532-EFBA-E06A14251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98628"/>
              </p:ext>
            </p:extLst>
          </p:nvPr>
        </p:nvGraphicFramePr>
        <p:xfrm>
          <a:off x="1448266" y="908719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2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10049750"/>
                    </a:ext>
                  </a:extLst>
                </a:gridCol>
                <a:gridCol w="3384375">
                  <a:extLst>
                    <a:ext uri="{9D8B030D-6E8A-4147-A177-3AD203B41FA5}">
                      <a16:colId xmlns:a16="http://schemas.microsoft.com/office/drawing/2014/main" val="3321507600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예약번호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80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휴대폰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87508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03407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67D34607-780F-A749-04E5-EC8AE635E73B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AF7899-32D3-0AFD-350D-A28FAFD95479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 Box">
            <a:extLst>
              <a:ext uri="{FF2B5EF4-FFF2-40B4-BE49-F238E27FC236}">
                <a16:creationId xmlns:a16="http://schemas.microsoft.com/office/drawing/2014/main" id="{A1AAC9A8-D080-A97F-448A-DE074289CB9B}"/>
              </a:ext>
            </a:extLst>
          </p:cNvPr>
          <p:cNvSpPr>
            <a:spLocks/>
          </p:cNvSpPr>
          <p:nvPr/>
        </p:nvSpPr>
        <p:spPr bwMode="auto">
          <a:xfrm>
            <a:off x="7538346" y="924358"/>
            <a:ext cx="159919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예약자명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 Box">
            <a:extLst>
              <a:ext uri="{FF2B5EF4-FFF2-40B4-BE49-F238E27FC236}">
                <a16:creationId xmlns:a16="http://schemas.microsoft.com/office/drawing/2014/main" id="{E504B251-F292-E624-71C3-5271A41E974A}"/>
              </a:ext>
            </a:extLst>
          </p:cNvPr>
          <p:cNvSpPr>
            <a:spLocks/>
          </p:cNvSpPr>
          <p:nvPr/>
        </p:nvSpPr>
        <p:spPr bwMode="auto">
          <a:xfrm>
            <a:off x="5927728" y="924358"/>
            <a:ext cx="154727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예약자명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727B69E-15C4-C42E-2592-9659B24CBE8A}"/>
              </a:ext>
            </a:extLst>
          </p:cNvPr>
          <p:cNvGrpSpPr/>
          <p:nvPr/>
        </p:nvGrpSpPr>
        <p:grpSpPr>
          <a:xfrm>
            <a:off x="2457711" y="1188707"/>
            <a:ext cx="2304257" cy="175482"/>
            <a:chOff x="3067263" y="2005049"/>
            <a:chExt cx="2304257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32AC8AB-E013-CA59-CA85-2B150D95D3FF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전체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0B3C010-11CD-3E6B-59C5-50CCA977C474}"/>
                </a:ext>
              </a:extLst>
            </p:cNvPr>
            <p:cNvSpPr/>
            <p:nvPr/>
          </p:nvSpPr>
          <p:spPr>
            <a:xfrm>
              <a:off x="3563879" y="2005049"/>
              <a:ext cx="18076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33FA5459-04FD-FBAE-9C8D-FF49E76471C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Text Box">
            <a:extLst>
              <a:ext uri="{FF2B5EF4-FFF2-40B4-BE49-F238E27FC236}">
                <a16:creationId xmlns:a16="http://schemas.microsoft.com/office/drawing/2014/main" id="{FF24BC74-E8A4-04D8-7DEC-C2630102E0C4}"/>
              </a:ext>
            </a:extLst>
          </p:cNvPr>
          <p:cNvSpPr>
            <a:spLocks/>
          </p:cNvSpPr>
          <p:nvPr/>
        </p:nvSpPr>
        <p:spPr bwMode="auto">
          <a:xfrm>
            <a:off x="2457711" y="928590"/>
            <a:ext cx="23042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예약번호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60468FC-09FC-9693-5438-31CD2FF50016}"/>
              </a:ext>
            </a:extLst>
          </p:cNvPr>
          <p:cNvSpPr/>
          <p:nvPr/>
        </p:nvSpPr>
        <p:spPr>
          <a:xfrm>
            <a:off x="8731452" y="1731807"/>
            <a:ext cx="53355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 등록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D07D6D3-6200-2E93-3573-7C8E1E8DC67A}"/>
              </a:ext>
            </a:extLst>
          </p:cNvPr>
          <p:cNvGrpSpPr/>
          <p:nvPr/>
        </p:nvGrpSpPr>
        <p:grpSpPr>
          <a:xfrm>
            <a:off x="2457711" y="1392615"/>
            <a:ext cx="2593082" cy="242067"/>
            <a:chOff x="2279979" y="1223052"/>
            <a:chExt cx="2593082" cy="242067"/>
          </a:xfrm>
        </p:grpSpPr>
        <p:sp>
          <p:nvSpPr>
            <p:cNvPr id="47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8EB8A53-045A-0DD5-B883-1E4461B47E28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04B7A29-9E26-9AA1-74DD-CBAD42D9CA04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49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FC793DA-F5E6-972F-E9E1-C1D60452D941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5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A54358E-4F6D-B6C7-6BED-7633E35BBDDC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5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1A521B-F4A7-AAC1-02D1-55AE3DEA305A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AB314C3-5938-C6DA-24EA-7A53D329BAA3}"/>
              </a:ext>
            </a:extLst>
          </p:cNvPr>
          <p:cNvGrpSpPr/>
          <p:nvPr/>
        </p:nvGrpSpPr>
        <p:grpSpPr>
          <a:xfrm>
            <a:off x="5927728" y="1191033"/>
            <a:ext cx="826563" cy="148524"/>
            <a:chOff x="8346822" y="1278001"/>
            <a:chExt cx="826563" cy="148524"/>
          </a:xfrm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id="{6659E3D6-F332-E044-0D03-E2A40A8BA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전체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4" name="Chevron Left">
              <a:extLst>
                <a:ext uri="{FF2B5EF4-FFF2-40B4-BE49-F238E27FC236}">
                  <a16:creationId xmlns:a16="http://schemas.microsoft.com/office/drawing/2014/main" id="{8BA16C1C-ADFF-238E-49A1-75C174F128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431FBB38-7703-A425-EBD0-C9353B13BF66}"/>
              </a:ext>
            </a:extLst>
          </p:cNvPr>
          <p:cNvSpPr/>
          <p:nvPr/>
        </p:nvSpPr>
        <p:spPr>
          <a:xfrm rot="16200000" flipH="1" flipV="1">
            <a:off x="8617062" y="16337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BC4AB-6A8E-0B7E-E6E3-D7D9BF5CCAD5}"/>
              </a:ext>
            </a:extLst>
          </p:cNvPr>
          <p:cNvSpPr txBox="1"/>
          <p:nvPr/>
        </p:nvSpPr>
        <p:spPr>
          <a:xfrm>
            <a:off x="4135994" y="1675262"/>
            <a:ext cx="31053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로그인한 협력사 호텔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명 기준 출력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컬럼 생략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E454250F-E08B-AA66-2E36-DE9F9DA6BD7D}"/>
              </a:ext>
            </a:extLst>
          </p:cNvPr>
          <p:cNvSpPr/>
          <p:nvPr/>
        </p:nvSpPr>
        <p:spPr>
          <a:xfrm rot="16200000" flipH="1" flipV="1">
            <a:off x="4808159" y="109433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59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235A-4C38-E0E1-124B-9DBB6C30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5148F29-3984-F413-A434-8811C69ADA1B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등록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750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3AE6-F6E9-5C2D-056F-0C05CA4FF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B30EAC99-F866-7D84-305D-94314687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7ACC854-3ADA-7EA8-42BA-72B660B03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E2B54AE-AB0F-5776-F0D3-907E6BF338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69D7BE9-C26A-DEF0-361A-022F652F9D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DF0350-6BF1-5541-FC1F-16FB06E99E3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8A935E-FE73-A18F-1A97-6EFFA3C6FE0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252295-3484-2501-CC4B-71FAA1C6F7A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5CCAEED-BC9C-1AE7-8CB2-DEC5135A0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59580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후 생성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조회 후 입력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선택 팝업 호출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마켓 코드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D054817-3E85-5091-05B9-7F19DDDB1EF8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09033B3-567E-7F5B-77CE-A3DB4A78F1C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169BA6-3568-4992-D4CE-1A93CAF70FB8}"/>
              </a:ext>
            </a:extLst>
          </p:cNvPr>
          <p:cNvSpPr txBox="1"/>
          <p:nvPr/>
        </p:nvSpPr>
        <p:spPr>
          <a:xfrm>
            <a:off x="1427883" y="2373117"/>
            <a:ext cx="308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A784201-08F3-0837-7B21-2EEF0F794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268080"/>
              </p:ext>
            </p:extLst>
          </p:nvPr>
        </p:nvGraphicFramePr>
        <p:xfrm>
          <a:off x="1513108" y="2643688"/>
          <a:ext cx="7778187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13823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024928075"/>
                    </a:ext>
                  </a:extLst>
                </a:gridCol>
                <a:gridCol w="1040103">
                  <a:extLst>
                    <a:ext uri="{9D8B030D-6E8A-4147-A177-3AD203B41FA5}">
                      <a16:colId xmlns:a16="http://schemas.microsoft.com/office/drawing/2014/main" val="15716982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96827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예약번호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예약상태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2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마켓코드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타입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DED5C03-B795-EFCD-13EA-44D602395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082680"/>
              </p:ext>
            </p:extLst>
          </p:nvPr>
        </p:nvGraphicFramePr>
        <p:xfrm>
          <a:off x="1530818" y="1570893"/>
          <a:ext cx="7781146" cy="665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825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100322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생년월일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국적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0AFD42C-B61B-F898-77B2-4EFCD98D9F96}"/>
              </a:ext>
            </a:extLst>
          </p:cNvPr>
          <p:cNvSpPr txBox="1"/>
          <p:nvPr/>
        </p:nvSpPr>
        <p:spPr>
          <a:xfrm>
            <a:off x="1445594" y="131874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예약자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55" name="Text Box">
            <a:extLst>
              <a:ext uri="{FF2B5EF4-FFF2-40B4-BE49-F238E27FC236}">
                <a16:creationId xmlns:a16="http://schemas.microsoft.com/office/drawing/2014/main" id="{D317553A-1C6F-B746-B937-72B4FF61B016}"/>
              </a:ext>
            </a:extLst>
          </p:cNvPr>
          <p:cNvSpPr>
            <a:spLocks/>
          </p:cNvSpPr>
          <p:nvPr/>
        </p:nvSpPr>
        <p:spPr bwMode="auto">
          <a:xfrm>
            <a:off x="6593179" y="1609270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Text Box">
            <a:extLst>
              <a:ext uri="{FF2B5EF4-FFF2-40B4-BE49-F238E27FC236}">
                <a16:creationId xmlns:a16="http://schemas.microsoft.com/office/drawing/2014/main" id="{B4601307-8E8F-6F00-C845-0A2A9B598A14}"/>
              </a:ext>
            </a:extLst>
          </p:cNvPr>
          <p:cNvSpPr>
            <a:spLocks/>
          </p:cNvSpPr>
          <p:nvPr/>
        </p:nvSpPr>
        <p:spPr bwMode="auto">
          <a:xfrm>
            <a:off x="7533734" y="1605159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 Box">
            <a:extLst>
              <a:ext uri="{FF2B5EF4-FFF2-40B4-BE49-F238E27FC236}">
                <a16:creationId xmlns:a16="http://schemas.microsoft.com/office/drawing/2014/main" id="{747E3CA2-34EF-9F1D-7A5B-2E890F8A72C2}"/>
              </a:ext>
            </a:extLst>
          </p:cNvPr>
          <p:cNvSpPr>
            <a:spLocks/>
          </p:cNvSpPr>
          <p:nvPr/>
        </p:nvSpPr>
        <p:spPr bwMode="auto">
          <a:xfrm>
            <a:off x="2541992" y="1610330"/>
            <a:ext cx="48818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8" name="Text Box">
            <a:extLst>
              <a:ext uri="{FF2B5EF4-FFF2-40B4-BE49-F238E27FC236}">
                <a16:creationId xmlns:a16="http://schemas.microsoft.com/office/drawing/2014/main" id="{BD523B18-355E-BB4B-4DB7-F7C3A14B6766}"/>
              </a:ext>
            </a:extLst>
          </p:cNvPr>
          <p:cNvSpPr>
            <a:spLocks/>
          </p:cNvSpPr>
          <p:nvPr/>
        </p:nvSpPr>
        <p:spPr bwMode="auto">
          <a:xfrm>
            <a:off x="3129444" y="1613775"/>
            <a:ext cx="77032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D55B0BC1-872A-373C-8CEA-7A626EAC1F14}"/>
              </a:ext>
            </a:extLst>
          </p:cNvPr>
          <p:cNvGrpSpPr/>
          <p:nvPr/>
        </p:nvGrpSpPr>
        <p:grpSpPr>
          <a:xfrm>
            <a:off x="2541992" y="1829409"/>
            <a:ext cx="1357775" cy="148590"/>
            <a:chOff x="3067263" y="2005049"/>
            <a:chExt cx="1357775" cy="217550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E6D8078-0A2D-A1CB-D398-528571074045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76498DAD-98C3-ADD6-3495-08849A74CCCF}"/>
                </a:ext>
              </a:extLst>
            </p:cNvPr>
            <p:cNvSpPr/>
            <p:nvPr/>
          </p:nvSpPr>
          <p:spPr>
            <a:xfrm>
              <a:off x="3563879" y="2005049"/>
              <a:ext cx="86115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2" name="Chevron Left">
              <a:extLst>
                <a:ext uri="{FF2B5EF4-FFF2-40B4-BE49-F238E27FC236}">
                  <a16:creationId xmlns:a16="http://schemas.microsoft.com/office/drawing/2014/main" id="{05E1E8ED-4EF1-BD69-32AD-B1C8A061264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8BEA4B6-18B7-E5D6-DD07-3940FB25CD22}"/>
              </a:ext>
            </a:extLst>
          </p:cNvPr>
          <p:cNvGrpSpPr/>
          <p:nvPr/>
        </p:nvGrpSpPr>
        <p:grpSpPr>
          <a:xfrm>
            <a:off x="2542614" y="2050443"/>
            <a:ext cx="710141" cy="144000"/>
            <a:chOff x="2523054" y="4377902"/>
            <a:chExt cx="710141" cy="144000"/>
          </a:xfrm>
        </p:grpSpPr>
        <p:sp>
          <p:nvSpPr>
            <p:cNvPr id="16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70DA87D-E1F3-2570-DBB6-CE207A114CCA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16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41EAE64-2AE7-E7D4-8412-DFBCA7865BBE}"/>
                </a:ext>
              </a:extLst>
            </p:cNvPr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68" name="Text Box">
            <a:extLst>
              <a:ext uri="{FF2B5EF4-FFF2-40B4-BE49-F238E27FC236}">
                <a16:creationId xmlns:a16="http://schemas.microsoft.com/office/drawing/2014/main" id="{AF3DA6F5-7B19-5756-D446-2FF2721544D8}"/>
              </a:ext>
            </a:extLst>
          </p:cNvPr>
          <p:cNvSpPr>
            <a:spLocks/>
          </p:cNvSpPr>
          <p:nvPr/>
        </p:nvSpPr>
        <p:spPr bwMode="auto">
          <a:xfrm>
            <a:off x="8342347" y="3262679"/>
            <a:ext cx="859272" cy="1485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7ED28430-958F-F290-3DF2-0669C6B80ADB}"/>
              </a:ext>
            </a:extLst>
          </p:cNvPr>
          <p:cNvGrpSpPr/>
          <p:nvPr/>
        </p:nvGrpSpPr>
        <p:grpSpPr>
          <a:xfrm>
            <a:off x="6585596" y="2053514"/>
            <a:ext cx="872935" cy="147548"/>
            <a:chOff x="6601675" y="2344801"/>
            <a:chExt cx="872935" cy="147548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491DF7BC-184B-A7DA-C56B-F34E9AC2AD33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8" name="Chevron Left">
              <a:extLst>
                <a:ext uri="{FF2B5EF4-FFF2-40B4-BE49-F238E27FC236}">
                  <a16:creationId xmlns:a16="http://schemas.microsoft.com/office/drawing/2014/main" id="{2BA6D30E-3198-E596-16DF-AD4E59B3C70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0D3BFFF0-9D19-6E79-2702-EB6855CCE2CB}"/>
              </a:ext>
            </a:extLst>
          </p:cNvPr>
          <p:cNvGrpSpPr/>
          <p:nvPr/>
        </p:nvGrpSpPr>
        <p:grpSpPr>
          <a:xfrm>
            <a:off x="8346394" y="2050608"/>
            <a:ext cx="872935" cy="147548"/>
            <a:chOff x="6601675" y="2344801"/>
            <a:chExt cx="872935" cy="147548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BA62A06D-114D-C22F-0DED-CF503344D195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2" name="Chevron Left">
              <a:extLst>
                <a:ext uri="{FF2B5EF4-FFF2-40B4-BE49-F238E27FC236}">
                  <a16:creationId xmlns:a16="http://schemas.microsoft.com/office/drawing/2014/main" id="{FAF0AFE2-3F1B-A2BB-1987-D55ABE636AC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EB58706-452A-E5CA-8F69-E9733A01C60C}"/>
              </a:ext>
            </a:extLst>
          </p:cNvPr>
          <p:cNvGrpSpPr/>
          <p:nvPr/>
        </p:nvGrpSpPr>
        <p:grpSpPr>
          <a:xfrm>
            <a:off x="6610526" y="3262679"/>
            <a:ext cx="826563" cy="148524"/>
            <a:chOff x="8346822" y="1278001"/>
            <a:chExt cx="826563" cy="148524"/>
          </a:xfrm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1D6DDA35-C76E-13EC-FB13-499B0F297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EE8E25A7-8ED2-5288-6FA5-E04C3EA8993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E09E51-59A9-761E-7A53-BD90D9D66839}"/>
              </a:ext>
            </a:extLst>
          </p:cNvPr>
          <p:cNvGrpSpPr/>
          <p:nvPr/>
        </p:nvGrpSpPr>
        <p:grpSpPr>
          <a:xfrm>
            <a:off x="1512625" y="934825"/>
            <a:ext cx="4046732" cy="266085"/>
            <a:chOff x="1512625" y="1371221"/>
            <a:chExt cx="4046732" cy="266085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40DDA21A-A929-D3C6-7CC0-635ECCD93134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7" name="양쪽 모서리가 둥근 사각형 26">
              <a:extLst>
                <a:ext uri="{FF2B5EF4-FFF2-40B4-BE49-F238E27FC236}">
                  <a16:creationId xmlns:a16="http://schemas.microsoft.com/office/drawing/2014/main" id="{521977B2-C1B9-9309-2D39-F48B2ABE24BE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E91257EB-461F-AB47-210B-A820163D18EB}"/>
                </a:ext>
              </a:extLst>
            </p:cNvPr>
            <p:cNvSpPr/>
            <p:nvPr/>
          </p:nvSpPr>
          <p:spPr>
            <a:xfrm>
              <a:off x="3540208" y="1371221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CB180CBE-9F4A-ED3A-AB21-887B7868306F}"/>
                </a:ext>
              </a:extLst>
            </p:cNvPr>
            <p:cNvSpPr/>
            <p:nvPr/>
          </p:nvSpPr>
          <p:spPr>
            <a:xfrm>
              <a:off x="4547674" y="1371221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34C419-6927-8341-DB4B-65AF30733116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8" name="Teardrop 1">
            <a:extLst>
              <a:ext uri="{FF2B5EF4-FFF2-40B4-BE49-F238E27FC236}">
                <a16:creationId xmlns:a16="http://schemas.microsoft.com/office/drawing/2014/main" id="{32600852-C0E6-5760-22FD-E496544B46B5}"/>
              </a:ext>
            </a:extLst>
          </p:cNvPr>
          <p:cNvSpPr/>
          <p:nvPr/>
        </p:nvSpPr>
        <p:spPr>
          <a:xfrm rot="16200000" flipH="1" flipV="1">
            <a:off x="5589542" y="25565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Chevron Left">
            <a:extLst>
              <a:ext uri="{FF2B5EF4-FFF2-40B4-BE49-F238E27FC236}">
                <a16:creationId xmlns:a16="http://schemas.microsoft.com/office/drawing/2014/main" id="{DDF7BFA5-080A-14B5-DDFD-FEB1A1F443AA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17358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Chevron Left">
            <a:extLst>
              <a:ext uri="{FF2B5EF4-FFF2-40B4-BE49-F238E27FC236}">
                <a16:creationId xmlns:a16="http://schemas.microsoft.com/office/drawing/2014/main" id="{345076E6-4378-16C1-8D32-B6E8B8DF44E0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62527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DDB1AC2-C970-3901-B926-FF2B6F939F7E}"/>
              </a:ext>
            </a:extLst>
          </p:cNvPr>
          <p:cNvGrpSpPr/>
          <p:nvPr/>
        </p:nvGrpSpPr>
        <p:grpSpPr>
          <a:xfrm rot="10800000">
            <a:off x="1289409" y="1202934"/>
            <a:ext cx="360000" cy="372571"/>
            <a:chOff x="3180625" y="5062589"/>
            <a:chExt cx="360000" cy="372571"/>
          </a:xfrm>
        </p:grpSpPr>
        <p:cxnSp>
          <p:nvCxnSpPr>
            <p:cNvPr id="9" name="직선 연결선 206">
              <a:extLst>
                <a:ext uri="{FF2B5EF4-FFF2-40B4-BE49-F238E27FC236}">
                  <a16:creationId xmlns:a16="http://schemas.microsoft.com/office/drawing/2014/main" id="{6D9E8295-6C01-A965-D1C5-A537C699E840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D4E2F7B-CC2F-88E0-8F41-091F324BF2B0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B56C48-41B0-BE6D-EE89-D7F44C63E002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E30D2F1-4A96-54B1-F10B-913B04CBE1B2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9521E246-86EB-C1C1-8625-F67621CA39D8}"/>
              </a:ext>
            </a:extLst>
          </p:cNvPr>
          <p:cNvSpPr>
            <a:spLocks/>
          </p:cNvSpPr>
          <p:nvPr/>
        </p:nvSpPr>
        <p:spPr bwMode="auto">
          <a:xfrm>
            <a:off x="6593178" y="1821143"/>
            <a:ext cx="200162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735517F-D95E-7FE6-D5A9-C4AA2D7C1626}"/>
              </a:ext>
            </a:extLst>
          </p:cNvPr>
          <p:cNvGrpSpPr/>
          <p:nvPr/>
        </p:nvGrpSpPr>
        <p:grpSpPr>
          <a:xfrm>
            <a:off x="2542614" y="2865746"/>
            <a:ext cx="710141" cy="144000"/>
            <a:chOff x="2523054" y="4377902"/>
            <a:chExt cx="710141" cy="144000"/>
          </a:xfrm>
        </p:grpSpPr>
        <p:sp>
          <p:nvSpPr>
            <p:cNvPr id="3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939BED8-5C1C-68CA-2AB6-2CF055C0BE95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4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90A4547-38ED-C78F-4BCC-4D2E456E28DB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D260FB2-71DF-8225-EBC9-689298CB14FB}"/>
              </a:ext>
            </a:extLst>
          </p:cNvPr>
          <p:cNvGrpSpPr/>
          <p:nvPr/>
        </p:nvGrpSpPr>
        <p:grpSpPr>
          <a:xfrm>
            <a:off x="6632640" y="2865746"/>
            <a:ext cx="710141" cy="144000"/>
            <a:chOff x="2523054" y="4377902"/>
            <a:chExt cx="710141" cy="144000"/>
          </a:xfrm>
        </p:grpSpPr>
        <p:sp>
          <p:nvSpPr>
            <p:cNvPr id="5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D00637F-0696-3167-BF46-7F2DFEC525DF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5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F414A82-10EB-9837-1448-BFD6261CE5E7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52" name="Teardrop 1">
            <a:extLst>
              <a:ext uri="{FF2B5EF4-FFF2-40B4-BE49-F238E27FC236}">
                <a16:creationId xmlns:a16="http://schemas.microsoft.com/office/drawing/2014/main" id="{B2ED22D5-7C7E-0D54-DF56-BBE8857BFF5A}"/>
              </a:ext>
            </a:extLst>
          </p:cNvPr>
          <p:cNvSpPr/>
          <p:nvPr/>
        </p:nvSpPr>
        <p:spPr>
          <a:xfrm rot="16200000" flipH="1" flipV="1">
            <a:off x="1463481" y="25565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BA936F9-55AB-DFC5-4D18-C814BB6D8E3F}"/>
              </a:ext>
            </a:extLst>
          </p:cNvPr>
          <p:cNvSpPr/>
          <p:nvPr/>
        </p:nvSpPr>
        <p:spPr>
          <a:xfrm>
            <a:off x="2550628" y="326494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1F34579-C8C9-36CB-349A-67E0FEB370F3}"/>
              </a:ext>
            </a:extLst>
          </p:cNvPr>
          <p:cNvSpPr/>
          <p:nvPr/>
        </p:nvSpPr>
        <p:spPr>
          <a:xfrm>
            <a:off x="4724868" y="326494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57" name="Teardrop 1">
            <a:extLst>
              <a:ext uri="{FF2B5EF4-FFF2-40B4-BE49-F238E27FC236}">
                <a16:creationId xmlns:a16="http://schemas.microsoft.com/office/drawing/2014/main" id="{567DE8BE-93F1-FA02-E39F-84062571C9F4}"/>
              </a:ext>
            </a:extLst>
          </p:cNvPr>
          <p:cNvSpPr/>
          <p:nvPr/>
        </p:nvSpPr>
        <p:spPr>
          <a:xfrm rot="16200000" flipH="1" flipV="1">
            <a:off x="2413982" y="3155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71871CCA-8B4C-4565-CD9B-2585472713DE}"/>
              </a:ext>
            </a:extLst>
          </p:cNvPr>
          <p:cNvSpPr/>
          <p:nvPr/>
        </p:nvSpPr>
        <p:spPr>
          <a:xfrm rot="16200000" flipH="1" flipV="1">
            <a:off x="4589232" y="3155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834E109-AD50-DE9B-C704-A2B8A3764C45}"/>
              </a:ext>
            </a:extLst>
          </p:cNvPr>
          <p:cNvSpPr/>
          <p:nvPr/>
        </p:nvSpPr>
        <p:spPr>
          <a:xfrm>
            <a:off x="6633879" y="3067088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56" name="Teardrop 1">
            <a:extLst>
              <a:ext uri="{FF2B5EF4-FFF2-40B4-BE49-F238E27FC236}">
                <a16:creationId xmlns:a16="http://schemas.microsoft.com/office/drawing/2014/main" id="{83D2AF22-2D60-BFE3-0208-BE7D7A0EC59C}"/>
              </a:ext>
            </a:extLst>
          </p:cNvPr>
          <p:cNvSpPr/>
          <p:nvPr/>
        </p:nvSpPr>
        <p:spPr>
          <a:xfrm rot="16200000" flipH="1" flipV="1">
            <a:off x="6524669" y="300716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1CF91C-A3D7-EBE0-386A-F15654F95EA0}"/>
              </a:ext>
            </a:extLst>
          </p:cNvPr>
          <p:cNvSpPr txBox="1"/>
          <p:nvPr/>
        </p:nvSpPr>
        <p:spPr>
          <a:xfrm>
            <a:off x="7854270" y="1310577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8546E-0D95-A666-4055-E8DE26DDB66C}"/>
              </a:ext>
            </a:extLst>
          </p:cNvPr>
          <p:cNvSpPr txBox="1"/>
          <p:nvPr/>
        </p:nvSpPr>
        <p:spPr>
          <a:xfrm>
            <a:off x="7047104" y="3042268"/>
            <a:ext cx="234711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슈퍼어드민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시스템 관리자 권한 </a:t>
            </a:r>
            <a:r>
              <a:rPr lang="ko-KR" altLang="en-US" sz="7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프로퍼티명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선택 필수</a:t>
            </a:r>
          </a:p>
        </p:txBody>
      </p:sp>
      <p:grpSp>
        <p:nvGrpSpPr>
          <p:cNvPr id="28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2CF82EAB-F935-4C22-5FF5-70CFA851715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3348" y="4012342"/>
            <a:ext cx="2453527" cy="1135134"/>
            <a:chOff x="773534" y="1261242"/>
            <a:chExt cx="3044398" cy="1224806"/>
          </a:xfrm>
        </p:grpSpPr>
        <p:sp>
          <p:nvSpPr>
            <p:cNvPr id="35" name="Window Body">
              <a:extLst>
                <a:ext uri="{FF2B5EF4-FFF2-40B4-BE49-F238E27FC236}">
                  <a16:creationId xmlns:a16="http://schemas.microsoft.com/office/drawing/2014/main" id="{B7482A0F-F2F6-0C26-0E4D-6578C79D2A1B}"/>
                </a:ext>
              </a:extLst>
            </p:cNvPr>
            <p:cNvSpPr/>
            <p:nvPr/>
          </p:nvSpPr>
          <p:spPr>
            <a:xfrm>
              <a:off x="1050286" y="1498986"/>
              <a:ext cx="2767646" cy="98706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">
              <a:extLst>
                <a:ext uri="{FF2B5EF4-FFF2-40B4-BE49-F238E27FC236}">
                  <a16:creationId xmlns:a16="http://schemas.microsoft.com/office/drawing/2014/main" id="{3076FDC5-398F-EF0F-94D9-08BE2E06406E}"/>
                </a:ext>
              </a:extLst>
            </p:cNvPr>
            <p:cNvSpPr txBox="1"/>
            <p:nvPr/>
          </p:nvSpPr>
          <p:spPr>
            <a:xfrm>
              <a:off x="1200336" y="1621453"/>
              <a:ext cx="2538685" cy="321088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ko-KR" altLang="en-US" sz="800" noProof="1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프로퍼티 설정 후 등록 가능 합니다</a:t>
              </a:r>
              <a:r>
                <a:rPr lang="en-US" altLang="ko-KR" sz="800" noProof="1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800" noProof="1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Title Bar">
              <a:extLst>
                <a:ext uri="{FF2B5EF4-FFF2-40B4-BE49-F238E27FC236}">
                  <a16:creationId xmlns:a16="http://schemas.microsoft.com/office/drawing/2014/main" id="{F2B1F835-6344-7ACD-4DC8-409565B0BE18}"/>
                </a:ext>
              </a:extLst>
            </p:cNvPr>
            <p:cNvSpPr/>
            <p:nvPr/>
          </p:nvSpPr>
          <p:spPr>
            <a:xfrm>
              <a:off x="1050287" y="1261242"/>
              <a:ext cx="2767645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39" name="Close Button">
              <a:extLst>
                <a:ext uri="{FF2B5EF4-FFF2-40B4-BE49-F238E27FC236}">
                  <a16:creationId xmlns:a16="http://schemas.microsoft.com/office/drawing/2014/main" id="{8868FCDF-8358-12E7-F13D-8926D4605F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0" name="Icons">
              <a:extLst>
                <a:ext uri="{FF2B5EF4-FFF2-40B4-BE49-F238E27FC236}">
                  <a16:creationId xmlns:a16="http://schemas.microsoft.com/office/drawing/2014/main" id="{9B7B0EB3-752D-394E-2D9A-928576373D77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43" name="Warning Icon" hidden="1">
                <a:extLst>
                  <a:ext uri="{FF2B5EF4-FFF2-40B4-BE49-F238E27FC236}">
                    <a16:creationId xmlns:a16="http://schemas.microsoft.com/office/drawing/2014/main" id="{AC16A626-4AE9-CDE4-CC95-66D9CC24B79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4" name="Error Icon" hidden="1">
                <a:extLst>
                  <a:ext uri="{FF2B5EF4-FFF2-40B4-BE49-F238E27FC236}">
                    <a16:creationId xmlns:a16="http://schemas.microsoft.com/office/drawing/2014/main" id="{37F4FEF4-4582-2099-227F-6485D1AFD73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Question Icon" hidden="1">
                <a:extLst>
                  <a:ext uri="{FF2B5EF4-FFF2-40B4-BE49-F238E27FC236}">
                    <a16:creationId xmlns:a16="http://schemas.microsoft.com/office/drawing/2014/main" id="{1E93AA45-5670-6B52-163B-3302892CC84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2" name="Button 1">
              <a:extLst>
                <a:ext uri="{FF2B5EF4-FFF2-40B4-BE49-F238E27FC236}">
                  <a16:creationId xmlns:a16="http://schemas.microsoft.com/office/drawing/2014/main" id="{FBB73F18-D26B-41C8-4C94-D92722DD3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851" y="2085507"/>
              <a:ext cx="663029" cy="240384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rgbClr val="5F5F5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87F6543-1594-D936-E4B3-EF1EFABBCFB8}"/>
              </a:ext>
            </a:extLst>
          </p:cNvPr>
          <p:cNvSpPr txBox="1"/>
          <p:nvPr/>
        </p:nvSpPr>
        <p:spPr>
          <a:xfrm>
            <a:off x="369831" y="3819227"/>
            <a:ext cx="20152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입력 전 모든 항목 클릭 시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alert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280710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4B98-F01E-0C08-6735-BD954D83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D65981F-14B6-E1F9-7B76-8DE9616C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CD1199D-513F-FD75-55C9-B6BEEA85C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D0751EE-085B-C433-4BE1-A54EA2C314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F132EA9-6033-97E0-3659-95BDBE3EAB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6B3FA1-E620-C6DA-7FCD-FA0131A0A25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F85920-D0A2-AE39-FBDA-26350F5F712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FB0D15-4284-9077-B507-FF5709E91D6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BAF8923-E1AC-C60A-CC94-82BD1E6DAE72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후 생성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로그인 한 호텔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선택 팝업 호출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마켓 코드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E7591E9-050A-2B40-C54D-E8B4A47532E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394DBFA-E958-BE25-A9BF-2A485D32201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8EE3E1-1C4F-9A07-A544-24CD0198B5E2}"/>
              </a:ext>
            </a:extLst>
          </p:cNvPr>
          <p:cNvSpPr txBox="1"/>
          <p:nvPr/>
        </p:nvSpPr>
        <p:spPr>
          <a:xfrm>
            <a:off x="1427883" y="2373117"/>
            <a:ext cx="308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08CD3A4-C158-B807-BF4C-5FA749FA3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164180"/>
              </p:ext>
            </p:extLst>
          </p:nvPr>
        </p:nvGraphicFramePr>
        <p:xfrm>
          <a:off x="1513108" y="2643688"/>
          <a:ext cx="7778187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13823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024928075"/>
                    </a:ext>
                  </a:extLst>
                </a:gridCol>
                <a:gridCol w="1040103">
                  <a:extLst>
                    <a:ext uri="{9D8B030D-6E8A-4147-A177-3AD203B41FA5}">
                      <a16:colId xmlns:a16="http://schemas.microsoft.com/office/drawing/2014/main" val="15716982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96827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예약번호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예약상태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2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글래드호텔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여의도</a:t>
                      </a: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마켓코드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타입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BF6505C-DB6C-99B7-3C43-150B06557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74889"/>
              </p:ext>
            </p:extLst>
          </p:nvPr>
        </p:nvGraphicFramePr>
        <p:xfrm>
          <a:off x="1530818" y="1570893"/>
          <a:ext cx="7781146" cy="665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825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100322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생년월일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국적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D7CFACD-83C7-BFCE-D69A-E6ECA0D3213A}"/>
              </a:ext>
            </a:extLst>
          </p:cNvPr>
          <p:cNvSpPr txBox="1"/>
          <p:nvPr/>
        </p:nvSpPr>
        <p:spPr>
          <a:xfrm>
            <a:off x="1445594" y="131874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예약자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55" name="Text Box">
            <a:extLst>
              <a:ext uri="{FF2B5EF4-FFF2-40B4-BE49-F238E27FC236}">
                <a16:creationId xmlns:a16="http://schemas.microsoft.com/office/drawing/2014/main" id="{97721542-755D-5E7B-FD80-7FBDA16D35A5}"/>
              </a:ext>
            </a:extLst>
          </p:cNvPr>
          <p:cNvSpPr>
            <a:spLocks/>
          </p:cNvSpPr>
          <p:nvPr/>
        </p:nvSpPr>
        <p:spPr bwMode="auto">
          <a:xfrm>
            <a:off x="6593179" y="1609270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Text Box">
            <a:extLst>
              <a:ext uri="{FF2B5EF4-FFF2-40B4-BE49-F238E27FC236}">
                <a16:creationId xmlns:a16="http://schemas.microsoft.com/office/drawing/2014/main" id="{0524A3B4-601D-62DB-4C54-4FE790AF054B}"/>
              </a:ext>
            </a:extLst>
          </p:cNvPr>
          <p:cNvSpPr>
            <a:spLocks/>
          </p:cNvSpPr>
          <p:nvPr/>
        </p:nvSpPr>
        <p:spPr bwMode="auto">
          <a:xfrm>
            <a:off x="7533734" y="1605159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 Box">
            <a:extLst>
              <a:ext uri="{FF2B5EF4-FFF2-40B4-BE49-F238E27FC236}">
                <a16:creationId xmlns:a16="http://schemas.microsoft.com/office/drawing/2014/main" id="{73F12216-C4D3-18B7-F9DC-47F57320BB90}"/>
              </a:ext>
            </a:extLst>
          </p:cNvPr>
          <p:cNvSpPr>
            <a:spLocks/>
          </p:cNvSpPr>
          <p:nvPr/>
        </p:nvSpPr>
        <p:spPr bwMode="auto">
          <a:xfrm>
            <a:off x="2541992" y="1610330"/>
            <a:ext cx="48818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8" name="Text Box">
            <a:extLst>
              <a:ext uri="{FF2B5EF4-FFF2-40B4-BE49-F238E27FC236}">
                <a16:creationId xmlns:a16="http://schemas.microsoft.com/office/drawing/2014/main" id="{746328C1-A6EC-5B6B-A7B3-62D86ED27137}"/>
              </a:ext>
            </a:extLst>
          </p:cNvPr>
          <p:cNvSpPr>
            <a:spLocks/>
          </p:cNvSpPr>
          <p:nvPr/>
        </p:nvSpPr>
        <p:spPr bwMode="auto">
          <a:xfrm>
            <a:off x="3129444" y="1613775"/>
            <a:ext cx="77032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DA163111-0A4B-AD84-384B-6054398077C0}"/>
              </a:ext>
            </a:extLst>
          </p:cNvPr>
          <p:cNvGrpSpPr/>
          <p:nvPr/>
        </p:nvGrpSpPr>
        <p:grpSpPr>
          <a:xfrm>
            <a:off x="2541992" y="1829409"/>
            <a:ext cx="1357775" cy="148590"/>
            <a:chOff x="3067263" y="2005049"/>
            <a:chExt cx="1357775" cy="217550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D7F9DAFB-FEE9-47A0-54E1-7C5853E6B27F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D7D81D94-C8AE-E93C-BB9D-FB16AF00ED11}"/>
                </a:ext>
              </a:extLst>
            </p:cNvPr>
            <p:cNvSpPr/>
            <p:nvPr/>
          </p:nvSpPr>
          <p:spPr>
            <a:xfrm>
              <a:off x="3563879" y="2005049"/>
              <a:ext cx="86115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2" name="Chevron Left">
              <a:extLst>
                <a:ext uri="{FF2B5EF4-FFF2-40B4-BE49-F238E27FC236}">
                  <a16:creationId xmlns:a16="http://schemas.microsoft.com/office/drawing/2014/main" id="{4B9B3001-3805-4F55-937F-E1B9CD79F06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488AF52C-BFD1-472B-A6F2-867C3516A6B7}"/>
              </a:ext>
            </a:extLst>
          </p:cNvPr>
          <p:cNvGrpSpPr/>
          <p:nvPr/>
        </p:nvGrpSpPr>
        <p:grpSpPr>
          <a:xfrm>
            <a:off x="2542614" y="2050443"/>
            <a:ext cx="710141" cy="144000"/>
            <a:chOff x="2523054" y="4377902"/>
            <a:chExt cx="710141" cy="144000"/>
          </a:xfrm>
        </p:grpSpPr>
        <p:sp>
          <p:nvSpPr>
            <p:cNvPr id="16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D0357A6-70FB-3F4B-F06F-43EBFA708754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16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C3138B6-ED3E-9F2C-C63A-435158B777F4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68" name="Text Box">
            <a:extLst>
              <a:ext uri="{FF2B5EF4-FFF2-40B4-BE49-F238E27FC236}">
                <a16:creationId xmlns:a16="http://schemas.microsoft.com/office/drawing/2014/main" id="{5F2D9A04-715D-5FB5-BD23-3E8A1BA740F1}"/>
              </a:ext>
            </a:extLst>
          </p:cNvPr>
          <p:cNvSpPr>
            <a:spLocks/>
          </p:cNvSpPr>
          <p:nvPr/>
        </p:nvSpPr>
        <p:spPr bwMode="auto">
          <a:xfrm>
            <a:off x="8342347" y="3262679"/>
            <a:ext cx="859272" cy="1485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4781200-0750-364B-2934-533D90E549D7}"/>
              </a:ext>
            </a:extLst>
          </p:cNvPr>
          <p:cNvGrpSpPr/>
          <p:nvPr/>
        </p:nvGrpSpPr>
        <p:grpSpPr>
          <a:xfrm>
            <a:off x="6585596" y="2053514"/>
            <a:ext cx="872935" cy="147548"/>
            <a:chOff x="6601675" y="2344801"/>
            <a:chExt cx="872935" cy="147548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5D24AD6B-E37C-C66A-C951-9DA16DB353CB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8" name="Chevron Left">
              <a:extLst>
                <a:ext uri="{FF2B5EF4-FFF2-40B4-BE49-F238E27FC236}">
                  <a16:creationId xmlns:a16="http://schemas.microsoft.com/office/drawing/2014/main" id="{5AF71DF7-1E56-3F37-547C-6164E6A7981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94AC5CB7-9D2D-FE11-E8E8-268EAEA205BC}"/>
              </a:ext>
            </a:extLst>
          </p:cNvPr>
          <p:cNvGrpSpPr/>
          <p:nvPr/>
        </p:nvGrpSpPr>
        <p:grpSpPr>
          <a:xfrm>
            <a:off x="8346394" y="2050608"/>
            <a:ext cx="872935" cy="147548"/>
            <a:chOff x="6601675" y="2344801"/>
            <a:chExt cx="872935" cy="147548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7BE5DAE5-1B83-F1FC-7CFA-F06CA0A9152C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2" name="Chevron Left">
              <a:extLst>
                <a:ext uri="{FF2B5EF4-FFF2-40B4-BE49-F238E27FC236}">
                  <a16:creationId xmlns:a16="http://schemas.microsoft.com/office/drawing/2014/main" id="{AA846633-D200-0A95-3A0D-DD00D79CF19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3C97E2-C239-F621-C14A-F36B36124DD5}"/>
              </a:ext>
            </a:extLst>
          </p:cNvPr>
          <p:cNvGrpSpPr/>
          <p:nvPr/>
        </p:nvGrpSpPr>
        <p:grpSpPr>
          <a:xfrm>
            <a:off x="6610526" y="3262679"/>
            <a:ext cx="826563" cy="148524"/>
            <a:chOff x="8346822" y="1278001"/>
            <a:chExt cx="826563" cy="148524"/>
          </a:xfrm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B26DE1EB-6B97-1544-EB6D-D00029AC2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A62249DE-3436-934C-E2EF-67E51E0B27C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8E29779-94BF-6226-1F08-B053796FFF12}"/>
              </a:ext>
            </a:extLst>
          </p:cNvPr>
          <p:cNvGrpSpPr/>
          <p:nvPr/>
        </p:nvGrpSpPr>
        <p:grpSpPr>
          <a:xfrm>
            <a:off x="1512625" y="934825"/>
            <a:ext cx="4046732" cy="266085"/>
            <a:chOff x="1512625" y="1371221"/>
            <a:chExt cx="4046732" cy="266085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4BC3D754-A86B-BFEA-62C7-E0C1C791DCAE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7" name="양쪽 모서리가 둥근 사각형 26">
              <a:extLst>
                <a:ext uri="{FF2B5EF4-FFF2-40B4-BE49-F238E27FC236}">
                  <a16:creationId xmlns:a16="http://schemas.microsoft.com/office/drawing/2014/main" id="{26DE65FC-F920-4B9B-2036-65F43BA5A624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13827EF4-A806-0DF2-718F-20391AC34B58}"/>
                </a:ext>
              </a:extLst>
            </p:cNvPr>
            <p:cNvSpPr/>
            <p:nvPr/>
          </p:nvSpPr>
          <p:spPr>
            <a:xfrm>
              <a:off x="3540208" y="1371221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5DDC77DD-0E6E-AFA1-694E-0ADD2DBC8920}"/>
                </a:ext>
              </a:extLst>
            </p:cNvPr>
            <p:cNvSpPr/>
            <p:nvPr/>
          </p:nvSpPr>
          <p:spPr>
            <a:xfrm>
              <a:off x="4547674" y="1371221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60ADB86-0EEE-234B-638A-7626AA9F0A7A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8" name="Teardrop 1">
            <a:extLst>
              <a:ext uri="{FF2B5EF4-FFF2-40B4-BE49-F238E27FC236}">
                <a16:creationId xmlns:a16="http://schemas.microsoft.com/office/drawing/2014/main" id="{A81BE193-C702-41D7-8CB0-8674F240ACD2}"/>
              </a:ext>
            </a:extLst>
          </p:cNvPr>
          <p:cNvSpPr/>
          <p:nvPr/>
        </p:nvSpPr>
        <p:spPr>
          <a:xfrm rot="16200000" flipH="1" flipV="1">
            <a:off x="5589542" y="25565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Chevron Left">
            <a:extLst>
              <a:ext uri="{FF2B5EF4-FFF2-40B4-BE49-F238E27FC236}">
                <a16:creationId xmlns:a16="http://schemas.microsoft.com/office/drawing/2014/main" id="{20920CD8-E938-16F2-1212-BEDD16762225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17358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Chevron Left">
            <a:extLst>
              <a:ext uri="{FF2B5EF4-FFF2-40B4-BE49-F238E27FC236}">
                <a16:creationId xmlns:a16="http://schemas.microsoft.com/office/drawing/2014/main" id="{59F33A28-E728-D3F4-C452-739BCAE43F7B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62527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57A95CC-3574-F3FB-D83F-4232994830A4}"/>
              </a:ext>
            </a:extLst>
          </p:cNvPr>
          <p:cNvGrpSpPr/>
          <p:nvPr/>
        </p:nvGrpSpPr>
        <p:grpSpPr>
          <a:xfrm rot="10800000">
            <a:off x="1289409" y="1202934"/>
            <a:ext cx="360000" cy="372571"/>
            <a:chOff x="3180625" y="5062589"/>
            <a:chExt cx="360000" cy="372571"/>
          </a:xfrm>
        </p:grpSpPr>
        <p:cxnSp>
          <p:nvCxnSpPr>
            <p:cNvPr id="9" name="직선 연결선 206">
              <a:extLst>
                <a:ext uri="{FF2B5EF4-FFF2-40B4-BE49-F238E27FC236}">
                  <a16:creationId xmlns:a16="http://schemas.microsoft.com/office/drawing/2014/main" id="{19D37EAD-2F9B-6713-4556-3EDEBA05520A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8D46B2B-B0C0-EDF4-9B88-8226C8499209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923493-DFCB-AB9A-EB5F-E42944552EAA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0151F9-9776-0618-5138-766177F0F32B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483BB5EA-D9D1-247E-3308-3DF8B69B439F}"/>
              </a:ext>
            </a:extLst>
          </p:cNvPr>
          <p:cNvSpPr/>
          <p:nvPr/>
        </p:nvSpPr>
        <p:spPr>
          <a:xfrm rot="16200000" flipH="1" flipV="1">
            <a:off x="1471184" y="29677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C8A4547E-FEFA-89BF-91F3-3E1006D269CB}"/>
              </a:ext>
            </a:extLst>
          </p:cNvPr>
          <p:cNvSpPr>
            <a:spLocks/>
          </p:cNvSpPr>
          <p:nvPr/>
        </p:nvSpPr>
        <p:spPr bwMode="auto">
          <a:xfrm>
            <a:off x="6593178" y="1821143"/>
            <a:ext cx="200162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20A1738-B7C5-3C24-E840-1BCF22F52D98}"/>
              </a:ext>
            </a:extLst>
          </p:cNvPr>
          <p:cNvGrpSpPr/>
          <p:nvPr/>
        </p:nvGrpSpPr>
        <p:grpSpPr>
          <a:xfrm>
            <a:off x="2542614" y="2865746"/>
            <a:ext cx="710141" cy="144000"/>
            <a:chOff x="2523054" y="4377902"/>
            <a:chExt cx="710141" cy="144000"/>
          </a:xfrm>
        </p:grpSpPr>
        <p:sp>
          <p:nvSpPr>
            <p:cNvPr id="3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9C5AD95-4950-1F1D-6C8E-897A24A94D3A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4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C640F4D-DDF9-F49B-F6E1-506E8C6B5B08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84F5010-1015-0485-1032-22CF22D26ED2}"/>
              </a:ext>
            </a:extLst>
          </p:cNvPr>
          <p:cNvGrpSpPr/>
          <p:nvPr/>
        </p:nvGrpSpPr>
        <p:grpSpPr>
          <a:xfrm>
            <a:off x="6632640" y="2865746"/>
            <a:ext cx="710141" cy="144000"/>
            <a:chOff x="2523054" y="4377902"/>
            <a:chExt cx="710141" cy="144000"/>
          </a:xfrm>
        </p:grpSpPr>
        <p:sp>
          <p:nvSpPr>
            <p:cNvPr id="5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3E94496-8727-C33A-7BA6-D9B6F4AE3809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5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E5CBD10-8C81-7FA1-E856-B48DC12754F9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52" name="Teardrop 1">
            <a:extLst>
              <a:ext uri="{FF2B5EF4-FFF2-40B4-BE49-F238E27FC236}">
                <a16:creationId xmlns:a16="http://schemas.microsoft.com/office/drawing/2014/main" id="{544A8F26-1EC1-F8B4-7302-0CDB4EFC60EB}"/>
              </a:ext>
            </a:extLst>
          </p:cNvPr>
          <p:cNvSpPr/>
          <p:nvPr/>
        </p:nvSpPr>
        <p:spPr>
          <a:xfrm rot="16200000" flipH="1" flipV="1">
            <a:off x="1463481" y="25565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9A5DC59-9A30-0159-F2F0-2AB6F3E3311D}"/>
              </a:ext>
            </a:extLst>
          </p:cNvPr>
          <p:cNvSpPr/>
          <p:nvPr/>
        </p:nvSpPr>
        <p:spPr>
          <a:xfrm>
            <a:off x="2550628" y="326494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12D54D4-F26F-6EC0-2A3B-005977267A53}"/>
              </a:ext>
            </a:extLst>
          </p:cNvPr>
          <p:cNvSpPr/>
          <p:nvPr/>
        </p:nvSpPr>
        <p:spPr>
          <a:xfrm>
            <a:off x="4724868" y="326494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56" name="Teardrop 1">
            <a:extLst>
              <a:ext uri="{FF2B5EF4-FFF2-40B4-BE49-F238E27FC236}">
                <a16:creationId xmlns:a16="http://schemas.microsoft.com/office/drawing/2014/main" id="{68EAD496-B4F2-7198-3BF7-AACF39D344DB}"/>
              </a:ext>
            </a:extLst>
          </p:cNvPr>
          <p:cNvSpPr/>
          <p:nvPr/>
        </p:nvSpPr>
        <p:spPr>
          <a:xfrm rot="16200000" flipH="1" flipV="1">
            <a:off x="5595712" y="29677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" name="Teardrop 1">
            <a:extLst>
              <a:ext uri="{FF2B5EF4-FFF2-40B4-BE49-F238E27FC236}">
                <a16:creationId xmlns:a16="http://schemas.microsoft.com/office/drawing/2014/main" id="{DEE26CE2-E510-D128-3BB6-C8A4C4F5E4BF}"/>
              </a:ext>
            </a:extLst>
          </p:cNvPr>
          <p:cNvSpPr/>
          <p:nvPr/>
        </p:nvSpPr>
        <p:spPr>
          <a:xfrm rot="16200000" flipH="1" flipV="1">
            <a:off x="2413982" y="3155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A3E1994E-4EA4-8EEF-F590-AE03163AAF86}"/>
              </a:ext>
            </a:extLst>
          </p:cNvPr>
          <p:cNvSpPr/>
          <p:nvPr/>
        </p:nvSpPr>
        <p:spPr>
          <a:xfrm rot="16200000" flipH="1" flipV="1">
            <a:off x="4589232" y="3155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BBF0C4-7CA2-7002-2689-17930FA967AF}"/>
              </a:ext>
            </a:extLst>
          </p:cNvPr>
          <p:cNvSpPr txBox="1"/>
          <p:nvPr/>
        </p:nvSpPr>
        <p:spPr>
          <a:xfrm>
            <a:off x="4135994" y="2293309"/>
            <a:ext cx="2175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로그인한 협력사 호텔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명 기준 출력</a:t>
            </a:r>
          </a:p>
        </p:txBody>
      </p:sp>
    </p:spTree>
    <p:extLst>
      <p:ext uri="{BB962C8B-B14F-4D97-AF65-F5344CB8AC3E}">
        <p14:creationId xmlns:p14="http://schemas.microsoft.com/office/powerpoint/2010/main" val="1647075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3735-523F-1480-D85F-DAD94B7DB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8DE7C561-72CE-0C57-DEC1-B125E9BF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42DD80A-A0DC-8F6B-B6E5-459050889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상세정보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0967078C-BE98-0553-1486-E507361885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F4F5944-22ED-0FC0-F3AD-EBE8ECAF3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F5E25D-B18D-041D-E115-019C7B5B19DF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68595010-2AA2-D212-E681-0E8A974D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5427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 권한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객실 및 서브 예약번호 섹션 추가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객실코드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투숙객 정보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row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추가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각 유료 서비스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4EBE7A2-2A61-9931-EFBD-588FF3D74423}"/>
              </a:ext>
            </a:extLst>
          </p:cNvPr>
          <p:cNvSpPr txBox="1"/>
          <p:nvPr/>
        </p:nvSpPr>
        <p:spPr>
          <a:xfrm>
            <a:off x="1427884" y="104775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상세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2CEEC5C-38E3-E96F-F23C-A03A8843D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83770"/>
              </p:ext>
            </p:extLst>
          </p:nvPr>
        </p:nvGraphicFramePr>
        <p:xfrm>
          <a:off x="1513108" y="1992071"/>
          <a:ext cx="7801314" cy="3025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021662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31639894"/>
                    </a:ext>
                  </a:extLst>
                </a:gridCol>
                <a:gridCol w="2947280">
                  <a:extLst>
                    <a:ext uri="{9D8B030D-6E8A-4147-A177-3AD203B41FA5}">
                      <a16:colId xmlns:a16="http://schemas.microsoft.com/office/drawing/2014/main" val="1764560277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  <a:tr h="292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86338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52357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6459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1666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6821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22515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Early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check-in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Late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97243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유료 서비스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39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90919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 서비스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0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00530"/>
                  </a:ext>
                </a:extLst>
              </a:tr>
            </a:tbl>
          </a:graphicData>
        </a:graphic>
      </p:graphicFrame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FDE2CE8-9D3D-FC92-AEE2-E6B48597AEC0}"/>
              </a:ext>
            </a:extLst>
          </p:cNvPr>
          <p:cNvGrpSpPr/>
          <p:nvPr/>
        </p:nvGrpSpPr>
        <p:grpSpPr>
          <a:xfrm>
            <a:off x="2524904" y="3817165"/>
            <a:ext cx="710141" cy="144000"/>
            <a:chOff x="2523054" y="4377902"/>
            <a:chExt cx="710141" cy="144000"/>
          </a:xfrm>
        </p:grpSpPr>
        <p:sp>
          <p:nvSpPr>
            <p:cNvPr id="12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988761C-92B7-B2ED-8120-226E20712818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12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8B37FCE-4586-607C-8A76-86AD033733F5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C4DC2B76-9907-FE43-0190-B4753D4C1C2D}"/>
              </a:ext>
            </a:extLst>
          </p:cNvPr>
          <p:cNvGrpSpPr/>
          <p:nvPr/>
        </p:nvGrpSpPr>
        <p:grpSpPr>
          <a:xfrm>
            <a:off x="6370661" y="3817165"/>
            <a:ext cx="710141" cy="144000"/>
            <a:chOff x="2523054" y="4377902"/>
            <a:chExt cx="710141" cy="144000"/>
          </a:xfrm>
        </p:grpSpPr>
        <p:sp>
          <p:nvSpPr>
            <p:cNvPr id="12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F56A10B-106F-86AF-8B74-40AB641775FD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12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5F9252D-9228-334B-01CB-C49CC32C406C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25" name="Text Box">
            <a:extLst>
              <a:ext uri="{FF2B5EF4-FFF2-40B4-BE49-F238E27FC236}">
                <a16:creationId xmlns:a16="http://schemas.microsoft.com/office/drawing/2014/main" id="{3A465D76-399C-29DF-EB63-F979B86EDF16}"/>
              </a:ext>
            </a:extLst>
          </p:cNvPr>
          <p:cNvSpPr>
            <a:spLocks/>
          </p:cNvSpPr>
          <p:nvPr/>
        </p:nvSpPr>
        <p:spPr bwMode="auto">
          <a:xfrm>
            <a:off x="2528855" y="2955537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 Box">
            <a:extLst>
              <a:ext uri="{FF2B5EF4-FFF2-40B4-BE49-F238E27FC236}">
                <a16:creationId xmlns:a16="http://schemas.microsoft.com/office/drawing/2014/main" id="{6ED6ED26-712F-C4BA-24A6-DBB16A2421D1}"/>
              </a:ext>
            </a:extLst>
          </p:cNvPr>
          <p:cNvSpPr>
            <a:spLocks/>
          </p:cNvSpPr>
          <p:nvPr/>
        </p:nvSpPr>
        <p:spPr bwMode="auto">
          <a:xfrm>
            <a:off x="6378945" y="2955537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Chevron Left">
            <a:extLst>
              <a:ext uri="{FF2B5EF4-FFF2-40B4-BE49-F238E27FC236}">
                <a16:creationId xmlns:a16="http://schemas.microsoft.com/office/drawing/2014/main" id="{801AAADF-7135-0D71-9ED8-6D85DE3A7648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2016968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BBCADAD-6B0E-8A92-90A2-8C6C40C7A040}"/>
              </a:ext>
            </a:extLst>
          </p:cNvPr>
          <p:cNvSpPr/>
          <p:nvPr/>
        </p:nvSpPr>
        <p:spPr>
          <a:xfrm>
            <a:off x="2535056" y="2486104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145" name="Text Box">
            <a:extLst>
              <a:ext uri="{FF2B5EF4-FFF2-40B4-BE49-F238E27FC236}">
                <a16:creationId xmlns:a16="http://schemas.microsoft.com/office/drawing/2014/main" id="{76D6F1C3-36C2-9EA2-18C0-450CB2A1A607}"/>
              </a:ext>
            </a:extLst>
          </p:cNvPr>
          <p:cNvSpPr>
            <a:spLocks/>
          </p:cNvSpPr>
          <p:nvPr/>
        </p:nvSpPr>
        <p:spPr bwMode="auto">
          <a:xfrm>
            <a:off x="2528854" y="3386128"/>
            <a:ext cx="590705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 Box">
            <a:extLst>
              <a:ext uri="{FF2B5EF4-FFF2-40B4-BE49-F238E27FC236}">
                <a16:creationId xmlns:a16="http://schemas.microsoft.com/office/drawing/2014/main" id="{43E164A8-69D3-F653-4859-8A0DD8775EF4}"/>
              </a:ext>
            </a:extLst>
          </p:cNvPr>
          <p:cNvSpPr>
            <a:spLocks/>
          </p:cNvSpPr>
          <p:nvPr/>
        </p:nvSpPr>
        <p:spPr bwMode="auto">
          <a:xfrm>
            <a:off x="3217187" y="3386128"/>
            <a:ext cx="710141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 Box">
            <a:extLst>
              <a:ext uri="{FF2B5EF4-FFF2-40B4-BE49-F238E27FC236}">
                <a16:creationId xmlns:a16="http://schemas.microsoft.com/office/drawing/2014/main" id="{BABE3CCE-84CD-98B8-A6ED-E2A414E0D7B6}"/>
              </a:ext>
            </a:extLst>
          </p:cNvPr>
          <p:cNvSpPr>
            <a:spLocks/>
          </p:cNvSpPr>
          <p:nvPr/>
        </p:nvSpPr>
        <p:spPr bwMode="auto">
          <a:xfrm>
            <a:off x="6389654" y="3386128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xt Box">
            <a:extLst>
              <a:ext uri="{FF2B5EF4-FFF2-40B4-BE49-F238E27FC236}">
                <a16:creationId xmlns:a16="http://schemas.microsoft.com/office/drawing/2014/main" id="{19B99ED9-6B2B-ABF9-76C2-6E1E2B778261}"/>
              </a:ext>
            </a:extLst>
          </p:cNvPr>
          <p:cNvSpPr>
            <a:spLocks/>
          </p:cNvSpPr>
          <p:nvPr/>
        </p:nvSpPr>
        <p:spPr bwMode="auto">
          <a:xfrm>
            <a:off x="7355125" y="3386128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B80C0BD8-7054-EED0-876C-9F9FF917D9F6}"/>
              </a:ext>
            </a:extLst>
          </p:cNvPr>
          <p:cNvSpPr/>
          <p:nvPr/>
        </p:nvSpPr>
        <p:spPr>
          <a:xfrm>
            <a:off x="8747371" y="3180413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C68AA7-7846-6D60-2C6B-D6875A2619BC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8A2598B-2FE2-2332-7E09-98D1176742AD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645FA76-0182-84B4-EE47-529EAC5A8B6E}"/>
              </a:ext>
            </a:extLst>
          </p:cNvPr>
          <p:cNvSpPr/>
          <p:nvPr/>
        </p:nvSpPr>
        <p:spPr>
          <a:xfrm>
            <a:off x="6370661" y="2480402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5D46C1-54BF-1901-C20E-DB373A3A4E8B}"/>
              </a:ext>
            </a:extLst>
          </p:cNvPr>
          <p:cNvSpPr/>
          <p:nvPr/>
        </p:nvSpPr>
        <p:spPr>
          <a:xfrm>
            <a:off x="8829052" y="1080272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D095DD9-D3FC-7DC0-4F7E-E3C7AAAF7B81}"/>
              </a:ext>
            </a:extLst>
          </p:cNvPr>
          <p:cNvGrpSpPr/>
          <p:nvPr/>
        </p:nvGrpSpPr>
        <p:grpSpPr>
          <a:xfrm rot="10800000">
            <a:off x="1289409" y="977787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E09645E3-55F8-49D4-6571-7FE9B0F38E08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AAD0A3B-9C2F-8B7D-A484-2614FE27976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4B83D1B-E7FF-6B33-F00D-875C0EB37AD5}"/>
              </a:ext>
            </a:extLst>
          </p:cNvPr>
          <p:cNvGrpSpPr/>
          <p:nvPr/>
        </p:nvGrpSpPr>
        <p:grpSpPr>
          <a:xfrm>
            <a:off x="1512625" y="703438"/>
            <a:ext cx="4046732" cy="263263"/>
            <a:chOff x="1512625" y="1374043"/>
            <a:chExt cx="4046732" cy="263263"/>
          </a:xfrm>
        </p:grpSpPr>
        <p:sp>
          <p:nvSpPr>
            <p:cNvPr id="57" name="양쪽 모서리가 둥근 사각형 56">
              <a:extLst>
                <a:ext uri="{FF2B5EF4-FFF2-40B4-BE49-F238E27FC236}">
                  <a16:creationId xmlns:a16="http://schemas.microsoft.com/office/drawing/2014/main" id="{17C9289B-96D4-7DAF-BE3F-8C3268C120F8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58" name="양쪽 모서리가 둥근 사각형 57">
              <a:extLst>
                <a:ext uri="{FF2B5EF4-FFF2-40B4-BE49-F238E27FC236}">
                  <a16:creationId xmlns:a16="http://schemas.microsoft.com/office/drawing/2014/main" id="{05E5416B-7C77-4D85-132D-BF84CC3BD835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60" name="양쪽 모서리가 둥근 사각형 59">
              <a:extLst>
                <a:ext uri="{FF2B5EF4-FFF2-40B4-BE49-F238E27FC236}">
                  <a16:creationId xmlns:a16="http://schemas.microsoft.com/office/drawing/2014/main" id="{E59D2E80-4569-5A1A-9417-272D75D1AD31}"/>
                </a:ext>
              </a:extLst>
            </p:cNvPr>
            <p:cNvSpPr/>
            <p:nvPr/>
          </p:nvSpPr>
          <p:spPr>
            <a:xfrm>
              <a:off x="354020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61" name="양쪽 모서리가 둥근 사각형 60">
              <a:extLst>
                <a:ext uri="{FF2B5EF4-FFF2-40B4-BE49-F238E27FC236}">
                  <a16:creationId xmlns:a16="http://schemas.microsoft.com/office/drawing/2014/main" id="{D5A2004D-046C-433F-E72F-FE728C1830FE}"/>
                </a:ext>
              </a:extLst>
            </p:cNvPr>
            <p:cNvSpPr/>
            <p:nvPr/>
          </p:nvSpPr>
          <p:spPr>
            <a:xfrm>
              <a:off x="454767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49" name="Teardrop 1">
            <a:extLst>
              <a:ext uri="{FF2B5EF4-FFF2-40B4-BE49-F238E27FC236}">
                <a16:creationId xmlns:a16="http://schemas.microsoft.com/office/drawing/2014/main" id="{29B7518C-755C-2BF4-6E99-D0730C00BC73}"/>
              </a:ext>
            </a:extLst>
          </p:cNvPr>
          <p:cNvSpPr/>
          <p:nvPr/>
        </p:nvSpPr>
        <p:spPr>
          <a:xfrm rot="16200000" flipH="1" flipV="1">
            <a:off x="8759043" y="10017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55A9E12-4F70-E111-F136-6147C46B8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006263"/>
              </p:ext>
            </p:extLst>
          </p:nvPr>
        </p:nvGraphicFramePr>
        <p:xfrm>
          <a:off x="1513108" y="1302953"/>
          <a:ext cx="7746196" cy="2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추가 버튼을 클릭하여 예약 상세 정보를 등록 하세요</a:t>
                      </a:r>
                      <a:r>
                        <a:rPr lang="en-US" altLang="ko-KR" sz="7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</a:tbl>
          </a:graphicData>
        </a:graphic>
      </p:graphicFrame>
      <p:grpSp>
        <p:nvGrpSpPr>
          <p:cNvPr id="38" name="Click">
            <a:extLst>
              <a:ext uri="{FF2B5EF4-FFF2-40B4-BE49-F238E27FC236}">
                <a16:creationId xmlns:a16="http://schemas.microsoft.com/office/drawing/2014/main" id="{30FAC58C-7BC8-8E9E-ADFE-88D1DB0AB5C8}"/>
              </a:ext>
            </a:extLst>
          </p:cNvPr>
          <p:cNvGrpSpPr>
            <a:grpSpLocks noChangeAspect="1"/>
          </p:cNvGrpSpPr>
          <p:nvPr/>
        </p:nvGrpSpPr>
        <p:grpSpPr>
          <a:xfrm>
            <a:off x="9071083" y="1094666"/>
            <a:ext cx="362153" cy="516120"/>
            <a:chOff x="5294313" y="2197100"/>
            <a:chExt cx="530225" cy="755651"/>
          </a:xfrm>
        </p:grpSpPr>
        <p:sp>
          <p:nvSpPr>
            <p:cNvPr id="39" name="Arrow Cursor">
              <a:extLst>
                <a:ext uri="{FF2B5EF4-FFF2-40B4-BE49-F238E27FC236}">
                  <a16:creationId xmlns:a16="http://schemas.microsoft.com/office/drawing/2014/main" id="{44A24CAC-8DDA-68BB-B988-EFE6C121CC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0" name="Click">
              <a:extLst>
                <a:ext uri="{FF2B5EF4-FFF2-40B4-BE49-F238E27FC236}">
                  <a16:creationId xmlns:a16="http://schemas.microsoft.com/office/drawing/2014/main" id="{3ACC7864-F84C-ED14-97C7-F1380D6EE1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8" name="꺾인 연결선[E] 7">
            <a:extLst>
              <a:ext uri="{FF2B5EF4-FFF2-40B4-BE49-F238E27FC236}">
                <a16:creationId xmlns:a16="http://schemas.microsoft.com/office/drawing/2014/main" id="{7FC57887-ACB3-5A54-62D4-4AD9B5EC34AD}"/>
              </a:ext>
            </a:extLst>
          </p:cNvPr>
          <p:cNvCxnSpPr>
            <a:stCxn id="12" idx="2"/>
            <a:endCxn id="41" idx="0"/>
          </p:cNvCxnSpPr>
          <p:nvPr/>
        </p:nvCxnSpPr>
        <p:spPr>
          <a:xfrm rot="5400000">
            <a:off x="6845073" y="-207035"/>
            <a:ext cx="767799" cy="36304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ardrop 1">
            <a:extLst>
              <a:ext uri="{FF2B5EF4-FFF2-40B4-BE49-F238E27FC236}">
                <a16:creationId xmlns:a16="http://schemas.microsoft.com/office/drawing/2014/main" id="{927D46EB-233D-FB74-941C-9698515895DD}"/>
              </a:ext>
            </a:extLst>
          </p:cNvPr>
          <p:cNvSpPr/>
          <p:nvPr/>
        </p:nvSpPr>
        <p:spPr>
          <a:xfrm rot="16200000" flipH="1" flipV="1">
            <a:off x="2396931" y="23957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9A9C2825-6CF4-EE3E-D391-BA2B6C7473BE}"/>
              </a:ext>
            </a:extLst>
          </p:cNvPr>
          <p:cNvSpPr/>
          <p:nvPr/>
        </p:nvSpPr>
        <p:spPr>
          <a:xfrm rot="16200000" flipH="1" flipV="1">
            <a:off x="6258343" y="23957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96336B39-A4DF-2A2B-9198-FD12E592D912}"/>
              </a:ext>
            </a:extLst>
          </p:cNvPr>
          <p:cNvSpPr/>
          <p:nvPr/>
        </p:nvSpPr>
        <p:spPr>
          <a:xfrm rot="16200000" flipH="1" flipV="1">
            <a:off x="8643495" y="307880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E6463F-EFFB-1372-FA5D-4E9B4BA9D8AA}"/>
              </a:ext>
            </a:extLst>
          </p:cNvPr>
          <p:cNvSpPr/>
          <p:nvPr/>
        </p:nvSpPr>
        <p:spPr>
          <a:xfrm>
            <a:off x="4007768" y="4449624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3953F70-E910-41B5-476C-8555843040D7}"/>
              </a:ext>
            </a:extLst>
          </p:cNvPr>
          <p:cNvSpPr/>
          <p:nvPr/>
        </p:nvSpPr>
        <p:spPr>
          <a:xfrm>
            <a:off x="4007768" y="464713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0AD891-E655-3E71-F463-CB2BC89AB8CC}"/>
              </a:ext>
            </a:extLst>
          </p:cNvPr>
          <p:cNvSpPr/>
          <p:nvPr/>
        </p:nvSpPr>
        <p:spPr>
          <a:xfrm>
            <a:off x="4007768" y="484464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433103BB-B385-097C-4856-5DB95DC7A89D}"/>
              </a:ext>
            </a:extLst>
          </p:cNvPr>
          <p:cNvSpPr/>
          <p:nvPr/>
        </p:nvSpPr>
        <p:spPr>
          <a:xfrm rot="16200000" flipH="1" flipV="1">
            <a:off x="3878719" y="43402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857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F54F-B166-52D9-CD19-B2916882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D779815-3C2E-D089-F236-C7D4BD83C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FBE87C8-E596-C7D7-6373-5FC89EA42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예치금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D2EECA3-76EB-41E1-932B-ED0FF79602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208E16E-99C5-7B94-2264-752B95EE81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35C780-E6A0-1C0F-D609-E18846057340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821B722-1BCA-82AD-6387-A9F7F76CF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10799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 권한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56FCF74-E5EE-407D-AEDB-C226A8D9CC8F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B2E557-51C4-5EB3-CFE2-434040F6B58A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132" name="표 131">
            <a:extLst>
              <a:ext uri="{FF2B5EF4-FFF2-40B4-BE49-F238E27FC236}">
                <a16:creationId xmlns:a16="http://schemas.microsoft.com/office/drawing/2014/main" id="{801D4FE4-5974-4A2D-8AB0-070BE38F3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08023"/>
              </p:ext>
            </p:extLst>
          </p:nvPr>
        </p:nvGraphicFramePr>
        <p:xfrm>
          <a:off x="1487971" y="1413023"/>
          <a:ext cx="7746196" cy="99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◉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89311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183D0554-4D6D-784F-F260-BEAB8A80C9CF}"/>
              </a:ext>
            </a:extLst>
          </p:cNvPr>
          <p:cNvSpPr txBox="1"/>
          <p:nvPr/>
        </p:nvSpPr>
        <p:spPr>
          <a:xfrm>
            <a:off x="1405715" y="115154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예치금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34" name="Text Box">
            <a:extLst>
              <a:ext uri="{FF2B5EF4-FFF2-40B4-BE49-F238E27FC236}">
                <a16:creationId xmlns:a16="http://schemas.microsoft.com/office/drawing/2014/main" id="{533D26CF-6018-3E93-819A-1403E805F88D}"/>
              </a:ext>
            </a:extLst>
          </p:cNvPr>
          <p:cNvSpPr>
            <a:spLocks/>
          </p:cNvSpPr>
          <p:nvPr/>
        </p:nvSpPr>
        <p:spPr bwMode="auto">
          <a:xfrm>
            <a:off x="2552488" y="1698805"/>
            <a:ext cx="2685238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5" name="Text Box">
            <a:extLst>
              <a:ext uri="{FF2B5EF4-FFF2-40B4-BE49-F238E27FC236}">
                <a16:creationId xmlns:a16="http://schemas.microsoft.com/office/drawing/2014/main" id="{E380029B-CBA8-BEDC-2ABC-639917BAC070}"/>
              </a:ext>
            </a:extLst>
          </p:cNvPr>
          <p:cNvSpPr>
            <a:spLocks/>
          </p:cNvSpPr>
          <p:nvPr/>
        </p:nvSpPr>
        <p:spPr bwMode="auto">
          <a:xfrm>
            <a:off x="2552488" y="1948592"/>
            <a:ext cx="27801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6" name="Text Box">
            <a:extLst>
              <a:ext uri="{FF2B5EF4-FFF2-40B4-BE49-F238E27FC236}">
                <a16:creationId xmlns:a16="http://schemas.microsoft.com/office/drawing/2014/main" id="{A80CDDB5-430C-D76E-23B5-06D6BA112B62}"/>
              </a:ext>
            </a:extLst>
          </p:cNvPr>
          <p:cNvSpPr>
            <a:spLocks/>
          </p:cNvSpPr>
          <p:nvPr/>
        </p:nvSpPr>
        <p:spPr bwMode="auto">
          <a:xfrm>
            <a:off x="2917654" y="1948592"/>
            <a:ext cx="371066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7" name="Text Box">
            <a:extLst>
              <a:ext uri="{FF2B5EF4-FFF2-40B4-BE49-F238E27FC236}">
                <a16:creationId xmlns:a16="http://schemas.microsoft.com/office/drawing/2014/main" id="{8584F673-9CD5-5A23-5E9B-293AEC2E0EDA}"/>
              </a:ext>
            </a:extLst>
          </p:cNvPr>
          <p:cNvSpPr>
            <a:spLocks/>
          </p:cNvSpPr>
          <p:nvPr/>
        </p:nvSpPr>
        <p:spPr bwMode="auto">
          <a:xfrm>
            <a:off x="6566927" y="1698805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8" name="Text Box">
            <a:extLst>
              <a:ext uri="{FF2B5EF4-FFF2-40B4-BE49-F238E27FC236}">
                <a16:creationId xmlns:a16="http://schemas.microsoft.com/office/drawing/2014/main" id="{5B9A1036-E0EB-1930-0F18-4ADA06B9480B}"/>
              </a:ext>
            </a:extLst>
          </p:cNvPr>
          <p:cNvSpPr>
            <a:spLocks/>
          </p:cNvSpPr>
          <p:nvPr/>
        </p:nvSpPr>
        <p:spPr bwMode="auto">
          <a:xfrm>
            <a:off x="3033558" y="2202840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9" name="Text Box">
            <a:extLst>
              <a:ext uri="{FF2B5EF4-FFF2-40B4-BE49-F238E27FC236}">
                <a16:creationId xmlns:a16="http://schemas.microsoft.com/office/drawing/2014/main" id="{B6B7AE08-2A21-E4D0-1293-9062FCAC52BE}"/>
              </a:ext>
            </a:extLst>
          </p:cNvPr>
          <p:cNvSpPr>
            <a:spLocks/>
          </p:cNvSpPr>
          <p:nvPr/>
        </p:nvSpPr>
        <p:spPr bwMode="auto">
          <a:xfrm>
            <a:off x="6566927" y="1948592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0" name="그래픽 139" descr="눈 단색으로 채워진">
            <a:extLst>
              <a:ext uri="{FF2B5EF4-FFF2-40B4-BE49-F238E27FC236}">
                <a16:creationId xmlns:a16="http://schemas.microsoft.com/office/drawing/2014/main" id="{50D30895-A90C-F1AA-1F71-25700AD48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2944" y="1680993"/>
            <a:ext cx="199000" cy="199000"/>
          </a:xfrm>
          <a:prstGeom prst="rect">
            <a:avLst/>
          </a:prstGeom>
        </p:spPr>
      </p:pic>
      <p:pic>
        <p:nvPicPr>
          <p:cNvPr id="141" name="그래픽 140" descr="눈 단색으로 채워진">
            <a:extLst>
              <a:ext uri="{FF2B5EF4-FFF2-40B4-BE49-F238E27FC236}">
                <a16:creationId xmlns:a16="http://schemas.microsoft.com/office/drawing/2014/main" id="{07260A21-23B6-9288-651C-2B0683D71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680993"/>
            <a:ext cx="199000" cy="199000"/>
          </a:xfrm>
          <a:prstGeom prst="rect">
            <a:avLst/>
          </a:prstGeom>
        </p:spPr>
      </p:pic>
      <p:pic>
        <p:nvPicPr>
          <p:cNvPr id="142" name="그래픽 141" descr="눈 단색으로 채워진">
            <a:extLst>
              <a:ext uri="{FF2B5EF4-FFF2-40B4-BE49-F238E27FC236}">
                <a16:creationId xmlns:a16="http://schemas.microsoft.com/office/drawing/2014/main" id="{6114235B-35ED-99DC-E62D-DEBBB98FD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935350"/>
            <a:ext cx="199000" cy="199000"/>
          </a:xfrm>
          <a:prstGeom prst="rect">
            <a:avLst/>
          </a:prstGeom>
        </p:spPr>
      </p:pic>
      <p:sp>
        <p:nvSpPr>
          <p:cNvPr id="143" name="Text Box">
            <a:extLst>
              <a:ext uri="{FF2B5EF4-FFF2-40B4-BE49-F238E27FC236}">
                <a16:creationId xmlns:a16="http://schemas.microsoft.com/office/drawing/2014/main" id="{55AB4EC7-BA3E-C919-CDCA-EC85D02E6836}"/>
              </a:ext>
            </a:extLst>
          </p:cNvPr>
          <p:cNvSpPr>
            <a:spLocks/>
          </p:cNvSpPr>
          <p:nvPr/>
        </p:nvSpPr>
        <p:spPr bwMode="auto">
          <a:xfrm>
            <a:off x="6566927" y="1458202"/>
            <a:ext cx="1016104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B18CA39-AA6F-798C-5892-C4485DD0309C}"/>
              </a:ext>
            </a:extLst>
          </p:cNvPr>
          <p:cNvGrpSpPr/>
          <p:nvPr/>
        </p:nvGrpSpPr>
        <p:grpSpPr>
          <a:xfrm>
            <a:off x="2552488" y="2198379"/>
            <a:ext cx="446018" cy="163376"/>
            <a:chOff x="1290369" y="2868764"/>
            <a:chExt cx="446018" cy="163376"/>
          </a:xfrm>
        </p:grpSpPr>
        <p:sp>
          <p:nvSpPr>
            <p:cNvPr id="145" name="Text Box">
              <a:extLst>
                <a:ext uri="{FF2B5EF4-FFF2-40B4-BE49-F238E27FC236}">
                  <a16:creationId xmlns:a16="http://schemas.microsoft.com/office/drawing/2014/main" id="{73451702-F4E7-7874-CEAF-7818A1AC4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6" name="Chevron Left">
              <a:extLst>
                <a:ext uri="{FF2B5EF4-FFF2-40B4-BE49-F238E27FC236}">
                  <a16:creationId xmlns:a16="http://schemas.microsoft.com/office/drawing/2014/main" id="{146D539E-E9E1-1374-7106-9EFF3ECEF65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EB527D72-6BA1-ECE7-C667-DC02F63E7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307379"/>
              </p:ext>
            </p:extLst>
          </p:nvPr>
        </p:nvGraphicFramePr>
        <p:xfrm>
          <a:off x="1487971" y="2893548"/>
          <a:ext cx="7746196" cy="24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◉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 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49" name="Text Box">
            <a:extLst>
              <a:ext uri="{FF2B5EF4-FFF2-40B4-BE49-F238E27FC236}">
                <a16:creationId xmlns:a16="http://schemas.microsoft.com/office/drawing/2014/main" id="{EE7C3D28-051A-43AE-858E-57ECCF440CF1}"/>
              </a:ext>
            </a:extLst>
          </p:cNvPr>
          <p:cNvSpPr>
            <a:spLocks/>
          </p:cNvSpPr>
          <p:nvPr/>
        </p:nvSpPr>
        <p:spPr bwMode="auto">
          <a:xfrm>
            <a:off x="7049837" y="294016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61BCE9C8-EF85-BD06-A847-1A64E07B23D6}"/>
              </a:ext>
            </a:extLst>
          </p:cNvPr>
          <p:cNvGrpSpPr/>
          <p:nvPr/>
        </p:nvGrpSpPr>
        <p:grpSpPr>
          <a:xfrm>
            <a:off x="6568767" y="2935702"/>
            <a:ext cx="446018" cy="493298"/>
            <a:chOff x="1290369" y="2868764"/>
            <a:chExt cx="446018" cy="493298"/>
          </a:xfrm>
        </p:grpSpPr>
        <p:sp>
          <p:nvSpPr>
            <p:cNvPr id="151" name="Text Box">
              <a:extLst>
                <a:ext uri="{FF2B5EF4-FFF2-40B4-BE49-F238E27FC236}">
                  <a16:creationId xmlns:a16="http://schemas.microsoft.com/office/drawing/2014/main" id="{7A617CAB-36E6-203F-F16A-B5AB4EBBA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USD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2" name="Chevron Left">
              <a:extLst>
                <a:ext uri="{FF2B5EF4-FFF2-40B4-BE49-F238E27FC236}">
                  <a16:creationId xmlns:a16="http://schemas.microsoft.com/office/drawing/2014/main" id="{36BE7E7D-03B6-429F-3639-758B1D5AA1D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9" name="Cutout">
            <a:extLst>
              <a:ext uri="{FF2B5EF4-FFF2-40B4-BE49-F238E27FC236}">
                <a16:creationId xmlns:a16="http://schemas.microsoft.com/office/drawing/2014/main" id="{6052DB55-FBC8-93A2-7E3D-A4A15DE7816D}"/>
              </a:ext>
            </a:extLst>
          </p:cNvPr>
          <p:cNvGrpSpPr/>
          <p:nvPr/>
        </p:nvGrpSpPr>
        <p:grpSpPr>
          <a:xfrm rot="16200000">
            <a:off x="5285313" y="-130289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90" name="Fill">
              <a:extLst>
                <a:ext uri="{FF2B5EF4-FFF2-40B4-BE49-F238E27FC236}">
                  <a16:creationId xmlns:a16="http://schemas.microsoft.com/office/drawing/2014/main" id="{D958331E-FA17-BAB1-2DDD-41E60994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1" name="Border">
              <a:extLst>
                <a:ext uri="{FF2B5EF4-FFF2-40B4-BE49-F238E27FC236}">
                  <a16:creationId xmlns:a16="http://schemas.microsoft.com/office/drawing/2014/main" id="{92D4CCCE-99EB-270B-548F-4E72633A04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A7619CAA-CF40-A6AC-06AD-E35EDB5E6FB5}"/>
              </a:ext>
            </a:extLst>
          </p:cNvPr>
          <p:cNvSpPr txBox="1"/>
          <p:nvPr/>
        </p:nvSpPr>
        <p:spPr>
          <a:xfrm>
            <a:off x="4359120" y="2559576"/>
            <a:ext cx="17572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예치금 현금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E5ECA7C-7315-FD89-1F17-7EA9882BEB75}"/>
              </a:ext>
            </a:extLst>
          </p:cNvPr>
          <p:cNvGrpSpPr/>
          <p:nvPr/>
        </p:nvGrpSpPr>
        <p:grpSpPr>
          <a:xfrm rot="10800000">
            <a:off x="1289409" y="1061085"/>
            <a:ext cx="360000" cy="372571"/>
            <a:chOff x="3180625" y="5062589"/>
            <a:chExt cx="360000" cy="372571"/>
          </a:xfrm>
        </p:grpSpPr>
        <p:cxnSp>
          <p:nvCxnSpPr>
            <p:cNvPr id="27" name="직선 연결선 206">
              <a:extLst>
                <a:ext uri="{FF2B5EF4-FFF2-40B4-BE49-F238E27FC236}">
                  <a16:creationId xmlns:a16="http://schemas.microsoft.com/office/drawing/2014/main" id="{176CB0CB-DB22-B07E-83F8-40C78C81A72D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D15BA283-213A-4CFC-1364-CA7C5FE4595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6853E2D-A05C-122D-F2F9-FA2C52949998}"/>
              </a:ext>
            </a:extLst>
          </p:cNvPr>
          <p:cNvGrpSpPr/>
          <p:nvPr/>
        </p:nvGrpSpPr>
        <p:grpSpPr>
          <a:xfrm>
            <a:off x="1491675" y="724347"/>
            <a:ext cx="4044488" cy="263263"/>
            <a:chOff x="1512625" y="1374043"/>
            <a:chExt cx="4044488" cy="263263"/>
          </a:xfrm>
        </p:grpSpPr>
        <p:sp>
          <p:nvSpPr>
            <p:cNvPr id="35" name="양쪽 모서리가 둥근 사각형 34">
              <a:extLst>
                <a:ext uri="{FF2B5EF4-FFF2-40B4-BE49-F238E27FC236}">
                  <a16:creationId xmlns:a16="http://schemas.microsoft.com/office/drawing/2014/main" id="{D8A26A2D-E03E-8085-1922-E7CAD6C282AA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36" name="양쪽 모서리가 둥근 사각형 35">
              <a:extLst>
                <a:ext uri="{FF2B5EF4-FFF2-40B4-BE49-F238E27FC236}">
                  <a16:creationId xmlns:a16="http://schemas.microsoft.com/office/drawing/2014/main" id="{2BF1DF66-DE60-612F-8FC8-9583746C85A8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6EE4DB4E-D169-8078-42C4-5A264749B4EE}"/>
                </a:ext>
              </a:extLst>
            </p:cNvPr>
            <p:cNvSpPr/>
            <p:nvPr/>
          </p:nvSpPr>
          <p:spPr>
            <a:xfrm>
              <a:off x="3533375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9" name="양쪽 모서리가 둥근 사각형 38">
              <a:extLst>
                <a:ext uri="{FF2B5EF4-FFF2-40B4-BE49-F238E27FC236}">
                  <a16:creationId xmlns:a16="http://schemas.microsoft.com/office/drawing/2014/main" id="{2ABD21BE-7B66-0829-3F58-7F456047B587}"/>
                </a:ext>
              </a:extLst>
            </p:cNvPr>
            <p:cNvSpPr/>
            <p:nvPr/>
          </p:nvSpPr>
          <p:spPr>
            <a:xfrm>
              <a:off x="454543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871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6A6EA-B00F-018B-16B6-39D1B4A1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0884ACC-8695-BE0B-17B8-6ABCB527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CD79FA2-9C0A-D79C-D888-1A28F1F2C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기타정보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EB6C512-C23D-C141-5511-353C0F58D9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DD5D46E-6B31-07A9-7239-48EF4789DB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ECBE3A-E26C-92CF-676D-E6E420F121E2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C3D1CCF-5E16-BB99-A01F-0BB83DA12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09126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 권한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정상 등록 후 리스트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1EB4469-6A51-B270-1EC6-BF18837F863D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3C5958-386E-1BC7-2BB9-6BA034897EC8}"/>
              </a:ext>
            </a:extLst>
          </p:cNvPr>
          <p:cNvSpPr txBox="1"/>
          <p:nvPr/>
        </p:nvSpPr>
        <p:spPr>
          <a:xfrm>
            <a:off x="1427884" y="106950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고객 요청사항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E33D3AC-4864-32F0-19AE-69631F0C2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27548"/>
              </p:ext>
            </p:extLst>
          </p:nvPr>
        </p:nvGraphicFramePr>
        <p:xfrm>
          <a:off x="1513108" y="1332832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48B14E0-FA2D-1897-1396-221C7CCF1C16}"/>
              </a:ext>
            </a:extLst>
          </p:cNvPr>
          <p:cNvSpPr txBox="1"/>
          <p:nvPr/>
        </p:nvSpPr>
        <p:spPr>
          <a:xfrm>
            <a:off x="1427884" y="188479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관리자 메모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BF2AAF8-CCE5-9DAD-D605-57528BBC5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51402"/>
              </p:ext>
            </p:extLst>
          </p:nvPr>
        </p:nvGraphicFramePr>
        <p:xfrm>
          <a:off x="1513108" y="2654055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내역이 없습니다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C5E11E72-94CD-65CE-BBF0-87979ADBECD0}"/>
              </a:ext>
            </a:extLst>
          </p:cNvPr>
          <p:cNvGrpSpPr/>
          <p:nvPr/>
        </p:nvGrpSpPr>
        <p:grpSpPr>
          <a:xfrm>
            <a:off x="1513108" y="2146665"/>
            <a:ext cx="7723583" cy="438118"/>
            <a:chOff x="1513108" y="1982770"/>
            <a:chExt cx="7723583" cy="43811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B59F01F-EF0F-C627-B5E6-773BFCD091CB}"/>
                </a:ext>
              </a:extLst>
            </p:cNvPr>
            <p:cNvSpPr/>
            <p:nvPr/>
          </p:nvSpPr>
          <p:spPr>
            <a:xfrm>
              <a:off x="1513108" y="1988840"/>
              <a:ext cx="7247188" cy="432048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게시글을 등록하세요</a:t>
              </a:r>
              <a:r>
                <a:rPr kumimoji="1"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.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13A3CDC-A301-F415-1C84-577E2579925E}"/>
                </a:ext>
              </a:extLst>
            </p:cNvPr>
            <p:cNvSpPr/>
            <p:nvPr/>
          </p:nvSpPr>
          <p:spPr>
            <a:xfrm>
              <a:off x="8806439" y="1982770"/>
              <a:ext cx="430252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spc="-9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저장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6C1008D-FCF9-A018-AF13-F45C03BC49D6}"/>
                </a:ext>
              </a:extLst>
            </p:cNvPr>
            <p:cNvGrpSpPr/>
            <p:nvPr/>
          </p:nvGrpSpPr>
          <p:grpSpPr>
            <a:xfrm>
              <a:off x="8635145" y="2015606"/>
              <a:ext cx="86270" cy="383158"/>
              <a:chOff x="8635145" y="2015606"/>
              <a:chExt cx="86270" cy="38315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D5208474-AEF4-6959-4B74-150F9024FE9C}"/>
                  </a:ext>
                </a:extLst>
              </p:cNvPr>
              <p:cNvSpPr/>
              <p:nvPr/>
            </p:nvSpPr>
            <p:spPr>
              <a:xfrm>
                <a:off x="8635145" y="2015606"/>
                <a:ext cx="86270" cy="383158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EA52B7C9-94C3-2FB7-E5CF-ACA9FF959834}"/>
                  </a:ext>
                </a:extLst>
              </p:cNvPr>
              <p:cNvSpPr/>
              <p:nvPr/>
            </p:nvSpPr>
            <p:spPr>
              <a:xfrm>
                <a:off x="8651497" y="2025525"/>
                <a:ext cx="57842" cy="21628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3574469-54BE-EFDC-DFEC-F8F1DC979839}"/>
              </a:ext>
            </a:extLst>
          </p:cNvPr>
          <p:cNvSpPr/>
          <p:nvPr/>
        </p:nvSpPr>
        <p:spPr>
          <a:xfrm>
            <a:off x="4921576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3C534B4-CF03-CA97-4A3D-C85A18C23E91}"/>
              </a:ext>
            </a:extLst>
          </p:cNvPr>
          <p:cNvGrpSpPr/>
          <p:nvPr/>
        </p:nvGrpSpPr>
        <p:grpSpPr>
          <a:xfrm rot="10800000">
            <a:off x="1289409" y="978074"/>
            <a:ext cx="360000" cy="372571"/>
            <a:chOff x="3180625" y="5062589"/>
            <a:chExt cx="360000" cy="372571"/>
          </a:xfrm>
        </p:grpSpPr>
        <p:cxnSp>
          <p:nvCxnSpPr>
            <p:cNvPr id="22" name="직선 연결선 206">
              <a:extLst>
                <a:ext uri="{FF2B5EF4-FFF2-40B4-BE49-F238E27FC236}">
                  <a16:creationId xmlns:a16="http://schemas.microsoft.com/office/drawing/2014/main" id="{838C10A7-4C1B-6BE3-E657-52AB51FAB79F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4B7D5AC4-18C8-33B6-9D70-51A5670BCD93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45C507C-1EE6-78DC-F27E-8C82C6C70BA8}"/>
              </a:ext>
            </a:extLst>
          </p:cNvPr>
          <p:cNvGrpSpPr/>
          <p:nvPr/>
        </p:nvGrpSpPr>
        <p:grpSpPr>
          <a:xfrm>
            <a:off x="1491675" y="724347"/>
            <a:ext cx="4046732" cy="263263"/>
            <a:chOff x="1512625" y="1374043"/>
            <a:chExt cx="4046732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69133A79-5296-D5BD-792D-3CF0FDF644E7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BB97D866-0F41-AA4E-594C-1F396A60902E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11F23077-2258-227D-2D03-7803AD0C91AE}"/>
                </a:ext>
              </a:extLst>
            </p:cNvPr>
            <p:cNvSpPr/>
            <p:nvPr/>
          </p:nvSpPr>
          <p:spPr>
            <a:xfrm>
              <a:off x="354020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2" name="양쪽 모서리가 둥근 사각형 31">
              <a:extLst>
                <a:ext uri="{FF2B5EF4-FFF2-40B4-BE49-F238E27FC236}">
                  <a16:creationId xmlns:a16="http://schemas.microsoft.com/office/drawing/2014/main" id="{B37B40F9-B818-0962-A2C2-3AF59D4383FA}"/>
                </a:ext>
              </a:extLst>
            </p:cNvPr>
            <p:cNvSpPr/>
            <p:nvPr/>
          </p:nvSpPr>
          <p:spPr>
            <a:xfrm>
              <a:off x="4547674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2AED36-6EFD-62D5-BBBB-456AA7184F8D}"/>
              </a:ext>
            </a:extLst>
          </p:cNvPr>
          <p:cNvSpPr/>
          <p:nvPr/>
        </p:nvSpPr>
        <p:spPr>
          <a:xfrm>
            <a:off x="5404580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5" name="Teardrop 1">
            <a:extLst>
              <a:ext uri="{FF2B5EF4-FFF2-40B4-BE49-F238E27FC236}">
                <a16:creationId xmlns:a16="http://schemas.microsoft.com/office/drawing/2014/main" id="{4DBC8993-CB7F-778B-230A-7BB075AD768F}"/>
              </a:ext>
            </a:extLst>
          </p:cNvPr>
          <p:cNvSpPr/>
          <p:nvPr/>
        </p:nvSpPr>
        <p:spPr>
          <a:xfrm rot="16200000" flipH="1" flipV="1">
            <a:off x="5314421" y="63563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1150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D298-A492-C2B6-CDD6-582A9C3BE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FAEDA05-DD9E-4AE8-3D0C-253D63F6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코드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3F4ED63-8888-9A11-28B9-BE4180215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2F65630-9C37-FAA9-9E82-BA62B65B38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57A08CA-87DC-B896-E884-EB7A4826B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4EC6DB-E1E3-F82C-AD7F-F2689425663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7F7466-0CBB-65C2-3173-00B6BE0317A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9C7510-9022-3F9E-D851-431CCD6FCA3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C4D519D-C5A0-8E98-EC04-3F4CDFF73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86497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698B52A0-D277-BA9F-1352-FEA967DF9B8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847529" y="1000417"/>
            <a:ext cx="6847625" cy="4588823"/>
            <a:chOff x="1446352" y="1261242"/>
            <a:chExt cx="5817798" cy="3098881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CC1D68A-C50F-7A03-58C9-16857D54C85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446352" y="1496299"/>
              <a:ext cx="5817793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D4D997E-F8DE-F9D8-786D-B46F9820E1D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446352" y="1261242"/>
              <a:ext cx="581779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레이트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2CDAF18-E70C-8A2F-A1F6-E31EB2341D8C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9B2EAD2-8192-A9BB-DDCE-D9F4E1C99D31}"/>
              </a:ext>
            </a:extLst>
          </p:cNvPr>
          <p:cNvSpPr txBox="1"/>
          <p:nvPr/>
        </p:nvSpPr>
        <p:spPr>
          <a:xfrm>
            <a:off x="1919536" y="1395485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레이트 코드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5463CE1-BBCE-6156-E7B3-0923965C2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314960"/>
              </p:ext>
            </p:extLst>
          </p:nvPr>
        </p:nvGraphicFramePr>
        <p:xfrm>
          <a:off x="1991545" y="1659393"/>
          <a:ext cx="6480719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9102382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327249654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17" name="Text Box">
            <a:extLst>
              <a:ext uri="{FF2B5EF4-FFF2-40B4-BE49-F238E27FC236}">
                <a16:creationId xmlns:a16="http://schemas.microsoft.com/office/drawing/2014/main" id="{763273D3-D390-8109-23D1-A14B4442C580}"/>
              </a:ext>
            </a:extLst>
          </p:cNvPr>
          <p:cNvSpPr>
            <a:spLocks/>
          </p:cNvSpPr>
          <p:nvPr/>
        </p:nvSpPr>
        <p:spPr bwMode="auto">
          <a:xfrm>
            <a:off x="3106251" y="2193911"/>
            <a:ext cx="184449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2F8662B-C52F-025E-F3EA-3C0D58461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041480"/>
              </p:ext>
            </p:extLst>
          </p:nvPr>
        </p:nvGraphicFramePr>
        <p:xfrm>
          <a:off x="1991426" y="2771836"/>
          <a:ext cx="6475407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187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2753607981"/>
                    </a:ext>
                  </a:extLst>
                </a:gridCol>
                <a:gridCol w="79722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625263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~ </a:t>
                      </a: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BF8D20-F9BB-6EA7-5CFE-7686C575DDE4}"/>
              </a:ext>
            </a:extLst>
          </p:cNvPr>
          <p:cNvSpPr/>
          <p:nvPr/>
        </p:nvSpPr>
        <p:spPr>
          <a:xfrm>
            <a:off x="481885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2590DF-08E3-CF3F-03FE-8B52BA8D9416}"/>
              </a:ext>
            </a:extLst>
          </p:cNvPr>
          <p:cNvSpPr/>
          <p:nvPr/>
        </p:nvSpPr>
        <p:spPr>
          <a:xfrm>
            <a:off x="530819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608F370-91D1-21BE-2C94-755A1E95758C}"/>
              </a:ext>
            </a:extLst>
          </p:cNvPr>
          <p:cNvGrpSpPr/>
          <p:nvPr/>
        </p:nvGrpSpPr>
        <p:grpSpPr>
          <a:xfrm>
            <a:off x="8480291" y="2764681"/>
            <a:ext cx="90244" cy="2190572"/>
            <a:chOff x="8879645" y="4358558"/>
            <a:chExt cx="96675" cy="1950762"/>
          </a:xfrm>
        </p:grpSpPr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F13185F4-E551-3D95-4C81-0369FFB19410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모서리가 둥근 직사각형 170">
              <a:extLst>
                <a:ext uri="{FF2B5EF4-FFF2-40B4-BE49-F238E27FC236}">
                  <a16:creationId xmlns:a16="http://schemas.microsoft.com/office/drawing/2014/main" id="{32B6C36D-36D8-6F01-42FC-B0BABEACA5C2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8" name="Teardrop 1">
            <a:extLst>
              <a:ext uri="{FF2B5EF4-FFF2-40B4-BE49-F238E27FC236}">
                <a16:creationId xmlns:a16="http://schemas.microsoft.com/office/drawing/2014/main" id="{C517EEFA-85C4-9096-8441-1B90FD8D2577}"/>
              </a:ext>
            </a:extLst>
          </p:cNvPr>
          <p:cNvSpPr/>
          <p:nvPr/>
        </p:nvSpPr>
        <p:spPr>
          <a:xfrm rot="16200000" flipH="1" flipV="1">
            <a:off x="5217908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4CD9C5-4E77-A786-F0E0-85019A17BEE4}"/>
              </a:ext>
            </a:extLst>
          </p:cNvPr>
          <p:cNvSpPr/>
          <p:nvPr/>
        </p:nvSpPr>
        <p:spPr>
          <a:xfrm>
            <a:off x="762506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25F0C15-4DBD-8BC9-F749-85BCC8EB3BCB}"/>
              </a:ext>
            </a:extLst>
          </p:cNvPr>
          <p:cNvSpPr/>
          <p:nvPr/>
        </p:nvSpPr>
        <p:spPr>
          <a:xfrm>
            <a:off x="8051396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32" name="Pagination">
            <a:extLst>
              <a:ext uri="{FF2B5EF4-FFF2-40B4-BE49-F238E27FC236}">
                <a16:creationId xmlns:a16="http://schemas.microsoft.com/office/drawing/2014/main" id="{5CD1CE83-2143-E0CC-FBE8-40F34D646115}"/>
              </a:ext>
            </a:extLst>
          </p:cNvPr>
          <p:cNvSpPr txBox="1"/>
          <p:nvPr/>
        </p:nvSpPr>
        <p:spPr>
          <a:xfrm>
            <a:off x="4622137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D2C12C4-E4FD-26BF-8058-6548B8A7BA7A}"/>
              </a:ext>
            </a:extLst>
          </p:cNvPr>
          <p:cNvGrpSpPr/>
          <p:nvPr/>
        </p:nvGrpSpPr>
        <p:grpSpPr>
          <a:xfrm>
            <a:off x="1987054" y="2489577"/>
            <a:ext cx="1777609" cy="200055"/>
            <a:chOff x="1446413" y="1981347"/>
            <a:chExt cx="1777609" cy="2000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2C0643-D64D-FDD9-7E52-5224671ED9F6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6FF2259-9B50-FFB9-A65B-246668F364B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36" name="Text Box">
                <a:extLst>
                  <a:ext uri="{FF2B5EF4-FFF2-40B4-BE49-F238E27FC236}">
                    <a16:creationId xmlns:a16="http://schemas.microsoft.com/office/drawing/2014/main" id="{F9DB8B6F-3B9F-54D9-603B-F739F6912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7" name="Chevron Left">
                <a:extLst>
                  <a:ext uri="{FF2B5EF4-FFF2-40B4-BE49-F238E27FC236}">
                    <a16:creationId xmlns:a16="http://schemas.microsoft.com/office/drawing/2014/main" id="{E6B1AA77-390B-2726-A58F-C4FC2E8479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38" name="Click">
            <a:extLst>
              <a:ext uri="{FF2B5EF4-FFF2-40B4-BE49-F238E27FC236}">
                <a16:creationId xmlns:a16="http://schemas.microsoft.com/office/drawing/2014/main" id="{D0613FA4-F039-0641-69CB-149766E8BE8D}"/>
              </a:ext>
            </a:extLst>
          </p:cNvPr>
          <p:cNvGrpSpPr>
            <a:grpSpLocks noChangeAspect="1"/>
          </p:cNvGrpSpPr>
          <p:nvPr/>
        </p:nvGrpSpPr>
        <p:grpSpPr>
          <a:xfrm>
            <a:off x="8159765" y="3784586"/>
            <a:ext cx="299298" cy="426545"/>
            <a:chOff x="5294313" y="2197100"/>
            <a:chExt cx="530225" cy="755651"/>
          </a:xfrm>
        </p:grpSpPr>
        <p:sp>
          <p:nvSpPr>
            <p:cNvPr id="39" name="Arrow Cursor">
              <a:extLst>
                <a:ext uri="{FF2B5EF4-FFF2-40B4-BE49-F238E27FC236}">
                  <a16:creationId xmlns:a16="http://schemas.microsoft.com/office/drawing/2014/main" id="{6BD3F72F-0DA1-358A-611E-68A5BA58DD7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0" name="Click">
              <a:extLst>
                <a:ext uri="{FF2B5EF4-FFF2-40B4-BE49-F238E27FC236}">
                  <a16:creationId xmlns:a16="http://schemas.microsoft.com/office/drawing/2014/main" id="{FBC01D96-8B6D-BD16-B88E-9F684F19F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1" name="Teardrop 1">
            <a:extLst>
              <a:ext uri="{FF2B5EF4-FFF2-40B4-BE49-F238E27FC236}">
                <a16:creationId xmlns:a16="http://schemas.microsoft.com/office/drawing/2014/main" id="{162E6160-2724-D1F9-8593-E1EEF26E5E53}"/>
              </a:ext>
            </a:extLst>
          </p:cNvPr>
          <p:cNvSpPr/>
          <p:nvPr/>
        </p:nvSpPr>
        <p:spPr>
          <a:xfrm rot="16200000" flipH="1" flipV="1">
            <a:off x="7878285" y="36790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9C7DB8B-F643-E317-0BCC-7FE18560ACA7}"/>
              </a:ext>
            </a:extLst>
          </p:cNvPr>
          <p:cNvGrpSpPr/>
          <p:nvPr/>
        </p:nvGrpSpPr>
        <p:grpSpPr>
          <a:xfrm>
            <a:off x="8099081" y="3013561"/>
            <a:ext cx="120020" cy="1882018"/>
            <a:chOff x="8006676" y="2589288"/>
            <a:chExt cx="120020" cy="1882018"/>
          </a:xfrm>
        </p:grpSpPr>
        <p:grpSp>
          <p:nvGrpSpPr>
            <p:cNvPr id="4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868A3864-F4D3-0FD3-84E9-9E571CA1FF11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53" name="Circle">
                <a:extLst>
                  <a:ext uri="{FF2B5EF4-FFF2-40B4-BE49-F238E27FC236}">
                    <a16:creationId xmlns:a16="http://schemas.microsoft.com/office/drawing/2014/main" id="{D3EC41BB-E1A5-450A-792C-DDA685DE73C0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Check">
                <a:extLst>
                  <a:ext uri="{FF2B5EF4-FFF2-40B4-BE49-F238E27FC236}">
                    <a16:creationId xmlns:a16="http://schemas.microsoft.com/office/drawing/2014/main" id="{6596A07C-E8B4-164F-2DB7-AFE3FAD42230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AD0092A8-BD48-5FA1-8D3D-3BE6B1FEB5F1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ircle">
              <a:extLst>
                <a:ext uri="{FF2B5EF4-FFF2-40B4-BE49-F238E27FC236}">
                  <a16:creationId xmlns:a16="http://schemas.microsoft.com/office/drawing/2014/main" id="{99DB150E-561C-4DD1-C1A3-F6CA04F81226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EECF8D4E-804B-E79E-6F96-60106F5E4249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Circle">
              <a:extLst>
                <a:ext uri="{FF2B5EF4-FFF2-40B4-BE49-F238E27FC236}">
                  <a16:creationId xmlns:a16="http://schemas.microsoft.com/office/drawing/2014/main" id="{C957D347-CA98-91BE-E734-F1FE05DE5602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Circle">
              <a:extLst>
                <a:ext uri="{FF2B5EF4-FFF2-40B4-BE49-F238E27FC236}">
                  <a16:creationId xmlns:a16="http://schemas.microsoft.com/office/drawing/2014/main" id="{252E8CAD-B428-533C-4C67-CC0637DC6A7C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Circle">
              <a:extLst>
                <a:ext uri="{FF2B5EF4-FFF2-40B4-BE49-F238E27FC236}">
                  <a16:creationId xmlns:a16="http://schemas.microsoft.com/office/drawing/2014/main" id="{51402464-9052-3712-81DB-F8462C0CE9EF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Circle">
              <a:extLst>
                <a:ext uri="{FF2B5EF4-FFF2-40B4-BE49-F238E27FC236}">
                  <a16:creationId xmlns:a16="http://schemas.microsoft.com/office/drawing/2014/main" id="{385F7859-AFF5-AF3E-2EF3-C9BDD799FE2E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Circle">
              <a:extLst>
                <a:ext uri="{FF2B5EF4-FFF2-40B4-BE49-F238E27FC236}">
                  <a16:creationId xmlns:a16="http://schemas.microsoft.com/office/drawing/2014/main" id="{8D2614F8-DD38-1A3B-A3EC-A096D5B72C25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Circle">
              <a:extLst>
                <a:ext uri="{FF2B5EF4-FFF2-40B4-BE49-F238E27FC236}">
                  <a16:creationId xmlns:a16="http://schemas.microsoft.com/office/drawing/2014/main" id="{30F0FC1A-8601-1ACE-E95B-DED6FBEA56A6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8F15820-7BC8-03D6-8A93-C3531239A650}"/>
              </a:ext>
            </a:extLst>
          </p:cNvPr>
          <p:cNvGrpSpPr/>
          <p:nvPr/>
        </p:nvGrpSpPr>
        <p:grpSpPr>
          <a:xfrm>
            <a:off x="3106251" y="1910742"/>
            <a:ext cx="2593082" cy="242067"/>
            <a:chOff x="2279979" y="1223052"/>
            <a:chExt cx="2593082" cy="242067"/>
          </a:xfrm>
        </p:grpSpPr>
        <p:sp>
          <p:nvSpPr>
            <p:cNvPr id="56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7CBA55C-224D-5A50-4804-4DA2E26597FC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48F551-F33E-84BE-B94E-94C7F32E9E1E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128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B6F4062-6835-6380-0CEB-53EA3BAB1DAF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139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D281010-B334-B6DB-419B-5CDBB8DAF0EA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14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B2C95E0-EC03-026B-E7D0-0E1A26E5CAA1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5B9C7-B942-19E3-B26B-AFACD9F1BF50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61581C-8D8E-A7F3-3D1D-01E3652144CD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2070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AC49F-4BFF-38B6-6FEE-6F82590B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118641D-426F-360D-07FB-B08B7C11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 코드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E507763-A028-BD01-9851-732B99438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37897CB-913F-2B7D-C4C5-E6E31FC8F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BFB89B5-7D59-7FAE-E6E4-50FB3C5191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756F80-9DC7-2D84-08C0-827757068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536939-D2C4-31DE-A6AA-E0F8144A497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9BC7A7-98B4-1040-2441-5F1FCD742B9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89713A1-A906-1D34-58D7-0EADC5A3A936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F495952-FB74-FC19-85A7-D94166175935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CA9077-4EBB-5759-8691-3823BEC3BC28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5A00BCD6-1F70-8A39-0D23-DC236AB1A20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1121242"/>
            <a:ext cx="4104451" cy="4034304"/>
            <a:chOff x="3776975" y="1261242"/>
            <a:chExt cx="3487175" cy="2724408"/>
          </a:xfrm>
        </p:grpSpPr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6E1F42A-BCEF-4444-40DF-5B431526A4C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48935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6A39AD6-3EF0-F24A-89C0-27DED8FCA61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D992140-4B87-C9B7-DC0C-65104614BFC5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911B146-4E89-0B9A-B487-071A16AF4C52}"/>
              </a:ext>
            </a:extLst>
          </p:cNvPr>
          <p:cNvSpPr txBox="1"/>
          <p:nvPr/>
        </p:nvSpPr>
        <p:spPr>
          <a:xfrm>
            <a:off x="2020190" y="1484784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마켓코드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94BAA0FE-6BB5-2971-8861-342F3B4D8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559579"/>
              </p:ext>
            </p:extLst>
          </p:nvPr>
        </p:nvGraphicFramePr>
        <p:xfrm>
          <a:off x="2117038" y="1702455"/>
          <a:ext cx="3935599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2881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7B0785CE-5A59-4CE3-7BB0-FA0DD1B9F760}"/>
              </a:ext>
            </a:extLst>
          </p:cNvPr>
          <p:cNvSpPr>
            <a:spLocks/>
          </p:cNvSpPr>
          <p:nvPr/>
        </p:nvSpPr>
        <p:spPr bwMode="auto">
          <a:xfrm>
            <a:off x="3071741" y="1730174"/>
            <a:ext cx="293822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 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E1698643-5F83-FE12-D3F0-FEDED6452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818976"/>
              </p:ext>
            </p:extLst>
          </p:nvPr>
        </p:nvGraphicFramePr>
        <p:xfrm>
          <a:off x="2120716" y="2247218"/>
          <a:ext cx="3884105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50608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15657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190B4E74-AA1D-6ED5-8370-D7445B27EF35}"/>
              </a:ext>
            </a:extLst>
          </p:cNvPr>
          <p:cNvSpPr/>
          <p:nvPr/>
        </p:nvSpPr>
        <p:spPr>
          <a:xfrm>
            <a:off x="3662439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456905A-2EA3-73F6-B814-3033AB272F41}"/>
              </a:ext>
            </a:extLst>
          </p:cNvPr>
          <p:cNvSpPr/>
          <p:nvPr/>
        </p:nvSpPr>
        <p:spPr>
          <a:xfrm>
            <a:off x="4151784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277C39A-38A8-1740-6AE2-2276726E20F2}"/>
              </a:ext>
            </a:extLst>
          </p:cNvPr>
          <p:cNvGrpSpPr/>
          <p:nvPr/>
        </p:nvGrpSpPr>
        <p:grpSpPr>
          <a:xfrm>
            <a:off x="6052637" y="2240063"/>
            <a:ext cx="90244" cy="2190572"/>
            <a:chOff x="8879645" y="4358558"/>
            <a:chExt cx="96675" cy="1950762"/>
          </a:xfrm>
        </p:grpSpPr>
        <p:sp>
          <p:nvSpPr>
            <p:cNvPr id="130" name="모서리가 둥근 직사각형 129">
              <a:extLst>
                <a:ext uri="{FF2B5EF4-FFF2-40B4-BE49-F238E27FC236}">
                  <a16:creationId xmlns:a16="http://schemas.microsoft.com/office/drawing/2014/main" id="{8FEF2B84-9228-71B7-06C6-281349C46B9A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1" name="모서리가 둥근 직사각형 170">
              <a:extLst>
                <a:ext uri="{FF2B5EF4-FFF2-40B4-BE49-F238E27FC236}">
                  <a16:creationId xmlns:a16="http://schemas.microsoft.com/office/drawing/2014/main" id="{DF87CA49-1B7E-FD43-FEAE-D1A37B0754A9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32" name="Teardrop 1">
            <a:extLst>
              <a:ext uri="{FF2B5EF4-FFF2-40B4-BE49-F238E27FC236}">
                <a16:creationId xmlns:a16="http://schemas.microsoft.com/office/drawing/2014/main" id="{1F67526A-91FD-B9C5-C881-ADAECE6597B1}"/>
              </a:ext>
            </a:extLst>
          </p:cNvPr>
          <p:cNvSpPr/>
          <p:nvPr/>
        </p:nvSpPr>
        <p:spPr>
          <a:xfrm rot="16200000" flipH="1" flipV="1">
            <a:off x="4061497" y="474492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EC53AE7-D831-3E16-BBF5-43A5E0EA912F}"/>
              </a:ext>
            </a:extLst>
          </p:cNvPr>
          <p:cNvSpPr/>
          <p:nvPr/>
        </p:nvSpPr>
        <p:spPr>
          <a:xfrm>
            <a:off x="5187354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6264BBE-5A48-1AEF-119D-02D52104E85A}"/>
              </a:ext>
            </a:extLst>
          </p:cNvPr>
          <p:cNvSpPr/>
          <p:nvPr/>
        </p:nvSpPr>
        <p:spPr>
          <a:xfrm>
            <a:off x="5613682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35" name="Pagination">
            <a:extLst>
              <a:ext uri="{FF2B5EF4-FFF2-40B4-BE49-F238E27FC236}">
                <a16:creationId xmlns:a16="http://schemas.microsoft.com/office/drawing/2014/main" id="{BC5C4AA9-A310-10C1-90F7-83E61F546167}"/>
              </a:ext>
            </a:extLst>
          </p:cNvPr>
          <p:cNvSpPr txBox="1"/>
          <p:nvPr/>
        </p:nvSpPr>
        <p:spPr>
          <a:xfrm>
            <a:off x="3465726" y="455459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0BF5CCC-B46D-41DC-3BAB-317358AB80F9}"/>
              </a:ext>
            </a:extLst>
          </p:cNvPr>
          <p:cNvGrpSpPr/>
          <p:nvPr/>
        </p:nvGrpSpPr>
        <p:grpSpPr>
          <a:xfrm>
            <a:off x="2117038" y="2007952"/>
            <a:ext cx="1777609" cy="200055"/>
            <a:chOff x="1446413" y="1981347"/>
            <a:chExt cx="1777609" cy="200055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D981ADD-2958-39E4-07F8-0917F488B8B8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F3766C92-4847-D8DD-9C5C-C378B5D64273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141" name="Text Box">
                <a:extLst>
                  <a:ext uri="{FF2B5EF4-FFF2-40B4-BE49-F238E27FC236}">
                    <a16:creationId xmlns:a16="http://schemas.microsoft.com/office/drawing/2014/main" id="{C7D4516A-F93A-F801-9632-26187C87E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2" name="Chevron Left">
                <a:extLst>
                  <a:ext uri="{FF2B5EF4-FFF2-40B4-BE49-F238E27FC236}">
                    <a16:creationId xmlns:a16="http://schemas.microsoft.com/office/drawing/2014/main" id="{DCA8DCD5-E7C4-7268-A95B-63C332ABD0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0C9D354E-EA1D-A840-66F9-CB989513285A}"/>
              </a:ext>
            </a:extLst>
          </p:cNvPr>
          <p:cNvGrpSpPr/>
          <p:nvPr/>
        </p:nvGrpSpPr>
        <p:grpSpPr>
          <a:xfrm>
            <a:off x="5735960" y="2492896"/>
            <a:ext cx="120020" cy="1882018"/>
            <a:chOff x="8006676" y="2589288"/>
            <a:chExt cx="120020" cy="1882018"/>
          </a:xfrm>
        </p:grpSpPr>
        <p:grpSp>
          <p:nvGrpSpPr>
            <p:cNvPr id="14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D42E70A4-0716-74F2-47BC-6CE1087A3FBB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54" name="Circle">
                <a:extLst>
                  <a:ext uri="{FF2B5EF4-FFF2-40B4-BE49-F238E27FC236}">
                    <a16:creationId xmlns:a16="http://schemas.microsoft.com/office/drawing/2014/main" id="{7032F453-633E-7797-D1AF-A132AF25191E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5" name="Check">
                <a:extLst>
                  <a:ext uri="{FF2B5EF4-FFF2-40B4-BE49-F238E27FC236}">
                    <a16:creationId xmlns:a16="http://schemas.microsoft.com/office/drawing/2014/main" id="{10A475F8-BEAD-2D45-415A-3FD74B066E22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45" name="Circle">
              <a:extLst>
                <a:ext uri="{FF2B5EF4-FFF2-40B4-BE49-F238E27FC236}">
                  <a16:creationId xmlns:a16="http://schemas.microsoft.com/office/drawing/2014/main" id="{E8A7B5EC-7D1F-7543-F0A3-0FE49481D860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Circle">
              <a:extLst>
                <a:ext uri="{FF2B5EF4-FFF2-40B4-BE49-F238E27FC236}">
                  <a16:creationId xmlns:a16="http://schemas.microsoft.com/office/drawing/2014/main" id="{DE1C7AC4-9E72-1D78-311C-1D28179A099B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7" name="Circle">
              <a:extLst>
                <a:ext uri="{FF2B5EF4-FFF2-40B4-BE49-F238E27FC236}">
                  <a16:creationId xmlns:a16="http://schemas.microsoft.com/office/drawing/2014/main" id="{31C1FF16-A04F-2BE4-1FFC-CF055D34CA66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8" name="Circle">
              <a:extLst>
                <a:ext uri="{FF2B5EF4-FFF2-40B4-BE49-F238E27FC236}">
                  <a16:creationId xmlns:a16="http://schemas.microsoft.com/office/drawing/2014/main" id="{51382A20-D6E4-2ACF-E27E-E224AE8BB00B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9" name="Circle">
              <a:extLst>
                <a:ext uri="{FF2B5EF4-FFF2-40B4-BE49-F238E27FC236}">
                  <a16:creationId xmlns:a16="http://schemas.microsoft.com/office/drawing/2014/main" id="{9BF882A9-1804-608F-EA56-C62F24226D0E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0" name="Circle">
              <a:extLst>
                <a:ext uri="{FF2B5EF4-FFF2-40B4-BE49-F238E27FC236}">
                  <a16:creationId xmlns:a16="http://schemas.microsoft.com/office/drawing/2014/main" id="{AA0E8E12-F2DF-D642-FDE4-5E9F450014FE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1" name="Circle">
              <a:extLst>
                <a:ext uri="{FF2B5EF4-FFF2-40B4-BE49-F238E27FC236}">
                  <a16:creationId xmlns:a16="http://schemas.microsoft.com/office/drawing/2014/main" id="{A7997F97-75D9-1205-3E01-FBC4EE57AE5B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2" name="Circle">
              <a:extLst>
                <a:ext uri="{FF2B5EF4-FFF2-40B4-BE49-F238E27FC236}">
                  <a16:creationId xmlns:a16="http://schemas.microsoft.com/office/drawing/2014/main" id="{934BC311-92E0-0A45-A5D7-25A247F51ACC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3" name="Circle">
              <a:extLst>
                <a:ext uri="{FF2B5EF4-FFF2-40B4-BE49-F238E27FC236}">
                  <a16:creationId xmlns:a16="http://schemas.microsoft.com/office/drawing/2014/main" id="{0A54272B-9C25-AA3B-1F13-681E5DA8D27E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ardrop 1">
            <a:extLst>
              <a:ext uri="{FF2B5EF4-FFF2-40B4-BE49-F238E27FC236}">
                <a16:creationId xmlns:a16="http://schemas.microsoft.com/office/drawing/2014/main" id="{CD94FEB3-43E6-4C36-2B01-D91C1A525C5E}"/>
              </a:ext>
            </a:extLst>
          </p:cNvPr>
          <p:cNvSpPr/>
          <p:nvPr/>
        </p:nvSpPr>
        <p:spPr>
          <a:xfrm rot="16200000" flipH="1" flipV="1">
            <a:off x="5499292" y="23347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2870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1239-A256-948F-8D8B-06BED4E3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B7400F8-A021-0046-B023-68A996E5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297B148-4AF7-6911-7316-4C94A8D4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9F4ED92-4107-A447-8A53-389FA60423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0E094AF-CF4C-A27A-22FA-70552105A2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AA5058-3CD1-A1F7-498D-7E91A86588F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6C7457-FA4D-0FD0-F80E-37AA1B7B836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181852-898D-7698-E236-134A1E1BA34B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7388607-0CAD-E129-881B-23AEC85DC320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1A736A6F-A0A3-6E18-410B-9B91C83A517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305511" y="1000417"/>
            <a:ext cx="5112935" cy="4588823"/>
            <a:chOff x="2920159" y="1261242"/>
            <a:chExt cx="4343991" cy="3098881"/>
          </a:xfrm>
        </p:grpSpPr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71F949F-5F5D-6014-F331-DBB325EFEE0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920159" y="1496299"/>
              <a:ext cx="4343986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96A801A-636A-8FBA-F7CF-B8527029304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920475" y="1261242"/>
              <a:ext cx="43436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37BE9CC-04E6-E29D-9BE6-D285CF33DEA9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274095C-B155-4B8E-79F8-EE04CC001215}"/>
              </a:ext>
            </a:extLst>
          </p:cNvPr>
          <p:cNvSpPr txBox="1"/>
          <p:nvPr/>
        </p:nvSpPr>
        <p:spPr>
          <a:xfrm>
            <a:off x="2350178" y="1395485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객실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DFE793CC-EA00-157B-0AEC-9C6928967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351455"/>
              </p:ext>
            </p:extLst>
          </p:nvPr>
        </p:nvGraphicFramePr>
        <p:xfrm>
          <a:off x="2470091" y="1659393"/>
          <a:ext cx="4695737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51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58808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F81763FF-B5FD-0DCA-1675-6D37FA18FAF0}"/>
              </a:ext>
            </a:extLst>
          </p:cNvPr>
          <p:cNvSpPr>
            <a:spLocks/>
          </p:cNvSpPr>
          <p:nvPr/>
        </p:nvSpPr>
        <p:spPr bwMode="auto">
          <a:xfrm>
            <a:off x="3674036" y="1939782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F485492-A354-AAE6-3F3E-C5D977E37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85956"/>
              </p:ext>
            </p:extLst>
          </p:nvPr>
        </p:nvGraphicFramePr>
        <p:xfrm>
          <a:off x="2470092" y="2771836"/>
          <a:ext cx="4695617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949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1319949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395329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JOSUNDELUXE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디럭스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스텐다드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뷰 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Standard View King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E70CA101-CC2D-0706-43C0-818FA6D4129B}"/>
              </a:ext>
            </a:extLst>
          </p:cNvPr>
          <p:cNvSpPr/>
          <p:nvPr/>
        </p:nvSpPr>
        <p:spPr>
          <a:xfrm>
            <a:off x="439411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6CEB7C8-2C3A-901B-3694-8D4B06483516}"/>
              </a:ext>
            </a:extLst>
          </p:cNvPr>
          <p:cNvSpPr/>
          <p:nvPr/>
        </p:nvSpPr>
        <p:spPr>
          <a:xfrm>
            <a:off x="488346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5F3591B-911E-C989-4A22-793DC14C88E4}"/>
              </a:ext>
            </a:extLst>
          </p:cNvPr>
          <p:cNvGrpSpPr/>
          <p:nvPr/>
        </p:nvGrpSpPr>
        <p:grpSpPr>
          <a:xfrm>
            <a:off x="7203583" y="2764681"/>
            <a:ext cx="90244" cy="2190572"/>
            <a:chOff x="8879645" y="4358558"/>
            <a:chExt cx="96675" cy="1950762"/>
          </a:xfrm>
        </p:grpSpPr>
        <p:sp>
          <p:nvSpPr>
            <p:cNvPr id="130" name="모서리가 둥근 직사각형 129">
              <a:extLst>
                <a:ext uri="{FF2B5EF4-FFF2-40B4-BE49-F238E27FC236}">
                  <a16:creationId xmlns:a16="http://schemas.microsoft.com/office/drawing/2014/main" id="{BB9A0098-BA1F-0085-C000-5C41B0402D6F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1" name="모서리가 둥근 직사각형 170">
              <a:extLst>
                <a:ext uri="{FF2B5EF4-FFF2-40B4-BE49-F238E27FC236}">
                  <a16:creationId xmlns:a16="http://schemas.microsoft.com/office/drawing/2014/main" id="{59B383FA-6E3B-C369-93D4-9F09936D37DA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32" name="Teardrop 1">
            <a:extLst>
              <a:ext uri="{FF2B5EF4-FFF2-40B4-BE49-F238E27FC236}">
                <a16:creationId xmlns:a16="http://schemas.microsoft.com/office/drawing/2014/main" id="{C693C927-C533-C4EE-A889-F58E60B238CF}"/>
              </a:ext>
            </a:extLst>
          </p:cNvPr>
          <p:cNvSpPr/>
          <p:nvPr/>
        </p:nvSpPr>
        <p:spPr>
          <a:xfrm rot="16200000" flipH="1" flipV="1">
            <a:off x="4793173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CBFD7C3-9BE3-2E4F-BCB5-17BFE9F01EDE}"/>
              </a:ext>
            </a:extLst>
          </p:cNvPr>
          <p:cNvSpPr/>
          <p:nvPr/>
        </p:nvSpPr>
        <p:spPr>
          <a:xfrm>
            <a:off x="6348360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F3BAD52-96DC-0677-B314-E12ABA9A4256}"/>
              </a:ext>
            </a:extLst>
          </p:cNvPr>
          <p:cNvSpPr/>
          <p:nvPr/>
        </p:nvSpPr>
        <p:spPr>
          <a:xfrm>
            <a:off x="677468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35" name="Pagination">
            <a:extLst>
              <a:ext uri="{FF2B5EF4-FFF2-40B4-BE49-F238E27FC236}">
                <a16:creationId xmlns:a16="http://schemas.microsoft.com/office/drawing/2014/main" id="{96D29E76-1AE8-B5DC-9576-450160A8C1EE}"/>
              </a:ext>
            </a:extLst>
          </p:cNvPr>
          <p:cNvSpPr txBox="1"/>
          <p:nvPr/>
        </p:nvSpPr>
        <p:spPr>
          <a:xfrm>
            <a:off x="4197402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DE8A79B5-A961-E1DA-BA81-110979C9358D}"/>
              </a:ext>
            </a:extLst>
          </p:cNvPr>
          <p:cNvGrpSpPr/>
          <p:nvPr/>
        </p:nvGrpSpPr>
        <p:grpSpPr>
          <a:xfrm>
            <a:off x="2470091" y="2489577"/>
            <a:ext cx="1777609" cy="200055"/>
            <a:chOff x="1446413" y="1981347"/>
            <a:chExt cx="1777609" cy="200055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E71D92C1-359B-51F2-5B1F-0AFDE9E82601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3305F03B-D095-7206-8FA2-61C4F97D1E5E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141" name="Text Box">
                <a:extLst>
                  <a:ext uri="{FF2B5EF4-FFF2-40B4-BE49-F238E27FC236}">
                    <a16:creationId xmlns:a16="http://schemas.microsoft.com/office/drawing/2014/main" id="{2B15C8EE-2266-223C-BD31-DA13EDA99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2" name="Chevron Left">
                <a:extLst>
                  <a:ext uri="{FF2B5EF4-FFF2-40B4-BE49-F238E27FC236}">
                    <a16:creationId xmlns:a16="http://schemas.microsoft.com/office/drawing/2014/main" id="{15FC5B6E-E2C7-8E93-F1E4-A736A7A1F9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3" name="Teardrop 1">
            <a:extLst>
              <a:ext uri="{FF2B5EF4-FFF2-40B4-BE49-F238E27FC236}">
                <a16:creationId xmlns:a16="http://schemas.microsoft.com/office/drawing/2014/main" id="{A2864689-FCBF-3E05-26BD-A95DC2F1B8B0}"/>
              </a:ext>
            </a:extLst>
          </p:cNvPr>
          <p:cNvSpPr/>
          <p:nvPr/>
        </p:nvSpPr>
        <p:spPr>
          <a:xfrm rot="16200000" flipH="1" flipV="1">
            <a:off x="3498874" y="15815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4" name="Text Box">
            <a:extLst>
              <a:ext uri="{FF2B5EF4-FFF2-40B4-BE49-F238E27FC236}">
                <a16:creationId xmlns:a16="http://schemas.microsoft.com/office/drawing/2014/main" id="{76D1D263-8D35-C8A9-A4A8-83F3FE07137A}"/>
              </a:ext>
            </a:extLst>
          </p:cNvPr>
          <p:cNvSpPr>
            <a:spLocks/>
          </p:cNvSpPr>
          <p:nvPr/>
        </p:nvSpPr>
        <p:spPr bwMode="auto">
          <a:xfrm>
            <a:off x="3674036" y="2196281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객실명을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4" name="Teardrop 1">
            <a:extLst>
              <a:ext uri="{FF2B5EF4-FFF2-40B4-BE49-F238E27FC236}">
                <a16:creationId xmlns:a16="http://schemas.microsoft.com/office/drawing/2014/main" id="{F1554C61-3833-8596-E2DA-90709D7EA4B2}"/>
              </a:ext>
            </a:extLst>
          </p:cNvPr>
          <p:cNvSpPr/>
          <p:nvPr/>
        </p:nvSpPr>
        <p:spPr>
          <a:xfrm rot="16200000" flipH="1" flipV="1">
            <a:off x="6668420" y="28899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1A7D621F-4951-EF7A-BCE4-CD4648F9C03B}"/>
              </a:ext>
            </a:extLst>
          </p:cNvPr>
          <p:cNvGrpSpPr/>
          <p:nvPr/>
        </p:nvGrpSpPr>
        <p:grpSpPr>
          <a:xfrm>
            <a:off x="6920806" y="3013561"/>
            <a:ext cx="120020" cy="1882018"/>
            <a:chOff x="8006676" y="2589288"/>
            <a:chExt cx="120020" cy="1882018"/>
          </a:xfrm>
        </p:grpSpPr>
        <p:grpSp>
          <p:nvGrpSpPr>
            <p:cNvPr id="16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C0779BD6-B41E-2B0C-E3F6-27E058DDDA4C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76" name="Circle">
                <a:extLst>
                  <a:ext uri="{FF2B5EF4-FFF2-40B4-BE49-F238E27FC236}">
                    <a16:creationId xmlns:a16="http://schemas.microsoft.com/office/drawing/2014/main" id="{E52B58B0-E1D0-92A4-40C5-9C4E5523FD6B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7" name="Check">
                <a:extLst>
                  <a:ext uri="{FF2B5EF4-FFF2-40B4-BE49-F238E27FC236}">
                    <a16:creationId xmlns:a16="http://schemas.microsoft.com/office/drawing/2014/main" id="{D9DD51AC-B8D1-2E0F-C30A-600F9B2E6ADD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67" name="Circle">
              <a:extLst>
                <a:ext uri="{FF2B5EF4-FFF2-40B4-BE49-F238E27FC236}">
                  <a16:creationId xmlns:a16="http://schemas.microsoft.com/office/drawing/2014/main" id="{F64BA87E-1CB4-4ED3-303A-4432E3F341F0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8" name="Circle">
              <a:extLst>
                <a:ext uri="{FF2B5EF4-FFF2-40B4-BE49-F238E27FC236}">
                  <a16:creationId xmlns:a16="http://schemas.microsoft.com/office/drawing/2014/main" id="{FCAE32D4-F21D-3ABD-0A4A-0310DD915430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9" name="Circle">
              <a:extLst>
                <a:ext uri="{FF2B5EF4-FFF2-40B4-BE49-F238E27FC236}">
                  <a16:creationId xmlns:a16="http://schemas.microsoft.com/office/drawing/2014/main" id="{974C48DC-B8D8-15C1-C5CF-79110E7E4509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0" name="Circle">
              <a:extLst>
                <a:ext uri="{FF2B5EF4-FFF2-40B4-BE49-F238E27FC236}">
                  <a16:creationId xmlns:a16="http://schemas.microsoft.com/office/drawing/2014/main" id="{051F6E64-2B5B-3462-7BA6-7C2165AD832A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1" name="Circle">
              <a:extLst>
                <a:ext uri="{FF2B5EF4-FFF2-40B4-BE49-F238E27FC236}">
                  <a16:creationId xmlns:a16="http://schemas.microsoft.com/office/drawing/2014/main" id="{AF44B965-CA6B-F487-3441-4BB7184A852D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2" name="Circle">
              <a:extLst>
                <a:ext uri="{FF2B5EF4-FFF2-40B4-BE49-F238E27FC236}">
                  <a16:creationId xmlns:a16="http://schemas.microsoft.com/office/drawing/2014/main" id="{13D7DEC1-1465-43C6-56BE-CD3B041A6895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3" name="Circle">
              <a:extLst>
                <a:ext uri="{FF2B5EF4-FFF2-40B4-BE49-F238E27FC236}">
                  <a16:creationId xmlns:a16="http://schemas.microsoft.com/office/drawing/2014/main" id="{D9282F61-91A6-9D3A-52EF-D2101081B927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4" name="Circle">
              <a:extLst>
                <a:ext uri="{FF2B5EF4-FFF2-40B4-BE49-F238E27FC236}">
                  <a16:creationId xmlns:a16="http://schemas.microsoft.com/office/drawing/2014/main" id="{06ECEFE6-4E6A-0B17-2120-47FFEF395A75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5" name="Circle">
              <a:extLst>
                <a:ext uri="{FF2B5EF4-FFF2-40B4-BE49-F238E27FC236}">
                  <a16:creationId xmlns:a16="http://schemas.microsoft.com/office/drawing/2014/main" id="{7C49875D-491D-3CD5-9786-B460FDD6FDE5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8" name="Click">
            <a:extLst>
              <a:ext uri="{FF2B5EF4-FFF2-40B4-BE49-F238E27FC236}">
                <a16:creationId xmlns:a16="http://schemas.microsoft.com/office/drawing/2014/main" id="{802E627B-F97D-5738-4C77-C4EE71FF2E6A}"/>
              </a:ext>
            </a:extLst>
          </p:cNvPr>
          <p:cNvGrpSpPr>
            <a:grpSpLocks noChangeAspect="1"/>
          </p:cNvGrpSpPr>
          <p:nvPr/>
        </p:nvGrpSpPr>
        <p:grpSpPr>
          <a:xfrm>
            <a:off x="7008538" y="3053278"/>
            <a:ext cx="299298" cy="426545"/>
            <a:chOff x="5294313" y="2197100"/>
            <a:chExt cx="530225" cy="755651"/>
          </a:xfrm>
        </p:grpSpPr>
        <p:sp>
          <p:nvSpPr>
            <p:cNvPr id="179" name="Arrow Cursor">
              <a:extLst>
                <a:ext uri="{FF2B5EF4-FFF2-40B4-BE49-F238E27FC236}">
                  <a16:creationId xmlns:a16="http://schemas.microsoft.com/office/drawing/2014/main" id="{E2DD3F7A-88E0-F465-9753-2E0B6684D44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80" name="Click">
              <a:extLst>
                <a:ext uri="{FF2B5EF4-FFF2-40B4-BE49-F238E27FC236}">
                  <a16:creationId xmlns:a16="http://schemas.microsoft.com/office/drawing/2014/main" id="{2259BBD8-945B-99E6-241B-437F1E37C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4FA7D0-1530-6A19-F672-A343668542F0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B01E70-E05E-6F58-D6C2-31DB2178B76A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974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89831-2C54-D527-DA0A-83B9AFD4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B16AB77-8386-CE52-BB5C-1581B1D4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</a:t>
            </a:r>
            <a:r>
              <a:rPr lang="en-US" altLang="ko-KR" dirty="0"/>
              <a:t>/</a:t>
            </a:r>
            <a:r>
              <a:rPr lang="ko-KR" altLang="en-US" dirty="0"/>
              <a:t>호수 선택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0071F66-57D4-7F9D-2EDD-D85D9B09E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DB5B7C1-29C0-B22E-F0B1-7C84765786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E7FBE3A-7D34-10CA-47C2-35BC06DD8A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C94860-312F-EE96-2D4B-8E5A6E8FBF2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54EE4E-ABC9-2C30-B7CD-FBEEA479504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4F7D5B-6551-030B-9D05-B728499F376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4E506F5-D23A-ECA1-6CDD-59FE0EEC9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1395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코드에 적용된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내용만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5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E7D9E8F-4E0A-AF5C-24D2-FAD8B1A18A0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495600" y="1772816"/>
            <a:ext cx="4986475" cy="2630206"/>
            <a:chOff x="3027599" y="1261242"/>
            <a:chExt cx="4236551" cy="1776205"/>
          </a:xfrm>
        </p:grpSpPr>
        <p:sp>
          <p:nvSpPr>
            <p:cNvPr id="5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5288BDD-B66D-42E2-601B-106F76A13AE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027599" y="1496300"/>
              <a:ext cx="4236546" cy="15411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6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7C6724A-16A2-BA7B-E8FD-928DC7E778D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027599" y="1261242"/>
              <a:ext cx="4236551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907446F-AAEC-9CB4-7CF0-2930D74DF2C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292C2B5-A4E9-EBB1-5FF0-50005D72037A}"/>
              </a:ext>
            </a:extLst>
          </p:cNvPr>
          <p:cNvSpPr txBox="1"/>
          <p:nvPr/>
        </p:nvSpPr>
        <p:spPr>
          <a:xfrm>
            <a:off x="2557068" y="2198308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AB42016-FAE4-3E47-686D-A83D99F104FF}"/>
              </a:ext>
            </a:extLst>
          </p:cNvPr>
          <p:cNvSpPr/>
          <p:nvPr/>
        </p:nvSpPr>
        <p:spPr>
          <a:xfrm>
            <a:off x="5065220" y="411569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6CC37BCE-2F4F-CB85-9688-18077F0C9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794355"/>
              </p:ext>
            </p:extLst>
          </p:nvPr>
        </p:nvGraphicFramePr>
        <p:xfrm>
          <a:off x="2632838" y="2518060"/>
          <a:ext cx="4738634" cy="144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6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81440336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30620071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917669908"/>
                    </a:ext>
                  </a:extLst>
                </a:gridCol>
              </a:tblGrid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69452"/>
                  </a:ext>
                </a:extLst>
              </a:tr>
            </a:tbl>
          </a:graphicData>
        </a:graphic>
      </p:graphicFrame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B117401-3605-2611-C51C-FBD1F1860993}"/>
              </a:ext>
            </a:extLst>
          </p:cNvPr>
          <p:cNvGrpSpPr/>
          <p:nvPr/>
        </p:nvGrpSpPr>
        <p:grpSpPr>
          <a:xfrm>
            <a:off x="7080044" y="2749938"/>
            <a:ext cx="95246" cy="1050880"/>
            <a:chOff x="3622653" y="2609508"/>
            <a:chExt cx="139450" cy="1538594"/>
          </a:xfrm>
        </p:grpSpPr>
        <p:sp>
          <p:nvSpPr>
            <p:cNvPr id="131" name="모서리가 둥근 직사각형 130">
              <a:extLst>
                <a:ext uri="{FF2B5EF4-FFF2-40B4-BE49-F238E27FC236}">
                  <a16:creationId xmlns:a16="http://schemas.microsoft.com/office/drawing/2014/main" id="{E61CB428-B8E9-DCD8-7F4F-9B43F7AD64FC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2" name="모서리가 둥근 직사각형 131">
              <a:extLst>
                <a:ext uri="{FF2B5EF4-FFF2-40B4-BE49-F238E27FC236}">
                  <a16:creationId xmlns:a16="http://schemas.microsoft.com/office/drawing/2014/main" id="{8E410FB7-58D7-102A-AC44-F63451DB056E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3" name="모서리가 둥근 직사각형 132">
            <a:extLst>
              <a:ext uri="{FF2B5EF4-FFF2-40B4-BE49-F238E27FC236}">
                <a16:creationId xmlns:a16="http://schemas.microsoft.com/office/drawing/2014/main" id="{8D50DB8F-1E08-18C0-D379-D018499E6722}"/>
              </a:ext>
            </a:extLst>
          </p:cNvPr>
          <p:cNvSpPr/>
          <p:nvPr/>
        </p:nvSpPr>
        <p:spPr>
          <a:xfrm>
            <a:off x="5576765" y="2642173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 | 001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001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002 | 002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002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003 | 003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003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004 | 004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004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005 | 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005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0005 | 0005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0005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CDCFE528-6868-61D8-A0F6-64DF5CC1E5BB}"/>
              </a:ext>
            </a:extLst>
          </p:cNvPr>
          <p:cNvGrpSpPr/>
          <p:nvPr/>
        </p:nvGrpSpPr>
        <p:grpSpPr>
          <a:xfrm>
            <a:off x="4730475" y="2755136"/>
            <a:ext cx="95246" cy="1050880"/>
            <a:chOff x="3622653" y="2609508"/>
            <a:chExt cx="139450" cy="1538594"/>
          </a:xfrm>
        </p:grpSpPr>
        <p:sp>
          <p:nvSpPr>
            <p:cNvPr id="135" name="모서리가 둥근 직사각형 134">
              <a:extLst>
                <a:ext uri="{FF2B5EF4-FFF2-40B4-BE49-F238E27FC236}">
                  <a16:creationId xmlns:a16="http://schemas.microsoft.com/office/drawing/2014/main" id="{C4F70831-5407-3B34-2994-76E2783905CA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6" name="모서리가 둥근 직사각형 135">
              <a:extLst>
                <a:ext uri="{FF2B5EF4-FFF2-40B4-BE49-F238E27FC236}">
                  <a16:creationId xmlns:a16="http://schemas.microsoft.com/office/drawing/2014/main" id="{4E624555-0475-33D4-0AE7-673DB70228B7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7" name="모서리가 둥근 직사각형 136">
            <a:extLst>
              <a:ext uri="{FF2B5EF4-FFF2-40B4-BE49-F238E27FC236}">
                <a16:creationId xmlns:a16="http://schemas.microsoft.com/office/drawing/2014/main" id="{3306FBA1-868E-68EA-3E7E-E78D784D393C}"/>
              </a:ext>
            </a:extLst>
          </p:cNvPr>
          <p:cNvSpPr/>
          <p:nvPr/>
        </p:nvSpPr>
        <p:spPr>
          <a:xfrm>
            <a:off x="3227196" y="2647371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가든층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Garden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Floor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LF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로비층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Lobby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미들층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iddle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 | 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1F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EE1F08B-BF12-B748-08F5-C60BEAE0D8B9}"/>
              </a:ext>
            </a:extLst>
          </p:cNvPr>
          <p:cNvSpPr txBox="1"/>
          <p:nvPr/>
        </p:nvSpPr>
        <p:spPr>
          <a:xfrm>
            <a:off x="3675961" y="2474271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74E880E-9C68-5559-4415-196D90460ED7}"/>
              </a:ext>
            </a:extLst>
          </p:cNvPr>
          <p:cNvSpPr txBox="1"/>
          <p:nvPr/>
        </p:nvSpPr>
        <p:spPr>
          <a:xfrm>
            <a:off x="5977359" y="2474271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E4709ED-8349-6EF1-11A0-06C2E84A960C}"/>
              </a:ext>
            </a:extLst>
          </p:cNvPr>
          <p:cNvSpPr/>
          <p:nvPr/>
        </p:nvSpPr>
        <p:spPr>
          <a:xfrm>
            <a:off x="4584694" y="411569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66C68B6-52F2-004E-323F-2E0A8256BDC0}"/>
              </a:ext>
            </a:extLst>
          </p:cNvPr>
          <p:cNvSpPr/>
          <p:nvPr/>
        </p:nvSpPr>
        <p:spPr>
          <a:xfrm>
            <a:off x="3288737" y="3290258"/>
            <a:ext cx="1295958" cy="138742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4" name="모서리가 둥근 직사각형 143">
            <a:extLst>
              <a:ext uri="{FF2B5EF4-FFF2-40B4-BE49-F238E27FC236}">
                <a16:creationId xmlns:a16="http://schemas.microsoft.com/office/drawing/2014/main" id="{EF21A654-125A-B636-C445-0D9039EB75EE}"/>
              </a:ext>
            </a:extLst>
          </p:cNvPr>
          <p:cNvSpPr/>
          <p:nvPr/>
        </p:nvSpPr>
        <p:spPr>
          <a:xfrm>
            <a:off x="5619812" y="2921305"/>
            <a:ext cx="1327123" cy="138742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Click">
            <a:extLst>
              <a:ext uri="{FF2B5EF4-FFF2-40B4-BE49-F238E27FC236}">
                <a16:creationId xmlns:a16="http://schemas.microsoft.com/office/drawing/2014/main" id="{51B578C0-8CDA-794C-D43F-A0A6B5A81B7F}"/>
              </a:ext>
            </a:extLst>
          </p:cNvPr>
          <p:cNvGrpSpPr>
            <a:grpSpLocks noChangeAspect="1"/>
          </p:cNvGrpSpPr>
          <p:nvPr/>
        </p:nvGrpSpPr>
        <p:grpSpPr>
          <a:xfrm>
            <a:off x="4360456" y="3326689"/>
            <a:ext cx="204425" cy="291335"/>
            <a:chOff x="5294313" y="2197100"/>
            <a:chExt cx="530225" cy="755651"/>
          </a:xfrm>
        </p:grpSpPr>
        <p:sp>
          <p:nvSpPr>
            <p:cNvPr id="9" name="Arrow Cursor">
              <a:extLst>
                <a:ext uri="{FF2B5EF4-FFF2-40B4-BE49-F238E27FC236}">
                  <a16:creationId xmlns:a16="http://schemas.microsoft.com/office/drawing/2014/main" id="{10A2DFD7-376A-B312-4666-FD5382D3B3B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" name="Click">
              <a:extLst>
                <a:ext uri="{FF2B5EF4-FFF2-40B4-BE49-F238E27FC236}">
                  <a16:creationId xmlns:a16="http://schemas.microsoft.com/office/drawing/2014/main" id="{03015A54-BFE6-5D7D-DE03-FD12EE006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EDF55D-6954-BF3E-2CCF-73E10796918F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655F77-AF40-31D4-2E80-30A9548FD4CF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916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E8C1-7DAA-444E-2FFF-FD0BBB19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9660896-A31D-68CB-A22B-4EA880E8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서비스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DE88925-D2D4-514C-90C3-B6B969D6E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B29BA17-AC4B-D60A-1747-B479DC857A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68BEE4A-F69E-4DE4-2AA4-22D54C561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C5A121-12B5-4962-0888-04FB9AA7BD3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50D9D1-E7D2-6E25-7691-11274B280F4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64D6E4-2A0F-C3BD-7CA6-D99AB7E3921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20024B4-10AA-0231-A293-64818114F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14538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해제 다중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4C04F40-64F7-6782-4AB8-6A1376C04965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EEC212-002B-2E21-BE03-664F88B9A77D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3ECE9B3-722C-70D0-AB40-2F68577D1FA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588273" y="808360"/>
            <a:ext cx="5760640" cy="2235314"/>
            <a:chOff x="2369863" y="1261242"/>
            <a:chExt cx="4894288" cy="1509531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154F9A9-40CB-DDF5-1371-BDA11B9CD1A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369863" y="1496301"/>
              <a:ext cx="4894282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6E19FE9-DF5F-4DB3-7813-1BA951927F8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369863" y="1261242"/>
              <a:ext cx="489428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조식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BEB2EBE-2F13-6153-6575-6829650753A6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408BF4-74C8-3E3A-2FB1-452760EE3B7F}"/>
              </a:ext>
            </a:extLst>
          </p:cNvPr>
          <p:cNvSpPr txBox="1"/>
          <p:nvPr/>
        </p:nvSpPr>
        <p:spPr>
          <a:xfrm>
            <a:off x="2589890" y="1255522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E2DB26-0338-C064-49E2-BA141E42C1F0}"/>
              </a:ext>
            </a:extLst>
          </p:cNvPr>
          <p:cNvSpPr/>
          <p:nvPr/>
        </p:nvSpPr>
        <p:spPr>
          <a:xfrm>
            <a:off x="4974426" y="276222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90C557-2D86-22B4-B4CE-D69BE45E83CA}"/>
              </a:ext>
            </a:extLst>
          </p:cNvPr>
          <p:cNvSpPr/>
          <p:nvPr/>
        </p:nvSpPr>
        <p:spPr>
          <a:xfrm>
            <a:off x="5477436" y="276222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9EF4A4E-AF85-6156-E5DB-A0586DB30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58840"/>
              </p:ext>
            </p:extLst>
          </p:nvPr>
        </p:nvGraphicFramePr>
        <p:xfrm>
          <a:off x="2605122" y="1504516"/>
          <a:ext cx="5455759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39401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418775656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441849509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101905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코드명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브런치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kern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Brunch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샌드위치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Sandwich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한정식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Korean table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피자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pizza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79E4D79-7DC5-6959-AB59-5719995B359D}"/>
              </a:ext>
            </a:extLst>
          </p:cNvPr>
          <p:cNvSpPr/>
          <p:nvPr/>
        </p:nvSpPr>
        <p:spPr>
          <a:xfrm>
            <a:off x="2644909" y="1949070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57A04BD-F651-F3A1-D98B-EAC0F3D43B0E}"/>
              </a:ext>
            </a:extLst>
          </p:cNvPr>
          <p:cNvGrpSpPr/>
          <p:nvPr/>
        </p:nvGrpSpPr>
        <p:grpSpPr>
          <a:xfrm>
            <a:off x="8160272" y="1472489"/>
            <a:ext cx="139450" cy="1098827"/>
            <a:chOff x="3622653" y="2609508"/>
            <a:chExt cx="139450" cy="1538594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464DFD43-36BE-E047-9978-E912DF770543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63B60ACD-6656-556A-3D12-78BF30813413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E986609-61D1-0EA4-3728-2D7C4ADAA21B}"/>
              </a:ext>
            </a:extLst>
          </p:cNvPr>
          <p:cNvSpPr txBox="1"/>
          <p:nvPr/>
        </p:nvSpPr>
        <p:spPr>
          <a:xfrm>
            <a:off x="4399317" y="1292592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다중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8" name="Teardrop 1">
            <a:extLst>
              <a:ext uri="{FF2B5EF4-FFF2-40B4-BE49-F238E27FC236}">
                <a16:creationId xmlns:a16="http://schemas.microsoft.com/office/drawing/2014/main" id="{392F4A49-9DB2-D2B6-8F2D-4C29637BD3EB}"/>
              </a:ext>
            </a:extLst>
          </p:cNvPr>
          <p:cNvSpPr/>
          <p:nvPr/>
        </p:nvSpPr>
        <p:spPr>
          <a:xfrm rot="16200000" flipH="1" flipV="1">
            <a:off x="3912481" y="19072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ardrop 1">
            <a:extLst>
              <a:ext uri="{FF2B5EF4-FFF2-40B4-BE49-F238E27FC236}">
                <a16:creationId xmlns:a16="http://schemas.microsoft.com/office/drawing/2014/main" id="{A0B7BAC7-3CBF-591A-7BC0-85FD7E5AA535}"/>
              </a:ext>
            </a:extLst>
          </p:cNvPr>
          <p:cNvSpPr/>
          <p:nvPr/>
        </p:nvSpPr>
        <p:spPr>
          <a:xfrm rot="16200000" flipH="1" flipV="1">
            <a:off x="5406663" y="267015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0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C8090A2-23C5-980C-0BA0-D6CA962B13B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68757" y="3188954"/>
            <a:ext cx="5760645" cy="2235314"/>
            <a:chOff x="2369857" y="1261242"/>
            <a:chExt cx="4894293" cy="1509531"/>
          </a:xfrm>
        </p:grpSpPr>
        <p:sp>
          <p:nvSpPr>
            <p:cNvPr id="3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7197EFA-8377-1D76-7D83-5B3E4DEECA3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369857" y="1496301"/>
              <a:ext cx="4894288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3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B7F12BE-8F6C-BA1A-9F4C-99EE6E1D8B3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369857" y="1261242"/>
              <a:ext cx="489429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</a:t>
              </a:r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어매니티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4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CED62FA-7387-C6C7-8AA2-64CD9AB4B4AF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CAE2F56-5430-71CF-75DC-AC1EEFF3B3DC}"/>
              </a:ext>
            </a:extLst>
          </p:cNvPr>
          <p:cNvSpPr txBox="1"/>
          <p:nvPr/>
        </p:nvSpPr>
        <p:spPr>
          <a:xfrm>
            <a:off x="185615" y="3636116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EDA7A78-CEDB-74CD-C34D-65E9A6EC6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09401"/>
              </p:ext>
            </p:extLst>
          </p:nvPr>
        </p:nvGraphicFramePr>
        <p:xfrm>
          <a:off x="200847" y="3885110"/>
          <a:ext cx="5490743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510417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586634">
                  <a:extLst>
                    <a:ext uri="{9D8B030D-6E8A-4147-A177-3AD203B41FA5}">
                      <a16:colId xmlns:a16="http://schemas.microsoft.com/office/drawing/2014/main" val="3794738167"/>
                    </a:ext>
                  </a:extLst>
                </a:gridCol>
                <a:gridCol w="759726">
                  <a:extLst>
                    <a:ext uri="{9D8B030D-6E8A-4147-A177-3AD203B41FA5}">
                      <a16:colId xmlns:a16="http://schemas.microsoft.com/office/drawing/2014/main" val="1817450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유아 침대 가드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Bed guard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커피 캡슐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coffee capsule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디퓨져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Diffuser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입욕제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bath foam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39BD1540-F70C-667A-3AAD-77B88C6B1F5E}"/>
              </a:ext>
            </a:extLst>
          </p:cNvPr>
          <p:cNvSpPr/>
          <p:nvPr/>
        </p:nvSpPr>
        <p:spPr>
          <a:xfrm>
            <a:off x="225402" y="4113948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501B08B-9DD7-CF7A-9DFF-3DE39933BA7C}"/>
              </a:ext>
            </a:extLst>
          </p:cNvPr>
          <p:cNvGrpSpPr/>
          <p:nvPr/>
        </p:nvGrpSpPr>
        <p:grpSpPr>
          <a:xfrm>
            <a:off x="5740765" y="3853083"/>
            <a:ext cx="139450" cy="1098827"/>
            <a:chOff x="3622653" y="2609508"/>
            <a:chExt cx="139450" cy="1538594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A265E665-2E1E-F34E-30D1-D35782E0D4F3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F67841A1-B29F-AA42-6CA4-05B41F19958E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38E644F-283B-A3FF-79FF-54791AF28E31}"/>
              </a:ext>
            </a:extLst>
          </p:cNvPr>
          <p:cNvSpPr txBox="1"/>
          <p:nvPr/>
        </p:nvSpPr>
        <p:spPr>
          <a:xfrm>
            <a:off x="1995042" y="3673186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42" name="Click">
            <a:extLst>
              <a:ext uri="{FF2B5EF4-FFF2-40B4-BE49-F238E27FC236}">
                <a16:creationId xmlns:a16="http://schemas.microsoft.com/office/drawing/2014/main" id="{A43ECDB3-19AE-F797-8E35-17DC09F10BCE}"/>
              </a:ext>
            </a:extLst>
          </p:cNvPr>
          <p:cNvGrpSpPr>
            <a:grpSpLocks noChangeAspect="1"/>
          </p:cNvGrpSpPr>
          <p:nvPr/>
        </p:nvGrpSpPr>
        <p:grpSpPr>
          <a:xfrm>
            <a:off x="816838" y="4128802"/>
            <a:ext cx="299298" cy="426545"/>
            <a:chOff x="5294313" y="2197100"/>
            <a:chExt cx="530225" cy="755651"/>
          </a:xfrm>
        </p:grpSpPr>
        <p:sp>
          <p:nvSpPr>
            <p:cNvPr id="43" name="Arrow Cursor">
              <a:extLst>
                <a:ext uri="{FF2B5EF4-FFF2-40B4-BE49-F238E27FC236}">
                  <a16:creationId xmlns:a16="http://schemas.microsoft.com/office/drawing/2014/main" id="{2DB55779-48E1-AB27-25B5-C2FA43211D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4" name="Click">
              <a:extLst>
                <a:ext uri="{FF2B5EF4-FFF2-40B4-BE49-F238E27FC236}">
                  <a16:creationId xmlns:a16="http://schemas.microsoft.com/office/drawing/2014/main" id="{72470D4D-A7A8-05AA-E8CF-9A016B7B13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39C3D5C-C51C-75E4-48BF-3D3259F2B5EC}"/>
              </a:ext>
            </a:extLst>
          </p:cNvPr>
          <p:cNvSpPr/>
          <p:nvPr/>
        </p:nvSpPr>
        <p:spPr>
          <a:xfrm>
            <a:off x="2554919" y="517265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0ACC00E-FD34-11A5-DD24-2E2AC771678D}"/>
              </a:ext>
            </a:extLst>
          </p:cNvPr>
          <p:cNvSpPr/>
          <p:nvPr/>
        </p:nvSpPr>
        <p:spPr>
          <a:xfrm>
            <a:off x="3057929" y="517265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47" name="Click">
            <a:extLst>
              <a:ext uri="{FF2B5EF4-FFF2-40B4-BE49-F238E27FC236}">
                <a16:creationId xmlns:a16="http://schemas.microsoft.com/office/drawing/2014/main" id="{23D9B85A-C904-BE7F-F76B-3B5EEA91664F}"/>
              </a:ext>
            </a:extLst>
          </p:cNvPr>
          <p:cNvGrpSpPr>
            <a:grpSpLocks noChangeAspect="1"/>
          </p:cNvGrpSpPr>
          <p:nvPr/>
        </p:nvGrpSpPr>
        <p:grpSpPr>
          <a:xfrm>
            <a:off x="4616118" y="1948371"/>
            <a:ext cx="299298" cy="426545"/>
            <a:chOff x="5294313" y="2197100"/>
            <a:chExt cx="530225" cy="755651"/>
          </a:xfrm>
        </p:grpSpPr>
        <p:sp>
          <p:nvSpPr>
            <p:cNvPr id="48" name="Arrow Cursor">
              <a:extLst>
                <a:ext uri="{FF2B5EF4-FFF2-40B4-BE49-F238E27FC236}">
                  <a16:creationId xmlns:a16="http://schemas.microsoft.com/office/drawing/2014/main" id="{23B131F5-4534-94A4-B78D-2C8E65C1637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9" name="Click">
              <a:extLst>
                <a:ext uri="{FF2B5EF4-FFF2-40B4-BE49-F238E27FC236}">
                  <a16:creationId xmlns:a16="http://schemas.microsoft.com/office/drawing/2014/main" id="{F1049F7A-0EED-E043-4563-4F5939332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50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88EB795-1E2C-E69E-ADC1-7E17A015EA4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066950" y="4538874"/>
            <a:ext cx="6077722" cy="2235314"/>
            <a:chOff x="2100467" y="1261242"/>
            <a:chExt cx="5163684" cy="1509531"/>
          </a:xfrm>
        </p:grpSpPr>
        <p:sp>
          <p:nvSpPr>
            <p:cNvPr id="51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91AE33A-5D0A-6590-ECD2-488B6FAD67D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100467" y="1496301"/>
              <a:ext cx="5163679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2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F0E8BD6-872E-2084-48B9-E425EB3840C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00467" y="1261242"/>
              <a:ext cx="516368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룸서비스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5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6B1ABE-FCE1-D5CE-9AB5-1DA220A560BB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6244ACB-B3C2-2750-575E-937734CFF919}"/>
              </a:ext>
            </a:extLst>
          </p:cNvPr>
          <p:cNvSpPr txBox="1"/>
          <p:nvPr/>
        </p:nvSpPr>
        <p:spPr>
          <a:xfrm>
            <a:off x="6123725" y="4986036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8494A3-97BD-95B6-5435-0B6B59A25644}"/>
              </a:ext>
            </a:extLst>
          </p:cNvPr>
          <p:cNvSpPr/>
          <p:nvPr/>
        </p:nvSpPr>
        <p:spPr>
          <a:xfrm>
            <a:off x="8682244" y="64927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B161411-D3A3-F232-5A40-18079F07D1BB}"/>
              </a:ext>
            </a:extLst>
          </p:cNvPr>
          <p:cNvSpPr/>
          <p:nvPr/>
        </p:nvSpPr>
        <p:spPr>
          <a:xfrm>
            <a:off x="9185254" y="64927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49277637-F53B-9675-38E4-133AFB845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425238"/>
              </p:ext>
            </p:extLst>
          </p:nvPr>
        </p:nvGraphicFramePr>
        <p:xfrm>
          <a:off x="6138957" y="5235030"/>
          <a:ext cx="5699712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174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940324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940324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91599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727769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926879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10937">
                  <a:extLst>
                    <a:ext uri="{9D8B030D-6E8A-4147-A177-3AD203B41FA5}">
                      <a16:colId xmlns:a16="http://schemas.microsoft.com/office/drawing/2014/main" val="556215047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715449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세탁서비스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Laundry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1SERVICE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아이스커피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Iced Coffee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생수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water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병맥주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beer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C585BD13-07AA-EDDD-88E9-9C07AF87DCC0}"/>
              </a:ext>
            </a:extLst>
          </p:cNvPr>
          <p:cNvSpPr/>
          <p:nvPr/>
        </p:nvSpPr>
        <p:spPr>
          <a:xfrm>
            <a:off x="6163512" y="5463868"/>
            <a:ext cx="5648845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A5045366-A261-EDB8-D084-7B16D9395619}"/>
              </a:ext>
            </a:extLst>
          </p:cNvPr>
          <p:cNvGrpSpPr/>
          <p:nvPr/>
        </p:nvGrpSpPr>
        <p:grpSpPr>
          <a:xfrm>
            <a:off x="11956033" y="5203003"/>
            <a:ext cx="139450" cy="1098827"/>
            <a:chOff x="3622653" y="2609508"/>
            <a:chExt cx="139450" cy="1538594"/>
          </a:xfrm>
        </p:grpSpPr>
        <p:sp>
          <p:nvSpPr>
            <p:cNvPr id="140" name="모서리가 둥근 직사각형 139">
              <a:extLst>
                <a:ext uri="{FF2B5EF4-FFF2-40B4-BE49-F238E27FC236}">
                  <a16:creationId xmlns:a16="http://schemas.microsoft.com/office/drawing/2014/main" id="{CCDD12A2-1F5B-6681-52A5-DE6E6E8DFD45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1" name="모서리가 둥근 직사각형 140">
              <a:extLst>
                <a:ext uri="{FF2B5EF4-FFF2-40B4-BE49-F238E27FC236}">
                  <a16:creationId xmlns:a16="http://schemas.microsoft.com/office/drawing/2014/main" id="{FBF98EC2-E34B-8310-3CDA-3E0849CD1EFC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A0440614-6DD2-FE0E-5C41-4953D7C5BC0D}"/>
              </a:ext>
            </a:extLst>
          </p:cNvPr>
          <p:cNvSpPr txBox="1"/>
          <p:nvPr/>
        </p:nvSpPr>
        <p:spPr>
          <a:xfrm>
            <a:off x="7933152" y="5023106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146" name="Click">
            <a:extLst>
              <a:ext uri="{FF2B5EF4-FFF2-40B4-BE49-F238E27FC236}">
                <a16:creationId xmlns:a16="http://schemas.microsoft.com/office/drawing/2014/main" id="{ADB6BEFB-2B22-2EBE-EECB-C966F91E3BE8}"/>
              </a:ext>
            </a:extLst>
          </p:cNvPr>
          <p:cNvGrpSpPr>
            <a:grpSpLocks noChangeAspect="1"/>
          </p:cNvGrpSpPr>
          <p:nvPr/>
        </p:nvGrpSpPr>
        <p:grpSpPr>
          <a:xfrm>
            <a:off x="6369534" y="5478722"/>
            <a:ext cx="299298" cy="426545"/>
            <a:chOff x="5294313" y="2197100"/>
            <a:chExt cx="530225" cy="755651"/>
          </a:xfrm>
        </p:grpSpPr>
        <p:sp>
          <p:nvSpPr>
            <p:cNvPr id="147" name="Arrow Cursor">
              <a:extLst>
                <a:ext uri="{FF2B5EF4-FFF2-40B4-BE49-F238E27FC236}">
                  <a16:creationId xmlns:a16="http://schemas.microsoft.com/office/drawing/2014/main" id="{EDA7EC3D-B7BD-BEB7-9E1E-7ADC54AA498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48" name="Click">
              <a:extLst>
                <a:ext uri="{FF2B5EF4-FFF2-40B4-BE49-F238E27FC236}">
                  <a16:creationId xmlns:a16="http://schemas.microsoft.com/office/drawing/2014/main" id="{5381BD01-DE91-4821-FF73-D9BB6764F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4201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8E7D-8AC6-5C68-49CF-D4F9D7702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E6C0151-EE0E-74B4-F043-C452642C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F4C5ADEE-6938-7F4A-BAB6-E27632F9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CB8B99D-4910-D031-801B-7F934AAFD5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64CE732-696C-B83A-0641-3D8849EBCF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B7BCD5-76A0-4FA3-209F-4D653C7326C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2A863A-AF27-57C1-9EBF-B991AA08454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BDBAAF-2307-C012-900A-8C704137386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033ABF9-8264-CE14-6F52-90B78E168AA8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C2940A6-B1B6-029D-72FA-46C47A2E64D3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627D8A-6B93-BC92-A901-9794362CCE0B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B89310A1-9A54-E7CE-7769-5E4D55FAB9C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1121242"/>
            <a:ext cx="4104451" cy="4251974"/>
            <a:chOff x="3776975" y="1261242"/>
            <a:chExt cx="3487175" cy="2871403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D78C0DF-E0D0-2631-F119-69B732EA050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63634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2B0F642-E296-F712-264A-11884313D56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프로퍼티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47A2A63-1C04-8EF2-E080-C45BCD8CB5B0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1B73521-36B1-1025-EF41-3AE9E8075AB4}"/>
              </a:ext>
            </a:extLst>
          </p:cNvPr>
          <p:cNvSpPr txBox="1"/>
          <p:nvPr/>
        </p:nvSpPr>
        <p:spPr>
          <a:xfrm>
            <a:off x="2063553" y="1564774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프로퍼티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DD9BFF7-A0C0-381D-305A-49BCF8E31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60059"/>
              </p:ext>
            </p:extLst>
          </p:nvPr>
        </p:nvGraphicFramePr>
        <p:xfrm>
          <a:off x="2166186" y="1859839"/>
          <a:ext cx="3838636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47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33162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 Box">
            <a:extLst>
              <a:ext uri="{FF2B5EF4-FFF2-40B4-BE49-F238E27FC236}">
                <a16:creationId xmlns:a16="http://schemas.microsoft.com/office/drawing/2014/main" id="{0A84832D-5137-87BE-1E4A-56175F341EEB}"/>
              </a:ext>
            </a:extLst>
          </p:cNvPr>
          <p:cNvSpPr>
            <a:spLocks/>
          </p:cNvSpPr>
          <p:nvPr/>
        </p:nvSpPr>
        <p:spPr bwMode="auto">
          <a:xfrm>
            <a:off x="3143668" y="1895037"/>
            <a:ext cx="273615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0C6ACB3F-CB7F-1221-E2C8-27C449D67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98120"/>
              </p:ext>
            </p:extLst>
          </p:nvPr>
        </p:nvGraphicFramePr>
        <p:xfrm>
          <a:off x="2166186" y="2466217"/>
          <a:ext cx="3838634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161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58155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07390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DE6184-6E15-BB91-FDC9-449AA11F84FC}"/>
              </a:ext>
            </a:extLst>
          </p:cNvPr>
          <p:cNvSpPr/>
          <p:nvPr/>
        </p:nvSpPr>
        <p:spPr>
          <a:xfrm>
            <a:off x="3724689" y="505953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D460A4D-157C-3C55-DA05-01FF7C139ACF}"/>
              </a:ext>
            </a:extLst>
          </p:cNvPr>
          <p:cNvSpPr/>
          <p:nvPr/>
        </p:nvSpPr>
        <p:spPr>
          <a:xfrm>
            <a:off x="4214034" y="505953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6369B44-A7C3-ACEC-445B-BC2F068E3332}"/>
              </a:ext>
            </a:extLst>
          </p:cNvPr>
          <p:cNvGrpSpPr/>
          <p:nvPr/>
        </p:nvGrpSpPr>
        <p:grpSpPr>
          <a:xfrm>
            <a:off x="6042577" y="2459062"/>
            <a:ext cx="90244" cy="2190572"/>
            <a:chOff x="8879645" y="4358558"/>
            <a:chExt cx="96675" cy="1950762"/>
          </a:xfrm>
        </p:grpSpPr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2E175DAA-5FEB-88EB-C8D7-53CBC016B6A3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모서리가 둥근 직사각형 170">
              <a:extLst>
                <a:ext uri="{FF2B5EF4-FFF2-40B4-BE49-F238E27FC236}">
                  <a16:creationId xmlns:a16="http://schemas.microsoft.com/office/drawing/2014/main" id="{307C3F24-33AF-6630-E874-C7D079B4EF35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8" name="Teardrop 1">
            <a:extLst>
              <a:ext uri="{FF2B5EF4-FFF2-40B4-BE49-F238E27FC236}">
                <a16:creationId xmlns:a16="http://schemas.microsoft.com/office/drawing/2014/main" id="{460EFF4F-2633-9E01-F497-39524E552F17}"/>
              </a:ext>
            </a:extLst>
          </p:cNvPr>
          <p:cNvSpPr/>
          <p:nvPr/>
        </p:nvSpPr>
        <p:spPr>
          <a:xfrm rot="16200000" flipH="1" flipV="1">
            <a:off x="4123747" y="49520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E7D056E-CD70-678B-6FA0-21895ABF6D06}"/>
              </a:ext>
            </a:extLst>
          </p:cNvPr>
          <p:cNvSpPr/>
          <p:nvPr/>
        </p:nvSpPr>
        <p:spPr>
          <a:xfrm>
            <a:off x="5187354" y="218070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7486A75-6A40-5A74-5007-660A3300386E}"/>
              </a:ext>
            </a:extLst>
          </p:cNvPr>
          <p:cNvSpPr/>
          <p:nvPr/>
        </p:nvSpPr>
        <p:spPr>
          <a:xfrm>
            <a:off x="5613682" y="218070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32" name="Pagination">
            <a:extLst>
              <a:ext uri="{FF2B5EF4-FFF2-40B4-BE49-F238E27FC236}">
                <a16:creationId xmlns:a16="http://schemas.microsoft.com/office/drawing/2014/main" id="{32BAE452-6768-2FFC-D23F-4E3D89D00C86}"/>
              </a:ext>
            </a:extLst>
          </p:cNvPr>
          <p:cNvSpPr txBox="1"/>
          <p:nvPr/>
        </p:nvSpPr>
        <p:spPr>
          <a:xfrm>
            <a:off x="3503712" y="4761741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9510B07-7443-B22C-9376-F9D49F79349E}"/>
              </a:ext>
            </a:extLst>
          </p:cNvPr>
          <p:cNvGrpSpPr/>
          <p:nvPr/>
        </p:nvGrpSpPr>
        <p:grpSpPr>
          <a:xfrm>
            <a:off x="2166186" y="2183958"/>
            <a:ext cx="1777609" cy="200055"/>
            <a:chOff x="1446413" y="1981347"/>
            <a:chExt cx="1777609" cy="2000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DFBFC64-D21B-7D37-C8E1-9AF032EC9DA4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D1C4E01-4604-E6FD-EDE0-11246AE37A9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36" name="Text Box">
                <a:extLst>
                  <a:ext uri="{FF2B5EF4-FFF2-40B4-BE49-F238E27FC236}">
                    <a16:creationId xmlns:a16="http://schemas.microsoft.com/office/drawing/2014/main" id="{94BC1390-FF45-A3CB-EF8B-4072F6A55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7" name="Chevron Left">
                <a:extLst>
                  <a:ext uri="{FF2B5EF4-FFF2-40B4-BE49-F238E27FC236}">
                    <a16:creationId xmlns:a16="http://schemas.microsoft.com/office/drawing/2014/main" id="{69C6D74B-001A-B893-5D78-D38A7CE6A7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8" name="Teardrop 1">
            <a:extLst>
              <a:ext uri="{FF2B5EF4-FFF2-40B4-BE49-F238E27FC236}">
                <a16:creationId xmlns:a16="http://schemas.microsoft.com/office/drawing/2014/main" id="{B6A6E267-2631-9624-F97B-5F05D085CE5E}"/>
              </a:ext>
            </a:extLst>
          </p:cNvPr>
          <p:cNvSpPr/>
          <p:nvPr/>
        </p:nvSpPr>
        <p:spPr>
          <a:xfrm rot="16200000" flipH="1" flipV="1">
            <a:off x="5467561" y="25675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DF806B4-BF28-F057-85CC-6B02EC4B8F35}"/>
              </a:ext>
            </a:extLst>
          </p:cNvPr>
          <p:cNvGrpSpPr/>
          <p:nvPr/>
        </p:nvGrpSpPr>
        <p:grpSpPr>
          <a:xfrm>
            <a:off x="5749241" y="2714922"/>
            <a:ext cx="120020" cy="1882018"/>
            <a:chOff x="8006676" y="2589288"/>
            <a:chExt cx="120020" cy="1882018"/>
          </a:xfrm>
        </p:grpSpPr>
        <p:grpSp>
          <p:nvGrpSpPr>
            <p:cNvPr id="4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3AA54EFF-1CA3-2D1D-6302-895295456A23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50" name="Circle">
                <a:extLst>
                  <a:ext uri="{FF2B5EF4-FFF2-40B4-BE49-F238E27FC236}">
                    <a16:creationId xmlns:a16="http://schemas.microsoft.com/office/drawing/2014/main" id="{4220B32C-FF0B-3673-2EB8-6992CD32A154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Check">
                <a:extLst>
                  <a:ext uri="{FF2B5EF4-FFF2-40B4-BE49-F238E27FC236}">
                    <a16:creationId xmlns:a16="http://schemas.microsoft.com/office/drawing/2014/main" id="{EE64EE79-253C-374C-D4AB-1811265DB0CC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1" name="Circle">
              <a:extLst>
                <a:ext uri="{FF2B5EF4-FFF2-40B4-BE49-F238E27FC236}">
                  <a16:creationId xmlns:a16="http://schemas.microsoft.com/office/drawing/2014/main" id="{11C7FE33-0324-E18E-EDB7-9BCE8339A6F2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Circle">
              <a:extLst>
                <a:ext uri="{FF2B5EF4-FFF2-40B4-BE49-F238E27FC236}">
                  <a16:creationId xmlns:a16="http://schemas.microsoft.com/office/drawing/2014/main" id="{97A44C48-057E-D302-64C3-921A1F2BE4FE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ircle">
              <a:extLst>
                <a:ext uri="{FF2B5EF4-FFF2-40B4-BE49-F238E27FC236}">
                  <a16:creationId xmlns:a16="http://schemas.microsoft.com/office/drawing/2014/main" id="{F8291B19-7291-47A2-1F1C-45CE83217087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4CE93156-B056-4B54-FCF7-60B0426A5D8F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ircle">
              <a:extLst>
                <a:ext uri="{FF2B5EF4-FFF2-40B4-BE49-F238E27FC236}">
                  <a16:creationId xmlns:a16="http://schemas.microsoft.com/office/drawing/2014/main" id="{41358848-E390-F22D-D5DC-2DB71D084323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A8089250-5D8B-84CF-5929-A0CC7FD92FF5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Circle">
              <a:extLst>
                <a:ext uri="{FF2B5EF4-FFF2-40B4-BE49-F238E27FC236}">
                  <a16:creationId xmlns:a16="http://schemas.microsoft.com/office/drawing/2014/main" id="{BBB78982-38DD-0836-27E9-13AD760EBC3C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Circle">
              <a:extLst>
                <a:ext uri="{FF2B5EF4-FFF2-40B4-BE49-F238E27FC236}">
                  <a16:creationId xmlns:a16="http://schemas.microsoft.com/office/drawing/2014/main" id="{B6E7AD1C-2691-B69B-B2B4-F58B7C4D08BB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Circle">
              <a:extLst>
                <a:ext uri="{FF2B5EF4-FFF2-40B4-BE49-F238E27FC236}">
                  <a16:creationId xmlns:a16="http://schemas.microsoft.com/office/drawing/2014/main" id="{611CFCD1-C11D-B77E-62D9-893D5900257E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4163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9424-BEA0-BFBC-B736-DA2314C4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B3B5684-330F-3EA4-983F-E0F3D69D547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수정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/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상세 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(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마켓코드 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OTA </a:t>
            </a:r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외</a:t>
            </a:r>
            <a:r>
              <a:rPr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)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5975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1BA71-3A96-28C2-FA78-AA3900C4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A6201D9-C876-9586-832D-31E44796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31AF186-0C22-A966-5921-7F1C31F3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FFD51A1-6069-829A-1624-3F4E913773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A679AC5-9467-4899-A623-6066154B0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2C126F-97F6-3A65-895B-D2567383ED2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8FCDEA-E6F6-E6D9-91BD-2811C0AFCC1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0E8301-B88E-652D-67A2-D83D4ED4E13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66DA44A3-685E-7E29-FE2F-23CD80AAE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54888"/>
              </p:ext>
            </p:extLst>
          </p:nvPr>
        </p:nvGraphicFramePr>
        <p:xfrm>
          <a:off x="9406740" y="440717"/>
          <a:ext cx="2785260" cy="5769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정보 수정 사항 저장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기본 정보 저장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마스터 예약 상태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CHECK-IN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INHOUSE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CHECKED-OUT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NO-SHOW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CANCELED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※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각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상태별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셀렉트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박스 출력 정의 </a:t>
                      </a:r>
                      <a:r>
                        <a:rPr lang="en-US" altLang="ko-KR" sz="800" b="0" i="0" strike="noStrike" kern="1200" baseline="0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3p</a:t>
                      </a:r>
                      <a:r>
                        <a:rPr lang="en-US" altLang="ko-KR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참고하여 개발</a:t>
                      </a:r>
                      <a:endParaRPr lang="en" altLang="ko-KR" sz="800" b="0" i="0" strike="noStrike" kern="1200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전 상태일 경우 아래 기능 제약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체크인 불가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객실 변경 불가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체크아웃 불가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부분부분 환불 불가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전체 환불 불가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프로모션 타입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COMPANY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체크인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객실이 여러 개 일 경우 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객실 중 시작일이 가장 빠른 체크인 일자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종료일이 가장 늦은 체크아웃 일자로 검증 필요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C189214-2BDD-45B9-BF44-B03AEC4E392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0752110-4CC0-BBBC-37D9-C13168D50AE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2E76DD0-F344-BE80-F9D3-BA356F0D021A}"/>
              </a:ext>
            </a:extLst>
          </p:cNvPr>
          <p:cNvSpPr txBox="1"/>
          <p:nvPr/>
        </p:nvSpPr>
        <p:spPr>
          <a:xfrm>
            <a:off x="1427883" y="2509965"/>
            <a:ext cx="308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3B83A16-C8C3-3495-0B5D-1B0E5F4B5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813977"/>
              </p:ext>
            </p:extLst>
          </p:nvPr>
        </p:nvGraphicFramePr>
        <p:xfrm>
          <a:off x="1513108" y="2824565"/>
          <a:ext cx="7778187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13823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024928075"/>
                    </a:ext>
                  </a:extLst>
                </a:gridCol>
                <a:gridCol w="1040103">
                  <a:extLst>
                    <a:ext uri="{9D8B030D-6E8A-4147-A177-3AD203B41FA5}">
                      <a16:colId xmlns:a16="http://schemas.microsoft.com/office/drawing/2014/main" val="15716982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96827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예약일시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88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예약번호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2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글래드호텔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여의도</a:t>
                      </a: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STANDARDRATE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마켓코드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LOCAL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타입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8A6469D-491F-7090-BAB5-118ED05D3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849053"/>
              </p:ext>
            </p:extLst>
          </p:nvPr>
        </p:nvGraphicFramePr>
        <p:xfrm>
          <a:off x="1530818" y="1707741"/>
          <a:ext cx="7781146" cy="665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825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100322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생년월일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국적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CAC8B77-0E06-1FD8-8E4E-150FC779E36B}"/>
              </a:ext>
            </a:extLst>
          </p:cNvPr>
          <p:cNvSpPr txBox="1"/>
          <p:nvPr/>
        </p:nvSpPr>
        <p:spPr>
          <a:xfrm>
            <a:off x="1445594" y="131874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예약자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55" name="Text Box">
            <a:extLst>
              <a:ext uri="{FF2B5EF4-FFF2-40B4-BE49-F238E27FC236}">
                <a16:creationId xmlns:a16="http://schemas.microsoft.com/office/drawing/2014/main" id="{8DF7EA7D-A399-4D12-7AF2-C870A9237BF6}"/>
              </a:ext>
            </a:extLst>
          </p:cNvPr>
          <p:cNvSpPr>
            <a:spLocks/>
          </p:cNvSpPr>
          <p:nvPr/>
        </p:nvSpPr>
        <p:spPr bwMode="auto">
          <a:xfrm>
            <a:off x="6593179" y="1746118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Text Box">
            <a:extLst>
              <a:ext uri="{FF2B5EF4-FFF2-40B4-BE49-F238E27FC236}">
                <a16:creationId xmlns:a16="http://schemas.microsoft.com/office/drawing/2014/main" id="{CB4EE51C-CA5C-5BBD-DDEA-B25F9BB496B3}"/>
              </a:ext>
            </a:extLst>
          </p:cNvPr>
          <p:cNvSpPr>
            <a:spLocks/>
          </p:cNvSpPr>
          <p:nvPr/>
        </p:nvSpPr>
        <p:spPr bwMode="auto">
          <a:xfrm>
            <a:off x="7533734" y="1742007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" altLang="ko-KR" sz="700" b="0" kern="0" spc="-30" baseline="0" dirty="0" err="1">
                <a:solidFill>
                  <a:schemeClr val="tx1"/>
                </a:solidFill>
                <a:latin typeface="+mn-ea"/>
                <a:ea typeface="+mn-ea"/>
              </a:rPr>
              <a:t>Jinyoung</a:t>
            </a: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 Box">
            <a:extLst>
              <a:ext uri="{FF2B5EF4-FFF2-40B4-BE49-F238E27FC236}">
                <a16:creationId xmlns:a16="http://schemas.microsoft.com/office/drawing/2014/main" id="{A4713BBE-A4EE-D961-35A8-4EC50E2E0896}"/>
              </a:ext>
            </a:extLst>
          </p:cNvPr>
          <p:cNvSpPr>
            <a:spLocks/>
          </p:cNvSpPr>
          <p:nvPr/>
        </p:nvSpPr>
        <p:spPr bwMode="auto">
          <a:xfrm>
            <a:off x="2541992" y="1747178"/>
            <a:ext cx="48818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8" name="Text Box">
            <a:extLst>
              <a:ext uri="{FF2B5EF4-FFF2-40B4-BE49-F238E27FC236}">
                <a16:creationId xmlns:a16="http://schemas.microsoft.com/office/drawing/2014/main" id="{CBE5EE2C-3B59-9F85-92BC-7492BB6A9812}"/>
              </a:ext>
            </a:extLst>
          </p:cNvPr>
          <p:cNvSpPr>
            <a:spLocks/>
          </p:cNvSpPr>
          <p:nvPr/>
        </p:nvSpPr>
        <p:spPr bwMode="auto">
          <a:xfrm>
            <a:off x="3129444" y="1750623"/>
            <a:ext cx="77032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진영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26BB29CD-7AD8-E874-D04C-91AD2D8F5A14}"/>
              </a:ext>
            </a:extLst>
          </p:cNvPr>
          <p:cNvGrpSpPr/>
          <p:nvPr/>
        </p:nvGrpSpPr>
        <p:grpSpPr>
          <a:xfrm>
            <a:off x="2541992" y="1966257"/>
            <a:ext cx="1357775" cy="148590"/>
            <a:chOff x="3067263" y="2005049"/>
            <a:chExt cx="1357775" cy="217550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CA8303EE-84EF-8F14-69E3-BB0BD0B22825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C7DD4CA6-5DB2-6B63-8A67-52009B9EE770}"/>
                </a:ext>
              </a:extLst>
            </p:cNvPr>
            <p:cNvSpPr/>
            <p:nvPr/>
          </p:nvSpPr>
          <p:spPr>
            <a:xfrm>
              <a:off x="3563879" y="2005049"/>
              <a:ext cx="86115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10-1234-1234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2" name="Chevron Left">
              <a:extLst>
                <a:ext uri="{FF2B5EF4-FFF2-40B4-BE49-F238E27FC236}">
                  <a16:creationId xmlns:a16="http://schemas.microsoft.com/office/drawing/2014/main" id="{6A24B52D-3E2F-DBBF-5783-92C50B18085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2A8DB4DD-A250-7BAF-6A6B-34E6EF059891}"/>
              </a:ext>
            </a:extLst>
          </p:cNvPr>
          <p:cNvGrpSpPr/>
          <p:nvPr/>
        </p:nvGrpSpPr>
        <p:grpSpPr>
          <a:xfrm>
            <a:off x="2542614" y="2187291"/>
            <a:ext cx="710141" cy="144000"/>
            <a:chOff x="2523054" y="4377902"/>
            <a:chExt cx="710141" cy="144000"/>
          </a:xfrm>
        </p:grpSpPr>
        <p:sp>
          <p:nvSpPr>
            <p:cNvPr id="16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0803A12-1B2D-6C49-FFE6-D9B33DBF683C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1990-01-01</a:t>
              </a:r>
            </a:p>
          </p:txBody>
        </p:sp>
        <p:sp>
          <p:nvSpPr>
            <p:cNvPr id="16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1B2C97C-2DA8-2A2E-05B1-5A17C27E2E84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68" name="Text Box">
            <a:extLst>
              <a:ext uri="{FF2B5EF4-FFF2-40B4-BE49-F238E27FC236}">
                <a16:creationId xmlns:a16="http://schemas.microsoft.com/office/drawing/2014/main" id="{A6B22AAB-DED2-EB4C-5A13-0AC3B303FFFE}"/>
              </a:ext>
            </a:extLst>
          </p:cNvPr>
          <p:cNvSpPr>
            <a:spLocks/>
          </p:cNvSpPr>
          <p:nvPr/>
        </p:nvSpPr>
        <p:spPr bwMode="auto">
          <a:xfrm>
            <a:off x="8342347" y="3641597"/>
            <a:ext cx="859272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PROMO-CODE</a:t>
            </a: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FD470AAE-60DB-8E65-4123-59E6BD324400}"/>
              </a:ext>
            </a:extLst>
          </p:cNvPr>
          <p:cNvGrpSpPr/>
          <p:nvPr/>
        </p:nvGrpSpPr>
        <p:grpSpPr>
          <a:xfrm>
            <a:off x="6585596" y="2190362"/>
            <a:ext cx="872935" cy="147548"/>
            <a:chOff x="6601675" y="2344801"/>
            <a:chExt cx="872935" cy="147548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2A16B3FD-EE48-3A8E-5D77-483DD96E646E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남자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8" name="Chevron Left">
              <a:extLst>
                <a:ext uri="{FF2B5EF4-FFF2-40B4-BE49-F238E27FC236}">
                  <a16:creationId xmlns:a16="http://schemas.microsoft.com/office/drawing/2014/main" id="{4864013B-099B-142D-677F-248E3B3660E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82A09CD-8CB4-F706-183B-08670FB09133}"/>
              </a:ext>
            </a:extLst>
          </p:cNvPr>
          <p:cNvGrpSpPr/>
          <p:nvPr/>
        </p:nvGrpSpPr>
        <p:grpSpPr>
          <a:xfrm>
            <a:off x="8346394" y="2187456"/>
            <a:ext cx="872935" cy="147548"/>
            <a:chOff x="6601675" y="2344801"/>
            <a:chExt cx="872935" cy="147548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5549390A-A93E-5F6A-65A6-64C33896264F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KOR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2" name="Chevron Left">
              <a:extLst>
                <a:ext uri="{FF2B5EF4-FFF2-40B4-BE49-F238E27FC236}">
                  <a16:creationId xmlns:a16="http://schemas.microsoft.com/office/drawing/2014/main" id="{DF6B24EF-4F79-C8EC-A8F2-28A1D7D1D75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C64F58F-8525-675B-191E-748787E29ACD}"/>
              </a:ext>
            </a:extLst>
          </p:cNvPr>
          <p:cNvGrpSpPr/>
          <p:nvPr/>
        </p:nvGrpSpPr>
        <p:grpSpPr>
          <a:xfrm>
            <a:off x="6610526" y="3641597"/>
            <a:ext cx="826563" cy="148524"/>
            <a:chOff x="8346822" y="1278001"/>
            <a:chExt cx="826563" cy="148524"/>
          </a:xfrm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9B3E1259-EB7E-C6E2-9065-925DB8E06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COMPANY</a:t>
              </a: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442ED779-3C8C-0F6E-68EA-44E3D688499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AF39366-7665-FA12-633A-677463972597}"/>
              </a:ext>
            </a:extLst>
          </p:cNvPr>
          <p:cNvGrpSpPr/>
          <p:nvPr/>
        </p:nvGrpSpPr>
        <p:grpSpPr>
          <a:xfrm>
            <a:off x="1512625" y="937647"/>
            <a:ext cx="6068152" cy="263263"/>
            <a:chOff x="1512625" y="1374043"/>
            <a:chExt cx="6068152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EABED995-969B-B64E-5AB7-614B2A0BEFE8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7" name="양쪽 모서리가 둥근 사각형 26">
              <a:extLst>
                <a:ext uri="{FF2B5EF4-FFF2-40B4-BE49-F238E27FC236}">
                  <a16:creationId xmlns:a16="http://schemas.microsoft.com/office/drawing/2014/main" id="{2170DAFE-E4DD-6207-5724-39D2D84DB4E9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22096F2B-2578-1732-C2B3-90945C40DA55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61B082E7-2EB5-67BE-2626-1922E2B33264}"/>
                </a:ext>
              </a:extLst>
            </p:cNvPr>
            <p:cNvSpPr/>
            <p:nvPr/>
          </p:nvSpPr>
          <p:spPr>
            <a:xfrm>
              <a:off x="556162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9BFC50E9-EA14-A17B-AC09-F05941760616}"/>
                </a:ext>
              </a:extLst>
            </p:cNvPr>
            <p:cNvSpPr/>
            <p:nvPr/>
          </p:nvSpPr>
          <p:spPr>
            <a:xfrm>
              <a:off x="656909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40" name="양쪽 모서리가 둥근 사각형 39">
              <a:extLst>
                <a:ext uri="{FF2B5EF4-FFF2-40B4-BE49-F238E27FC236}">
                  <a16:creationId xmlns:a16="http://schemas.microsoft.com/office/drawing/2014/main" id="{CCA3976F-FC0E-8BFC-DB8C-EE5CCA1A531A}"/>
                </a:ext>
              </a:extLst>
            </p:cNvPr>
            <p:cNvSpPr/>
            <p:nvPr/>
          </p:nvSpPr>
          <p:spPr>
            <a:xfrm>
              <a:off x="454663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9603B51-7512-FD14-0A01-CD9307167A78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8" name="Teardrop 1">
            <a:extLst>
              <a:ext uri="{FF2B5EF4-FFF2-40B4-BE49-F238E27FC236}">
                <a16:creationId xmlns:a16="http://schemas.microsoft.com/office/drawing/2014/main" id="{336D0808-1BE1-3E99-E8A7-99A92F017699}"/>
              </a:ext>
            </a:extLst>
          </p:cNvPr>
          <p:cNvSpPr/>
          <p:nvPr/>
        </p:nvSpPr>
        <p:spPr>
          <a:xfrm rot="16200000" flipH="1" flipV="1">
            <a:off x="5589542" y="291324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7104464-6864-C520-B3DE-FE0B49FA12AF}"/>
              </a:ext>
            </a:extLst>
          </p:cNvPr>
          <p:cNvGrpSpPr/>
          <p:nvPr/>
        </p:nvGrpSpPr>
        <p:grpSpPr>
          <a:xfrm>
            <a:off x="6610526" y="3044413"/>
            <a:ext cx="826563" cy="148524"/>
            <a:chOff x="8346822" y="1278001"/>
            <a:chExt cx="826563" cy="148524"/>
          </a:xfrm>
        </p:grpSpPr>
        <p:sp>
          <p:nvSpPr>
            <p:cNvPr id="48" name="Text Box">
              <a:extLst>
                <a:ext uri="{FF2B5EF4-FFF2-40B4-BE49-F238E27FC236}">
                  <a16:creationId xmlns:a16="http://schemas.microsoft.com/office/drawing/2014/main" id="{5FDFF0FB-9ED8-7CB7-C224-1CEBFF339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49" name="Chevron Left">
              <a:extLst>
                <a:ext uri="{FF2B5EF4-FFF2-40B4-BE49-F238E27FC236}">
                  <a16:creationId xmlns:a16="http://schemas.microsoft.com/office/drawing/2014/main" id="{D583C3BA-CD8C-5162-7806-6850C4E75BA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43A917-F924-0888-FAFA-1E4909C5F1C8}"/>
              </a:ext>
            </a:extLst>
          </p:cNvPr>
          <p:cNvSpPr/>
          <p:nvPr/>
        </p:nvSpPr>
        <p:spPr>
          <a:xfrm>
            <a:off x="8850364" y="2600057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00688B-366A-B875-D281-DB96082DEC61}"/>
              </a:ext>
            </a:extLst>
          </p:cNvPr>
          <p:cNvSpPr/>
          <p:nvPr/>
        </p:nvSpPr>
        <p:spPr>
          <a:xfrm>
            <a:off x="8850364" y="1528956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Chevron Left">
            <a:extLst>
              <a:ext uri="{FF2B5EF4-FFF2-40B4-BE49-F238E27FC236}">
                <a16:creationId xmlns:a16="http://schemas.microsoft.com/office/drawing/2014/main" id="{2C39AE29-9E02-DDEE-3344-BF54E6150C91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310429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Chevron Left">
            <a:extLst>
              <a:ext uri="{FF2B5EF4-FFF2-40B4-BE49-F238E27FC236}">
                <a16:creationId xmlns:a16="http://schemas.microsoft.com/office/drawing/2014/main" id="{73A060F4-F51E-5566-14BC-1F7B9BFBFAE4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762119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8D7B632-0828-0D70-E9AE-ED1154030A96}"/>
              </a:ext>
            </a:extLst>
          </p:cNvPr>
          <p:cNvGrpSpPr/>
          <p:nvPr/>
        </p:nvGrpSpPr>
        <p:grpSpPr>
          <a:xfrm rot="10800000">
            <a:off x="1289409" y="1202934"/>
            <a:ext cx="360000" cy="372571"/>
            <a:chOff x="3180625" y="5062589"/>
            <a:chExt cx="360000" cy="372571"/>
          </a:xfrm>
        </p:grpSpPr>
        <p:cxnSp>
          <p:nvCxnSpPr>
            <p:cNvPr id="9" name="직선 연결선 206">
              <a:extLst>
                <a:ext uri="{FF2B5EF4-FFF2-40B4-BE49-F238E27FC236}">
                  <a16:creationId xmlns:a16="http://schemas.microsoft.com/office/drawing/2014/main" id="{1C77CF09-C5E7-787C-4E25-A251FC2572D7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6C336BED-09A0-6A4C-D502-553C8DE63B9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CDFF99-7BD0-05B2-8B1B-62234CE8006E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6CA660-0790-3278-CA71-27E318E55A7B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74198E92-EE0A-BE37-5EAC-0F713EFA3E0D}"/>
              </a:ext>
            </a:extLst>
          </p:cNvPr>
          <p:cNvSpPr/>
          <p:nvPr/>
        </p:nvSpPr>
        <p:spPr>
          <a:xfrm rot="16200000" flipH="1" flipV="1">
            <a:off x="8724988" y="142187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181C77FF-20A2-296F-2EC4-1369DDE83615}"/>
              </a:ext>
            </a:extLst>
          </p:cNvPr>
          <p:cNvSpPr/>
          <p:nvPr/>
        </p:nvSpPr>
        <p:spPr>
          <a:xfrm rot="16200000" flipH="1" flipV="1">
            <a:off x="8732160" y="249469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ABABBCF8-92DD-3A46-F46A-25149647D2FD}"/>
              </a:ext>
            </a:extLst>
          </p:cNvPr>
          <p:cNvSpPr/>
          <p:nvPr/>
        </p:nvSpPr>
        <p:spPr>
          <a:xfrm rot="16200000" flipH="1" flipV="1">
            <a:off x="5589542" y="354189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42A8BD-1D7C-00EE-3D47-D988D17B4C20}"/>
              </a:ext>
            </a:extLst>
          </p:cNvPr>
          <p:cNvGrpSpPr/>
          <p:nvPr/>
        </p:nvGrpSpPr>
        <p:grpSpPr>
          <a:xfrm>
            <a:off x="2542614" y="3247554"/>
            <a:ext cx="710141" cy="144000"/>
            <a:chOff x="2523054" y="4377902"/>
            <a:chExt cx="710141" cy="144000"/>
          </a:xfrm>
        </p:grpSpPr>
        <p:sp>
          <p:nvSpPr>
            <p:cNvPr id="12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2124B33-99F6-93F1-6DDC-6A509541715B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2025-01-01</a:t>
              </a:r>
            </a:p>
          </p:txBody>
        </p:sp>
        <p:sp>
          <p:nvSpPr>
            <p:cNvPr id="3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F6AA73D-FDF7-5846-4030-01921331C848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D4748AA-7C53-C88A-26DE-D753A53CBD45}"/>
              </a:ext>
            </a:extLst>
          </p:cNvPr>
          <p:cNvGrpSpPr/>
          <p:nvPr/>
        </p:nvGrpSpPr>
        <p:grpSpPr>
          <a:xfrm>
            <a:off x="6632640" y="3247554"/>
            <a:ext cx="710141" cy="144000"/>
            <a:chOff x="2523054" y="4377902"/>
            <a:chExt cx="710141" cy="144000"/>
          </a:xfrm>
        </p:grpSpPr>
        <p:sp>
          <p:nvSpPr>
            <p:cNvPr id="4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81CBB66-A5C2-F4F4-9FE4-61F07C9F67E5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2025-01-03</a:t>
              </a:r>
            </a:p>
          </p:txBody>
        </p:sp>
        <p:sp>
          <p:nvSpPr>
            <p:cNvPr id="46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742FAC-8106-B095-3420-F0FE1C1B726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42" name="Click">
            <a:extLst>
              <a:ext uri="{FF2B5EF4-FFF2-40B4-BE49-F238E27FC236}">
                <a16:creationId xmlns:a16="http://schemas.microsoft.com/office/drawing/2014/main" id="{171D1BC0-917D-F0AF-D542-D56F052558E9}"/>
              </a:ext>
            </a:extLst>
          </p:cNvPr>
          <p:cNvGrpSpPr>
            <a:grpSpLocks noChangeAspect="1"/>
          </p:cNvGrpSpPr>
          <p:nvPr/>
        </p:nvGrpSpPr>
        <p:grpSpPr>
          <a:xfrm>
            <a:off x="3083680" y="3239858"/>
            <a:ext cx="362153" cy="516120"/>
            <a:chOff x="5294313" y="2197100"/>
            <a:chExt cx="530225" cy="755651"/>
          </a:xfrm>
        </p:grpSpPr>
        <p:sp>
          <p:nvSpPr>
            <p:cNvPr id="43" name="Arrow Cursor">
              <a:extLst>
                <a:ext uri="{FF2B5EF4-FFF2-40B4-BE49-F238E27FC236}">
                  <a16:creationId xmlns:a16="http://schemas.microsoft.com/office/drawing/2014/main" id="{54B810D1-9130-6B76-FDFC-DD3019CC5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4" name="Click">
              <a:extLst>
                <a:ext uri="{FF2B5EF4-FFF2-40B4-BE49-F238E27FC236}">
                  <a16:creationId xmlns:a16="http://schemas.microsoft.com/office/drawing/2014/main" id="{2B2835AC-8F91-5ED6-EBCB-132C3C6025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5" name="Teardrop 1">
            <a:extLst>
              <a:ext uri="{FF2B5EF4-FFF2-40B4-BE49-F238E27FC236}">
                <a16:creationId xmlns:a16="http://schemas.microsoft.com/office/drawing/2014/main" id="{4B3397DB-D6AE-FACE-CAE1-3FEBA22FA716}"/>
              </a:ext>
            </a:extLst>
          </p:cNvPr>
          <p:cNvSpPr/>
          <p:nvPr/>
        </p:nvSpPr>
        <p:spPr>
          <a:xfrm rot="16200000" flipH="1" flipV="1">
            <a:off x="1546931" y="31749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Teardrop 1">
            <a:extLst>
              <a:ext uri="{FF2B5EF4-FFF2-40B4-BE49-F238E27FC236}">
                <a16:creationId xmlns:a16="http://schemas.microsoft.com/office/drawing/2014/main" id="{EC0BA57E-B3CA-6BED-B536-7110F37567D3}"/>
              </a:ext>
            </a:extLst>
          </p:cNvPr>
          <p:cNvSpPr/>
          <p:nvPr/>
        </p:nvSpPr>
        <p:spPr>
          <a:xfrm rot="16200000" flipH="1" flipV="1">
            <a:off x="5577510" y="31749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5852AC01-570D-8B74-CC41-1F31265875A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268349" y="4347039"/>
            <a:ext cx="2200838" cy="954169"/>
            <a:chOff x="595686" y="1261242"/>
            <a:chExt cx="3222246" cy="1507358"/>
          </a:xfrm>
        </p:grpSpPr>
        <p:sp>
          <p:nvSpPr>
            <p:cNvPr id="58" name="Window Body">
              <a:extLst>
                <a:ext uri="{FF2B5EF4-FFF2-40B4-BE49-F238E27FC236}">
                  <a16:creationId xmlns:a16="http://schemas.microsoft.com/office/drawing/2014/main" id="{894C95B0-592D-D6D3-0257-EF52F60D48C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Text">
              <a:extLst>
                <a:ext uri="{FF2B5EF4-FFF2-40B4-BE49-F238E27FC236}">
                  <a16:creationId xmlns:a16="http://schemas.microsoft.com/office/drawing/2014/main" id="{DC4152AD-63A8-82BE-665D-E3C907ECE2F6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마스터 체크인 일자는 </a:t>
              </a:r>
              <a:endParaRPr lang="en-US" altLang="ko-KR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객실 체크인 일자 중 가장 빠른일자와</a:t>
              </a:r>
              <a:endParaRPr lang="en-US" altLang="ko-KR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동일하게 적용 되어야 합니다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0" name="Title Bar">
              <a:extLst>
                <a:ext uri="{FF2B5EF4-FFF2-40B4-BE49-F238E27FC236}">
                  <a16:creationId xmlns:a16="http://schemas.microsoft.com/office/drawing/2014/main" id="{2815ED99-3218-F8EC-32FF-85597436B316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61" name="Close Button">
              <a:extLst>
                <a:ext uri="{FF2B5EF4-FFF2-40B4-BE49-F238E27FC236}">
                  <a16:creationId xmlns:a16="http://schemas.microsoft.com/office/drawing/2014/main" id="{6284DB57-7D94-70D0-AE76-28DB8CF21C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2" name="Icons">
              <a:extLst>
                <a:ext uri="{FF2B5EF4-FFF2-40B4-BE49-F238E27FC236}">
                  <a16:creationId xmlns:a16="http://schemas.microsoft.com/office/drawing/2014/main" id="{7F56DFFB-3F68-5E9F-4894-DEE23C3261B1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131" name="Info Icon" hidden="1">
                <a:extLst>
                  <a:ext uri="{FF2B5EF4-FFF2-40B4-BE49-F238E27FC236}">
                    <a16:creationId xmlns:a16="http://schemas.microsoft.com/office/drawing/2014/main" id="{B7C89679-A91F-285A-BAB6-AC57C54CB97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2" name="Warning Icon" hidden="1">
                <a:extLst>
                  <a:ext uri="{FF2B5EF4-FFF2-40B4-BE49-F238E27FC236}">
                    <a16:creationId xmlns:a16="http://schemas.microsoft.com/office/drawing/2014/main" id="{40972B0C-E0F3-9BCD-E6CF-AE70030DA36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3" name="Error Icon" hidden="1">
                <a:extLst>
                  <a:ext uri="{FF2B5EF4-FFF2-40B4-BE49-F238E27FC236}">
                    <a16:creationId xmlns:a16="http://schemas.microsoft.com/office/drawing/2014/main" id="{1BAD1A42-3D1C-2FD4-50AC-35A2818081D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4" name="Question Icon">
                <a:extLst>
                  <a:ext uri="{FF2B5EF4-FFF2-40B4-BE49-F238E27FC236}">
                    <a16:creationId xmlns:a16="http://schemas.microsoft.com/office/drawing/2014/main" id="{C4E235C0-837C-E980-4FD2-1BC3FC5F88D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3" name="Buttons">
              <a:extLst>
                <a:ext uri="{FF2B5EF4-FFF2-40B4-BE49-F238E27FC236}">
                  <a16:creationId xmlns:a16="http://schemas.microsoft.com/office/drawing/2014/main" id="{1E9E178B-7DF9-D59B-5B20-5691454214D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128" name="Button 1">
                <a:extLst>
                  <a:ext uri="{FF2B5EF4-FFF2-40B4-BE49-F238E27FC236}">
                    <a16:creationId xmlns:a16="http://schemas.microsoft.com/office/drawing/2014/main" id="{77DF4AD9-E29D-C086-D81C-746BC4B06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Button 2" hidden="1">
                <a:extLst>
                  <a:ext uri="{FF2B5EF4-FFF2-40B4-BE49-F238E27FC236}">
                    <a16:creationId xmlns:a16="http://schemas.microsoft.com/office/drawing/2014/main" id="{D4DCD322-91B0-C51B-38EF-E02361EA8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0" name="Button 3" hidden="1">
                <a:extLst>
                  <a:ext uri="{FF2B5EF4-FFF2-40B4-BE49-F238E27FC236}">
                    <a16:creationId xmlns:a16="http://schemas.microsoft.com/office/drawing/2014/main" id="{5C88CA3B-AF70-BD44-B990-01DBC3088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136" name="꺾인 연결선[E] 135">
            <a:extLst>
              <a:ext uri="{FF2B5EF4-FFF2-40B4-BE49-F238E27FC236}">
                <a16:creationId xmlns:a16="http://schemas.microsoft.com/office/drawing/2014/main" id="{1F2040A5-04F5-8B03-6F1C-A7B48AEE4638}"/>
              </a:ext>
            </a:extLst>
          </p:cNvPr>
          <p:cNvCxnSpPr>
            <a:stCxn id="12" idx="3"/>
            <a:endCxn id="58" idx="3"/>
          </p:cNvCxnSpPr>
          <p:nvPr/>
        </p:nvCxnSpPr>
        <p:spPr>
          <a:xfrm>
            <a:off x="3252755" y="3319554"/>
            <a:ext cx="216432" cy="1579817"/>
          </a:xfrm>
          <a:prstGeom prst="bentConnector3">
            <a:avLst>
              <a:gd name="adj1" fmla="val 20562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1F454789-7AF5-C180-A0B8-E51A7CCB87F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688780" y="4347039"/>
            <a:ext cx="2200838" cy="954169"/>
            <a:chOff x="595686" y="1261242"/>
            <a:chExt cx="3222246" cy="1507358"/>
          </a:xfrm>
        </p:grpSpPr>
        <p:sp>
          <p:nvSpPr>
            <p:cNvPr id="138" name="Window Body">
              <a:extLst>
                <a:ext uri="{FF2B5EF4-FFF2-40B4-BE49-F238E27FC236}">
                  <a16:creationId xmlns:a16="http://schemas.microsoft.com/office/drawing/2014/main" id="{5E6FA3D7-B645-66AF-2138-B92E1E03DDDC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9" name="Text">
              <a:extLst>
                <a:ext uri="{FF2B5EF4-FFF2-40B4-BE49-F238E27FC236}">
                  <a16:creationId xmlns:a16="http://schemas.microsoft.com/office/drawing/2014/main" id="{20D3CDB2-B04C-920F-B823-E2D19654A48B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마스터 체크아웃 일자는 </a:t>
              </a:r>
              <a:endParaRPr lang="en-US" altLang="ko-KR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객실 체크아웃 일자 중 가장 마지막 체크아웃 일자와 동일하게 적용 되어야 합니다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Title Bar">
              <a:extLst>
                <a:ext uri="{FF2B5EF4-FFF2-40B4-BE49-F238E27FC236}">
                  <a16:creationId xmlns:a16="http://schemas.microsoft.com/office/drawing/2014/main" id="{6F39E0EC-F156-6C50-8102-8A9D37CE568A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141" name="Close Button">
              <a:extLst>
                <a:ext uri="{FF2B5EF4-FFF2-40B4-BE49-F238E27FC236}">
                  <a16:creationId xmlns:a16="http://schemas.microsoft.com/office/drawing/2014/main" id="{AC671D62-01D3-A0A6-0EA7-A57FBABEE9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42" name="Icons">
              <a:extLst>
                <a:ext uri="{FF2B5EF4-FFF2-40B4-BE49-F238E27FC236}">
                  <a16:creationId xmlns:a16="http://schemas.microsoft.com/office/drawing/2014/main" id="{8356E183-3EF0-2AB4-E624-A38EC1813F66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147" name="Info Icon" hidden="1">
                <a:extLst>
                  <a:ext uri="{FF2B5EF4-FFF2-40B4-BE49-F238E27FC236}">
                    <a16:creationId xmlns:a16="http://schemas.microsoft.com/office/drawing/2014/main" id="{24EC9C34-F7CF-D7C5-D36D-AD6BFC03C2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Warning Icon" hidden="1">
                <a:extLst>
                  <a:ext uri="{FF2B5EF4-FFF2-40B4-BE49-F238E27FC236}">
                    <a16:creationId xmlns:a16="http://schemas.microsoft.com/office/drawing/2014/main" id="{B7D9D39B-6E77-4647-4D7C-DE32989A82E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Error Icon" hidden="1">
                <a:extLst>
                  <a:ext uri="{FF2B5EF4-FFF2-40B4-BE49-F238E27FC236}">
                    <a16:creationId xmlns:a16="http://schemas.microsoft.com/office/drawing/2014/main" id="{3FC2B4CC-A7D5-C723-AFC1-7675F76CBF2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0" name="Question Icon">
                <a:extLst>
                  <a:ext uri="{FF2B5EF4-FFF2-40B4-BE49-F238E27FC236}">
                    <a16:creationId xmlns:a16="http://schemas.microsoft.com/office/drawing/2014/main" id="{3FA866FF-DF84-1216-06DD-092F285DE32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3" name="Buttons">
              <a:extLst>
                <a:ext uri="{FF2B5EF4-FFF2-40B4-BE49-F238E27FC236}">
                  <a16:creationId xmlns:a16="http://schemas.microsoft.com/office/drawing/2014/main" id="{80742082-A4BA-F742-C9C8-2BEB07C85A20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144" name="Button 1">
                <a:extLst>
                  <a:ext uri="{FF2B5EF4-FFF2-40B4-BE49-F238E27FC236}">
                    <a16:creationId xmlns:a16="http://schemas.microsoft.com/office/drawing/2014/main" id="{5732E6EA-9863-9A31-2A9E-076AAB68E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5" name="Button 2" hidden="1">
                <a:extLst>
                  <a:ext uri="{FF2B5EF4-FFF2-40B4-BE49-F238E27FC236}">
                    <a16:creationId xmlns:a16="http://schemas.microsoft.com/office/drawing/2014/main" id="{5C727119-8CBF-24E0-E967-4A225DD2E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6" name="Button 3" hidden="1">
                <a:extLst>
                  <a:ext uri="{FF2B5EF4-FFF2-40B4-BE49-F238E27FC236}">
                    <a16:creationId xmlns:a16="http://schemas.microsoft.com/office/drawing/2014/main" id="{C95ED7FF-2E5E-56CF-D669-0ADF7D784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151" name="꺾인 연결선[E] 150">
            <a:extLst>
              <a:ext uri="{FF2B5EF4-FFF2-40B4-BE49-F238E27FC236}">
                <a16:creationId xmlns:a16="http://schemas.microsoft.com/office/drawing/2014/main" id="{DADFE43A-631D-45C0-AF65-23858295490B}"/>
              </a:ext>
            </a:extLst>
          </p:cNvPr>
          <p:cNvCxnSpPr>
            <a:cxnSpLocks/>
            <a:stCxn id="41" idx="1"/>
            <a:endCxn id="138" idx="1"/>
          </p:cNvCxnSpPr>
          <p:nvPr/>
        </p:nvCxnSpPr>
        <p:spPr>
          <a:xfrm rot="10800000" flipH="1" flipV="1">
            <a:off x="6632640" y="3319553"/>
            <a:ext cx="56140" cy="1579817"/>
          </a:xfrm>
          <a:prstGeom prst="bentConnector3">
            <a:avLst>
              <a:gd name="adj1" fmla="val -4071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Box">
            <a:extLst>
              <a:ext uri="{FF2B5EF4-FFF2-40B4-BE49-F238E27FC236}">
                <a16:creationId xmlns:a16="http://schemas.microsoft.com/office/drawing/2014/main" id="{E2DF8AAE-723E-24A0-D45D-4163B4A32244}"/>
              </a:ext>
            </a:extLst>
          </p:cNvPr>
          <p:cNvSpPr>
            <a:spLocks/>
          </p:cNvSpPr>
          <p:nvPr/>
        </p:nvSpPr>
        <p:spPr bwMode="auto">
          <a:xfrm>
            <a:off x="6593178" y="1963754"/>
            <a:ext cx="200162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@</a:t>
            </a:r>
            <a:r>
              <a:rPr kumimoji="0" lang="en-US" altLang="ko-KR" sz="700" b="0" i="0" u="none" strike="noStrike" kern="0" cap="none" spc="-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example.com</a:t>
            </a: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A1B8CD8-56CB-1841-E4DF-EE62A4EE0F6E}"/>
              </a:ext>
            </a:extLst>
          </p:cNvPr>
          <p:cNvSpPr txBox="1"/>
          <p:nvPr/>
        </p:nvSpPr>
        <p:spPr>
          <a:xfrm>
            <a:off x="7854270" y="1310577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171" name="Click">
            <a:extLst>
              <a:ext uri="{FF2B5EF4-FFF2-40B4-BE49-F238E27FC236}">
                <a16:creationId xmlns:a16="http://schemas.microsoft.com/office/drawing/2014/main" id="{18712561-D830-0B3B-CDFB-04764ABE8B08}"/>
              </a:ext>
            </a:extLst>
          </p:cNvPr>
          <p:cNvGrpSpPr>
            <a:grpSpLocks noChangeAspect="1"/>
          </p:cNvGrpSpPr>
          <p:nvPr/>
        </p:nvGrpSpPr>
        <p:grpSpPr>
          <a:xfrm>
            <a:off x="2218931" y="985434"/>
            <a:ext cx="362153" cy="516120"/>
            <a:chOff x="5294313" y="2197100"/>
            <a:chExt cx="530225" cy="755651"/>
          </a:xfrm>
        </p:grpSpPr>
        <p:sp>
          <p:nvSpPr>
            <p:cNvPr id="172" name="Arrow Cursor">
              <a:extLst>
                <a:ext uri="{FF2B5EF4-FFF2-40B4-BE49-F238E27FC236}">
                  <a16:creationId xmlns:a16="http://schemas.microsoft.com/office/drawing/2014/main" id="{4B1D714E-92CB-6B12-4E33-434A5B1537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73" name="Click">
              <a:extLst>
                <a:ext uri="{FF2B5EF4-FFF2-40B4-BE49-F238E27FC236}">
                  <a16:creationId xmlns:a16="http://schemas.microsoft.com/office/drawing/2014/main" id="{C452569E-A58C-B1FF-881C-791C9E0203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8392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1C87-6E77-7C21-AC81-8A5274D0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27A89B8-8E5B-169B-62C3-53C60242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20704FA-2A8B-CA2B-8688-1C3577F2E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상세정보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7AA1F00-1CC0-E245-3E75-13B0E68C37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061FF4E-F47E-8240-E2D4-1974ACB6E9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232E2-0A3A-914B-F9B3-02BC3E5B3859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D2393D5-A40B-010D-8181-255539BFC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888115"/>
              </p:ext>
            </p:extLst>
          </p:nvPr>
        </p:nvGraphicFramePr>
        <p:xfrm>
          <a:off x="9406740" y="440717"/>
          <a:ext cx="2785260" cy="5159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예약 상세 정보 수정사항 저장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하위 예약번호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레그번호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개념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예약 상태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CHECK-IN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INHOUSE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CHECKED-OUT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NO-SHOW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CANCELED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전 상태일 경우 아래 기능 제약 사항</a:t>
                      </a:r>
                      <a:endParaRPr lang="en-US" altLang="ko-KR" sz="800" b="1" i="0" strike="noStrike" baseline="0" dirty="0">
                        <a:solidFill>
                          <a:srgbClr val="FF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rgbClr val="FF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체크인 불가</a:t>
                      </a:r>
                      <a:endParaRPr lang="en-US" altLang="ko-KR" sz="800" b="0" i="0" strike="noStrike" baseline="0" dirty="0">
                        <a:solidFill>
                          <a:srgbClr val="FF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객실 변경 불가 </a:t>
                      </a:r>
                      <a:endParaRPr lang="en-US" altLang="ko-KR" sz="800" b="0" i="0" strike="noStrike" baseline="0" dirty="0">
                        <a:solidFill>
                          <a:srgbClr val="FF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체크아웃 불가</a:t>
                      </a:r>
                      <a:endParaRPr lang="en-US" altLang="ko-KR" sz="800" b="0" i="0" strike="noStrike" baseline="0" dirty="0">
                        <a:solidFill>
                          <a:srgbClr val="FF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부분부분 환불 불가</a:t>
                      </a:r>
                      <a:endParaRPr lang="en-US" altLang="ko-KR" sz="800" b="0" i="0" strike="noStrike" baseline="0" dirty="0">
                        <a:solidFill>
                          <a:srgbClr val="FF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전체 환불 불가</a:t>
                      </a:r>
                      <a:endParaRPr lang="en-US" altLang="ko-KR" sz="800" b="0" i="0" strike="noStrike" baseline="0" dirty="0">
                        <a:solidFill>
                          <a:srgbClr val="FF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객실 코드 조회 팝업 호출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해당 객실에 할당된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투숙객 정보 입력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유료서비스 추가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 조회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클릭 시 해당 유료 서비스 삭제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삭제 후 저장 시 결제 정보 데이터도 수정 업데이트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단위로 출력 되면 접고 펴기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E5F8D89-0E22-561D-E074-3EF15B623B66}"/>
              </a:ext>
            </a:extLst>
          </p:cNvPr>
          <p:cNvSpPr txBox="1"/>
          <p:nvPr/>
        </p:nvSpPr>
        <p:spPr>
          <a:xfrm>
            <a:off x="1427884" y="104775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상세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13110118-38D2-888B-B9D1-4A87A9BF1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114623"/>
              </p:ext>
            </p:extLst>
          </p:nvPr>
        </p:nvGraphicFramePr>
        <p:xfrm>
          <a:off x="1513108" y="1268178"/>
          <a:ext cx="7801314" cy="3739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021662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31639894"/>
                    </a:ext>
                  </a:extLst>
                </a:gridCol>
                <a:gridCol w="2947280">
                  <a:extLst>
                    <a:ext uri="{9D8B030D-6E8A-4147-A177-3AD203B41FA5}">
                      <a16:colId xmlns:a16="http://schemas.microsoft.com/office/drawing/2014/main" val="1764560277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예약 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  <a:tr h="292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DELUXE/GARDEN VIEW/KING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15F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 1503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86338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52357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6459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166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52014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6821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22515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Early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check-in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Late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97243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유료 서비스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39768"/>
                  </a:ext>
                </a:extLst>
              </a:tr>
              <a:tr h="6286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EA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200,000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(TAX) 18,181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181,819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조식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EA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200,000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(TAX) 18,181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181,819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90919"/>
                  </a:ext>
                </a:extLst>
              </a:tr>
              <a:tr h="209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13137"/>
                  </a:ext>
                </a:extLst>
              </a:tr>
              <a:tr h="209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744297"/>
                  </a:ext>
                </a:extLst>
              </a:tr>
            </a:tbl>
          </a:graphicData>
        </a:graphic>
      </p:graphicFrame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D2B5D4F-572A-8CDE-0B1F-6B12828EFB8F}"/>
              </a:ext>
            </a:extLst>
          </p:cNvPr>
          <p:cNvGrpSpPr/>
          <p:nvPr/>
        </p:nvGrpSpPr>
        <p:grpSpPr>
          <a:xfrm>
            <a:off x="2524904" y="3299396"/>
            <a:ext cx="710141" cy="144000"/>
            <a:chOff x="2523054" y="4377902"/>
            <a:chExt cx="710141" cy="144000"/>
          </a:xfrm>
        </p:grpSpPr>
        <p:sp>
          <p:nvSpPr>
            <p:cNvPr id="12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FD703C2-E4B8-7D2A-5DDE-09DEE91D3C71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2025-01-01</a:t>
              </a:r>
            </a:p>
          </p:txBody>
        </p:sp>
        <p:sp>
          <p:nvSpPr>
            <p:cNvPr id="12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D3470BC-DA42-AD77-2AAB-0135E88F2CB6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299CABD1-D17F-7D24-944D-CEF50A2F91B4}"/>
              </a:ext>
            </a:extLst>
          </p:cNvPr>
          <p:cNvGrpSpPr/>
          <p:nvPr/>
        </p:nvGrpSpPr>
        <p:grpSpPr>
          <a:xfrm>
            <a:off x="6370661" y="3299396"/>
            <a:ext cx="710141" cy="144000"/>
            <a:chOff x="2523054" y="4377902"/>
            <a:chExt cx="710141" cy="144000"/>
          </a:xfrm>
        </p:grpSpPr>
        <p:sp>
          <p:nvSpPr>
            <p:cNvPr id="12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C78148F-0071-536F-04BD-B1E8AE2CE530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2025-01-03</a:t>
              </a:r>
            </a:p>
          </p:txBody>
        </p:sp>
        <p:sp>
          <p:nvSpPr>
            <p:cNvPr id="12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EA15C9-2FE6-2DC8-513E-488B2E3F33F7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25" name="Text Box">
            <a:extLst>
              <a:ext uri="{FF2B5EF4-FFF2-40B4-BE49-F238E27FC236}">
                <a16:creationId xmlns:a16="http://schemas.microsoft.com/office/drawing/2014/main" id="{2BB8D966-8F58-67F1-CC6F-05BA45725893}"/>
              </a:ext>
            </a:extLst>
          </p:cNvPr>
          <p:cNvSpPr>
            <a:spLocks/>
          </p:cNvSpPr>
          <p:nvPr/>
        </p:nvSpPr>
        <p:spPr bwMode="auto">
          <a:xfrm>
            <a:off x="2528855" y="2231644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</a:p>
        </p:txBody>
      </p:sp>
      <p:sp>
        <p:nvSpPr>
          <p:cNvPr id="126" name="Text Box">
            <a:extLst>
              <a:ext uri="{FF2B5EF4-FFF2-40B4-BE49-F238E27FC236}">
                <a16:creationId xmlns:a16="http://schemas.microsoft.com/office/drawing/2014/main" id="{FB78576A-6E90-3EE7-322B-1F1440F93FD2}"/>
              </a:ext>
            </a:extLst>
          </p:cNvPr>
          <p:cNvSpPr>
            <a:spLocks/>
          </p:cNvSpPr>
          <p:nvPr/>
        </p:nvSpPr>
        <p:spPr bwMode="auto">
          <a:xfrm>
            <a:off x="6378945" y="2231644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</a:t>
            </a:r>
          </a:p>
        </p:txBody>
      </p:sp>
      <p:sp>
        <p:nvSpPr>
          <p:cNvPr id="129" name="Chevron Left">
            <a:extLst>
              <a:ext uri="{FF2B5EF4-FFF2-40B4-BE49-F238E27FC236}">
                <a16:creationId xmlns:a16="http://schemas.microsoft.com/office/drawing/2014/main" id="{C9B2C80F-ED50-DC62-A69F-0D2D266D0F72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29307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8AD9A469-7B4B-35AB-BBB6-40E0F921E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860325"/>
              </p:ext>
            </p:extLst>
          </p:nvPr>
        </p:nvGraphicFramePr>
        <p:xfrm>
          <a:off x="1513108" y="5329665"/>
          <a:ext cx="7746196" cy="2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0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</a:tbl>
          </a:graphicData>
        </a:graphic>
      </p:graphicFrame>
      <p:sp>
        <p:nvSpPr>
          <p:cNvPr id="142" name="Chevron Left">
            <a:extLst>
              <a:ext uri="{FF2B5EF4-FFF2-40B4-BE49-F238E27FC236}">
                <a16:creationId xmlns:a16="http://schemas.microsoft.com/office/drawing/2014/main" id="{42CD06D3-4A9E-C03B-93AD-03E6FFB7E882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053085" y="5354562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09F2F7D-5FE6-9E35-ADF4-FF725EF1BE3D}"/>
              </a:ext>
            </a:extLst>
          </p:cNvPr>
          <p:cNvSpPr/>
          <p:nvPr/>
        </p:nvSpPr>
        <p:spPr>
          <a:xfrm>
            <a:off x="3793367" y="176221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145" name="Text Box">
            <a:extLst>
              <a:ext uri="{FF2B5EF4-FFF2-40B4-BE49-F238E27FC236}">
                <a16:creationId xmlns:a16="http://schemas.microsoft.com/office/drawing/2014/main" id="{7F2E1617-C353-5138-03A2-95AD67F22306}"/>
              </a:ext>
            </a:extLst>
          </p:cNvPr>
          <p:cNvSpPr>
            <a:spLocks/>
          </p:cNvSpPr>
          <p:nvPr/>
        </p:nvSpPr>
        <p:spPr bwMode="auto">
          <a:xfrm>
            <a:off x="2528854" y="2662235"/>
            <a:ext cx="590705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박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 Box">
            <a:extLst>
              <a:ext uri="{FF2B5EF4-FFF2-40B4-BE49-F238E27FC236}">
                <a16:creationId xmlns:a16="http://schemas.microsoft.com/office/drawing/2014/main" id="{7B7D6A85-7782-8365-E230-E4E0711D6FC6}"/>
              </a:ext>
            </a:extLst>
          </p:cNvPr>
          <p:cNvSpPr>
            <a:spLocks/>
          </p:cNvSpPr>
          <p:nvPr/>
        </p:nvSpPr>
        <p:spPr bwMode="auto">
          <a:xfrm>
            <a:off x="2528854" y="2879950"/>
            <a:ext cx="590705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 Box">
            <a:extLst>
              <a:ext uri="{FF2B5EF4-FFF2-40B4-BE49-F238E27FC236}">
                <a16:creationId xmlns:a16="http://schemas.microsoft.com/office/drawing/2014/main" id="{C0F1FF07-50A0-16D4-5594-C13F20B5A9F1}"/>
              </a:ext>
            </a:extLst>
          </p:cNvPr>
          <p:cNvSpPr>
            <a:spLocks/>
          </p:cNvSpPr>
          <p:nvPr/>
        </p:nvSpPr>
        <p:spPr bwMode="auto">
          <a:xfrm>
            <a:off x="3217187" y="2662235"/>
            <a:ext cx="710141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성광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 Box">
            <a:extLst>
              <a:ext uri="{FF2B5EF4-FFF2-40B4-BE49-F238E27FC236}">
                <a16:creationId xmlns:a16="http://schemas.microsoft.com/office/drawing/2014/main" id="{1BBEFF49-6DF6-C061-7024-8E031BDC6F60}"/>
              </a:ext>
            </a:extLst>
          </p:cNvPr>
          <p:cNvSpPr>
            <a:spLocks/>
          </p:cNvSpPr>
          <p:nvPr/>
        </p:nvSpPr>
        <p:spPr bwMode="auto">
          <a:xfrm>
            <a:off x="3217187" y="2879950"/>
            <a:ext cx="710141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성일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 Box">
            <a:extLst>
              <a:ext uri="{FF2B5EF4-FFF2-40B4-BE49-F238E27FC236}">
                <a16:creationId xmlns:a16="http://schemas.microsoft.com/office/drawing/2014/main" id="{E4CB4BB3-8523-A287-D226-15414F86E6B0}"/>
              </a:ext>
            </a:extLst>
          </p:cNvPr>
          <p:cNvSpPr>
            <a:spLocks/>
          </p:cNvSpPr>
          <p:nvPr/>
        </p:nvSpPr>
        <p:spPr bwMode="auto">
          <a:xfrm>
            <a:off x="6424609" y="2662235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PARK</a:t>
            </a:r>
          </a:p>
        </p:txBody>
      </p:sp>
      <p:sp>
        <p:nvSpPr>
          <p:cNvPr id="150" name="Text Box">
            <a:extLst>
              <a:ext uri="{FF2B5EF4-FFF2-40B4-BE49-F238E27FC236}">
                <a16:creationId xmlns:a16="http://schemas.microsoft.com/office/drawing/2014/main" id="{B96F81A6-5760-37CF-C77B-D7BE0213FA48}"/>
              </a:ext>
            </a:extLst>
          </p:cNvPr>
          <p:cNvSpPr>
            <a:spLocks/>
          </p:cNvSpPr>
          <p:nvPr/>
        </p:nvSpPr>
        <p:spPr bwMode="auto">
          <a:xfrm>
            <a:off x="6424609" y="2879950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GWON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xt Box">
            <a:extLst>
              <a:ext uri="{FF2B5EF4-FFF2-40B4-BE49-F238E27FC236}">
                <a16:creationId xmlns:a16="http://schemas.microsoft.com/office/drawing/2014/main" id="{56715AE9-F59D-3F34-8691-F388EF942D8B}"/>
              </a:ext>
            </a:extLst>
          </p:cNvPr>
          <p:cNvSpPr>
            <a:spLocks/>
          </p:cNvSpPr>
          <p:nvPr/>
        </p:nvSpPr>
        <p:spPr bwMode="auto">
          <a:xfrm>
            <a:off x="7430488" y="2662235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SUNGKWANG</a:t>
            </a: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0E5779CD-8E5F-EB3E-83B8-804BE1855A5F}"/>
              </a:ext>
            </a:extLst>
          </p:cNvPr>
          <p:cNvSpPr>
            <a:spLocks/>
          </p:cNvSpPr>
          <p:nvPr/>
        </p:nvSpPr>
        <p:spPr bwMode="auto">
          <a:xfrm>
            <a:off x="7430488" y="2879950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SUNGILL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AD9E6EE-D4F9-E622-169D-24C00050382E}"/>
              </a:ext>
            </a:extLst>
          </p:cNvPr>
          <p:cNvSpPr/>
          <p:nvPr/>
        </p:nvSpPr>
        <p:spPr>
          <a:xfrm>
            <a:off x="8747371" y="2456520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9B35FA7E-6305-DCEE-5159-335257A1417E}"/>
              </a:ext>
            </a:extLst>
          </p:cNvPr>
          <p:cNvSpPr/>
          <p:nvPr/>
        </p:nvSpPr>
        <p:spPr>
          <a:xfrm>
            <a:off x="2553738" y="3956332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pSp>
        <p:nvGrpSpPr>
          <p:cNvPr id="183" name="Click">
            <a:extLst>
              <a:ext uri="{FF2B5EF4-FFF2-40B4-BE49-F238E27FC236}">
                <a16:creationId xmlns:a16="http://schemas.microsoft.com/office/drawing/2014/main" id="{45270CE9-98C8-DC0B-8A06-8E57D9CA3508}"/>
              </a:ext>
            </a:extLst>
          </p:cNvPr>
          <p:cNvGrpSpPr>
            <a:grpSpLocks noChangeAspect="1"/>
          </p:cNvGrpSpPr>
          <p:nvPr/>
        </p:nvGrpSpPr>
        <p:grpSpPr>
          <a:xfrm>
            <a:off x="8739636" y="5304453"/>
            <a:ext cx="362153" cy="516120"/>
            <a:chOff x="5294313" y="2197100"/>
            <a:chExt cx="530225" cy="755651"/>
          </a:xfrm>
        </p:grpSpPr>
        <p:sp>
          <p:nvSpPr>
            <p:cNvPr id="184" name="Arrow Cursor">
              <a:extLst>
                <a:ext uri="{FF2B5EF4-FFF2-40B4-BE49-F238E27FC236}">
                  <a16:creationId xmlns:a16="http://schemas.microsoft.com/office/drawing/2014/main" id="{0C00E198-0B86-7134-A135-D3A6A1860B9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85" name="Click">
              <a:extLst>
                <a:ext uri="{FF2B5EF4-FFF2-40B4-BE49-F238E27FC236}">
                  <a16:creationId xmlns:a16="http://schemas.microsoft.com/office/drawing/2014/main" id="{12E66686-3F14-A76D-1E03-B9DB9BFF6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6FDD73-5374-251F-50B9-2B094779FD31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3F55FA2-C786-9DAB-9130-C77BC1E1EE3C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79EED3-5AB6-BD9C-7304-CBDFFF9713A6}"/>
              </a:ext>
            </a:extLst>
          </p:cNvPr>
          <p:cNvSpPr/>
          <p:nvPr/>
        </p:nvSpPr>
        <p:spPr>
          <a:xfrm>
            <a:off x="6924873" y="1756509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5" name="Teardrop 1">
            <a:extLst>
              <a:ext uri="{FF2B5EF4-FFF2-40B4-BE49-F238E27FC236}">
                <a16:creationId xmlns:a16="http://schemas.microsoft.com/office/drawing/2014/main" id="{59DDDB90-EA6D-58B4-B1F8-64A56E2A0355}"/>
              </a:ext>
            </a:extLst>
          </p:cNvPr>
          <p:cNvSpPr/>
          <p:nvPr/>
        </p:nvSpPr>
        <p:spPr>
          <a:xfrm rot="16200000" flipH="1" flipV="1">
            <a:off x="2363910" y="120502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ardrop 1">
            <a:extLst>
              <a:ext uri="{FF2B5EF4-FFF2-40B4-BE49-F238E27FC236}">
                <a16:creationId xmlns:a16="http://schemas.microsoft.com/office/drawing/2014/main" id="{78591AB0-8143-E273-E5FD-7BB2D3C7B463}"/>
              </a:ext>
            </a:extLst>
          </p:cNvPr>
          <p:cNvSpPr/>
          <p:nvPr/>
        </p:nvSpPr>
        <p:spPr>
          <a:xfrm rot="16200000" flipH="1" flipV="1">
            <a:off x="3693095" y="16693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24E5DFE2-C1E0-9FF6-ACF1-9358B475FBEC}"/>
              </a:ext>
            </a:extLst>
          </p:cNvPr>
          <p:cNvSpPr/>
          <p:nvPr/>
        </p:nvSpPr>
        <p:spPr>
          <a:xfrm rot="16200000" flipH="1" flipV="1">
            <a:off x="6821986" y="165209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ardrop 1">
            <a:extLst>
              <a:ext uri="{FF2B5EF4-FFF2-40B4-BE49-F238E27FC236}">
                <a16:creationId xmlns:a16="http://schemas.microsoft.com/office/drawing/2014/main" id="{DD64C0CF-DE33-452B-5BDE-DE9813E3F5EB}"/>
              </a:ext>
            </a:extLst>
          </p:cNvPr>
          <p:cNvSpPr/>
          <p:nvPr/>
        </p:nvSpPr>
        <p:spPr>
          <a:xfrm rot="16200000" flipH="1" flipV="1">
            <a:off x="8626970" y="23562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17EC5AB-ECC3-9B3E-71AA-0A9F7605A48A}"/>
              </a:ext>
            </a:extLst>
          </p:cNvPr>
          <p:cNvGrpSpPr/>
          <p:nvPr/>
        </p:nvGrpSpPr>
        <p:grpSpPr>
          <a:xfrm>
            <a:off x="2535056" y="1509305"/>
            <a:ext cx="826563" cy="148524"/>
            <a:chOff x="8346822" y="1278001"/>
            <a:chExt cx="826563" cy="148524"/>
          </a:xfrm>
        </p:grpSpPr>
        <p:sp>
          <p:nvSpPr>
            <p:cNvPr id="5" name="Text Box">
              <a:extLst>
                <a:ext uri="{FF2B5EF4-FFF2-40B4-BE49-F238E27FC236}">
                  <a16:creationId xmlns:a16="http://schemas.microsoft.com/office/drawing/2014/main" id="{5F053203-0822-17B2-C810-7E54ADD10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6" name="Chevron Left">
              <a:extLst>
                <a:ext uri="{FF2B5EF4-FFF2-40B4-BE49-F238E27FC236}">
                  <a16:creationId xmlns:a16="http://schemas.microsoft.com/office/drawing/2014/main" id="{35218C4F-8290-8EDA-9F21-42F1B468A09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Click">
            <a:extLst>
              <a:ext uri="{FF2B5EF4-FFF2-40B4-BE49-F238E27FC236}">
                <a16:creationId xmlns:a16="http://schemas.microsoft.com/office/drawing/2014/main" id="{62519082-4C0A-6A86-2BC0-55423052F303}"/>
              </a:ext>
            </a:extLst>
          </p:cNvPr>
          <p:cNvGrpSpPr>
            <a:grpSpLocks noChangeAspect="1"/>
          </p:cNvGrpSpPr>
          <p:nvPr/>
        </p:nvGrpSpPr>
        <p:grpSpPr>
          <a:xfrm>
            <a:off x="3036110" y="1534025"/>
            <a:ext cx="362153" cy="516120"/>
            <a:chOff x="5294313" y="2197100"/>
            <a:chExt cx="530225" cy="755651"/>
          </a:xfrm>
        </p:grpSpPr>
        <p:sp>
          <p:nvSpPr>
            <p:cNvPr id="39" name="Arrow Cursor">
              <a:extLst>
                <a:ext uri="{FF2B5EF4-FFF2-40B4-BE49-F238E27FC236}">
                  <a16:creationId xmlns:a16="http://schemas.microsoft.com/office/drawing/2014/main" id="{1CC2AD5A-907D-56FA-DF55-7430D90507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0" name="Click">
              <a:extLst>
                <a:ext uri="{FF2B5EF4-FFF2-40B4-BE49-F238E27FC236}">
                  <a16:creationId xmlns:a16="http://schemas.microsoft.com/office/drawing/2014/main" id="{24C50362-214F-ADAD-24F9-BB7EE2A431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36CC05-385E-3B32-C02C-10FB42015EE7}"/>
              </a:ext>
            </a:extLst>
          </p:cNvPr>
          <p:cNvSpPr/>
          <p:nvPr/>
        </p:nvSpPr>
        <p:spPr>
          <a:xfrm>
            <a:off x="8829052" y="1089583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874CDB-DAE3-84A0-89D7-4994D8C5E280}"/>
              </a:ext>
            </a:extLst>
          </p:cNvPr>
          <p:cNvSpPr/>
          <p:nvPr/>
        </p:nvSpPr>
        <p:spPr>
          <a:xfrm>
            <a:off x="8829052" y="5136159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CAFF333-F06B-3BA0-82DA-F82BA66D0638}"/>
              </a:ext>
            </a:extLst>
          </p:cNvPr>
          <p:cNvGrpSpPr/>
          <p:nvPr/>
        </p:nvGrpSpPr>
        <p:grpSpPr>
          <a:xfrm rot="10800000">
            <a:off x="1289409" y="977787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3EB54479-BE9A-FA3F-2492-7F0D8B836B1A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869D5D91-F2CE-BD7B-6BBE-47B1720BAC2E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ardrop 1">
            <a:extLst>
              <a:ext uri="{FF2B5EF4-FFF2-40B4-BE49-F238E27FC236}">
                <a16:creationId xmlns:a16="http://schemas.microsoft.com/office/drawing/2014/main" id="{3D575AD7-E379-139C-8BA2-2DC632883C08}"/>
              </a:ext>
            </a:extLst>
          </p:cNvPr>
          <p:cNvSpPr/>
          <p:nvPr/>
        </p:nvSpPr>
        <p:spPr>
          <a:xfrm rot="16200000" flipH="1" flipV="1">
            <a:off x="8703413" y="9994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B946903C-B2BC-DC0A-EFA4-8DE93F1D570D}"/>
              </a:ext>
            </a:extLst>
          </p:cNvPr>
          <p:cNvSpPr/>
          <p:nvPr/>
        </p:nvSpPr>
        <p:spPr>
          <a:xfrm rot="16200000" flipH="1" flipV="1">
            <a:off x="2399553" y="141291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ardrop 1">
            <a:extLst>
              <a:ext uri="{FF2B5EF4-FFF2-40B4-BE49-F238E27FC236}">
                <a16:creationId xmlns:a16="http://schemas.microsoft.com/office/drawing/2014/main" id="{2EC3A31B-3F92-892E-3BF5-09A58130C485}"/>
              </a:ext>
            </a:extLst>
          </p:cNvPr>
          <p:cNvSpPr/>
          <p:nvPr/>
        </p:nvSpPr>
        <p:spPr>
          <a:xfrm rot="16200000" flipH="1" flipV="1">
            <a:off x="8499482" y="52437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ardrop 1">
            <a:extLst>
              <a:ext uri="{FF2B5EF4-FFF2-40B4-BE49-F238E27FC236}">
                <a16:creationId xmlns:a16="http://schemas.microsoft.com/office/drawing/2014/main" id="{E7201E88-F5A3-4B88-89A1-4A29FA69173C}"/>
              </a:ext>
            </a:extLst>
          </p:cNvPr>
          <p:cNvSpPr/>
          <p:nvPr/>
        </p:nvSpPr>
        <p:spPr>
          <a:xfrm rot="16200000" flipH="1" flipV="1">
            <a:off x="5388586" y="41884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41BC12B-2F49-A69E-B26A-C352E2FB6FD4}"/>
              </a:ext>
            </a:extLst>
          </p:cNvPr>
          <p:cNvGrpSpPr/>
          <p:nvPr/>
        </p:nvGrpSpPr>
        <p:grpSpPr>
          <a:xfrm>
            <a:off x="1512625" y="703438"/>
            <a:ext cx="6074018" cy="263263"/>
            <a:chOff x="1512625" y="1374043"/>
            <a:chExt cx="6074018" cy="263263"/>
          </a:xfrm>
        </p:grpSpPr>
        <p:sp>
          <p:nvSpPr>
            <p:cNvPr id="57" name="양쪽 모서리가 둥근 사각형 56">
              <a:extLst>
                <a:ext uri="{FF2B5EF4-FFF2-40B4-BE49-F238E27FC236}">
                  <a16:creationId xmlns:a16="http://schemas.microsoft.com/office/drawing/2014/main" id="{9B5F799D-DF3E-2B7C-9CCA-73820A7EB6BE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58" name="양쪽 모서리가 둥근 사각형 57">
              <a:extLst>
                <a:ext uri="{FF2B5EF4-FFF2-40B4-BE49-F238E27FC236}">
                  <a16:creationId xmlns:a16="http://schemas.microsoft.com/office/drawing/2014/main" id="{01BEFDF3-C61F-DF73-D3CF-298FA6356BDD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59" name="양쪽 모서리가 둥근 사각형 58">
              <a:extLst>
                <a:ext uri="{FF2B5EF4-FFF2-40B4-BE49-F238E27FC236}">
                  <a16:creationId xmlns:a16="http://schemas.microsoft.com/office/drawing/2014/main" id="{1EE5DEBF-329B-E185-4C5E-6924C67BB983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60" name="양쪽 모서리가 둥근 사각형 59">
              <a:extLst>
                <a:ext uri="{FF2B5EF4-FFF2-40B4-BE49-F238E27FC236}">
                  <a16:creationId xmlns:a16="http://schemas.microsoft.com/office/drawing/2014/main" id="{724E0B3D-0CF8-7296-1264-34288DFF2CE7}"/>
                </a:ext>
              </a:extLst>
            </p:cNvPr>
            <p:cNvSpPr/>
            <p:nvPr/>
          </p:nvSpPr>
          <p:spPr>
            <a:xfrm>
              <a:off x="556749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61" name="양쪽 모서리가 둥근 사각형 60">
              <a:extLst>
                <a:ext uri="{FF2B5EF4-FFF2-40B4-BE49-F238E27FC236}">
                  <a16:creationId xmlns:a16="http://schemas.microsoft.com/office/drawing/2014/main" id="{7125C1D8-BA6B-5742-C7A3-9998A0C9F724}"/>
                </a:ext>
              </a:extLst>
            </p:cNvPr>
            <p:cNvSpPr/>
            <p:nvPr/>
          </p:nvSpPr>
          <p:spPr>
            <a:xfrm>
              <a:off x="657496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63" name="양쪽 모서리가 둥근 사각형 62">
              <a:extLst>
                <a:ext uri="{FF2B5EF4-FFF2-40B4-BE49-F238E27FC236}">
                  <a16:creationId xmlns:a16="http://schemas.microsoft.com/office/drawing/2014/main" id="{97F12F8E-CCA2-782B-93D8-1306D8FBDCAB}"/>
                </a:ext>
              </a:extLst>
            </p:cNvPr>
            <p:cNvSpPr/>
            <p:nvPr/>
          </p:nvSpPr>
          <p:spPr>
            <a:xfrm>
              <a:off x="4552501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B6E5245-3676-FAEE-29F0-6F0F48289E07}"/>
              </a:ext>
            </a:extLst>
          </p:cNvPr>
          <p:cNvSpPr/>
          <p:nvPr/>
        </p:nvSpPr>
        <p:spPr>
          <a:xfrm>
            <a:off x="4030320" y="458752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67" name="Teardrop 1">
            <a:extLst>
              <a:ext uri="{FF2B5EF4-FFF2-40B4-BE49-F238E27FC236}">
                <a16:creationId xmlns:a16="http://schemas.microsoft.com/office/drawing/2014/main" id="{6110A82A-C363-E001-8C5C-1E16852AB3E5}"/>
              </a:ext>
            </a:extLst>
          </p:cNvPr>
          <p:cNvSpPr/>
          <p:nvPr/>
        </p:nvSpPr>
        <p:spPr>
          <a:xfrm rot="16200000" flipH="1" flipV="1">
            <a:off x="3909919" y="44700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F107927-F217-2C42-14F4-196686D335E9}"/>
              </a:ext>
            </a:extLst>
          </p:cNvPr>
          <p:cNvSpPr/>
          <p:nvPr/>
        </p:nvSpPr>
        <p:spPr>
          <a:xfrm>
            <a:off x="4030320" y="4820359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69" name="Teardrop 1">
            <a:extLst>
              <a:ext uri="{FF2B5EF4-FFF2-40B4-BE49-F238E27FC236}">
                <a16:creationId xmlns:a16="http://schemas.microsoft.com/office/drawing/2014/main" id="{052638F8-819C-4611-91C8-2E4D68CDD2F0}"/>
              </a:ext>
            </a:extLst>
          </p:cNvPr>
          <p:cNvSpPr/>
          <p:nvPr/>
        </p:nvSpPr>
        <p:spPr>
          <a:xfrm rot="16200000" flipH="1" flipV="1">
            <a:off x="3909919" y="470292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" name="Close">
            <a:extLst>
              <a:ext uri="{FF2B5EF4-FFF2-40B4-BE49-F238E27FC236}">
                <a16:creationId xmlns:a16="http://schemas.microsoft.com/office/drawing/2014/main" id="{92B37FF3-5ACF-4334-2FEB-8851F4A77BF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519936" y="4140039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1" name="Click">
            <a:extLst>
              <a:ext uri="{FF2B5EF4-FFF2-40B4-BE49-F238E27FC236}">
                <a16:creationId xmlns:a16="http://schemas.microsoft.com/office/drawing/2014/main" id="{E2E88396-4BD1-6B63-0233-075AAF274825}"/>
              </a:ext>
            </a:extLst>
          </p:cNvPr>
          <p:cNvGrpSpPr>
            <a:grpSpLocks noChangeAspect="1"/>
          </p:cNvGrpSpPr>
          <p:nvPr/>
        </p:nvGrpSpPr>
        <p:grpSpPr>
          <a:xfrm>
            <a:off x="5519936" y="4328442"/>
            <a:ext cx="362153" cy="516120"/>
            <a:chOff x="5294313" y="2197100"/>
            <a:chExt cx="530225" cy="755651"/>
          </a:xfrm>
        </p:grpSpPr>
        <p:sp>
          <p:nvSpPr>
            <p:cNvPr id="72" name="Arrow Cursor">
              <a:extLst>
                <a:ext uri="{FF2B5EF4-FFF2-40B4-BE49-F238E27FC236}">
                  <a16:creationId xmlns:a16="http://schemas.microsoft.com/office/drawing/2014/main" id="{4A7ABB43-1AA3-EBB6-C3D8-97C8106CDEB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3" name="Click">
              <a:extLst>
                <a:ext uri="{FF2B5EF4-FFF2-40B4-BE49-F238E27FC236}">
                  <a16:creationId xmlns:a16="http://schemas.microsoft.com/office/drawing/2014/main" id="{56873535-9CF0-E21D-A526-96DD8B2592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4" name="Close">
            <a:extLst>
              <a:ext uri="{FF2B5EF4-FFF2-40B4-BE49-F238E27FC236}">
                <a16:creationId xmlns:a16="http://schemas.microsoft.com/office/drawing/2014/main" id="{3F4D49F9-38BE-8979-68E7-CBED6EC10EC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519936" y="4306806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Teardrop 1">
            <a:extLst>
              <a:ext uri="{FF2B5EF4-FFF2-40B4-BE49-F238E27FC236}">
                <a16:creationId xmlns:a16="http://schemas.microsoft.com/office/drawing/2014/main" id="{3EE331F3-309A-BF95-1ACE-84A319185CB5}"/>
              </a:ext>
            </a:extLst>
          </p:cNvPr>
          <p:cNvSpPr/>
          <p:nvPr/>
        </p:nvSpPr>
        <p:spPr>
          <a:xfrm rot="16200000" flipH="1" flipV="1">
            <a:off x="2457886" y="38266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372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15A8-EFAB-2076-65B9-5D32A02A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81D35501-6E27-B9EC-B1B4-A83BA8256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294838"/>
              </p:ext>
            </p:extLst>
          </p:nvPr>
        </p:nvGraphicFramePr>
        <p:xfrm>
          <a:off x="1494321" y="1195854"/>
          <a:ext cx="7746196" cy="277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2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158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전 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25613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8" name="제목 17">
            <a:extLst>
              <a:ext uri="{FF2B5EF4-FFF2-40B4-BE49-F238E27FC236}">
                <a16:creationId xmlns:a16="http://schemas.microsoft.com/office/drawing/2014/main" id="{DD1F0C66-9663-5DF1-2500-7D52BE94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CE3592A-9AF3-357E-4FDD-DF87F445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53730B7-719D-47E4-85CF-C5E07C03BC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2534EE0-5DA6-6766-B481-30F60CB902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1F3C1E-FAF0-8EF0-936A-16D703BE5AE2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C384014-A9B1-AB29-BCA0-AA0D09563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407295"/>
              </p:ext>
            </p:extLst>
          </p:nvPr>
        </p:nvGraphicFramePr>
        <p:xfrm>
          <a:off x="9406740" y="440717"/>
          <a:ext cx="2785260" cy="3042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처리 버튼 클릭 시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상태 변경 후 결제 완료 일시 출력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상태가 충족하지 않은 경우 버튼 미 출력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예약 상태가 </a:t>
                      </a: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CHECKED-OUT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 일 경우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예약 상태가 </a:t>
                      </a: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CANCELED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 일 경우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예약 상태가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NO-SHOW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 일 경우 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부분 취소 처리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처리 후 버튼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미출력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취소 버튼 클릭 시 전체 취소 처리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처리 후 버튼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미출력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71D01C4-ABA8-4EAB-0867-C9C23DEC7730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7AA7EE-DDFF-2662-F580-C3D1AB3E5E57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FBBC1-75DB-749A-0BDD-944E1F8918D9}"/>
              </a:ext>
            </a:extLst>
          </p:cNvPr>
          <p:cNvSpPr txBox="1"/>
          <p:nvPr/>
        </p:nvSpPr>
        <p:spPr>
          <a:xfrm>
            <a:off x="1405715" y="970958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9C8BFFD-B508-0BE0-AF0B-4A12776BE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740981"/>
              </p:ext>
            </p:extLst>
          </p:nvPr>
        </p:nvGraphicFramePr>
        <p:xfrm>
          <a:off x="2498351" y="1444746"/>
          <a:ext cx="6709642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6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55214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8046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617466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어린이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54,546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5,454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</a:tbl>
          </a:graphicData>
        </a:graphic>
      </p:graphicFrame>
      <p:sp>
        <p:nvSpPr>
          <p:cNvPr id="15" name="Chevron Left">
            <a:extLst>
              <a:ext uri="{FF2B5EF4-FFF2-40B4-BE49-F238E27FC236}">
                <a16:creationId xmlns:a16="http://schemas.microsoft.com/office/drawing/2014/main" id="{F6E7A18C-96A8-B627-C3D4-F545D7B2DA09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1474498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A91DA71-8CAD-A8BA-96B3-E645BD0FC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802780"/>
              </p:ext>
            </p:extLst>
          </p:nvPr>
        </p:nvGraphicFramePr>
        <p:xfrm>
          <a:off x="2498351" y="2474893"/>
          <a:ext cx="6709642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6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55214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8046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617466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</a:tbl>
          </a:graphicData>
        </a:graphic>
      </p:graphicFrame>
      <p:sp>
        <p:nvSpPr>
          <p:cNvPr id="27" name="Chevron Left">
            <a:extLst>
              <a:ext uri="{FF2B5EF4-FFF2-40B4-BE49-F238E27FC236}">
                <a16:creationId xmlns:a16="http://schemas.microsoft.com/office/drawing/2014/main" id="{DE89D4FF-D1B3-2EA3-A471-135F7A7B888E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250464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1AB06E6-B6EA-6906-6B8D-C54992EAAAD7}"/>
              </a:ext>
            </a:extLst>
          </p:cNvPr>
          <p:cNvSpPr/>
          <p:nvPr/>
        </p:nvSpPr>
        <p:spPr>
          <a:xfrm>
            <a:off x="2498351" y="3311819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99EC341-20A4-8A7E-3FE1-4134B21D332E}"/>
              </a:ext>
            </a:extLst>
          </p:cNvPr>
          <p:cNvGrpSpPr/>
          <p:nvPr/>
        </p:nvGrpSpPr>
        <p:grpSpPr>
          <a:xfrm>
            <a:off x="2988395" y="3384874"/>
            <a:ext cx="1272170" cy="511096"/>
            <a:chOff x="2618905" y="5949418"/>
            <a:chExt cx="1272170" cy="5110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EFC812-2FB2-24D1-780B-024FDC2564F7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1,787,500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B51FBD0-D9B3-7D82-23D5-E09E5F694320}"/>
                </a:ext>
              </a:extLst>
            </p:cNvPr>
            <p:cNvSpPr txBox="1"/>
            <p:nvPr/>
          </p:nvSpPr>
          <p:spPr>
            <a:xfrm>
              <a:off x="2771308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4C89565-71AC-C778-8D51-55D9503471C0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6615721-097A-C3D1-7FEB-5BEFC4DAA11D}"/>
              </a:ext>
            </a:extLst>
          </p:cNvPr>
          <p:cNvGrpSpPr/>
          <p:nvPr/>
        </p:nvGrpSpPr>
        <p:grpSpPr>
          <a:xfrm>
            <a:off x="5191775" y="3384874"/>
            <a:ext cx="1272170" cy="511096"/>
            <a:chOff x="3926592" y="5949418"/>
            <a:chExt cx="1272170" cy="51109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862997B-9465-6B4D-45C6-6D9817EBB5AE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280,000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7DBCE12-DE0B-FE79-223C-079F7070D21D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7B8BCB-C0EB-2D37-25BE-D9722F75D1A2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8FAA6F9-9AFB-2E2D-FD8D-9C3656A78635}"/>
              </a:ext>
            </a:extLst>
          </p:cNvPr>
          <p:cNvGrpSpPr/>
          <p:nvPr/>
        </p:nvGrpSpPr>
        <p:grpSpPr>
          <a:xfrm>
            <a:off x="7395154" y="3384874"/>
            <a:ext cx="1272170" cy="511096"/>
            <a:chOff x="7133672" y="5949418"/>
            <a:chExt cx="1272170" cy="51109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072E6E-B443-E346-CA6A-E2CF902CBAD6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2,067,500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527F610-7449-94F5-04CD-A8E4C65A16A1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총 합계 금액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519716-9814-E5BF-8E48-4495A55B585D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6F017D9-70B6-68C4-FCF3-F7F00D87B743}"/>
              </a:ext>
            </a:extLst>
          </p:cNvPr>
          <p:cNvGrpSpPr/>
          <p:nvPr/>
        </p:nvGrpSpPr>
        <p:grpSpPr>
          <a:xfrm rot="10800000">
            <a:off x="1289409" y="969740"/>
            <a:ext cx="360000" cy="372571"/>
            <a:chOff x="3180625" y="5062589"/>
            <a:chExt cx="360000" cy="372571"/>
          </a:xfrm>
        </p:grpSpPr>
        <p:cxnSp>
          <p:nvCxnSpPr>
            <p:cNvPr id="270" name="직선 연결선 206">
              <a:extLst>
                <a:ext uri="{FF2B5EF4-FFF2-40B4-BE49-F238E27FC236}">
                  <a16:creationId xmlns:a16="http://schemas.microsoft.com/office/drawing/2014/main" id="{86B3F747-C759-DC54-8626-A0D208B27B8E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087AA9D5-6255-28A5-3D53-E6067732B793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2C2EBF39-BDDF-7E15-5152-735E018A45F3}"/>
              </a:ext>
            </a:extLst>
          </p:cNvPr>
          <p:cNvGrpSpPr/>
          <p:nvPr/>
        </p:nvGrpSpPr>
        <p:grpSpPr>
          <a:xfrm>
            <a:off x="1491675" y="692696"/>
            <a:ext cx="6079703" cy="263263"/>
            <a:chOff x="1512625" y="1374043"/>
            <a:chExt cx="6079703" cy="263263"/>
          </a:xfrm>
        </p:grpSpPr>
        <p:sp>
          <p:nvSpPr>
            <p:cNvPr id="286" name="양쪽 모서리가 둥근 사각형 285">
              <a:extLst>
                <a:ext uri="{FF2B5EF4-FFF2-40B4-BE49-F238E27FC236}">
                  <a16:creationId xmlns:a16="http://schemas.microsoft.com/office/drawing/2014/main" id="{4B3A9D25-C118-309D-0EE8-4B83D1EA5F9C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87" name="양쪽 모서리가 둥근 사각형 286">
              <a:extLst>
                <a:ext uri="{FF2B5EF4-FFF2-40B4-BE49-F238E27FC236}">
                  <a16:creationId xmlns:a16="http://schemas.microsoft.com/office/drawing/2014/main" id="{7596A0E5-D98E-D808-01EA-322D5BC63CCE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8" name="양쪽 모서리가 둥근 사각형 287">
              <a:extLst>
                <a:ext uri="{FF2B5EF4-FFF2-40B4-BE49-F238E27FC236}">
                  <a16:creationId xmlns:a16="http://schemas.microsoft.com/office/drawing/2014/main" id="{62FDEC67-4C56-99A1-C40C-EE5A615F3FDB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89" name="양쪽 모서리가 둥근 사각형 288">
              <a:extLst>
                <a:ext uri="{FF2B5EF4-FFF2-40B4-BE49-F238E27FC236}">
                  <a16:creationId xmlns:a16="http://schemas.microsoft.com/office/drawing/2014/main" id="{8E81DEA2-3F67-FD3A-842C-878D5A568452}"/>
                </a:ext>
              </a:extLst>
            </p:cNvPr>
            <p:cNvSpPr/>
            <p:nvPr/>
          </p:nvSpPr>
          <p:spPr>
            <a:xfrm>
              <a:off x="557317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90" name="양쪽 모서리가 둥근 사각형 289">
              <a:extLst>
                <a:ext uri="{FF2B5EF4-FFF2-40B4-BE49-F238E27FC236}">
                  <a16:creationId xmlns:a16="http://schemas.microsoft.com/office/drawing/2014/main" id="{970ED407-61BC-AA4C-1672-F23BB21C3F86}"/>
                </a:ext>
              </a:extLst>
            </p:cNvPr>
            <p:cNvSpPr/>
            <p:nvPr/>
          </p:nvSpPr>
          <p:spPr>
            <a:xfrm>
              <a:off x="658064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292" name="양쪽 모서리가 둥근 사각형 291">
              <a:extLst>
                <a:ext uri="{FF2B5EF4-FFF2-40B4-BE49-F238E27FC236}">
                  <a16:creationId xmlns:a16="http://schemas.microsoft.com/office/drawing/2014/main" id="{A81819E7-66F3-F8E5-C50D-AA3687D1F7AA}"/>
                </a:ext>
              </a:extLst>
            </p:cNvPr>
            <p:cNvSpPr/>
            <p:nvPr/>
          </p:nvSpPr>
          <p:spPr>
            <a:xfrm>
              <a:off x="4558186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6C165E8D-6028-45F8-D374-8B86E24DA677}"/>
              </a:ext>
            </a:extLst>
          </p:cNvPr>
          <p:cNvSpPr/>
          <p:nvPr/>
        </p:nvSpPr>
        <p:spPr>
          <a:xfrm>
            <a:off x="2933666" y="1230558"/>
            <a:ext cx="563532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결제 처리</a:t>
            </a:r>
          </a:p>
        </p:txBody>
      </p:sp>
      <p:sp>
        <p:nvSpPr>
          <p:cNvPr id="294" name="Teardrop 1">
            <a:extLst>
              <a:ext uri="{FF2B5EF4-FFF2-40B4-BE49-F238E27FC236}">
                <a16:creationId xmlns:a16="http://schemas.microsoft.com/office/drawing/2014/main" id="{6DC966EA-9CFB-E130-DFB9-0E16BDF40292}"/>
              </a:ext>
            </a:extLst>
          </p:cNvPr>
          <p:cNvSpPr/>
          <p:nvPr/>
        </p:nvSpPr>
        <p:spPr>
          <a:xfrm rot="16200000" flipH="1" flipV="1">
            <a:off x="2813649" y="11274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96" name="표 295">
            <a:extLst>
              <a:ext uri="{FF2B5EF4-FFF2-40B4-BE49-F238E27FC236}">
                <a16:creationId xmlns:a16="http://schemas.microsoft.com/office/drawing/2014/main" id="{9494184B-0C2D-F3DD-A535-99EFADFC9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875399"/>
              </p:ext>
            </p:extLst>
          </p:nvPr>
        </p:nvGraphicFramePr>
        <p:xfrm>
          <a:off x="1494321" y="4354569"/>
          <a:ext cx="7746196" cy="2286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2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208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2073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297" name="TextBox 296">
            <a:extLst>
              <a:ext uri="{FF2B5EF4-FFF2-40B4-BE49-F238E27FC236}">
                <a16:creationId xmlns:a16="http://schemas.microsoft.com/office/drawing/2014/main" id="{D75BFFA2-A150-DA09-046E-4EA791AD566D}"/>
              </a:ext>
            </a:extLst>
          </p:cNvPr>
          <p:cNvSpPr txBox="1"/>
          <p:nvPr/>
        </p:nvSpPr>
        <p:spPr>
          <a:xfrm>
            <a:off x="1405715" y="412967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98" name="표 297">
            <a:extLst>
              <a:ext uri="{FF2B5EF4-FFF2-40B4-BE49-F238E27FC236}">
                <a16:creationId xmlns:a16="http://schemas.microsoft.com/office/drawing/2014/main" id="{65151BB7-A803-0FA5-668C-4D3035783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457364"/>
              </p:ext>
            </p:extLst>
          </p:nvPr>
        </p:nvGraphicFramePr>
        <p:xfrm>
          <a:off x="2498351" y="4603461"/>
          <a:ext cx="6703682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64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42347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636588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967977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부분취소</a:t>
                      </a:r>
                      <a:endParaRPr kumimoji="0" lang="en-US" altLang="ko-KR" sz="700" b="0" i="0" u="sng" strike="noStrike" kern="0" cap="none" spc="-2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부분취소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부분취소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어린이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54,546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5,454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부분취소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부분취소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</a:tbl>
          </a:graphicData>
        </a:graphic>
      </p:graphicFrame>
      <p:sp>
        <p:nvSpPr>
          <p:cNvPr id="299" name="Chevron Left">
            <a:extLst>
              <a:ext uri="{FF2B5EF4-FFF2-40B4-BE49-F238E27FC236}">
                <a16:creationId xmlns:a16="http://schemas.microsoft.com/office/drawing/2014/main" id="{7FD9D4CA-7F24-6951-C428-05150FAEB4E8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4633213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00" name="표 299">
            <a:extLst>
              <a:ext uri="{FF2B5EF4-FFF2-40B4-BE49-F238E27FC236}">
                <a16:creationId xmlns:a16="http://schemas.microsoft.com/office/drawing/2014/main" id="{38673195-359E-73D7-3D7E-CC0C1D2BB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875900"/>
              </p:ext>
            </p:extLst>
          </p:nvPr>
        </p:nvGraphicFramePr>
        <p:xfrm>
          <a:off x="2498350" y="5633608"/>
          <a:ext cx="670368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965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453339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56182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3004548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부분취소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부분취소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sng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부분취소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</a:tbl>
          </a:graphicData>
        </a:graphic>
      </p:graphicFrame>
      <p:sp>
        <p:nvSpPr>
          <p:cNvPr id="301" name="Chevron Left">
            <a:extLst>
              <a:ext uri="{FF2B5EF4-FFF2-40B4-BE49-F238E27FC236}">
                <a16:creationId xmlns:a16="http://schemas.microsoft.com/office/drawing/2014/main" id="{93B1DB9F-BE3B-C06C-E1DD-2737E0D54B18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5663360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17" name="Cutout">
            <a:extLst>
              <a:ext uri="{FF2B5EF4-FFF2-40B4-BE49-F238E27FC236}">
                <a16:creationId xmlns:a16="http://schemas.microsoft.com/office/drawing/2014/main" id="{DA5C3EDE-DEAE-1999-4800-8D2DFE5F0276}"/>
              </a:ext>
            </a:extLst>
          </p:cNvPr>
          <p:cNvGrpSpPr/>
          <p:nvPr/>
        </p:nvGrpSpPr>
        <p:grpSpPr>
          <a:xfrm rot="16200000">
            <a:off x="5307385" y="117430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318" name="Fill">
              <a:extLst>
                <a:ext uri="{FF2B5EF4-FFF2-40B4-BE49-F238E27FC236}">
                  <a16:creationId xmlns:a16="http://schemas.microsoft.com/office/drawing/2014/main" id="{5984E2F4-9F22-58F7-82B8-7644D90E8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9" name="Border">
              <a:extLst>
                <a:ext uri="{FF2B5EF4-FFF2-40B4-BE49-F238E27FC236}">
                  <a16:creationId xmlns:a16="http://schemas.microsoft.com/office/drawing/2014/main" id="{6DCB64D1-95D5-B9D6-737A-19A02ED097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6F628218-141E-2C69-75A1-51B7ACAA63AC}"/>
              </a:ext>
            </a:extLst>
          </p:cNvPr>
          <p:cNvSpPr txBox="1"/>
          <p:nvPr/>
        </p:nvSpPr>
        <p:spPr>
          <a:xfrm>
            <a:off x="4359120" y="3964661"/>
            <a:ext cx="16722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 완료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cxnSp>
        <p:nvCxnSpPr>
          <p:cNvPr id="322" name="꺾인 연결선[E] 321">
            <a:extLst>
              <a:ext uri="{FF2B5EF4-FFF2-40B4-BE49-F238E27FC236}">
                <a16:creationId xmlns:a16="http://schemas.microsoft.com/office/drawing/2014/main" id="{2F868E07-5A52-936F-D370-21E45E257456}"/>
              </a:ext>
            </a:extLst>
          </p:cNvPr>
          <p:cNvCxnSpPr>
            <a:cxnSpLocks/>
            <a:stCxn id="293" idx="3"/>
            <a:endCxn id="296" idx="0"/>
          </p:cNvCxnSpPr>
          <p:nvPr/>
        </p:nvCxnSpPr>
        <p:spPr>
          <a:xfrm>
            <a:off x="3497198" y="1302558"/>
            <a:ext cx="1870221" cy="30520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6BD3C52B-D4C6-3C14-A6A0-8395CA6467C5}"/>
              </a:ext>
            </a:extLst>
          </p:cNvPr>
          <p:cNvSpPr txBox="1"/>
          <p:nvPr/>
        </p:nvSpPr>
        <p:spPr>
          <a:xfrm>
            <a:off x="4971503" y="6491467"/>
            <a:ext cx="9108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서머리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영역 생략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25" name="Teardrop 1">
            <a:extLst>
              <a:ext uri="{FF2B5EF4-FFF2-40B4-BE49-F238E27FC236}">
                <a16:creationId xmlns:a16="http://schemas.microsoft.com/office/drawing/2014/main" id="{A2ECE104-9670-7274-3AE7-FD0F87DB84FA}"/>
              </a:ext>
            </a:extLst>
          </p:cNvPr>
          <p:cNvSpPr/>
          <p:nvPr/>
        </p:nvSpPr>
        <p:spPr>
          <a:xfrm rot="16200000" flipH="1" flipV="1">
            <a:off x="8590994" y="488828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26" name="Click">
            <a:extLst>
              <a:ext uri="{FF2B5EF4-FFF2-40B4-BE49-F238E27FC236}">
                <a16:creationId xmlns:a16="http://schemas.microsoft.com/office/drawing/2014/main" id="{2430FF03-94C1-A256-0F47-7D5E0D21AC9B}"/>
              </a:ext>
            </a:extLst>
          </p:cNvPr>
          <p:cNvGrpSpPr>
            <a:grpSpLocks noChangeAspect="1"/>
          </p:cNvGrpSpPr>
          <p:nvPr/>
        </p:nvGrpSpPr>
        <p:grpSpPr>
          <a:xfrm>
            <a:off x="3288459" y="1226474"/>
            <a:ext cx="362153" cy="516120"/>
            <a:chOff x="5294313" y="2197100"/>
            <a:chExt cx="530225" cy="755651"/>
          </a:xfrm>
        </p:grpSpPr>
        <p:sp>
          <p:nvSpPr>
            <p:cNvPr id="327" name="Arrow Cursor">
              <a:extLst>
                <a:ext uri="{FF2B5EF4-FFF2-40B4-BE49-F238E27FC236}">
                  <a16:creationId xmlns:a16="http://schemas.microsoft.com/office/drawing/2014/main" id="{12A9F1C4-DA6F-82A4-1C9D-F0D2C73CA4E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28" name="Click">
              <a:extLst>
                <a:ext uri="{FF2B5EF4-FFF2-40B4-BE49-F238E27FC236}">
                  <a16:creationId xmlns:a16="http://schemas.microsoft.com/office/drawing/2014/main" id="{656E41FF-7B97-A703-A14F-F899F7BF32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329" name="Click">
            <a:extLst>
              <a:ext uri="{FF2B5EF4-FFF2-40B4-BE49-F238E27FC236}">
                <a16:creationId xmlns:a16="http://schemas.microsoft.com/office/drawing/2014/main" id="{F199D586-0C7C-9FE9-BB48-815DC9388854}"/>
              </a:ext>
            </a:extLst>
          </p:cNvPr>
          <p:cNvGrpSpPr>
            <a:grpSpLocks noChangeAspect="1"/>
          </p:cNvGrpSpPr>
          <p:nvPr/>
        </p:nvGrpSpPr>
        <p:grpSpPr>
          <a:xfrm>
            <a:off x="8917531" y="4940877"/>
            <a:ext cx="362153" cy="516120"/>
            <a:chOff x="5294313" y="2197100"/>
            <a:chExt cx="530225" cy="755651"/>
          </a:xfrm>
        </p:grpSpPr>
        <p:sp>
          <p:nvSpPr>
            <p:cNvPr id="330" name="Arrow Cursor">
              <a:extLst>
                <a:ext uri="{FF2B5EF4-FFF2-40B4-BE49-F238E27FC236}">
                  <a16:creationId xmlns:a16="http://schemas.microsoft.com/office/drawing/2014/main" id="{FB7FECF9-6A57-85DB-01C5-27B4537C59B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31" name="Click">
              <a:extLst>
                <a:ext uri="{FF2B5EF4-FFF2-40B4-BE49-F238E27FC236}">
                  <a16:creationId xmlns:a16="http://schemas.microsoft.com/office/drawing/2014/main" id="{C8529E9A-987A-6C8B-F430-EB081C874D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7051808B-92C9-5CB9-FD2D-FBE4F603B0ED}"/>
              </a:ext>
            </a:extLst>
          </p:cNvPr>
          <p:cNvSpPr/>
          <p:nvPr/>
        </p:nvSpPr>
        <p:spPr>
          <a:xfrm>
            <a:off x="4295800" y="4386052"/>
            <a:ext cx="563532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취소</a:t>
            </a:r>
          </a:p>
        </p:txBody>
      </p:sp>
      <p:sp>
        <p:nvSpPr>
          <p:cNvPr id="333" name="Teardrop 1">
            <a:extLst>
              <a:ext uri="{FF2B5EF4-FFF2-40B4-BE49-F238E27FC236}">
                <a16:creationId xmlns:a16="http://schemas.microsoft.com/office/drawing/2014/main" id="{2F9F4029-B106-2B25-77EC-286D5BF19E4C}"/>
              </a:ext>
            </a:extLst>
          </p:cNvPr>
          <p:cNvSpPr/>
          <p:nvPr/>
        </p:nvSpPr>
        <p:spPr>
          <a:xfrm rot="16200000" flipH="1" flipV="1">
            <a:off x="4193365" y="428243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5E0D44E9-18ED-BBE9-08D8-4C8EB07BDCF5}"/>
              </a:ext>
            </a:extLst>
          </p:cNvPr>
          <p:cNvSpPr/>
          <p:nvPr/>
        </p:nvSpPr>
        <p:spPr>
          <a:xfrm>
            <a:off x="9529129" y="5552320"/>
            <a:ext cx="2540482" cy="10391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취소 제약 사항 </a:t>
            </a:r>
          </a:p>
          <a:p>
            <a:endParaRPr kumimoji="1"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예약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상태가 아래 조건에 해당되지 아니한 경우 </a:t>
            </a:r>
            <a:endParaRPr kumimoji="1"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"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전체취소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"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"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부분취소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"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버튼 미 출력 처리</a:t>
            </a:r>
            <a:endParaRPr kumimoji="1"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kumimoji="1"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 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예약이 </a:t>
            </a:r>
            <a:r>
              <a:rPr kumimoji="1" lang="en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INHOUSE 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상태 일 경우</a:t>
            </a:r>
          </a:p>
          <a:p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kumimoji="1"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 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예약이 </a:t>
            </a:r>
            <a:r>
              <a:rPr kumimoji="1" lang="en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NO-SHOW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상태 일 경우</a:t>
            </a:r>
          </a:p>
          <a:p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kumimoji="1"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 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예약이 </a:t>
            </a:r>
            <a:r>
              <a:rPr kumimoji="1" lang="en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CANCELED </a:t>
            </a:r>
            <a:r>
              <a: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상태 일 경우</a:t>
            </a:r>
          </a:p>
        </p:txBody>
      </p:sp>
    </p:spTree>
    <p:extLst>
      <p:ext uri="{BB962C8B-B14F-4D97-AF65-F5344CB8AC3E}">
        <p14:creationId xmlns:p14="http://schemas.microsoft.com/office/powerpoint/2010/main" val="2582209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27C7-71AA-F440-0753-E10FF4B6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2A4F20D-FE0A-EE31-5CC8-92ED632A6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67419"/>
              </p:ext>
            </p:extLst>
          </p:nvPr>
        </p:nvGraphicFramePr>
        <p:xfrm>
          <a:off x="1494321" y="1082447"/>
          <a:ext cx="7746196" cy="2274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2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158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완료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1754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3067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수수료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수수료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(TAX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포함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단가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:                              TAX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10839"/>
                  </a:ext>
                </a:extLst>
              </a:tr>
            </a:tbl>
          </a:graphicData>
        </a:graphic>
      </p:graphicFrame>
      <p:sp>
        <p:nvSpPr>
          <p:cNvPr id="18" name="제목 17">
            <a:extLst>
              <a:ext uri="{FF2B5EF4-FFF2-40B4-BE49-F238E27FC236}">
                <a16:creationId xmlns:a16="http://schemas.microsoft.com/office/drawing/2014/main" id="{4134EEF3-212D-7D64-2906-9006524A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D9DDD3D-8DD5-C3A4-D8E6-21CECF74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결제내역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B4AA9F4-7899-1154-75F9-82F7C6CEC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02805A8-6187-F8B8-CF5F-51AAEBCB8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E90F60-03B9-F883-E79E-CBCDCC92E531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927EE82-933E-AAB0-5A3A-72FB5F424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75114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취소 상태일 경우에만 취소 완료로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서머리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부분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워딩도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취소 금액 합계로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부분 취소 처리 시 부분 취소 항목과 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부분 취소 처리 일시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상태가 취소완료 또는 부분 취소 완료일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경우에만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수수료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필드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92B43B5-60D7-32E2-03F5-1659B8CA4EB5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43FE5E-640F-BBA8-0A31-62864C8054F8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189CD57-A49D-BA1D-4A5C-8B39E4DC5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619523"/>
              </p:ext>
            </p:extLst>
          </p:nvPr>
        </p:nvGraphicFramePr>
        <p:xfrm>
          <a:off x="2498351" y="1331339"/>
          <a:ext cx="6709642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6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55214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8046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617466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700" b="1" kern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취소완료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sng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strike="sngStrike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en-US" altLang="ko-KR" sz="700" b="0" i="0" u="none" strike="sng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취소완료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취소완료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sng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어린이 조식</a:t>
                      </a:r>
                      <a:endParaRPr lang="en-US" altLang="ko-KR" sz="700" b="0" strike="sngStrike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54,546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5,454 / 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60,000 / </a:t>
                      </a:r>
                      <a:r>
                        <a:rPr kumimoji="0" lang="en-US" altLang="ko-KR" sz="700" b="0" i="0" u="none" strike="sng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취소완료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취소완료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</a:tbl>
          </a:graphicData>
        </a:graphic>
      </p:graphicFrame>
      <p:sp>
        <p:nvSpPr>
          <p:cNvPr id="15" name="Chevron Left">
            <a:extLst>
              <a:ext uri="{FF2B5EF4-FFF2-40B4-BE49-F238E27FC236}">
                <a16:creationId xmlns:a16="http://schemas.microsoft.com/office/drawing/2014/main" id="{223DEC16-52B4-AB0B-0ED8-C95B2F6DA147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136109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Chevron Left">
            <a:extLst>
              <a:ext uri="{FF2B5EF4-FFF2-40B4-BE49-F238E27FC236}">
                <a16:creationId xmlns:a16="http://schemas.microsoft.com/office/drawing/2014/main" id="{A64B2D87-B09B-4244-AA4D-30D76A7597EF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2391238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A08E560-95D2-008A-66E3-7AFEDD66C0FE}"/>
              </a:ext>
            </a:extLst>
          </p:cNvPr>
          <p:cNvSpPr/>
          <p:nvPr/>
        </p:nvSpPr>
        <p:spPr>
          <a:xfrm>
            <a:off x="2498351" y="2381794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6088D03-2937-F3BD-F3F8-ACB46C1C49FF}"/>
              </a:ext>
            </a:extLst>
          </p:cNvPr>
          <p:cNvGrpSpPr/>
          <p:nvPr/>
        </p:nvGrpSpPr>
        <p:grpSpPr>
          <a:xfrm>
            <a:off x="2988395" y="2454849"/>
            <a:ext cx="1272170" cy="511096"/>
            <a:chOff x="2618905" y="5949418"/>
            <a:chExt cx="1272170" cy="5110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8E8C7AB-A413-416E-45D4-97587FE8E0D2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1,072,500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63498DC-5C8A-F3FE-C4C5-9F03531FFFA1}"/>
                </a:ext>
              </a:extLst>
            </p:cNvPr>
            <p:cNvSpPr txBox="1"/>
            <p:nvPr/>
          </p:nvSpPr>
          <p:spPr>
            <a:xfrm>
              <a:off x="2771308" y="5949418"/>
              <a:ext cx="1047781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결제 취소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0D1D886-1342-817E-0F2A-A83F0D1EBF8B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7B673F3-86CB-9272-FF4A-D83AC847E615}"/>
              </a:ext>
            </a:extLst>
          </p:cNvPr>
          <p:cNvGrpSpPr/>
          <p:nvPr/>
        </p:nvGrpSpPr>
        <p:grpSpPr>
          <a:xfrm>
            <a:off x="5191775" y="2454849"/>
            <a:ext cx="1272170" cy="511096"/>
            <a:chOff x="3926592" y="5949418"/>
            <a:chExt cx="1272170" cy="51109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E8C52F6-3C93-501D-91B6-2C99F4029C64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17</a:t>
              </a:r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0,000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4E203D-0181-AA3D-17B1-37EEBA373088}"/>
                </a:ext>
              </a:extLst>
            </p:cNvPr>
            <p:cNvSpPr txBox="1"/>
            <p:nvPr/>
          </p:nvSpPr>
          <p:spPr>
            <a:xfrm>
              <a:off x="4078995" y="5949418"/>
              <a:ext cx="1047781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결제 취소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61A1FD-B8BD-AE5E-9F1D-40A11C127873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26223F8-6991-35B7-864A-64904E54289D}"/>
              </a:ext>
            </a:extLst>
          </p:cNvPr>
          <p:cNvGrpSpPr/>
          <p:nvPr/>
        </p:nvGrpSpPr>
        <p:grpSpPr>
          <a:xfrm>
            <a:off x="7395154" y="2454849"/>
            <a:ext cx="1272170" cy="511096"/>
            <a:chOff x="7133672" y="5949418"/>
            <a:chExt cx="1272170" cy="51109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594DC3-0C20-1B2C-E1C7-182BD1507BDA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1,242,500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45BC66B-032A-7295-68F6-565F3C208712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전체 취소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4F7ED28-61EB-4B3B-FB5E-DB053714712D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1EC3B8-C3D5-44B6-247D-4B05A1EB566B}"/>
              </a:ext>
            </a:extLst>
          </p:cNvPr>
          <p:cNvSpPr txBox="1"/>
          <p:nvPr/>
        </p:nvSpPr>
        <p:spPr>
          <a:xfrm>
            <a:off x="1405715" y="836712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취소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63" name="표 262">
            <a:extLst>
              <a:ext uri="{FF2B5EF4-FFF2-40B4-BE49-F238E27FC236}">
                <a16:creationId xmlns:a16="http://schemas.microsoft.com/office/drawing/2014/main" id="{09467AFB-6C16-0E9F-E65D-61C52A5CB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30819"/>
              </p:ext>
            </p:extLst>
          </p:nvPr>
        </p:nvGraphicFramePr>
        <p:xfrm>
          <a:off x="1494321" y="3930637"/>
          <a:ext cx="7746196" cy="2234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2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158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부분 취소 완료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1754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668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수수료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수수료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(TAX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포함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단가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:                             TAX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3601"/>
                  </a:ext>
                </a:extLst>
              </a:tr>
            </a:tbl>
          </a:graphicData>
        </a:graphic>
      </p:graphicFrame>
      <p:graphicFrame>
        <p:nvGraphicFramePr>
          <p:cNvPr id="264" name="표 263">
            <a:extLst>
              <a:ext uri="{FF2B5EF4-FFF2-40B4-BE49-F238E27FC236}">
                <a16:creationId xmlns:a16="http://schemas.microsoft.com/office/drawing/2014/main" id="{A80E489B-2227-920A-A33E-A544C5108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663421"/>
              </p:ext>
            </p:extLst>
          </p:nvPr>
        </p:nvGraphicFramePr>
        <p:xfrm>
          <a:off x="2498351" y="4179529"/>
          <a:ext cx="6709642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827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242739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02718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3018358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no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strike="noStrike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sng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어린이 조식</a:t>
                      </a:r>
                      <a:endParaRPr lang="en-US" altLang="ko-KR" sz="700" b="0" strike="sngStrike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54,546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5,454 / 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60,000 / 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sng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sng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취소완료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</a:tbl>
          </a:graphicData>
        </a:graphic>
      </p:graphicFrame>
      <p:sp>
        <p:nvSpPr>
          <p:cNvPr id="265" name="Chevron Left">
            <a:extLst>
              <a:ext uri="{FF2B5EF4-FFF2-40B4-BE49-F238E27FC236}">
                <a16:creationId xmlns:a16="http://schemas.microsoft.com/office/drawing/2014/main" id="{707B5EE8-DA6A-B715-0DEE-615C799F1D72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420928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6" name="Chevron Left">
            <a:extLst>
              <a:ext uri="{FF2B5EF4-FFF2-40B4-BE49-F238E27FC236}">
                <a16:creationId xmlns:a16="http://schemas.microsoft.com/office/drawing/2014/main" id="{03BFE318-691C-F119-316F-F9BA8FEAEB74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5239428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C534D90F-4D11-9F0F-CDCC-7F9180C12F40}"/>
              </a:ext>
            </a:extLst>
          </p:cNvPr>
          <p:cNvSpPr/>
          <p:nvPr/>
        </p:nvSpPr>
        <p:spPr>
          <a:xfrm>
            <a:off x="2498351" y="5229984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DA37D8C-864F-41EE-FFDD-485C5C86C22F}"/>
              </a:ext>
            </a:extLst>
          </p:cNvPr>
          <p:cNvSpPr txBox="1"/>
          <p:nvPr/>
        </p:nvSpPr>
        <p:spPr>
          <a:xfrm>
            <a:off x="1405715" y="3689334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취소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6864BC9B-E99F-6E6E-E7F8-131CAC75633A}"/>
              </a:ext>
            </a:extLst>
          </p:cNvPr>
          <p:cNvGrpSpPr/>
          <p:nvPr/>
        </p:nvGrpSpPr>
        <p:grpSpPr>
          <a:xfrm>
            <a:off x="2988395" y="5313474"/>
            <a:ext cx="1272170" cy="511096"/>
            <a:chOff x="2618905" y="5949418"/>
            <a:chExt cx="1272170" cy="511096"/>
          </a:xfrm>
        </p:grpSpPr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65033658-6492-32C2-9F40-CC8FCD602C66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F670EF7C-C635-BBF3-EAF3-AFD8ADD38406}"/>
                </a:ext>
              </a:extLst>
            </p:cNvPr>
            <p:cNvSpPr txBox="1"/>
            <p:nvPr/>
          </p:nvSpPr>
          <p:spPr>
            <a:xfrm>
              <a:off x="2771308" y="5949418"/>
              <a:ext cx="1047781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부분 취소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B4BBECBA-5389-F67D-161D-FD127927A600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60B50DA0-676D-B50D-64F6-B95FA5CE2505}"/>
              </a:ext>
            </a:extLst>
          </p:cNvPr>
          <p:cNvGrpSpPr/>
          <p:nvPr/>
        </p:nvGrpSpPr>
        <p:grpSpPr>
          <a:xfrm>
            <a:off x="5191775" y="5313474"/>
            <a:ext cx="1272170" cy="511096"/>
            <a:chOff x="3926592" y="5949418"/>
            <a:chExt cx="1272170" cy="511096"/>
          </a:xfrm>
        </p:grpSpPr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98C4B483-A49A-B856-940E-A0F2245C2DFB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60</a:t>
              </a:r>
              <a:r>
                <a:rPr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,</a:t>
              </a:r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000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E3A18B9E-1915-4F0F-5071-1BA570820019}"/>
                </a:ext>
              </a:extLst>
            </p:cNvPr>
            <p:cNvSpPr txBox="1"/>
            <p:nvPr/>
          </p:nvSpPr>
          <p:spPr>
            <a:xfrm>
              <a:off x="4078995" y="5949418"/>
              <a:ext cx="1047781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부분 취소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3ED0FE04-1336-4670-C37E-7740367CCE0F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6A1F7159-0D5F-3623-6E85-D0823BB26151}"/>
              </a:ext>
            </a:extLst>
          </p:cNvPr>
          <p:cNvGrpSpPr/>
          <p:nvPr/>
        </p:nvGrpSpPr>
        <p:grpSpPr>
          <a:xfrm>
            <a:off x="7395154" y="5313474"/>
            <a:ext cx="1272170" cy="511096"/>
            <a:chOff x="7133672" y="5949418"/>
            <a:chExt cx="1272170" cy="511096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32680A5-383D-27B6-F7DD-6E7A07D4A19D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60,000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6C6AEC84-B5FA-F64F-AF82-27E24D909AE0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총 부분 취소 합계 금액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C564D621-AF03-9A42-E153-257201353FCD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309" name="Cutout">
            <a:extLst>
              <a:ext uri="{FF2B5EF4-FFF2-40B4-BE49-F238E27FC236}">
                <a16:creationId xmlns:a16="http://schemas.microsoft.com/office/drawing/2014/main" id="{81A5DD82-FC22-BC07-08DF-4C99A4A1FA56}"/>
              </a:ext>
            </a:extLst>
          </p:cNvPr>
          <p:cNvGrpSpPr/>
          <p:nvPr/>
        </p:nvGrpSpPr>
        <p:grpSpPr>
          <a:xfrm rot="16200000">
            <a:off x="5307385" y="-376749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310" name="Fill">
              <a:extLst>
                <a:ext uri="{FF2B5EF4-FFF2-40B4-BE49-F238E27FC236}">
                  <a16:creationId xmlns:a16="http://schemas.microsoft.com/office/drawing/2014/main" id="{0E4489F1-BD21-D773-1D88-656131283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1" name="Border">
              <a:extLst>
                <a:ext uri="{FF2B5EF4-FFF2-40B4-BE49-F238E27FC236}">
                  <a16:creationId xmlns:a16="http://schemas.microsoft.com/office/drawing/2014/main" id="{8E7A10CB-099D-BE55-2CD8-D74271749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12" name="TextBox 311">
            <a:extLst>
              <a:ext uri="{FF2B5EF4-FFF2-40B4-BE49-F238E27FC236}">
                <a16:creationId xmlns:a16="http://schemas.microsoft.com/office/drawing/2014/main" id="{0DF08D34-27A6-9175-5723-52D327EB2D89}"/>
              </a:ext>
            </a:extLst>
          </p:cNvPr>
          <p:cNvSpPr txBox="1"/>
          <p:nvPr/>
        </p:nvSpPr>
        <p:spPr>
          <a:xfrm>
            <a:off x="4359120" y="3470482"/>
            <a:ext cx="19527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부분 취소 케이스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grpSp>
        <p:nvGrpSpPr>
          <p:cNvPr id="321" name="Cutout">
            <a:extLst>
              <a:ext uri="{FF2B5EF4-FFF2-40B4-BE49-F238E27FC236}">
                <a16:creationId xmlns:a16="http://schemas.microsoft.com/office/drawing/2014/main" id="{DE8F76AC-B55D-E125-2B7A-0B6F44703999}"/>
              </a:ext>
            </a:extLst>
          </p:cNvPr>
          <p:cNvGrpSpPr/>
          <p:nvPr/>
        </p:nvGrpSpPr>
        <p:grpSpPr>
          <a:xfrm rot="16200000">
            <a:off x="5307385" y="-3226543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322" name="Fill">
              <a:extLst>
                <a:ext uri="{FF2B5EF4-FFF2-40B4-BE49-F238E27FC236}">
                  <a16:creationId xmlns:a16="http://schemas.microsoft.com/office/drawing/2014/main" id="{F14EE12B-2744-4135-CAB3-23F749DF5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3" name="Border">
              <a:extLst>
                <a:ext uri="{FF2B5EF4-FFF2-40B4-BE49-F238E27FC236}">
                  <a16:creationId xmlns:a16="http://schemas.microsoft.com/office/drawing/2014/main" id="{6BCE73EA-C829-2AE9-7EC7-2EDFCE7F0D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24" name="TextBox 323">
            <a:extLst>
              <a:ext uri="{FF2B5EF4-FFF2-40B4-BE49-F238E27FC236}">
                <a16:creationId xmlns:a16="http://schemas.microsoft.com/office/drawing/2014/main" id="{A2083EEF-1608-68B8-1984-D3C50AA3B448}"/>
              </a:ext>
            </a:extLst>
          </p:cNvPr>
          <p:cNvSpPr txBox="1"/>
          <p:nvPr/>
        </p:nvSpPr>
        <p:spPr>
          <a:xfrm>
            <a:off x="4359120" y="620688"/>
            <a:ext cx="19527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전체 취소 케이스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sp>
        <p:nvSpPr>
          <p:cNvPr id="325" name="Teardrop 1">
            <a:extLst>
              <a:ext uri="{FF2B5EF4-FFF2-40B4-BE49-F238E27FC236}">
                <a16:creationId xmlns:a16="http://schemas.microsoft.com/office/drawing/2014/main" id="{73373823-AEA4-AB22-39D2-B19CA1A165B0}"/>
              </a:ext>
            </a:extLst>
          </p:cNvPr>
          <p:cNvSpPr/>
          <p:nvPr/>
        </p:nvSpPr>
        <p:spPr>
          <a:xfrm rot="16200000" flipH="1" flipV="1">
            <a:off x="2334896" y="98018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6" name="Teardrop 1">
            <a:extLst>
              <a:ext uri="{FF2B5EF4-FFF2-40B4-BE49-F238E27FC236}">
                <a16:creationId xmlns:a16="http://schemas.microsoft.com/office/drawing/2014/main" id="{076AAE2E-4F11-A4C8-6A90-36C2893054AF}"/>
              </a:ext>
            </a:extLst>
          </p:cNvPr>
          <p:cNvSpPr/>
          <p:nvPr/>
        </p:nvSpPr>
        <p:spPr>
          <a:xfrm rot="16200000" flipH="1" flipV="1">
            <a:off x="7372212" y="231120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7" name="Teardrop 1">
            <a:extLst>
              <a:ext uri="{FF2B5EF4-FFF2-40B4-BE49-F238E27FC236}">
                <a16:creationId xmlns:a16="http://schemas.microsoft.com/office/drawing/2014/main" id="{FD2BFD6C-7453-378D-F26D-CCCAF4E64132}"/>
              </a:ext>
            </a:extLst>
          </p:cNvPr>
          <p:cNvSpPr/>
          <p:nvPr/>
        </p:nvSpPr>
        <p:spPr>
          <a:xfrm rot="16200000" flipH="1" flipV="1">
            <a:off x="5705731" y="46622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8" name="Teardrop 1">
            <a:extLst>
              <a:ext uri="{FF2B5EF4-FFF2-40B4-BE49-F238E27FC236}">
                <a16:creationId xmlns:a16="http://schemas.microsoft.com/office/drawing/2014/main" id="{CD5F2F07-DC03-9AFB-2819-56B1DD7FB58B}"/>
              </a:ext>
            </a:extLst>
          </p:cNvPr>
          <p:cNvSpPr/>
          <p:nvPr/>
        </p:nvSpPr>
        <p:spPr>
          <a:xfrm rot="16200000" flipH="1" flipV="1">
            <a:off x="2361949" y="38506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9" name="Text Box">
            <a:extLst>
              <a:ext uri="{FF2B5EF4-FFF2-40B4-BE49-F238E27FC236}">
                <a16:creationId xmlns:a16="http://schemas.microsoft.com/office/drawing/2014/main" id="{A2BC2362-F633-BA63-0D6B-E2CDD916BCEF}"/>
              </a:ext>
            </a:extLst>
          </p:cNvPr>
          <p:cNvSpPr>
            <a:spLocks/>
          </p:cNvSpPr>
          <p:nvPr/>
        </p:nvSpPr>
        <p:spPr bwMode="auto">
          <a:xfrm>
            <a:off x="3660043" y="311818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124,250</a:t>
            </a:r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02EC3503-7B1E-9549-1FC5-AF9452B6BA60}"/>
              </a:ext>
            </a:extLst>
          </p:cNvPr>
          <p:cNvSpPr/>
          <p:nvPr/>
        </p:nvSpPr>
        <p:spPr>
          <a:xfrm>
            <a:off x="6630200" y="3127871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31" name="Text Box">
            <a:extLst>
              <a:ext uri="{FF2B5EF4-FFF2-40B4-BE49-F238E27FC236}">
                <a16:creationId xmlns:a16="http://schemas.microsoft.com/office/drawing/2014/main" id="{7D790DAA-DD44-588F-D4FA-4EB5A946078E}"/>
              </a:ext>
            </a:extLst>
          </p:cNvPr>
          <p:cNvSpPr>
            <a:spLocks/>
          </p:cNvSpPr>
          <p:nvPr/>
        </p:nvSpPr>
        <p:spPr bwMode="auto">
          <a:xfrm>
            <a:off x="5867057" y="311818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11,295</a:t>
            </a:r>
          </a:p>
        </p:txBody>
      </p:sp>
      <p:sp>
        <p:nvSpPr>
          <p:cNvPr id="332" name="Text Box">
            <a:extLst>
              <a:ext uri="{FF2B5EF4-FFF2-40B4-BE49-F238E27FC236}">
                <a16:creationId xmlns:a16="http://schemas.microsoft.com/office/drawing/2014/main" id="{4C6E385A-2AB0-BD0E-EE69-EC6331518F02}"/>
              </a:ext>
            </a:extLst>
          </p:cNvPr>
          <p:cNvSpPr>
            <a:spLocks/>
          </p:cNvSpPr>
          <p:nvPr/>
        </p:nvSpPr>
        <p:spPr bwMode="auto">
          <a:xfrm>
            <a:off x="4755948" y="311818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112,955</a:t>
            </a:r>
          </a:p>
        </p:txBody>
      </p:sp>
      <p:sp>
        <p:nvSpPr>
          <p:cNvPr id="333" name="Text Box">
            <a:extLst>
              <a:ext uri="{FF2B5EF4-FFF2-40B4-BE49-F238E27FC236}">
                <a16:creationId xmlns:a16="http://schemas.microsoft.com/office/drawing/2014/main" id="{FD1AE4C9-A733-6FD5-C97F-14D6199D7E99}"/>
              </a:ext>
            </a:extLst>
          </p:cNvPr>
          <p:cNvSpPr>
            <a:spLocks/>
          </p:cNvSpPr>
          <p:nvPr/>
        </p:nvSpPr>
        <p:spPr bwMode="auto">
          <a:xfrm>
            <a:off x="3660043" y="595498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6,000</a:t>
            </a: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828F0068-4148-8E80-75A7-3C15BA30D7B6}"/>
              </a:ext>
            </a:extLst>
          </p:cNvPr>
          <p:cNvSpPr/>
          <p:nvPr/>
        </p:nvSpPr>
        <p:spPr>
          <a:xfrm>
            <a:off x="6630200" y="5964671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35" name="Text Box">
            <a:extLst>
              <a:ext uri="{FF2B5EF4-FFF2-40B4-BE49-F238E27FC236}">
                <a16:creationId xmlns:a16="http://schemas.microsoft.com/office/drawing/2014/main" id="{CDF682B6-147E-62C8-77A7-E2279653FBC4}"/>
              </a:ext>
            </a:extLst>
          </p:cNvPr>
          <p:cNvSpPr>
            <a:spLocks/>
          </p:cNvSpPr>
          <p:nvPr/>
        </p:nvSpPr>
        <p:spPr bwMode="auto">
          <a:xfrm>
            <a:off x="5827860" y="595498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545</a:t>
            </a:r>
          </a:p>
        </p:txBody>
      </p:sp>
      <p:sp>
        <p:nvSpPr>
          <p:cNvPr id="336" name="Text Box">
            <a:extLst>
              <a:ext uri="{FF2B5EF4-FFF2-40B4-BE49-F238E27FC236}">
                <a16:creationId xmlns:a16="http://schemas.microsoft.com/office/drawing/2014/main" id="{DB0950AF-7576-5E0D-FF93-796703925401}"/>
              </a:ext>
            </a:extLst>
          </p:cNvPr>
          <p:cNvSpPr>
            <a:spLocks/>
          </p:cNvSpPr>
          <p:nvPr/>
        </p:nvSpPr>
        <p:spPr bwMode="auto">
          <a:xfrm>
            <a:off x="4755948" y="595498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5,455</a:t>
            </a:r>
          </a:p>
        </p:txBody>
      </p:sp>
      <p:sp>
        <p:nvSpPr>
          <p:cNvPr id="337" name="Teardrop 1">
            <a:extLst>
              <a:ext uri="{FF2B5EF4-FFF2-40B4-BE49-F238E27FC236}">
                <a16:creationId xmlns:a16="http://schemas.microsoft.com/office/drawing/2014/main" id="{39B71503-063C-A6F8-43A4-40505399D02C}"/>
              </a:ext>
            </a:extLst>
          </p:cNvPr>
          <p:cNvSpPr/>
          <p:nvPr/>
        </p:nvSpPr>
        <p:spPr>
          <a:xfrm rot="16200000" flipH="1" flipV="1">
            <a:off x="1446074" y="306475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8" name="Teardrop 1">
            <a:extLst>
              <a:ext uri="{FF2B5EF4-FFF2-40B4-BE49-F238E27FC236}">
                <a16:creationId xmlns:a16="http://schemas.microsoft.com/office/drawing/2014/main" id="{35728880-F771-AF33-1F21-59E277747B2D}"/>
              </a:ext>
            </a:extLst>
          </p:cNvPr>
          <p:cNvSpPr/>
          <p:nvPr/>
        </p:nvSpPr>
        <p:spPr>
          <a:xfrm rot="16200000" flipH="1" flipV="1">
            <a:off x="1446074" y="58124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E5AA1831-9C23-C673-823E-0863AA8FFFDC}"/>
              </a:ext>
            </a:extLst>
          </p:cNvPr>
          <p:cNvSpPr/>
          <p:nvPr/>
        </p:nvSpPr>
        <p:spPr>
          <a:xfrm>
            <a:off x="245033" y="1592339"/>
            <a:ext cx="925500" cy="36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결제 내역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1EC0F91F-323D-A3A9-098E-6E275BB6027B}"/>
              </a:ext>
            </a:extLst>
          </p:cNvPr>
          <p:cNvSpPr txBox="1"/>
          <p:nvPr/>
        </p:nvSpPr>
        <p:spPr>
          <a:xfrm>
            <a:off x="407913" y="1308191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b="1" dirty="0">
                <a:latin typeface="+mn-ea"/>
                <a:ea typeface="+mn-ea"/>
              </a:rPr>
              <a:t>&lt;Layout&gt;</a:t>
            </a:r>
            <a:endParaRPr kumimoji="1" lang="ko-KR" altLang="en-US" sz="800" b="1" dirty="0">
              <a:latin typeface="+mn-ea"/>
              <a:ea typeface="+mn-ea"/>
            </a:endParaRPr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35761854-A27E-41BA-C7AD-6C1770FABF01}"/>
              </a:ext>
            </a:extLst>
          </p:cNvPr>
          <p:cNvSpPr/>
          <p:nvPr/>
        </p:nvSpPr>
        <p:spPr>
          <a:xfrm>
            <a:off x="245033" y="2021083"/>
            <a:ext cx="925500" cy="36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취소내역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전체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2198D083-D98F-BA49-377F-9D6CBC5AB58C}"/>
              </a:ext>
            </a:extLst>
          </p:cNvPr>
          <p:cNvSpPr/>
          <p:nvPr/>
        </p:nvSpPr>
        <p:spPr>
          <a:xfrm>
            <a:off x="245033" y="4610498"/>
            <a:ext cx="925500" cy="36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결제 내역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E3F90EDC-D3F1-94B5-D27C-EEA9C67EC4FB}"/>
              </a:ext>
            </a:extLst>
          </p:cNvPr>
          <p:cNvSpPr txBox="1"/>
          <p:nvPr/>
        </p:nvSpPr>
        <p:spPr>
          <a:xfrm>
            <a:off x="407913" y="4326350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b="1" dirty="0">
                <a:latin typeface="+mn-ea"/>
                <a:ea typeface="+mn-ea"/>
              </a:rPr>
              <a:t>&lt;Layout&gt;</a:t>
            </a:r>
            <a:endParaRPr kumimoji="1" lang="ko-KR" altLang="en-US" sz="800" b="1" dirty="0">
              <a:latin typeface="+mn-ea"/>
              <a:ea typeface="+mn-ea"/>
            </a:endParaRPr>
          </a:p>
        </p:txBody>
      </p:sp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9F11F9FC-D6F5-D56F-F077-DF4667C02842}"/>
              </a:ext>
            </a:extLst>
          </p:cNvPr>
          <p:cNvSpPr/>
          <p:nvPr/>
        </p:nvSpPr>
        <p:spPr>
          <a:xfrm>
            <a:off x="245033" y="5039242"/>
            <a:ext cx="925500" cy="36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취소내역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부분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45" name="Teardrop 1">
            <a:extLst>
              <a:ext uri="{FF2B5EF4-FFF2-40B4-BE49-F238E27FC236}">
                <a16:creationId xmlns:a16="http://schemas.microsoft.com/office/drawing/2014/main" id="{467FA651-B90C-6A0C-94A8-31E573CB6DE1}"/>
              </a:ext>
            </a:extLst>
          </p:cNvPr>
          <p:cNvSpPr/>
          <p:nvPr/>
        </p:nvSpPr>
        <p:spPr>
          <a:xfrm rot="16200000" flipH="1" flipV="1">
            <a:off x="7349093" y="518020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855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717B-C918-B240-DB93-43E3C50D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B2ED569-F650-57FD-6815-F2BFE170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9ED778D-983F-B927-3030-2DFD1160D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결제수단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C49AB22-33E9-5D85-DB8B-253BECADFC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77AB7AE-BC85-061A-F4B4-58DB4D36D0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5805A0-D86C-051B-2542-D9E7E2E5C0C8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6D629704-DE6E-5BDB-C996-E66BACE4E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05923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결제수단 추가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수단 저장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5D9377A-F07A-E07D-D6FC-73A66839F7B1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4CDF67-910B-2E64-55E5-75C438B80C76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EC835777-D645-E072-673A-221F665CC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11331"/>
              </p:ext>
            </p:extLst>
          </p:nvPr>
        </p:nvGraphicFramePr>
        <p:xfrm>
          <a:off x="1487971" y="1283454"/>
          <a:ext cx="7746196" cy="1243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3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59636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3426199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 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81413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◉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(KRW)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(USD)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예치금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결제완료 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결제금액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(VAT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 :                       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166665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8F8072F4-3194-6000-DE5E-562CC75C840C}"/>
              </a:ext>
            </a:extLst>
          </p:cNvPr>
          <p:cNvSpPr txBox="1"/>
          <p:nvPr/>
        </p:nvSpPr>
        <p:spPr>
          <a:xfrm>
            <a:off x="1405715" y="1046364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수단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10B0A434-B699-92B1-A0E5-8C11A3F20298}"/>
              </a:ext>
            </a:extLst>
          </p:cNvPr>
          <p:cNvSpPr>
            <a:spLocks/>
          </p:cNvSpPr>
          <p:nvPr/>
        </p:nvSpPr>
        <p:spPr bwMode="auto">
          <a:xfrm>
            <a:off x="2552488" y="2079142"/>
            <a:ext cx="27801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</a:p>
        </p:txBody>
      </p:sp>
      <p:sp>
        <p:nvSpPr>
          <p:cNvPr id="60" name="Text Box">
            <a:extLst>
              <a:ext uri="{FF2B5EF4-FFF2-40B4-BE49-F238E27FC236}">
                <a16:creationId xmlns:a16="http://schemas.microsoft.com/office/drawing/2014/main" id="{0C986339-FB96-E7B4-6B4E-65058DFA71CD}"/>
              </a:ext>
            </a:extLst>
          </p:cNvPr>
          <p:cNvSpPr>
            <a:spLocks/>
          </p:cNvSpPr>
          <p:nvPr/>
        </p:nvSpPr>
        <p:spPr bwMode="auto">
          <a:xfrm>
            <a:off x="2917654" y="2079142"/>
            <a:ext cx="371066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2030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65207E-A08E-F478-F9D0-61E39C43C032}"/>
              </a:ext>
            </a:extLst>
          </p:cNvPr>
          <p:cNvGrpSpPr/>
          <p:nvPr/>
        </p:nvGrpSpPr>
        <p:grpSpPr>
          <a:xfrm>
            <a:off x="2552489" y="1805767"/>
            <a:ext cx="1527288" cy="199000"/>
            <a:chOff x="2552489" y="1828608"/>
            <a:chExt cx="1527288" cy="199000"/>
          </a:xfrm>
        </p:grpSpPr>
        <p:sp>
          <p:nvSpPr>
            <p:cNvPr id="62" name="Text Box">
              <a:extLst>
                <a:ext uri="{FF2B5EF4-FFF2-40B4-BE49-F238E27FC236}">
                  <a16:creationId xmlns:a16="http://schemas.microsoft.com/office/drawing/2014/main" id="{FC151515-4BED-284D-26D1-FE32E844D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89" y="1846420"/>
              <a:ext cx="1527288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1234-1234-1234-1234</a:t>
              </a:r>
            </a:p>
          </p:txBody>
        </p:sp>
        <p:pic>
          <p:nvPicPr>
            <p:cNvPr id="63" name="그래픽 62" descr="눈 단색으로 채워진">
              <a:extLst>
                <a:ext uri="{FF2B5EF4-FFF2-40B4-BE49-F238E27FC236}">
                  <a16:creationId xmlns:a16="http://schemas.microsoft.com/office/drawing/2014/main" id="{FE7ABCEB-FE13-E719-300D-DE4C4A494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09520" y="1828608"/>
              <a:ext cx="199000" cy="199000"/>
            </a:xfrm>
            <a:prstGeom prst="rect">
              <a:avLst/>
            </a:prstGeom>
          </p:spPr>
        </p:pic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F7957075-9A4B-283B-76C3-7A279F382617}"/>
              </a:ext>
            </a:extLst>
          </p:cNvPr>
          <p:cNvGrpSpPr/>
          <p:nvPr/>
        </p:nvGrpSpPr>
        <p:grpSpPr>
          <a:xfrm>
            <a:off x="5893274" y="1788520"/>
            <a:ext cx="694165" cy="199000"/>
            <a:chOff x="6566927" y="1828608"/>
            <a:chExt cx="694165" cy="199000"/>
          </a:xfrm>
        </p:grpSpPr>
        <p:sp>
          <p:nvSpPr>
            <p:cNvPr id="130" name="Text Box">
              <a:extLst>
                <a:ext uri="{FF2B5EF4-FFF2-40B4-BE49-F238E27FC236}">
                  <a16:creationId xmlns:a16="http://schemas.microsoft.com/office/drawing/2014/main" id="{6E533B65-F888-2E26-96E4-F474DBF80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927" y="1846420"/>
              <a:ext cx="694165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123</a:t>
              </a:r>
            </a:p>
          </p:txBody>
        </p:sp>
        <p:pic>
          <p:nvPicPr>
            <p:cNvPr id="131" name="그래픽 130" descr="눈 단색으로 채워진">
              <a:extLst>
                <a:ext uri="{FF2B5EF4-FFF2-40B4-BE49-F238E27FC236}">
                  <a16:creationId xmlns:a16="http://schemas.microsoft.com/office/drawing/2014/main" id="{63072BDF-5D36-E5A8-14A5-F167BBFAE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49837" y="1828608"/>
              <a:ext cx="199000" cy="199000"/>
            </a:xfrm>
            <a:prstGeom prst="rect">
              <a:avLst/>
            </a:prstGeom>
          </p:spPr>
        </p:pic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B09E0F33-A02B-A184-9256-1CECEF60C9F2}"/>
              </a:ext>
            </a:extLst>
          </p:cNvPr>
          <p:cNvGrpSpPr/>
          <p:nvPr/>
        </p:nvGrpSpPr>
        <p:grpSpPr>
          <a:xfrm>
            <a:off x="5893274" y="2042877"/>
            <a:ext cx="694165" cy="199000"/>
            <a:chOff x="6566927" y="2082965"/>
            <a:chExt cx="694165" cy="199000"/>
          </a:xfrm>
        </p:grpSpPr>
        <p:sp>
          <p:nvSpPr>
            <p:cNvPr id="153" name="Text Box">
              <a:extLst>
                <a:ext uri="{FF2B5EF4-FFF2-40B4-BE49-F238E27FC236}">
                  <a16:creationId xmlns:a16="http://schemas.microsoft.com/office/drawing/2014/main" id="{482AA926-7706-6ECC-134E-87BC8E822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927" y="2096207"/>
              <a:ext cx="694165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1234</a:t>
              </a:r>
            </a:p>
          </p:txBody>
        </p:sp>
        <p:pic>
          <p:nvPicPr>
            <p:cNvPr id="154" name="그래픽 153" descr="눈 단색으로 채워진">
              <a:extLst>
                <a:ext uri="{FF2B5EF4-FFF2-40B4-BE49-F238E27FC236}">
                  <a16:creationId xmlns:a16="http://schemas.microsoft.com/office/drawing/2014/main" id="{6B54EB3A-3092-7DDD-E2B5-590ECB02A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49837" y="2082965"/>
              <a:ext cx="199000" cy="199000"/>
            </a:xfrm>
            <a:prstGeom prst="rect">
              <a:avLst/>
            </a:prstGeom>
          </p:spPr>
        </p:pic>
      </p:grpSp>
      <p:sp>
        <p:nvSpPr>
          <p:cNvPr id="155" name="Text Box">
            <a:extLst>
              <a:ext uri="{FF2B5EF4-FFF2-40B4-BE49-F238E27FC236}">
                <a16:creationId xmlns:a16="http://schemas.microsoft.com/office/drawing/2014/main" id="{537FD2F5-5DE6-21F7-4A7F-2D931AB69556}"/>
              </a:ext>
            </a:extLst>
          </p:cNvPr>
          <p:cNvSpPr>
            <a:spLocks/>
          </p:cNvSpPr>
          <p:nvPr/>
        </p:nvSpPr>
        <p:spPr bwMode="auto">
          <a:xfrm>
            <a:off x="5893274" y="1565729"/>
            <a:ext cx="1016104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VISA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82C755A-9795-4D0C-2166-32145EF96A59}"/>
              </a:ext>
            </a:extLst>
          </p:cNvPr>
          <p:cNvSpPr/>
          <p:nvPr/>
        </p:nvSpPr>
        <p:spPr>
          <a:xfrm>
            <a:off x="8803915" y="106505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810874C-C5EE-E5DE-F610-73D5BC473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438380"/>
              </p:ext>
            </p:extLst>
          </p:nvPr>
        </p:nvGraphicFramePr>
        <p:xfrm>
          <a:off x="1487971" y="2826835"/>
          <a:ext cx="7746196" cy="74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59635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34007250"/>
                    </a:ext>
                  </a:extLst>
                </a:gridCol>
                <a:gridCol w="3426199">
                  <a:extLst>
                    <a:ext uri="{9D8B030D-6E8A-4147-A177-3AD203B41FA5}">
                      <a16:colId xmlns:a16="http://schemas.microsoft.com/office/drawing/2014/main" val="3065723747"/>
                    </a:ext>
                  </a:extLst>
                </a:gridCol>
              </a:tblGrid>
              <a:tr h="24872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 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04557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◉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(KRW)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(USD)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예치금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결제완료 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결제금액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(VAT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 :                       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813295"/>
                  </a:ext>
                </a:extLst>
              </a:tr>
            </a:tbl>
          </a:graphicData>
        </a:graphic>
      </p:graphicFrame>
      <p:cxnSp>
        <p:nvCxnSpPr>
          <p:cNvPr id="176" name="꺾인 연결선[E] 175">
            <a:extLst>
              <a:ext uri="{FF2B5EF4-FFF2-40B4-BE49-F238E27FC236}">
                <a16:creationId xmlns:a16="http://schemas.microsoft.com/office/drawing/2014/main" id="{07D0C6BD-9B8C-C0AB-F0C2-BE810EB59FEB}"/>
              </a:ext>
            </a:extLst>
          </p:cNvPr>
          <p:cNvCxnSpPr>
            <a:cxnSpLocks/>
            <a:stCxn id="166" idx="3"/>
            <a:endCxn id="167" idx="3"/>
          </p:cNvCxnSpPr>
          <p:nvPr/>
        </p:nvCxnSpPr>
        <p:spPr>
          <a:xfrm>
            <a:off x="9234167" y="1137055"/>
            <a:ext cx="12700" cy="206287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FDB62CA6-1606-F9BE-7A61-CA7FAB0FC2E0}"/>
              </a:ext>
            </a:extLst>
          </p:cNvPr>
          <p:cNvGrpSpPr/>
          <p:nvPr/>
        </p:nvGrpSpPr>
        <p:grpSpPr>
          <a:xfrm>
            <a:off x="2552488" y="2302503"/>
            <a:ext cx="1777435" cy="215444"/>
            <a:chOff x="2552488" y="2116024"/>
            <a:chExt cx="1777435" cy="215444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CC5EC8B9-7E06-BEA3-9D78-547A30706718}"/>
                </a:ext>
              </a:extLst>
            </p:cNvPr>
            <p:cNvGrpSpPr/>
            <p:nvPr/>
          </p:nvGrpSpPr>
          <p:grpSpPr>
            <a:xfrm>
              <a:off x="2552488" y="2149820"/>
              <a:ext cx="710141" cy="144000"/>
              <a:chOff x="2523054" y="4377902"/>
              <a:chExt cx="710141" cy="144000"/>
            </a:xfrm>
          </p:grpSpPr>
          <p:sp>
            <p:nvSpPr>
              <p:cNvPr id="201" name="Date Picker Field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25504A3D-6286-A1D0-87EE-7AC11167A400}"/>
                  </a:ext>
                </a:extLst>
              </p:cNvPr>
              <p:cNvSpPr>
                <a:spLocks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523054" y="4377902"/>
                <a:ext cx="710141" cy="144000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2400" rIns="36000" bIns="324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b="0" dirty="0">
                    <a:solidFill>
                      <a:schemeClr val="tx1"/>
                    </a:solidFill>
                    <a:cs typeface="Calibri" pitchFamily="34" charset="0"/>
                  </a:rPr>
                  <a:t>2025-01-01</a:t>
                </a:r>
              </a:p>
            </p:txBody>
          </p:sp>
          <p:sp>
            <p:nvSpPr>
              <p:cNvPr id="202" name="Date Picker Button" descr="&lt;SmartSettings&gt;&lt;SmartResize anchorLeft=&quot;None&quot; anchorTop=&quot;Non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B2349138-2614-E1F0-A589-C087731C91D7}"/>
                  </a:ext>
                </a:extLst>
              </p:cNvPr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090009" y="4397572"/>
                <a:ext cx="101381" cy="108538"/>
              </a:xfrm>
              <a:custGeom>
                <a:avLst/>
                <a:gdLst>
                  <a:gd name="T0" fmla="*/ 71 w 369"/>
                  <a:gd name="T1" fmla="*/ 44 h 395"/>
                  <a:gd name="T2" fmla="*/ 0 w 369"/>
                  <a:gd name="T3" fmla="*/ 64 h 395"/>
                  <a:gd name="T4" fmla="*/ 360 w 369"/>
                  <a:gd name="T5" fmla="*/ 395 h 395"/>
                  <a:gd name="T6" fmla="*/ 360 w 369"/>
                  <a:gd name="T7" fmla="*/ 56 h 395"/>
                  <a:gd name="T8" fmla="*/ 293 w 369"/>
                  <a:gd name="T9" fmla="*/ 15 h 395"/>
                  <a:gd name="T10" fmla="*/ 245 w 369"/>
                  <a:gd name="T11" fmla="*/ 44 h 395"/>
                  <a:gd name="T12" fmla="*/ 125 w 369"/>
                  <a:gd name="T13" fmla="*/ 44 h 395"/>
                  <a:gd name="T14" fmla="*/ 98 w 369"/>
                  <a:gd name="T15" fmla="*/ 17 h 395"/>
                  <a:gd name="T16" fmla="*/ 106 w 369"/>
                  <a:gd name="T17" fmla="*/ 56 h 395"/>
                  <a:gd name="T18" fmla="*/ 92 w 369"/>
                  <a:gd name="T19" fmla="*/ 23 h 395"/>
                  <a:gd name="T20" fmla="*/ 277 w 369"/>
                  <a:gd name="T21" fmla="*/ 23 h 395"/>
                  <a:gd name="T22" fmla="*/ 263 w 369"/>
                  <a:gd name="T23" fmla="*/ 56 h 395"/>
                  <a:gd name="T24" fmla="*/ 272 w 369"/>
                  <a:gd name="T25" fmla="*/ 17 h 395"/>
                  <a:gd name="T26" fmla="*/ 351 w 369"/>
                  <a:gd name="T27" fmla="*/ 377 h 395"/>
                  <a:gd name="T28" fmla="*/ 129 w 369"/>
                  <a:gd name="T29" fmla="*/ 146 h 395"/>
                  <a:gd name="T30" fmla="*/ 129 w 369"/>
                  <a:gd name="T31" fmla="*/ 199 h 395"/>
                  <a:gd name="T32" fmla="*/ 173 w 369"/>
                  <a:gd name="T33" fmla="*/ 155 h 395"/>
                  <a:gd name="T34" fmla="*/ 205 w 369"/>
                  <a:gd name="T35" fmla="*/ 146 h 395"/>
                  <a:gd name="T36" fmla="*/ 205 w 369"/>
                  <a:gd name="T37" fmla="*/ 199 h 395"/>
                  <a:gd name="T38" fmla="*/ 250 w 369"/>
                  <a:gd name="T39" fmla="*/ 155 h 395"/>
                  <a:gd name="T40" fmla="*/ 282 w 369"/>
                  <a:gd name="T41" fmla="*/ 146 h 395"/>
                  <a:gd name="T42" fmla="*/ 282 w 369"/>
                  <a:gd name="T43" fmla="*/ 199 h 395"/>
                  <a:gd name="T44" fmla="*/ 326 w 369"/>
                  <a:gd name="T45" fmla="*/ 155 h 395"/>
                  <a:gd name="T46" fmla="*/ 137 w 369"/>
                  <a:gd name="T47" fmla="*/ 164 h 395"/>
                  <a:gd name="T48" fmla="*/ 137 w 369"/>
                  <a:gd name="T49" fmla="*/ 182 h 395"/>
                  <a:gd name="T50" fmla="*/ 232 w 369"/>
                  <a:gd name="T51" fmla="*/ 164 h 395"/>
                  <a:gd name="T52" fmla="*/ 214 w 369"/>
                  <a:gd name="T53" fmla="*/ 164 h 395"/>
                  <a:gd name="T54" fmla="*/ 309 w 369"/>
                  <a:gd name="T55" fmla="*/ 182 h 395"/>
                  <a:gd name="T56" fmla="*/ 52 w 369"/>
                  <a:gd name="T57" fmla="*/ 220 h 395"/>
                  <a:gd name="T58" fmla="*/ 52 w 369"/>
                  <a:gd name="T59" fmla="*/ 273 h 395"/>
                  <a:gd name="T60" fmla="*/ 97 w 369"/>
                  <a:gd name="T61" fmla="*/ 228 h 395"/>
                  <a:gd name="T62" fmla="*/ 129 w 369"/>
                  <a:gd name="T63" fmla="*/ 220 h 395"/>
                  <a:gd name="T64" fmla="*/ 129 w 369"/>
                  <a:gd name="T65" fmla="*/ 273 h 395"/>
                  <a:gd name="T66" fmla="*/ 173 w 369"/>
                  <a:gd name="T67" fmla="*/ 228 h 395"/>
                  <a:gd name="T68" fmla="*/ 205 w 369"/>
                  <a:gd name="T69" fmla="*/ 220 h 395"/>
                  <a:gd name="T70" fmla="*/ 205 w 369"/>
                  <a:gd name="T71" fmla="*/ 273 h 395"/>
                  <a:gd name="T72" fmla="*/ 250 w 369"/>
                  <a:gd name="T73" fmla="*/ 228 h 395"/>
                  <a:gd name="T74" fmla="*/ 282 w 369"/>
                  <a:gd name="T75" fmla="*/ 220 h 395"/>
                  <a:gd name="T76" fmla="*/ 282 w 369"/>
                  <a:gd name="T77" fmla="*/ 273 h 395"/>
                  <a:gd name="T78" fmla="*/ 326 w 369"/>
                  <a:gd name="T79" fmla="*/ 228 h 395"/>
                  <a:gd name="T80" fmla="*/ 61 w 369"/>
                  <a:gd name="T81" fmla="*/ 237 h 395"/>
                  <a:gd name="T82" fmla="*/ 61 w 369"/>
                  <a:gd name="T83" fmla="*/ 255 h 395"/>
                  <a:gd name="T84" fmla="*/ 156 w 369"/>
                  <a:gd name="T85" fmla="*/ 237 h 395"/>
                  <a:gd name="T86" fmla="*/ 137 w 369"/>
                  <a:gd name="T87" fmla="*/ 237 h 395"/>
                  <a:gd name="T88" fmla="*/ 232 w 369"/>
                  <a:gd name="T89" fmla="*/ 255 h 395"/>
                  <a:gd name="T90" fmla="*/ 290 w 369"/>
                  <a:gd name="T91" fmla="*/ 237 h 395"/>
                  <a:gd name="T92" fmla="*/ 290 w 369"/>
                  <a:gd name="T93" fmla="*/ 255 h 395"/>
                  <a:gd name="T94" fmla="*/ 46 w 369"/>
                  <a:gd name="T95" fmla="*/ 296 h 395"/>
                  <a:gd name="T96" fmla="*/ 52 w 369"/>
                  <a:gd name="T97" fmla="*/ 347 h 395"/>
                  <a:gd name="T98" fmla="*/ 97 w 369"/>
                  <a:gd name="T99" fmla="*/ 302 h 395"/>
                  <a:gd name="T100" fmla="*/ 129 w 369"/>
                  <a:gd name="T101" fmla="*/ 293 h 395"/>
                  <a:gd name="T102" fmla="*/ 129 w 369"/>
                  <a:gd name="T103" fmla="*/ 347 h 395"/>
                  <a:gd name="T104" fmla="*/ 173 w 369"/>
                  <a:gd name="T105" fmla="*/ 302 h 395"/>
                  <a:gd name="T106" fmla="*/ 205 w 369"/>
                  <a:gd name="T107" fmla="*/ 293 h 395"/>
                  <a:gd name="T108" fmla="*/ 205 w 369"/>
                  <a:gd name="T109" fmla="*/ 347 h 395"/>
                  <a:gd name="T110" fmla="*/ 250 w 369"/>
                  <a:gd name="T111" fmla="*/ 302 h 395"/>
                  <a:gd name="T112" fmla="*/ 61 w 369"/>
                  <a:gd name="T113" fmla="*/ 311 h 395"/>
                  <a:gd name="T114" fmla="*/ 61 w 369"/>
                  <a:gd name="T115" fmla="*/ 329 h 395"/>
                  <a:gd name="T116" fmla="*/ 156 w 369"/>
                  <a:gd name="T117" fmla="*/ 311 h 395"/>
                  <a:gd name="T118" fmla="*/ 137 w 369"/>
                  <a:gd name="T119" fmla="*/ 311 h 395"/>
                  <a:gd name="T120" fmla="*/ 232 w 369"/>
                  <a:gd name="T121" fmla="*/ 329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9" h="395">
                    <a:moveTo>
                      <a:pt x="98" y="0"/>
                    </a:moveTo>
                    <a:cubicBezTo>
                      <a:pt x="88" y="0"/>
                      <a:pt x="81" y="7"/>
                      <a:pt x="77" y="15"/>
                    </a:cubicBezTo>
                    <a:cubicBezTo>
                      <a:pt x="73" y="23"/>
                      <a:pt x="71" y="33"/>
                      <a:pt x="71" y="44"/>
                    </a:cubicBezTo>
                    <a:cubicBezTo>
                      <a:pt x="71" y="48"/>
                      <a:pt x="71" y="52"/>
                      <a:pt x="72" y="56"/>
                    </a:cubicBezTo>
                    <a:lnTo>
                      <a:pt x="9" y="56"/>
                    </a:lnTo>
                    <a:cubicBezTo>
                      <a:pt x="4" y="56"/>
                      <a:pt x="1" y="60"/>
                      <a:pt x="0" y="64"/>
                    </a:cubicBezTo>
                    <a:lnTo>
                      <a:pt x="0" y="386"/>
                    </a:lnTo>
                    <a:cubicBezTo>
                      <a:pt x="1" y="391"/>
                      <a:pt x="5" y="395"/>
                      <a:pt x="9" y="395"/>
                    </a:cubicBezTo>
                    <a:lnTo>
                      <a:pt x="360" y="395"/>
                    </a:lnTo>
                    <a:cubicBezTo>
                      <a:pt x="365" y="394"/>
                      <a:pt x="369" y="391"/>
                      <a:pt x="369" y="386"/>
                    </a:cubicBezTo>
                    <a:lnTo>
                      <a:pt x="369" y="64"/>
                    </a:lnTo>
                    <a:cubicBezTo>
                      <a:pt x="369" y="59"/>
                      <a:pt x="365" y="56"/>
                      <a:pt x="360" y="56"/>
                    </a:cubicBezTo>
                    <a:lnTo>
                      <a:pt x="298" y="56"/>
                    </a:lnTo>
                    <a:cubicBezTo>
                      <a:pt x="299" y="52"/>
                      <a:pt x="299" y="48"/>
                      <a:pt x="299" y="44"/>
                    </a:cubicBezTo>
                    <a:cubicBezTo>
                      <a:pt x="299" y="33"/>
                      <a:pt x="297" y="23"/>
                      <a:pt x="293" y="15"/>
                    </a:cubicBezTo>
                    <a:cubicBezTo>
                      <a:pt x="289" y="7"/>
                      <a:pt x="282" y="0"/>
                      <a:pt x="272" y="0"/>
                    </a:cubicBezTo>
                    <a:cubicBezTo>
                      <a:pt x="262" y="0"/>
                      <a:pt x="256" y="7"/>
                      <a:pt x="251" y="15"/>
                    </a:cubicBezTo>
                    <a:cubicBezTo>
                      <a:pt x="247" y="23"/>
                      <a:pt x="245" y="33"/>
                      <a:pt x="245" y="44"/>
                    </a:cubicBezTo>
                    <a:cubicBezTo>
                      <a:pt x="245" y="48"/>
                      <a:pt x="245" y="52"/>
                      <a:pt x="246" y="56"/>
                    </a:cubicBezTo>
                    <a:lnTo>
                      <a:pt x="124" y="56"/>
                    </a:lnTo>
                    <a:cubicBezTo>
                      <a:pt x="124" y="52"/>
                      <a:pt x="125" y="48"/>
                      <a:pt x="125" y="44"/>
                    </a:cubicBezTo>
                    <a:cubicBezTo>
                      <a:pt x="125" y="33"/>
                      <a:pt x="122" y="23"/>
                      <a:pt x="118" y="15"/>
                    </a:cubicBezTo>
                    <a:cubicBezTo>
                      <a:pt x="114" y="7"/>
                      <a:pt x="107" y="0"/>
                      <a:pt x="98" y="0"/>
                    </a:cubicBezTo>
                    <a:close/>
                    <a:moveTo>
                      <a:pt x="98" y="17"/>
                    </a:moveTo>
                    <a:cubicBezTo>
                      <a:pt x="98" y="17"/>
                      <a:pt x="101" y="18"/>
                      <a:pt x="103" y="23"/>
                    </a:cubicBezTo>
                    <a:cubicBezTo>
                      <a:pt x="106" y="28"/>
                      <a:pt x="108" y="35"/>
                      <a:pt x="108" y="44"/>
                    </a:cubicBezTo>
                    <a:cubicBezTo>
                      <a:pt x="108" y="48"/>
                      <a:pt x="107" y="52"/>
                      <a:pt x="106" y="56"/>
                    </a:cubicBezTo>
                    <a:lnTo>
                      <a:pt x="89" y="56"/>
                    </a:lnTo>
                    <a:cubicBezTo>
                      <a:pt x="88" y="52"/>
                      <a:pt x="88" y="48"/>
                      <a:pt x="88" y="44"/>
                    </a:cubicBezTo>
                    <a:cubicBezTo>
                      <a:pt x="88" y="35"/>
                      <a:pt x="90" y="28"/>
                      <a:pt x="92" y="23"/>
                    </a:cubicBezTo>
                    <a:cubicBezTo>
                      <a:pt x="95" y="18"/>
                      <a:pt x="97" y="17"/>
                      <a:pt x="98" y="17"/>
                    </a:cubicBezTo>
                    <a:close/>
                    <a:moveTo>
                      <a:pt x="272" y="17"/>
                    </a:moveTo>
                    <a:cubicBezTo>
                      <a:pt x="273" y="17"/>
                      <a:pt x="275" y="18"/>
                      <a:pt x="277" y="23"/>
                    </a:cubicBezTo>
                    <a:cubicBezTo>
                      <a:pt x="280" y="28"/>
                      <a:pt x="282" y="35"/>
                      <a:pt x="282" y="44"/>
                    </a:cubicBezTo>
                    <a:cubicBezTo>
                      <a:pt x="282" y="48"/>
                      <a:pt x="281" y="52"/>
                      <a:pt x="281" y="56"/>
                    </a:cubicBezTo>
                    <a:lnTo>
                      <a:pt x="263" y="56"/>
                    </a:lnTo>
                    <a:cubicBezTo>
                      <a:pt x="263" y="52"/>
                      <a:pt x="262" y="48"/>
                      <a:pt x="262" y="44"/>
                    </a:cubicBezTo>
                    <a:cubicBezTo>
                      <a:pt x="262" y="35"/>
                      <a:pt x="264" y="28"/>
                      <a:pt x="267" y="23"/>
                    </a:cubicBezTo>
                    <a:cubicBezTo>
                      <a:pt x="269" y="18"/>
                      <a:pt x="272" y="17"/>
                      <a:pt x="272" y="17"/>
                    </a:cubicBezTo>
                    <a:close/>
                    <a:moveTo>
                      <a:pt x="18" y="118"/>
                    </a:moveTo>
                    <a:lnTo>
                      <a:pt x="351" y="118"/>
                    </a:lnTo>
                    <a:lnTo>
                      <a:pt x="351" y="377"/>
                    </a:lnTo>
                    <a:lnTo>
                      <a:pt x="18" y="377"/>
                    </a:lnTo>
                    <a:lnTo>
                      <a:pt x="18" y="118"/>
                    </a:lnTo>
                    <a:close/>
                    <a:moveTo>
                      <a:pt x="129" y="146"/>
                    </a:moveTo>
                    <a:cubicBezTo>
                      <a:pt x="123" y="146"/>
                      <a:pt x="120" y="150"/>
                      <a:pt x="120" y="155"/>
                    </a:cubicBezTo>
                    <a:lnTo>
                      <a:pt x="120" y="191"/>
                    </a:lnTo>
                    <a:cubicBezTo>
                      <a:pt x="120" y="196"/>
                      <a:pt x="124" y="199"/>
                      <a:pt x="129" y="199"/>
                    </a:cubicBezTo>
                    <a:lnTo>
                      <a:pt x="164" y="199"/>
                    </a:lnTo>
                    <a:cubicBezTo>
                      <a:pt x="170" y="199"/>
                      <a:pt x="173" y="195"/>
                      <a:pt x="173" y="191"/>
                    </a:cubicBezTo>
                    <a:lnTo>
                      <a:pt x="173" y="155"/>
                    </a:lnTo>
                    <a:cubicBezTo>
                      <a:pt x="173" y="150"/>
                      <a:pt x="169" y="146"/>
                      <a:pt x="164" y="146"/>
                    </a:cubicBezTo>
                    <a:lnTo>
                      <a:pt x="129" y="146"/>
                    </a:lnTo>
                    <a:close/>
                    <a:moveTo>
                      <a:pt x="205" y="146"/>
                    </a:moveTo>
                    <a:cubicBezTo>
                      <a:pt x="200" y="146"/>
                      <a:pt x="196" y="150"/>
                      <a:pt x="196" y="155"/>
                    </a:cubicBezTo>
                    <a:lnTo>
                      <a:pt x="196" y="191"/>
                    </a:lnTo>
                    <a:cubicBezTo>
                      <a:pt x="197" y="196"/>
                      <a:pt x="200" y="199"/>
                      <a:pt x="205" y="199"/>
                    </a:cubicBezTo>
                    <a:lnTo>
                      <a:pt x="241" y="199"/>
                    </a:lnTo>
                    <a:cubicBezTo>
                      <a:pt x="246" y="199"/>
                      <a:pt x="250" y="195"/>
                      <a:pt x="250" y="191"/>
                    </a:cubicBezTo>
                    <a:lnTo>
                      <a:pt x="250" y="155"/>
                    </a:lnTo>
                    <a:cubicBezTo>
                      <a:pt x="249" y="150"/>
                      <a:pt x="246" y="146"/>
                      <a:pt x="241" y="146"/>
                    </a:cubicBezTo>
                    <a:lnTo>
                      <a:pt x="205" y="146"/>
                    </a:lnTo>
                    <a:close/>
                    <a:moveTo>
                      <a:pt x="282" y="146"/>
                    </a:moveTo>
                    <a:cubicBezTo>
                      <a:pt x="276" y="146"/>
                      <a:pt x="273" y="150"/>
                      <a:pt x="273" y="155"/>
                    </a:cubicBezTo>
                    <a:lnTo>
                      <a:pt x="273" y="191"/>
                    </a:lnTo>
                    <a:cubicBezTo>
                      <a:pt x="273" y="196"/>
                      <a:pt x="277" y="199"/>
                      <a:pt x="282" y="199"/>
                    </a:cubicBezTo>
                    <a:lnTo>
                      <a:pt x="317" y="199"/>
                    </a:lnTo>
                    <a:cubicBezTo>
                      <a:pt x="323" y="199"/>
                      <a:pt x="326" y="195"/>
                      <a:pt x="326" y="191"/>
                    </a:cubicBezTo>
                    <a:lnTo>
                      <a:pt x="326" y="155"/>
                    </a:lnTo>
                    <a:cubicBezTo>
                      <a:pt x="326" y="150"/>
                      <a:pt x="322" y="146"/>
                      <a:pt x="317" y="146"/>
                    </a:cubicBezTo>
                    <a:lnTo>
                      <a:pt x="282" y="146"/>
                    </a:lnTo>
                    <a:close/>
                    <a:moveTo>
                      <a:pt x="137" y="164"/>
                    </a:moveTo>
                    <a:lnTo>
                      <a:pt x="156" y="164"/>
                    </a:lnTo>
                    <a:lnTo>
                      <a:pt x="156" y="182"/>
                    </a:lnTo>
                    <a:lnTo>
                      <a:pt x="137" y="182"/>
                    </a:lnTo>
                    <a:lnTo>
                      <a:pt x="137" y="164"/>
                    </a:lnTo>
                    <a:close/>
                    <a:moveTo>
                      <a:pt x="214" y="164"/>
                    </a:moveTo>
                    <a:lnTo>
                      <a:pt x="232" y="164"/>
                    </a:lnTo>
                    <a:lnTo>
                      <a:pt x="232" y="182"/>
                    </a:lnTo>
                    <a:lnTo>
                      <a:pt x="214" y="182"/>
                    </a:lnTo>
                    <a:lnTo>
                      <a:pt x="214" y="164"/>
                    </a:lnTo>
                    <a:close/>
                    <a:moveTo>
                      <a:pt x="290" y="164"/>
                    </a:moveTo>
                    <a:lnTo>
                      <a:pt x="309" y="164"/>
                    </a:lnTo>
                    <a:lnTo>
                      <a:pt x="309" y="182"/>
                    </a:lnTo>
                    <a:lnTo>
                      <a:pt x="290" y="182"/>
                    </a:lnTo>
                    <a:lnTo>
                      <a:pt x="290" y="164"/>
                    </a:lnTo>
                    <a:close/>
                    <a:moveTo>
                      <a:pt x="52" y="220"/>
                    </a:moveTo>
                    <a:cubicBezTo>
                      <a:pt x="47" y="220"/>
                      <a:pt x="43" y="224"/>
                      <a:pt x="43" y="228"/>
                    </a:cubicBezTo>
                    <a:lnTo>
                      <a:pt x="43" y="264"/>
                    </a:lnTo>
                    <a:cubicBezTo>
                      <a:pt x="50" y="274"/>
                      <a:pt x="42" y="272"/>
                      <a:pt x="52" y="273"/>
                    </a:cubicBezTo>
                    <a:lnTo>
                      <a:pt x="88" y="273"/>
                    </a:lnTo>
                    <a:cubicBezTo>
                      <a:pt x="93" y="273"/>
                      <a:pt x="97" y="269"/>
                      <a:pt x="97" y="264"/>
                    </a:cubicBezTo>
                    <a:lnTo>
                      <a:pt x="97" y="228"/>
                    </a:lnTo>
                    <a:cubicBezTo>
                      <a:pt x="96" y="223"/>
                      <a:pt x="93" y="220"/>
                      <a:pt x="88" y="220"/>
                    </a:cubicBezTo>
                    <a:lnTo>
                      <a:pt x="52" y="220"/>
                    </a:lnTo>
                    <a:close/>
                    <a:moveTo>
                      <a:pt x="129" y="220"/>
                    </a:moveTo>
                    <a:cubicBezTo>
                      <a:pt x="123" y="220"/>
                      <a:pt x="120" y="224"/>
                      <a:pt x="120" y="228"/>
                    </a:cubicBezTo>
                    <a:lnTo>
                      <a:pt x="120" y="264"/>
                    </a:lnTo>
                    <a:cubicBezTo>
                      <a:pt x="120" y="269"/>
                      <a:pt x="124" y="273"/>
                      <a:pt x="129" y="273"/>
                    </a:cubicBezTo>
                    <a:lnTo>
                      <a:pt x="164" y="273"/>
                    </a:lnTo>
                    <a:cubicBezTo>
                      <a:pt x="170" y="273"/>
                      <a:pt x="173" y="269"/>
                      <a:pt x="173" y="264"/>
                    </a:cubicBezTo>
                    <a:lnTo>
                      <a:pt x="173" y="228"/>
                    </a:lnTo>
                    <a:cubicBezTo>
                      <a:pt x="173" y="223"/>
                      <a:pt x="169" y="220"/>
                      <a:pt x="164" y="220"/>
                    </a:cubicBezTo>
                    <a:lnTo>
                      <a:pt x="129" y="220"/>
                    </a:lnTo>
                    <a:close/>
                    <a:moveTo>
                      <a:pt x="205" y="220"/>
                    </a:moveTo>
                    <a:cubicBezTo>
                      <a:pt x="200" y="220"/>
                      <a:pt x="196" y="224"/>
                      <a:pt x="196" y="228"/>
                    </a:cubicBezTo>
                    <a:lnTo>
                      <a:pt x="196" y="264"/>
                    </a:lnTo>
                    <a:cubicBezTo>
                      <a:pt x="197" y="269"/>
                      <a:pt x="200" y="273"/>
                      <a:pt x="205" y="273"/>
                    </a:cubicBezTo>
                    <a:lnTo>
                      <a:pt x="241" y="273"/>
                    </a:lnTo>
                    <a:cubicBezTo>
                      <a:pt x="246" y="273"/>
                      <a:pt x="250" y="269"/>
                      <a:pt x="250" y="264"/>
                    </a:cubicBezTo>
                    <a:lnTo>
                      <a:pt x="250" y="228"/>
                    </a:lnTo>
                    <a:cubicBezTo>
                      <a:pt x="249" y="223"/>
                      <a:pt x="246" y="220"/>
                      <a:pt x="241" y="220"/>
                    </a:cubicBezTo>
                    <a:lnTo>
                      <a:pt x="205" y="220"/>
                    </a:lnTo>
                    <a:close/>
                    <a:moveTo>
                      <a:pt x="282" y="220"/>
                    </a:moveTo>
                    <a:cubicBezTo>
                      <a:pt x="276" y="220"/>
                      <a:pt x="273" y="224"/>
                      <a:pt x="273" y="228"/>
                    </a:cubicBezTo>
                    <a:lnTo>
                      <a:pt x="273" y="264"/>
                    </a:lnTo>
                    <a:cubicBezTo>
                      <a:pt x="273" y="269"/>
                      <a:pt x="277" y="273"/>
                      <a:pt x="282" y="273"/>
                    </a:cubicBezTo>
                    <a:lnTo>
                      <a:pt x="317" y="273"/>
                    </a:lnTo>
                    <a:cubicBezTo>
                      <a:pt x="323" y="273"/>
                      <a:pt x="326" y="269"/>
                      <a:pt x="326" y="264"/>
                    </a:cubicBezTo>
                    <a:lnTo>
                      <a:pt x="326" y="228"/>
                    </a:lnTo>
                    <a:cubicBezTo>
                      <a:pt x="326" y="223"/>
                      <a:pt x="322" y="220"/>
                      <a:pt x="317" y="220"/>
                    </a:cubicBezTo>
                    <a:lnTo>
                      <a:pt x="282" y="220"/>
                    </a:lnTo>
                    <a:close/>
                    <a:moveTo>
                      <a:pt x="61" y="237"/>
                    </a:moveTo>
                    <a:lnTo>
                      <a:pt x="79" y="237"/>
                    </a:lnTo>
                    <a:lnTo>
                      <a:pt x="79" y="255"/>
                    </a:lnTo>
                    <a:lnTo>
                      <a:pt x="61" y="255"/>
                    </a:lnTo>
                    <a:lnTo>
                      <a:pt x="61" y="237"/>
                    </a:lnTo>
                    <a:close/>
                    <a:moveTo>
                      <a:pt x="137" y="237"/>
                    </a:moveTo>
                    <a:lnTo>
                      <a:pt x="156" y="237"/>
                    </a:lnTo>
                    <a:lnTo>
                      <a:pt x="156" y="255"/>
                    </a:lnTo>
                    <a:lnTo>
                      <a:pt x="137" y="255"/>
                    </a:lnTo>
                    <a:lnTo>
                      <a:pt x="137" y="237"/>
                    </a:lnTo>
                    <a:close/>
                    <a:moveTo>
                      <a:pt x="214" y="237"/>
                    </a:moveTo>
                    <a:lnTo>
                      <a:pt x="232" y="237"/>
                    </a:lnTo>
                    <a:lnTo>
                      <a:pt x="232" y="255"/>
                    </a:lnTo>
                    <a:lnTo>
                      <a:pt x="214" y="255"/>
                    </a:lnTo>
                    <a:lnTo>
                      <a:pt x="214" y="237"/>
                    </a:lnTo>
                    <a:close/>
                    <a:moveTo>
                      <a:pt x="290" y="237"/>
                    </a:moveTo>
                    <a:lnTo>
                      <a:pt x="309" y="237"/>
                    </a:lnTo>
                    <a:lnTo>
                      <a:pt x="309" y="255"/>
                    </a:lnTo>
                    <a:lnTo>
                      <a:pt x="290" y="255"/>
                    </a:lnTo>
                    <a:lnTo>
                      <a:pt x="290" y="237"/>
                    </a:lnTo>
                    <a:close/>
                    <a:moveTo>
                      <a:pt x="52" y="293"/>
                    </a:moveTo>
                    <a:cubicBezTo>
                      <a:pt x="50" y="293"/>
                      <a:pt x="47" y="294"/>
                      <a:pt x="46" y="296"/>
                    </a:cubicBezTo>
                    <a:cubicBezTo>
                      <a:pt x="44" y="297"/>
                      <a:pt x="43" y="300"/>
                      <a:pt x="43" y="302"/>
                    </a:cubicBezTo>
                    <a:lnTo>
                      <a:pt x="43" y="338"/>
                    </a:lnTo>
                    <a:cubicBezTo>
                      <a:pt x="44" y="343"/>
                      <a:pt x="47" y="347"/>
                      <a:pt x="52" y="347"/>
                    </a:cubicBezTo>
                    <a:lnTo>
                      <a:pt x="88" y="347"/>
                    </a:lnTo>
                    <a:cubicBezTo>
                      <a:pt x="93" y="346"/>
                      <a:pt x="97" y="343"/>
                      <a:pt x="97" y="338"/>
                    </a:cubicBezTo>
                    <a:lnTo>
                      <a:pt x="97" y="302"/>
                    </a:lnTo>
                    <a:cubicBezTo>
                      <a:pt x="96" y="297"/>
                      <a:pt x="93" y="293"/>
                      <a:pt x="88" y="293"/>
                    </a:cubicBezTo>
                    <a:lnTo>
                      <a:pt x="52" y="293"/>
                    </a:lnTo>
                    <a:close/>
                    <a:moveTo>
                      <a:pt x="129" y="293"/>
                    </a:moveTo>
                    <a:cubicBezTo>
                      <a:pt x="123" y="294"/>
                      <a:pt x="120" y="297"/>
                      <a:pt x="120" y="302"/>
                    </a:cubicBezTo>
                    <a:lnTo>
                      <a:pt x="120" y="338"/>
                    </a:lnTo>
                    <a:cubicBezTo>
                      <a:pt x="120" y="343"/>
                      <a:pt x="124" y="347"/>
                      <a:pt x="129" y="347"/>
                    </a:cubicBezTo>
                    <a:lnTo>
                      <a:pt x="164" y="347"/>
                    </a:lnTo>
                    <a:cubicBezTo>
                      <a:pt x="170" y="346"/>
                      <a:pt x="173" y="343"/>
                      <a:pt x="173" y="338"/>
                    </a:cubicBezTo>
                    <a:lnTo>
                      <a:pt x="173" y="302"/>
                    </a:lnTo>
                    <a:cubicBezTo>
                      <a:pt x="173" y="297"/>
                      <a:pt x="169" y="293"/>
                      <a:pt x="164" y="293"/>
                    </a:cubicBezTo>
                    <a:lnTo>
                      <a:pt x="129" y="293"/>
                    </a:lnTo>
                    <a:close/>
                    <a:moveTo>
                      <a:pt x="205" y="293"/>
                    </a:moveTo>
                    <a:cubicBezTo>
                      <a:pt x="200" y="294"/>
                      <a:pt x="196" y="297"/>
                      <a:pt x="196" y="302"/>
                    </a:cubicBezTo>
                    <a:lnTo>
                      <a:pt x="196" y="338"/>
                    </a:lnTo>
                    <a:cubicBezTo>
                      <a:pt x="197" y="343"/>
                      <a:pt x="200" y="347"/>
                      <a:pt x="205" y="347"/>
                    </a:cubicBezTo>
                    <a:lnTo>
                      <a:pt x="241" y="347"/>
                    </a:lnTo>
                    <a:cubicBezTo>
                      <a:pt x="246" y="346"/>
                      <a:pt x="250" y="343"/>
                      <a:pt x="250" y="338"/>
                    </a:cubicBezTo>
                    <a:lnTo>
                      <a:pt x="250" y="302"/>
                    </a:lnTo>
                    <a:cubicBezTo>
                      <a:pt x="249" y="297"/>
                      <a:pt x="246" y="293"/>
                      <a:pt x="241" y="293"/>
                    </a:cubicBezTo>
                    <a:lnTo>
                      <a:pt x="205" y="293"/>
                    </a:lnTo>
                    <a:close/>
                    <a:moveTo>
                      <a:pt x="61" y="311"/>
                    </a:moveTo>
                    <a:lnTo>
                      <a:pt x="79" y="311"/>
                    </a:lnTo>
                    <a:lnTo>
                      <a:pt x="79" y="329"/>
                    </a:lnTo>
                    <a:lnTo>
                      <a:pt x="61" y="329"/>
                    </a:lnTo>
                    <a:lnTo>
                      <a:pt x="61" y="311"/>
                    </a:lnTo>
                    <a:close/>
                    <a:moveTo>
                      <a:pt x="137" y="311"/>
                    </a:moveTo>
                    <a:lnTo>
                      <a:pt x="156" y="311"/>
                    </a:lnTo>
                    <a:lnTo>
                      <a:pt x="156" y="329"/>
                    </a:lnTo>
                    <a:lnTo>
                      <a:pt x="137" y="329"/>
                    </a:lnTo>
                    <a:lnTo>
                      <a:pt x="137" y="311"/>
                    </a:lnTo>
                    <a:close/>
                    <a:moveTo>
                      <a:pt x="214" y="311"/>
                    </a:moveTo>
                    <a:lnTo>
                      <a:pt x="232" y="311"/>
                    </a:lnTo>
                    <a:lnTo>
                      <a:pt x="232" y="329"/>
                    </a:lnTo>
                    <a:lnTo>
                      <a:pt x="214" y="329"/>
                    </a:lnTo>
                    <a:lnTo>
                      <a:pt x="214" y="311"/>
                    </a:ln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900" b="0" dirty="0">
                  <a:solidFill>
                    <a:srgbClr val="262626"/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sp>
          <p:nvSpPr>
            <p:cNvPr id="179" name="Text Box">
              <a:extLst>
                <a:ext uri="{FF2B5EF4-FFF2-40B4-BE49-F238E27FC236}">
                  <a16:creationId xmlns:a16="http://schemas.microsoft.com/office/drawing/2014/main" id="{76197E4E-721C-F64E-8EF7-CA28E4F4F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61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</a:p>
          </p:txBody>
        </p:sp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272FAEBD-DCDC-51C1-0A30-7F576B882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15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D1C40325-DD57-2ABC-D27B-4895FFB1B606}"/>
                </a:ext>
              </a:extLst>
            </p:cNvPr>
            <p:cNvSpPr txBox="1"/>
            <p:nvPr/>
          </p:nvSpPr>
          <p:spPr>
            <a:xfrm>
              <a:off x="3636860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H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BEBB4A3B-ED62-5854-DB33-2A95C05B7C90}"/>
                </a:ext>
              </a:extLst>
            </p:cNvPr>
            <p:cNvSpPr txBox="1"/>
            <p:nvPr/>
          </p:nvSpPr>
          <p:spPr>
            <a:xfrm>
              <a:off x="4135509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M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8729A5B9-5E21-FFB3-B8A6-DBD39352D4FC}"/>
              </a:ext>
            </a:extLst>
          </p:cNvPr>
          <p:cNvGrpSpPr/>
          <p:nvPr/>
        </p:nvGrpSpPr>
        <p:grpSpPr>
          <a:xfrm>
            <a:off x="2552488" y="3348120"/>
            <a:ext cx="1777435" cy="215444"/>
            <a:chOff x="2552488" y="2116024"/>
            <a:chExt cx="1777435" cy="215444"/>
          </a:xfrm>
        </p:grpSpPr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EBF42CB9-83B8-851C-F023-27F293818D5B}"/>
                </a:ext>
              </a:extLst>
            </p:cNvPr>
            <p:cNvGrpSpPr/>
            <p:nvPr/>
          </p:nvGrpSpPr>
          <p:grpSpPr>
            <a:xfrm>
              <a:off x="2552488" y="2149820"/>
              <a:ext cx="710141" cy="144000"/>
              <a:chOff x="2523054" y="4377902"/>
              <a:chExt cx="710141" cy="144000"/>
            </a:xfrm>
          </p:grpSpPr>
          <p:sp>
            <p:nvSpPr>
              <p:cNvPr id="209" name="Date Picker Field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D6205931-E9BB-9FCD-82B3-AE656C42BC58}"/>
                  </a:ext>
                </a:extLst>
              </p:cNvPr>
              <p:cNvSpPr>
                <a:spLocks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2523054" y="4377902"/>
                <a:ext cx="710141" cy="144000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2400" rIns="36000" bIns="324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b="0" dirty="0">
                    <a:solidFill>
                      <a:schemeClr val="tx1"/>
                    </a:solidFill>
                    <a:cs typeface="Calibri" pitchFamily="34" charset="0"/>
                  </a:rPr>
                  <a:t>2025-01-01</a:t>
                </a:r>
              </a:p>
            </p:txBody>
          </p:sp>
          <p:sp>
            <p:nvSpPr>
              <p:cNvPr id="210" name="Date Picker Button" descr="&lt;SmartSettings&gt;&lt;SmartResize anchorLeft=&quot;None&quot; anchorTop=&quot;Non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B0953855-2F43-EA6E-5D38-B356D6053CD9}"/>
                  </a:ext>
                </a:extLst>
              </p:cNvPr>
              <p:cNvSpPr>
                <a:spLocks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3090009" y="4397572"/>
                <a:ext cx="101381" cy="108538"/>
              </a:xfrm>
              <a:custGeom>
                <a:avLst/>
                <a:gdLst>
                  <a:gd name="T0" fmla="*/ 71 w 369"/>
                  <a:gd name="T1" fmla="*/ 44 h 395"/>
                  <a:gd name="T2" fmla="*/ 0 w 369"/>
                  <a:gd name="T3" fmla="*/ 64 h 395"/>
                  <a:gd name="T4" fmla="*/ 360 w 369"/>
                  <a:gd name="T5" fmla="*/ 395 h 395"/>
                  <a:gd name="T6" fmla="*/ 360 w 369"/>
                  <a:gd name="T7" fmla="*/ 56 h 395"/>
                  <a:gd name="T8" fmla="*/ 293 w 369"/>
                  <a:gd name="T9" fmla="*/ 15 h 395"/>
                  <a:gd name="T10" fmla="*/ 245 w 369"/>
                  <a:gd name="T11" fmla="*/ 44 h 395"/>
                  <a:gd name="T12" fmla="*/ 125 w 369"/>
                  <a:gd name="T13" fmla="*/ 44 h 395"/>
                  <a:gd name="T14" fmla="*/ 98 w 369"/>
                  <a:gd name="T15" fmla="*/ 17 h 395"/>
                  <a:gd name="T16" fmla="*/ 106 w 369"/>
                  <a:gd name="T17" fmla="*/ 56 h 395"/>
                  <a:gd name="T18" fmla="*/ 92 w 369"/>
                  <a:gd name="T19" fmla="*/ 23 h 395"/>
                  <a:gd name="T20" fmla="*/ 277 w 369"/>
                  <a:gd name="T21" fmla="*/ 23 h 395"/>
                  <a:gd name="T22" fmla="*/ 263 w 369"/>
                  <a:gd name="T23" fmla="*/ 56 h 395"/>
                  <a:gd name="T24" fmla="*/ 272 w 369"/>
                  <a:gd name="T25" fmla="*/ 17 h 395"/>
                  <a:gd name="T26" fmla="*/ 351 w 369"/>
                  <a:gd name="T27" fmla="*/ 377 h 395"/>
                  <a:gd name="T28" fmla="*/ 129 w 369"/>
                  <a:gd name="T29" fmla="*/ 146 h 395"/>
                  <a:gd name="T30" fmla="*/ 129 w 369"/>
                  <a:gd name="T31" fmla="*/ 199 h 395"/>
                  <a:gd name="T32" fmla="*/ 173 w 369"/>
                  <a:gd name="T33" fmla="*/ 155 h 395"/>
                  <a:gd name="T34" fmla="*/ 205 w 369"/>
                  <a:gd name="T35" fmla="*/ 146 h 395"/>
                  <a:gd name="T36" fmla="*/ 205 w 369"/>
                  <a:gd name="T37" fmla="*/ 199 h 395"/>
                  <a:gd name="T38" fmla="*/ 250 w 369"/>
                  <a:gd name="T39" fmla="*/ 155 h 395"/>
                  <a:gd name="T40" fmla="*/ 282 w 369"/>
                  <a:gd name="T41" fmla="*/ 146 h 395"/>
                  <a:gd name="T42" fmla="*/ 282 w 369"/>
                  <a:gd name="T43" fmla="*/ 199 h 395"/>
                  <a:gd name="T44" fmla="*/ 326 w 369"/>
                  <a:gd name="T45" fmla="*/ 155 h 395"/>
                  <a:gd name="T46" fmla="*/ 137 w 369"/>
                  <a:gd name="T47" fmla="*/ 164 h 395"/>
                  <a:gd name="T48" fmla="*/ 137 w 369"/>
                  <a:gd name="T49" fmla="*/ 182 h 395"/>
                  <a:gd name="T50" fmla="*/ 232 w 369"/>
                  <a:gd name="T51" fmla="*/ 164 h 395"/>
                  <a:gd name="T52" fmla="*/ 214 w 369"/>
                  <a:gd name="T53" fmla="*/ 164 h 395"/>
                  <a:gd name="T54" fmla="*/ 309 w 369"/>
                  <a:gd name="T55" fmla="*/ 182 h 395"/>
                  <a:gd name="T56" fmla="*/ 52 w 369"/>
                  <a:gd name="T57" fmla="*/ 220 h 395"/>
                  <a:gd name="T58" fmla="*/ 52 w 369"/>
                  <a:gd name="T59" fmla="*/ 273 h 395"/>
                  <a:gd name="T60" fmla="*/ 97 w 369"/>
                  <a:gd name="T61" fmla="*/ 228 h 395"/>
                  <a:gd name="T62" fmla="*/ 129 w 369"/>
                  <a:gd name="T63" fmla="*/ 220 h 395"/>
                  <a:gd name="T64" fmla="*/ 129 w 369"/>
                  <a:gd name="T65" fmla="*/ 273 h 395"/>
                  <a:gd name="T66" fmla="*/ 173 w 369"/>
                  <a:gd name="T67" fmla="*/ 228 h 395"/>
                  <a:gd name="T68" fmla="*/ 205 w 369"/>
                  <a:gd name="T69" fmla="*/ 220 h 395"/>
                  <a:gd name="T70" fmla="*/ 205 w 369"/>
                  <a:gd name="T71" fmla="*/ 273 h 395"/>
                  <a:gd name="T72" fmla="*/ 250 w 369"/>
                  <a:gd name="T73" fmla="*/ 228 h 395"/>
                  <a:gd name="T74" fmla="*/ 282 w 369"/>
                  <a:gd name="T75" fmla="*/ 220 h 395"/>
                  <a:gd name="T76" fmla="*/ 282 w 369"/>
                  <a:gd name="T77" fmla="*/ 273 h 395"/>
                  <a:gd name="T78" fmla="*/ 326 w 369"/>
                  <a:gd name="T79" fmla="*/ 228 h 395"/>
                  <a:gd name="T80" fmla="*/ 61 w 369"/>
                  <a:gd name="T81" fmla="*/ 237 h 395"/>
                  <a:gd name="T82" fmla="*/ 61 w 369"/>
                  <a:gd name="T83" fmla="*/ 255 h 395"/>
                  <a:gd name="T84" fmla="*/ 156 w 369"/>
                  <a:gd name="T85" fmla="*/ 237 h 395"/>
                  <a:gd name="T86" fmla="*/ 137 w 369"/>
                  <a:gd name="T87" fmla="*/ 237 h 395"/>
                  <a:gd name="T88" fmla="*/ 232 w 369"/>
                  <a:gd name="T89" fmla="*/ 255 h 395"/>
                  <a:gd name="T90" fmla="*/ 290 w 369"/>
                  <a:gd name="T91" fmla="*/ 237 h 395"/>
                  <a:gd name="T92" fmla="*/ 290 w 369"/>
                  <a:gd name="T93" fmla="*/ 255 h 395"/>
                  <a:gd name="T94" fmla="*/ 46 w 369"/>
                  <a:gd name="T95" fmla="*/ 296 h 395"/>
                  <a:gd name="T96" fmla="*/ 52 w 369"/>
                  <a:gd name="T97" fmla="*/ 347 h 395"/>
                  <a:gd name="T98" fmla="*/ 97 w 369"/>
                  <a:gd name="T99" fmla="*/ 302 h 395"/>
                  <a:gd name="T100" fmla="*/ 129 w 369"/>
                  <a:gd name="T101" fmla="*/ 293 h 395"/>
                  <a:gd name="T102" fmla="*/ 129 w 369"/>
                  <a:gd name="T103" fmla="*/ 347 h 395"/>
                  <a:gd name="T104" fmla="*/ 173 w 369"/>
                  <a:gd name="T105" fmla="*/ 302 h 395"/>
                  <a:gd name="T106" fmla="*/ 205 w 369"/>
                  <a:gd name="T107" fmla="*/ 293 h 395"/>
                  <a:gd name="T108" fmla="*/ 205 w 369"/>
                  <a:gd name="T109" fmla="*/ 347 h 395"/>
                  <a:gd name="T110" fmla="*/ 250 w 369"/>
                  <a:gd name="T111" fmla="*/ 302 h 395"/>
                  <a:gd name="T112" fmla="*/ 61 w 369"/>
                  <a:gd name="T113" fmla="*/ 311 h 395"/>
                  <a:gd name="T114" fmla="*/ 61 w 369"/>
                  <a:gd name="T115" fmla="*/ 329 h 395"/>
                  <a:gd name="T116" fmla="*/ 156 w 369"/>
                  <a:gd name="T117" fmla="*/ 311 h 395"/>
                  <a:gd name="T118" fmla="*/ 137 w 369"/>
                  <a:gd name="T119" fmla="*/ 311 h 395"/>
                  <a:gd name="T120" fmla="*/ 232 w 369"/>
                  <a:gd name="T121" fmla="*/ 329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9" h="395">
                    <a:moveTo>
                      <a:pt x="98" y="0"/>
                    </a:moveTo>
                    <a:cubicBezTo>
                      <a:pt x="88" y="0"/>
                      <a:pt x="81" y="7"/>
                      <a:pt x="77" y="15"/>
                    </a:cubicBezTo>
                    <a:cubicBezTo>
                      <a:pt x="73" y="23"/>
                      <a:pt x="71" y="33"/>
                      <a:pt x="71" y="44"/>
                    </a:cubicBezTo>
                    <a:cubicBezTo>
                      <a:pt x="71" y="48"/>
                      <a:pt x="71" y="52"/>
                      <a:pt x="72" y="56"/>
                    </a:cubicBezTo>
                    <a:lnTo>
                      <a:pt x="9" y="56"/>
                    </a:lnTo>
                    <a:cubicBezTo>
                      <a:pt x="4" y="56"/>
                      <a:pt x="1" y="60"/>
                      <a:pt x="0" y="64"/>
                    </a:cubicBezTo>
                    <a:lnTo>
                      <a:pt x="0" y="386"/>
                    </a:lnTo>
                    <a:cubicBezTo>
                      <a:pt x="1" y="391"/>
                      <a:pt x="5" y="395"/>
                      <a:pt x="9" y="395"/>
                    </a:cubicBezTo>
                    <a:lnTo>
                      <a:pt x="360" y="395"/>
                    </a:lnTo>
                    <a:cubicBezTo>
                      <a:pt x="365" y="394"/>
                      <a:pt x="369" y="391"/>
                      <a:pt x="369" y="386"/>
                    </a:cubicBezTo>
                    <a:lnTo>
                      <a:pt x="369" y="64"/>
                    </a:lnTo>
                    <a:cubicBezTo>
                      <a:pt x="369" y="59"/>
                      <a:pt x="365" y="56"/>
                      <a:pt x="360" y="56"/>
                    </a:cubicBezTo>
                    <a:lnTo>
                      <a:pt x="298" y="56"/>
                    </a:lnTo>
                    <a:cubicBezTo>
                      <a:pt x="299" y="52"/>
                      <a:pt x="299" y="48"/>
                      <a:pt x="299" y="44"/>
                    </a:cubicBezTo>
                    <a:cubicBezTo>
                      <a:pt x="299" y="33"/>
                      <a:pt x="297" y="23"/>
                      <a:pt x="293" y="15"/>
                    </a:cubicBezTo>
                    <a:cubicBezTo>
                      <a:pt x="289" y="7"/>
                      <a:pt x="282" y="0"/>
                      <a:pt x="272" y="0"/>
                    </a:cubicBezTo>
                    <a:cubicBezTo>
                      <a:pt x="262" y="0"/>
                      <a:pt x="256" y="7"/>
                      <a:pt x="251" y="15"/>
                    </a:cubicBezTo>
                    <a:cubicBezTo>
                      <a:pt x="247" y="23"/>
                      <a:pt x="245" y="33"/>
                      <a:pt x="245" y="44"/>
                    </a:cubicBezTo>
                    <a:cubicBezTo>
                      <a:pt x="245" y="48"/>
                      <a:pt x="245" y="52"/>
                      <a:pt x="246" y="56"/>
                    </a:cubicBezTo>
                    <a:lnTo>
                      <a:pt x="124" y="56"/>
                    </a:lnTo>
                    <a:cubicBezTo>
                      <a:pt x="124" y="52"/>
                      <a:pt x="125" y="48"/>
                      <a:pt x="125" y="44"/>
                    </a:cubicBezTo>
                    <a:cubicBezTo>
                      <a:pt x="125" y="33"/>
                      <a:pt x="122" y="23"/>
                      <a:pt x="118" y="15"/>
                    </a:cubicBezTo>
                    <a:cubicBezTo>
                      <a:pt x="114" y="7"/>
                      <a:pt x="107" y="0"/>
                      <a:pt x="98" y="0"/>
                    </a:cubicBezTo>
                    <a:close/>
                    <a:moveTo>
                      <a:pt x="98" y="17"/>
                    </a:moveTo>
                    <a:cubicBezTo>
                      <a:pt x="98" y="17"/>
                      <a:pt x="101" y="18"/>
                      <a:pt x="103" y="23"/>
                    </a:cubicBezTo>
                    <a:cubicBezTo>
                      <a:pt x="106" y="28"/>
                      <a:pt x="108" y="35"/>
                      <a:pt x="108" y="44"/>
                    </a:cubicBezTo>
                    <a:cubicBezTo>
                      <a:pt x="108" y="48"/>
                      <a:pt x="107" y="52"/>
                      <a:pt x="106" y="56"/>
                    </a:cubicBezTo>
                    <a:lnTo>
                      <a:pt x="89" y="56"/>
                    </a:lnTo>
                    <a:cubicBezTo>
                      <a:pt x="88" y="52"/>
                      <a:pt x="88" y="48"/>
                      <a:pt x="88" y="44"/>
                    </a:cubicBezTo>
                    <a:cubicBezTo>
                      <a:pt x="88" y="35"/>
                      <a:pt x="90" y="28"/>
                      <a:pt x="92" y="23"/>
                    </a:cubicBezTo>
                    <a:cubicBezTo>
                      <a:pt x="95" y="18"/>
                      <a:pt x="97" y="17"/>
                      <a:pt x="98" y="17"/>
                    </a:cubicBezTo>
                    <a:close/>
                    <a:moveTo>
                      <a:pt x="272" y="17"/>
                    </a:moveTo>
                    <a:cubicBezTo>
                      <a:pt x="273" y="17"/>
                      <a:pt x="275" y="18"/>
                      <a:pt x="277" y="23"/>
                    </a:cubicBezTo>
                    <a:cubicBezTo>
                      <a:pt x="280" y="28"/>
                      <a:pt x="282" y="35"/>
                      <a:pt x="282" y="44"/>
                    </a:cubicBezTo>
                    <a:cubicBezTo>
                      <a:pt x="282" y="48"/>
                      <a:pt x="281" y="52"/>
                      <a:pt x="281" y="56"/>
                    </a:cubicBezTo>
                    <a:lnTo>
                      <a:pt x="263" y="56"/>
                    </a:lnTo>
                    <a:cubicBezTo>
                      <a:pt x="263" y="52"/>
                      <a:pt x="262" y="48"/>
                      <a:pt x="262" y="44"/>
                    </a:cubicBezTo>
                    <a:cubicBezTo>
                      <a:pt x="262" y="35"/>
                      <a:pt x="264" y="28"/>
                      <a:pt x="267" y="23"/>
                    </a:cubicBezTo>
                    <a:cubicBezTo>
                      <a:pt x="269" y="18"/>
                      <a:pt x="272" y="17"/>
                      <a:pt x="272" y="17"/>
                    </a:cubicBezTo>
                    <a:close/>
                    <a:moveTo>
                      <a:pt x="18" y="118"/>
                    </a:moveTo>
                    <a:lnTo>
                      <a:pt x="351" y="118"/>
                    </a:lnTo>
                    <a:lnTo>
                      <a:pt x="351" y="377"/>
                    </a:lnTo>
                    <a:lnTo>
                      <a:pt x="18" y="377"/>
                    </a:lnTo>
                    <a:lnTo>
                      <a:pt x="18" y="118"/>
                    </a:lnTo>
                    <a:close/>
                    <a:moveTo>
                      <a:pt x="129" y="146"/>
                    </a:moveTo>
                    <a:cubicBezTo>
                      <a:pt x="123" y="146"/>
                      <a:pt x="120" y="150"/>
                      <a:pt x="120" y="155"/>
                    </a:cubicBezTo>
                    <a:lnTo>
                      <a:pt x="120" y="191"/>
                    </a:lnTo>
                    <a:cubicBezTo>
                      <a:pt x="120" y="196"/>
                      <a:pt x="124" y="199"/>
                      <a:pt x="129" y="199"/>
                    </a:cubicBezTo>
                    <a:lnTo>
                      <a:pt x="164" y="199"/>
                    </a:lnTo>
                    <a:cubicBezTo>
                      <a:pt x="170" y="199"/>
                      <a:pt x="173" y="195"/>
                      <a:pt x="173" y="191"/>
                    </a:cubicBezTo>
                    <a:lnTo>
                      <a:pt x="173" y="155"/>
                    </a:lnTo>
                    <a:cubicBezTo>
                      <a:pt x="173" y="150"/>
                      <a:pt x="169" y="146"/>
                      <a:pt x="164" y="146"/>
                    </a:cubicBezTo>
                    <a:lnTo>
                      <a:pt x="129" y="146"/>
                    </a:lnTo>
                    <a:close/>
                    <a:moveTo>
                      <a:pt x="205" y="146"/>
                    </a:moveTo>
                    <a:cubicBezTo>
                      <a:pt x="200" y="146"/>
                      <a:pt x="196" y="150"/>
                      <a:pt x="196" y="155"/>
                    </a:cubicBezTo>
                    <a:lnTo>
                      <a:pt x="196" y="191"/>
                    </a:lnTo>
                    <a:cubicBezTo>
                      <a:pt x="197" y="196"/>
                      <a:pt x="200" y="199"/>
                      <a:pt x="205" y="199"/>
                    </a:cubicBezTo>
                    <a:lnTo>
                      <a:pt x="241" y="199"/>
                    </a:lnTo>
                    <a:cubicBezTo>
                      <a:pt x="246" y="199"/>
                      <a:pt x="250" y="195"/>
                      <a:pt x="250" y="191"/>
                    </a:cubicBezTo>
                    <a:lnTo>
                      <a:pt x="250" y="155"/>
                    </a:lnTo>
                    <a:cubicBezTo>
                      <a:pt x="249" y="150"/>
                      <a:pt x="246" y="146"/>
                      <a:pt x="241" y="146"/>
                    </a:cubicBezTo>
                    <a:lnTo>
                      <a:pt x="205" y="146"/>
                    </a:lnTo>
                    <a:close/>
                    <a:moveTo>
                      <a:pt x="282" y="146"/>
                    </a:moveTo>
                    <a:cubicBezTo>
                      <a:pt x="276" y="146"/>
                      <a:pt x="273" y="150"/>
                      <a:pt x="273" y="155"/>
                    </a:cubicBezTo>
                    <a:lnTo>
                      <a:pt x="273" y="191"/>
                    </a:lnTo>
                    <a:cubicBezTo>
                      <a:pt x="273" y="196"/>
                      <a:pt x="277" y="199"/>
                      <a:pt x="282" y="199"/>
                    </a:cubicBezTo>
                    <a:lnTo>
                      <a:pt x="317" y="199"/>
                    </a:lnTo>
                    <a:cubicBezTo>
                      <a:pt x="323" y="199"/>
                      <a:pt x="326" y="195"/>
                      <a:pt x="326" y="191"/>
                    </a:cubicBezTo>
                    <a:lnTo>
                      <a:pt x="326" y="155"/>
                    </a:lnTo>
                    <a:cubicBezTo>
                      <a:pt x="326" y="150"/>
                      <a:pt x="322" y="146"/>
                      <a:pt x="317" y="146"/>
                    </a:cubicBezTo>
                    <a:lnTo>
                      <a:pt x="282" y="146"/>
                    </a:lnTo>
                    <a:close/>
                    <a:moveTo>
                      <a:pt x="137" y="164"/>
                    </a:moveTo>
                    <a:lnTo>
                      <a:pt x="156" y="164"/>
                    </a:lnTo>
                    <a:lnTo>
                      <a:pt x="156" y="182"/>
                    </a:lnTo>
                    <a:lnTo>
                      <a:pt x="137" y="182"/>
                    </a:lnTo>
                    <a:lnTo>
                      <a:pt x="137" y="164"/>
                    </a:lnTo>
                    <a:close/>
                    <a:moveTo>
                      <a:pt x="214" y="164"/>
                    </a:moveTo>
                    <a:lnTo>
                      <a:pt x="232" y="164"/>
                    </a:lnTo>
                    <a:lnTo>
                      <a:pt x="232" y="182"/>
                    </a:lnTo>
                    <a:lnTo>
                      <a:pt x="214" y="182"/>
                    </a:lnTo>
                    <a:lnTo>
                      <a:pt x="214" y="164"/>
                    </a:lnTo>
                    <a:close/>
                    <a:moveTo>
                      <a:pt x="290" y="164"/>
                    </a:moveTo>
                    <a:lnTo>
                      <a:pt x="309" y="164"/>
                    </a:lnTo>
                    <a:lnTo>
                      <a:pt x="309" y="182"/>
                    </a:lnTo>
                    <a:lnTo>
                      <a:pt x="290" y="182"/>
                    </a:lnTo>
                    <a:lnTo>
                      <a:pt x="290" y="164"/>
                    </a:lnTo>
                    <a:close/>
                    <a:moveTo>
                      <a:pt x="52" y="220"/>
                    </a:moveTo>
                    <a:cubicBezTo>
                      <a:pt x="47" y="220"/>
                      <a:pt x="43" y="224"/>
                      <a:pt x="43" y="228"/>
                    </a:cubicBezTo>
                    <a:lnTo>
                      <a:pt x="43" y="264"/>
                    </a:lnTo>
                    <a:cubicBezTo>
                      <a:pt x="50" y="274"/>
                      <a:pt x="42" y="272"/>
                      <a:pt x="52" y="273"/>
                    </a:cubicBezTo>
                    <a:lnTo>
                      <a:pt x="88" y="273"/>
                    </a:lnTo>
                    <a:cubicBezTo>
                      <a:pt x="93" y="273"/>
                      <a:pt x="97" y="269"/>
                      <a:pt x="97" y="264"/>
                    </a:cubicBezTo>
                    <a:lnTo>
                      <a:pt x="97" y="228"/>
                    </a:lnTo>
                    <a:cubicBezTo>
                      <a:pt x="96" y="223"/>
                      <a:pt x="93" y="220"/>
                      <a:pt x="88" y="220"/>
                    </a:cubicBezTo>
                    <a:lnTo>
                      <a:pt x="52" y="220"/>
                    </a:lnTo>
                    <a:close/>
                    <a:moveTo>
                      <a:pt x="129" y="220"/>
                    </a:moveTo>
                    <a:cubicBezTo>
                      <a:pt x="123" y="220"/>
                      <a:pt x="120" y="224"/>
                      <a:pt x="120" y="228"/>
                    </a:cubicBezTo>
                    <a:lnTo>
                      <a:pt x="120" y="264"/>
                    </a:lnTo>
                    <a:cubicBezTo>
                      <a:pt x="120" y="269"/>
                      <a:pt x="124" y="273"/>
                      <a:pt x="129" y="273"/>
                    </a:cubicBezTo>
                    <a:lnTo>
                      <a:pt x="164" y="273"/>
                    </a:lnTo>
                    <a:cubicBezTo>
                      <a:pt x="170" y="273"/>
                      <a:pt x="173" y="269"/>
                      <a:pt x="173" y="264"/>
                    </a:cubicBezTo>
                    <a:lnTo>
                      <a:pt x="173" y="228"/>
                    </a:lnTo>
                    <a:cubicBezTo>
                      <a:pt x="173" y="223"/>
                      <a:pt x="169" y="220"/>
                      <a:pt x="164" y="220"/>
                    </a:cubicBezTo>
                    <a:lnTo>
                      <a:pt x="129" y="220"/>
                    </a:lnTo>
                    <a:close/>
                    <a:moveTo>
                      <a:pt x="205" y="220"/>
                    </a:moveTo>
                    <a:cubicBezTo>
                      <a:pt x="200" y="220"/>
                      <a:pt x="196" y="224"/>
                      <a:pt x="196" y="228"/>
                    </a:cubicBezTo>
                    <a:lnTo>
                      <a:pt x="196" y="264"/>
                    </a:lnTo>
                    <a:cubicBezTo>
                      <a:pt x="197" y="269"/>
                      <a:pt x="200" y="273"/>
                      <a:pt x="205" y="273"/>
                    </a:cubicBezTo>
                    <a:lnTo>
                      <a:pt x="241" y="273"/>
                    </a:lnTo>
                    <a:cubicBezTo>
                      <a:pt x="246" y="273"/>
                      <a:pt x="250" y="269"/>
                      <a:pt x="250" y="264"/>
                    </a:cubicBezTo>
                    <a:lnTo>
                      <a:pt x="250" y="228"/>
                    </a:lnTo>
                    <a:cubicBezTo>
                      <a:pt x="249" y="223"/>
                      <a:pt x="246" y="220"/>
                      <a:pt x="241" y="220"/>
                    </a:cubicBezTo>
                    <a:lnTo>
                      <a:pt x="205" y="220"/>
                    </a:lnTo>
                    <a:close/>
                    <a:moveTo>
                      <a:pt x="282" y="220"/>
                    </a:moveTo>
                    <a:cubicBezTo>
                      <a:pt x="276" y="220"/>
                      <a:pt x="273" y="224"/>
                      <a:pt x="273" y="228"/>
                    </a:cubicBezTo>
                    <a:lnTo>
                      <a:pt x="273" y="264"/>
                    </a:lnTo>
                    <a:cubicBezTo>
                      <a:pt x="273" y="269"/>
                      <a:pt x="277" y="273"/>
                      <a:pt x="282" y="273"/>
                    </a:cubicBezTo>
                    <a:lnTo>
                      <a:pt x="317" y="273"/>
                    </a:lnTo>
                    <a:cubicBezTo>
                      <a:pt x="323" y="273"/>
                      <a:pt x="326" y="269"/>
                      <a:pt x="326" y="264"/>
                    </a:cubicBezTo>
                    <a:lnTo>
                      <a:pt x="326" y="228"/>
                    </a:lnTo>
                    <a:cubicBezTo>
                      <a:pt x="326" y="223"/>
                      <a:pt x="322" y="220"/>
                      <a:pt x="317" y="220"/>
                    </a:cubicBezTo>
                    <a:lnTo>
                      <a:pt x="282" y="220"/>
                    </a:lnTo>
                    <a:close/>
                    <a:moveTo>
                      <a:pt x="61" y="237"/>
                    </a:moveTo>
                    <a:lnTo>
                      <a:pt x="79" y="237"/>
                    </a:lnTo>
                    <a:lnTo>
                      <a:pt x="79" y="255"/>
                    </a:lnTo>
                    <a:lnTo>
                      <a:pt x="61" y="255"/>
                    </a:lnTo>
                    <a:lnTo>
                      <a:pt x="61" y="237"/>
                    </a:lnTo>
                    <a:close/>
                    <a:moveTo>
                      <a:pt x="137" y="237"/>
                    </a:moveTo>
                    <a:lnTo>
                      <a:pt x="156" y="237"/>
                    </a:lnTo>
                    <a:lnTo>
                      <a:pt x="156" y="255"/>
                    </a:lnTo>
                    <a:lnTo>
                      <a:pt x="137" y="255"/>
                    </a:lnTo>
                    <a:lnTo>
                      <a:pt x="137" y="237"/>
                    </a:lnTo>
                    <a:close/>
                    <a:moveTo>
                      <a:pt x="214" y="237"/>
                    </a:moveTo>
                    <a:lnTo>
                      <a:pt x="232" y="237"/>
                    </a:lnTo>
                    <a:lnTo>
                      <a:pt x="232" y="255"/>
                    </a:lnTo>
                    <a:lnTo>
                      <a:pt x="214" y="255"/>
                    </a:lnTo>
                    <a:lnTo>
                      <a:pt x="214" y="237"/>
                    </a:lnTo>
                    <a:close/>
                    <a:moveTo>
                      <a:pt x="290" y="237"/>
                    </a:moveTo>
                    <a:lnTo>
                      <a:pt x="309" y="237"/>
                    </a:lnTo>
                    <a:lnTo>
                      <a:pt x="309" y="255"/>
                    </a:lnTo>
                    <a:lnTo>
                      <a:pt x="290" y="255"/>
                    </a:lnTo>
                    <a:lnTo>
                      <a:pt x="290" y="237"/>
                    </a:lnTo>
                    <a:close/>
                    <a:moveTo>
                      <a:pt x="52" y="293"/>
                    </a:moveTo>
                    <a:cubicBezTo>
                      <a:pt x="50" y="293"/>
                      <a:pt x="47" y="294"/>
                      <a:pt x="46" y="296"/>
                    </a:cubicBezTo>
                    <a:cubicBezTo>
                      <a:pt x="44" y="297"/>
                      <a:pt x="43" y="300"/>
                      <a:pt x="43" y="302"/>
                    </a:cubicBezTo>
                    <a:lnTo>
                      <a:pt x="43" y="338"/>
                    </a:lnTo>
                    <a:cubicBezTo>
                      <a:pt x="44" y="343"/>
                      <a:pt x="47" y="347"/>
                      <a:pt x="52" y="347"/>
                    </a:cubicBezTo>
                    <a:lnTo>
                      <a:pt x="88" y="347"/>
                    </a:lnTo>
                    <a:cubicBezTo>
                      <a:pt x="93" y="346"/>
                      <a:pt x="97" y="343"/>
                      <a:pt x="97" y="338"/>
                    </a:cubicBezTo>
                    <a:lnTo>
                      <a:pt x="97" y="302"/>
                    </a:lnTo>
                    <a:cubicBezTo>
                      <a:pt x="96" y="297"/>
                      <a:pt x="93" y="293"/>
                      <a:pt x="88" y="293"/>
                    </a:cubicBezTo>
                    <a:lnTo>
                      <a:pt x="52" y="293"/>
                    </a:lnTo>
                    <a:close/>
                    <a:moveTo>
                      <a:pt x="129" y="293"/>
                    </a:moveTo>
                    <a:cubicBezTo>
                      <a:pt x="123" y="294"/>
                      <a:pt x="120" y="297"/>
                      <a:pt x="120" y="302"/>
                    </a:cubicBezTo>
                    <a:lnTo>
                      <a:pt x="120" y="338"/>
                    </a:lnTo>
                    <a:cubicBezTo>
                      <a:pt x="120" y="343"/>
                      <a:pt x="124" y="347"/>
                      <a:pt x="129" y="347"/>
                    </a:cubicBezTo>
                    <a:lnTo>
                      <a:pt x="164" y="347"/>
                    </a:lnTo>
                    <a:cubicBezTo>
                      <a:pt x="170" y="346"/>
                      <a:pt x="173" y="343"/>
                      <a:pt x="173" y="338"/>
                    </a:cubicBezTo>
                    <a:lnTo>
                      <a:pt x="173" y="302"/>
                    </a:lnTo>
                    <a:cubicBezTo>
                      <a:pt x="173" y="297"/>
                      <a:pt x="169" y="293"/>
                      <a:pt x="164" y="293"/>
                    </a:cubicBezTo>
                    <a:lnTo>
                      <a:pt x="129" y="293"/>
                    </a:lnTo>
                    <a:close/>
                    <a:moveTo>
                      <a:pt x="205" y="293"/>
                    </a:moveTo>
                    <a:cubicBezTo>
                      <a:pt x="200" y="294"/>
                      <a:pt x="196" y="297"/>
                      <a:pt x="196" y="302"/>
                    </a:cubicBezTo>
                    <a:lnTo>
                      <a:pt x="196" y="338"/>
                    </a:lnTo>
                    <a:cubicBezTo>
                      <a:pt x="197" y="343"/>
                      <a:pt x="200" y="347"/>
                      <a:pt x="205" y="347"/>
                    </a:cubicBezTo>
                    <a:lnTo>
                      <a:pt x="241" y="347"/>
                    </a:lnTo>
                    <a:cubicBezTo>
                      <a:pt x="246" y="346"/>
                      <a:pt x="250" y="343"/>
                      <a:pt x="250" y="338"/>
                    </a:cubicBezTo>
                    <a:lnTo>
                      <a:pt x="250" y="302"/>
                    </a:lnTo>
                    <a:cubicBezTo>
                      <a:pt x="249" y="297"/>
                      <a:pt x="246" y="293"/>
                      <a:pt x="241" y="293"/>
                    </a:cubicBezTo>
                    <a:lnTo>
                      <a:pt x="205" y="293"/>
                    </a:lnTo>
                    <a:close/>
                    <a:moveTo>
                      <a:pt x="61" y="311"/>
                    </a:moveTo>
                    <a:lnTo>
                      <a:pt x="79" y="311"/>
                    </a:lnTo>
                    <a:lnTo>
                      <a:pt x="79" y="329"/>
                    </a:lnTo>
                    <a:lnTo>
                      <a:pt x="61" y="329"/>
                    </a:lnTo>
                    <a:lnTo>
                      <a:pt x="61" y="311"/>
                    </a:lnTo>
                    <a:close/>
                    <a:moveTo>
                      <a:pt x="137" y="311"/>
                    </a:moveTo>
                    <a:lnTo>
                      <a:pt x="156" y="311"/>
                    </a:lnTo>
                    <a:lnTo>
                      <a:pt x="156" y="329"/>
                    </a:lnTo>
                    <a:lnTo>
                      <a:pt x="137" y="329"/>
                    </a:lnTo>
                    <a:lnTo>
                      <a:pt x="137" y="311"/>
                    </a:lnTo>
                    <a:close/>
                    <a:moveTo>
                      <a:pt x="214" y="311"/>
                    </a:moveTo>
                    <a:lnTo>
                      <a:pt x="232" y="311"/>
                    </a:lnTo>
                    <a:lnTo>
                      <a:pt x="232" y="329"/>
                    </a:lnTo>
                    <a:lnTo>
                      <a:pt x="214" y="329"/>
                    </a:lnTo>
                    <a:lnTo>
                      <a:pt x="214" y="311"/>
                    </a:ln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900" b="0" dirty="0">
                  <a:solidFill>
                    <a:srgbClr val="262626"/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sp>
          <p:nvSpPr>
            <p:cNvPr id="205" name="Text Box">
              <a:extLst>
                <a:ext uri="{FF2B5EF4-FFF2-40B4-BE49-F238E27FC236}">
                  <a16:creationId xmlns:a16="http://schemas.microsoft.com/office/drawing/2014/main" id="{00258D26-FBB3-8D5E-B167-71B4DD5DB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61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</a:p>
          </p:txBody>
        </p:sp>
        <p:sp>
          <p:nvSpPr>
            <p:cNvPr id="206" name="Text Box">
              <a:extLst>
                <a:ext uri="{FF2B5EF4-FFF2-40B4-BE49-F238E27FC236}">
                  <a16:creationId xmlns:a16="http://schemas.microsoft.com/office/drawing/2014/main" id="{55FE393C-01AA-53EA-FEAF-025B31655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15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6A8AC95C-7B4F-81EA-9366-16B534835D6C}"/>
                </a:ext>
              </a:extLst>
            </p:cNvPr>
            <p:cNvSpPr txBox="1"/>
            <p:nvPr/>
          </p:nvSpPr>
          <p:spPr>
            <a:xfrm>
              <a:off x="3636860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H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D9D8FFB-5ED8-DB25-1EC5-9A27CA8538B0}"/>
                </a:ext>
              </a:extLst>
            </p:cNvPr>
            <p:cNvSpPr txBox="1"/>
            <p:nvPr/>
          </p:nvSpPr>
          <p:spPr>
            <a:xfrm>
              <a:off x="4135509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M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53A3C70D-32AF-D06E-D15B-87DA3E3F0B14}"/>
              </a:ext>
            </a:extLst>
          </p:cNvPr>
          <p:cNvSpPr/>
          <p:nvPr/>
        </p:nvSpPr>
        <p:spPr>
          <a:xfrm>
            <a:off x="2063033" y="1340248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4AD4B5C3-4288-FB5A-F329-444DC5656B44}"/>
              </a:ext>
            </a:extLst>
          </p:cNvPr>
          <p:cNvSpPr/>
          <p:nvPr/>
        </p:nvSpPr>
        <p:spPr>
          <a:xfrm>
            <a:off x="2063033" y="2880254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13" name="Text Box">
            <a:extLst>
              <a:ext uri="{FF2B5EF4-FFF2-40B4-BE49-F238E27FC236}">
                <a16:creationId xmlns:a16="http://schemas.microsoft.com/office/drawing/2014/main" id="{1D9B7134-8A51-AB2B-2526-D21A6D6C7D94}"/>
              </a:ext>
            </a:extLst>
          </p:cNvPr>
          <p:cNvSpPr>
            <a:spLocks/>
          </p:cNvSpPr>
          <p:nvPr/>
        </p:nvSpPr>
        <p:spPr bwMode="auto">
          <a:xfrm>
            <a:off x="6584928" y="2320384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10,000</a:t>
            </a:r>
          </a:p>
        </p:txBody>
      </p:sp>
      <p:sp>
        <p:nvSpPr>
          <p:cNvPr id="214" name="Text Box">
            <a:extLst>
              <a:ext uri="{FF2B5EF4-FFF2-40B4-BE49-F238E27FC236}">
                <a16:creationId xmlns:a16="http://schemas.microsoft.com/office/drawing/2014/main" id="{1699E250-0F0A-F542-7BBE-790CECDE29D2}"/>
              </a:ext>
            </a:extLst>
          </p:cNvPr>
          <p:cNvSpPr>
            <a:spLocks/>
          </p:cNvSpPr>
          <p:nvPr/>
        </p:nvSpPr>
        <p:spPr bwMode="auto">
          <a:xfrm>
            <a:off x="7391068" y="2320384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909</a:t>
            </a:r>
          </a:p>
        </p:txBody>
      </p:sp>
      <p:sp>
        <p:nvSpPr>
          <p:cNvPr id="215" name="Text Box">
            <a:extLst>
              <a:ext uri="{FF2B5EF4-FFF2-40B4-BE49-F238E27FC236}">
                <a16:creationId xmlns:a16="http://schemas.microsoft.com/office/drawing/2014/main" id="{9737FC22-5DCA-EBB7-3E1A-250951609183}"/>
              </a:ext>
            </a:extLst>
          </p:cNvPr>
          <p:cNvSpPr>
            <a:spLocks/>
          </p:cNvSpPr>
          <p:nvPr/>
        </p:nvSpPr>
        <p:spPr bwMode="auto">
          <a:xfrm>
            <a:off x="8202029" y="2320384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9,009</a:t>
            </a:r>
          </a:p>
        </p:txBody>
      </p:sp>
      <p:sp>
        <p:nvSpPr>
          <p:cNvPr id="216" name="Text Box">
            <a:extLst>
              <a:ext uri="{FF2B5EF4-FFF2-40B4-BE49-F238E27FC236}">
                <a16:creationId xmlns:a16="http://schemas.microsoft.com/office/drawing/2014/main" id="{8C2A99B6-79B3-E620-7245-88C84F5B57CA}"/>
              </a:ext>
            </a:extLst>
          </p:cNvPr>
          <p:cNvSpPr>
            <a:spLocks/>
          </p:cNvSpPr>
          <p:nvPr/>
        </p:nvSpPr>
        <p:spPr bwMode="auto">
          <a:xfrm>
            <a:off x="6584928" y="3368329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10,000</a:t>
            </a:r>
          </a:p>
        </p:txBody>
      </p:sp>
      <p:sp>
        <p:nvSpPr>
          <p:cNvPr id="217" name="Text Box">
            <a:extLst>
              <a:ext uri="{FF2B5EF4-FFF2-40B4-BE49-F238E27FC236}">
                <a16:creationId xmlns:a16="http://schemas.microsoft.com/office/drawing/2014/main" id="{C50070ED-2E85-9851-6A7A-AC5BD0B51476}"/>
              </a:ext>
            </a:extLst>
          </p:cNvPr>
          <p:cNvSpPr>
            <a:spLocks/>
          </p:cNvSpPr>
          <p:nvPr/>
        </p:nvSpPr>
        <p:spPr bwMode="auto">
          <a:xfrm>
            <a:off x="7391068" y="3368329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909</a:t>
            </a:r>
          </a:p>
        </p:txBody>
      </p:sp>
      <p:sp>
        <p:nvSpPr>
          <p:cNvPr id="218" name="Text Box">
            <a:extLst>
              <a:ext uri="{FF2B5EF4-FFF2-40B4-BE49-F238E27FC236}">
                <a16:creationId xmlns:a16="http://schemas.microsoft.com/office/drawing/2014/main" id="{58529D14-A557-E8A4-42C7-0B2BF880EB16}"/>
              </a:ext>
            </a:extLst>
          </p:cNvPr>
          <p:cNvSpPr>
            <a:spLocks/>
          </p:cNvSpPr>
          <p:nvPr/>
        </p:nvSpPr>
        <p:spPr bwMode="auto">
          <a:xfrm>
            <a:off x="8202029" y="3368329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9,009</a:t>
            </a:r>
          </a:p>
        </p:txBody>
      </p:sp>
      <p:grpSp>
        <p:nvGrpSpPr>
          <p:cNvPr id="219" name="Cutout">
            <a:extLst>
              <a:ext uri="{FF2B5EF4-FFF2-40B4-BE49-F238E27FC236}">
                <a16:creationId xmlns:a16="http://schemas.microsoft.com/office/drawing/2014/main" id="{CA7CB8B2-2CE0-5420-BE66-C92DA8F6E3C3}"/>
              </a:ext>
            </a:extLst>
          </p:cNvPr>
          <p:cNvGrpSpPr/>
          <p:nvPr/>
        </p:nvGrpSpPr>
        <p:grpSpPr>
          <a:xfrm rot="16200000">
            <a:off x="5307385" y="-1281465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220" name="Fill">
              <a:extLst>
                <a:ext uri="{FF2B5EF4-FFF2-40B4-BE49-F238E27FC236}">
                  <a16:creationId xmlns:a16="http://schemas.microsoft.com/office/drawing/2014/main" id="{2F232DC0-DE51-FE4C-7C0D-49C783B68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1" name="Border">
              <a:extLst>
                <a:ext uri="{FF2B5EF4-FFF2-40B4-BE49-F238E27FC236}">
                  <a16:creationId xmlns:a16="http://schemas.microsoft.com/office/drawing/2014/main" id="{A69740FF-651A-9F22-3967-57A5B6C4E7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65B61F77-3B24-F206-F4E1-FAD2BC04C303}"/>
              </a:ext>
            </a:extLst>
          </p:cNvPr>
          <p:cNvSpPr txBox="1"/>
          <p:nvPr/>
        </p:nvSpPr>
        <p:spPr>
          <a:xfrm>
            <a:off x="4359120" y="2565766"/>
            <a:ext cx="21483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결제수단 추가 및 현금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88947426-4A0E-52B4-C214-8D32ECC523CA}"/>
              </a:ext>
            </a:extLst>
          </p:cNvPr>
          <p:cNvGrpSpPr/>
          <p:nvPr/>
        </p:nvGrpSpPr>
        <p:grpSpPr>
          <a:xfrm rot="10800000">
            <a:off x="1289409" y="991185"/>
            <a:ext cx="360000" cy="372571"/>
            <a:chOff x="3180625" y="5062589"/>
            <a:chExt cx="360000" cy="372571"/>
          </a:xfrm>
        </p:grpSpPr>
        <p:cxnSp>
          <p:nvCxnSpPr>
            <p:cNvPr id="270" name="직선 연결선 206">
              <a:extLst>
                <a:ext uri="{FF2B5EF4-FFF2-40B4-BE49-F238E27FC236}">
                  <a16:creationId xmlns:a16="http://schemas.microsoft.com/office/drawing/2014/main" id="{CCF6F9D1-3E99-C6C6-3F7F-3C8750E7187A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221189A5-80A9-06E9-93D6-596D2477CAF1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3" name="Teardrop 1">
            <a:extLst>
              <a:ext uri="{FF2B5EF4-FFF2-40B4-BE49-F238E27FC236}">
                <a16:creationId xmlns:a16="http://schemas.microsoft.com/office/drawing/2014/main" id="{C98C9221-AFFF-0F76-D38D-C410A74D2AB6}"/>
              </a:ext>
            </a:extLst>
          </p:cNvPr>
          <p:cNvSpPr/>
          <p:nvPr/>
        </p:nvSpPr>
        <p:spPr>
          <a:xfrm rot="16200000" flipH="1" flipV="1">
            <a:off x="1955305" y="121964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4" name="Teardrop 1">
            <a:extLst>
              <a:ext uri="{FF2B5EF4-FFF2-40B4-BE49-F238E27FC236}">
                <a16:creationId xmlns:a16="http://schemas.microsoft.com/office/drawing/2014/main" id="{3C4B9D64-E462-4761-B49E-7FC39ABF95D6}"/>
              </a:ext>
            </a:extLst>
          </p:cNvPr>
          <p:cNvSpPr/>
          <p:nvPr/>
        </p:nvSpPr>
        <p:spPr>
          <a:xfrm rot="16200000" flipH="1" flipV="1">
            <a:off x="8692989" y="10003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00848AED-4B38-5800-0EE9-7169B936D7DB}"/>
              </a:ext>
            </a:extLst>
          </p:cNvPr>
          <p:cNvGrpSpPr/>
          <p:nvPr/>
        </p:nvGrpSpPr>
        <p:grpSpPr>
          <a:xfrm>
            <a:off x="1491675" y="714141"/>
            <a:ext cx="6075986" cy="263263"/>
            <a:chOff x="1512625" y="1374043"/>
            <a:chExt cx="6075986" cy="263263"/>
          </a:xfrm>
        </p:grpSpPr>
        <p:sp>
          <p:nvSpPr>
            <p:cNvPr id="286" name="양쪽 모서리가 둥근 사각형 285">
              <a:extLst>
                <a:ext uri="{FF2B5EF4-FFF2-40B4-BE49-F238E27FC236}">
                  <a16:creationId xmlns:a16="http://schemas.microsoft.com/office/drawing/2014/main" id="{5EB6260B-0EE4-C3DA-9F00-5AF6425E5990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87" name="양쪽 모서리가 둥근 사각형 286">
              <a:extLst>
                <a:ext uri="{FF2B5EF4-FFF2-40B4-BE49-F238E27FC236}">
                  <a16:creationId xmlns:a16="http://schemas.microsoft.com/office/drawing/2014/main" id="{D4DAC978-3723-181E-6A6B-FB94838B0593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8" name="양쪽 모서리가 둥근 사각형 287">
              <a:extLst>
                <a:ext uri="{FF2B5EF4-FFF2-40B4-BE49-F238E27FC236}">
                  <a16:creationId xmlns:a16="http://schemas.microsoft.com/office/drawing/2014/main" id="{CCA88FAE-A53C-6FF6-9543-B4072ECD9ACB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89" name="양쪽 모서리가 둥근 사각형 288">
              <a:extLst>
                <a:ext uri="{FF2B5EF4-FFF2-40B4-BE49-F238E27FC236}">
                  <a16:creationId xmlns:a16="http://schemas.microsoft.com/office/drawing/2014/main" id="{B8FDDDC9-0C49-A03E-C02E-D2C3F195AFC7}"/>
                </a:ext>
              </a:extLst>
            </p:cNvPr>
            <p:cNvSpPr/>
            <p:nvPr/>
          </p:nvSpPr>
          <p:spPr>
            <a:xfrm>
              <a:off x="5569462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90" name="양쪽 모서리가 둥근 사각형 289">
              <a:extLst>
                <a:ext uri="{FF2B5EF4-FFF2-40B4-BE49-F238E27FC236}">
                  <a16:creationId xmlns:a16="http://schemas.microsoft.com/office/drawing/2014/main" id="{5CBA72D4-0E39-AA69-F29E-81E6BC37C9D9}"/>
                </a:ext>
              </a:extLst>
            </p:cNvPr>
            <p:cNvSpPr/>
            <p:nvPr/>
          </p:nvSpPr>
          <p:spPr>
            <a:xfrm>
              <a:off x="657692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292" name="양쪽 모서리가 둥근 사각형 291">
              <a:extLst>
                <a:ext uri="{FF2B5EF4-FFF2-40B4-BE49-F238E27FC236}">
                  <a16:creationId xmlns:a16="http://schemas.microsoft.com/office/drawing/2014/main" id="{AC1AD0B5-D70F-1E08-AF72-5D71D816B409}"/>
                </a:ext>
              </a:extLst>
            </p:cNvPr>
            <p:cNvSpPr/>
            <p:nvPr/>
          </p:nvSpPr>
          <p:spPr>
            <a:xfrm>
              <a:off x="4554469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5291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2F2C-BA4D-6EA2-A3EE-A946ACED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433B5BD-D051-1183-462B-CBBA78E4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F2147B5-5478-47FE-35C6-090523D47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예치금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4636D73-CFF6-3A45-61F6-044652439F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00EBB2D-BEE1-517B-9D80-9A19C6203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A4583B-0695-4A15-F3CE-0975F99EA87B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199D38C-6BF5-8E66-D577-E4B96A6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88914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예치금 처리 수단 및 금액 적용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59A95CB-FD80-A976-D068-09738DC561C6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926F68-887D-DDAB-1F29-EC36797C5942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132" name="표 131">
            <a:extLst>
              <a:ext uri="{FF2B5EF4-FFF2-40B4-BE49-F238E27FC236}">
                <a16:creationId xmlns:a16="http://schemas.microsoft.com/office/drawing/2014/main" id="{FCB4AF2B-64FC-35F4-79EB-D494C37C3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397990"/>
              </p:ext>
            </p:extLst>
          </p:nvPr>
        </p:nvGraphicFramePr>
        <p:xfrm>
          <a:off x="1487971" y="1413023"/>
          <a:ext cx="7746196" cy="99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◉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89311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B172A86A-50D9-3A9E-9EBB-4E1779AE7183}"/>
              </a:ext>
            </a:extLst>
          </p:cNvPr>
          <p:cNvSpPr txBox="1"/>
          <p:nvPr/>
        </p:nvSpPr>
        <p:spPr>
          <a:xfrm>
            <a:off x="1405715" y="115154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예치금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34" name="Text Box">
            <a:extLst>
              <a:ext uri="{FF2B5EF4-FFF2-40B4-BE49-F238E27FC236}">
                <a16:creationId xmlns:a16="http://schemas.microsoft.com/office/drawing/2014/main" id="{DEB11AFA-DD56-4A83-7CDA-4395A686128B}"/>
              </a:ext>
            </a:extLst>
          </p:cNvPr>
          <p:cNvSpPr>
            <a:spLocks/>
          </p:cNvSpPr>
          <p:nvPr/>
        </p:nvSpPr>
        <p:spPr bwMode="auto">
          <a:xfrm>
            <a:off x="2552488" y="1698805"/>
            <a:ext cx="2685238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1234-1234-1234-1234</a:t>
            </a:r>
          </a:p>
        </p:txBody>
      </p:sp>
      <p:sp>
        <p:nvSpPr>
          <p:cNvPr id="135" name="Text Box">
            <a:extLst>
              <a:ext uri="{FF2B5EF4-FFF2-40B4-BE49-F238E27FC236}">
                <a16:creationId xmlns:a16="http://schemas.microsoft.com/office/drawing/2014/main" id="{C671295E-9471-DAEB-E6DD-ACBECCC9003D}"/>
              </a:ext>
            </a:extLst>
          </p:cNvPr>
          <p:cNvSpPr>
            <a:spLocks/>
          </p:cNvSpPr>
          <p:nvPr/>
        </p:nvSpPr>
        <p:spPr bwMode="auto">
          <a:xfrm>
            <a:off x="2552488" y="1948592"/>
            <a:ext cx="27801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</a:p>
        </p:txBody>
      </p:sp>
      <p:sp>
        <p:nvSpPr>
          <p:cNvPr id="136" name="Text Box">
            <a:extLst>
              <a:ext uri="{FF2B5EF4-FFF2-40B4-BE49-F238E27FC236}">
                <a16:creationId xmlns:a16="http://schemas.microsoft.com/office/drawing/2014/main" id="{25F2B1E5-F3B0-8D1F-05F6-B19FCB085358}"/>
              </a:ext>
            </a:extLst>
          </p:cNvPr>
          <p:cNvSpPr>
            <a:spLocks/>
          </p:cNvSpPr>
          <p:nvPr/>
        </p:nvSpPr>
        <p:spPr bwMode="auto">
          <a:xfrm>
            <a:off x="2917654" y="1948592"/>
            <a:ext cx="371066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2030</a:t>
            </a:r>
          </a:p>
        </p:txBody>
      </p:sp>
      <p:sp>
        <p:nvSpPr>
          <p:cNvPr id="137" name="Text Box">
            <a:extLst>
              <a:ext uri="{FF2B5EF4-FFF2-40B4-BE49-F238E27FC236}">
                <a16:creationId xmlns:a16="http://schemas.microsoft.com/office/drawing/2014/main" id="{EC3DD948-FCE5-2181-259B-DD2B60159AC5}"/>
              </a:ext>
            </a:extLst>
          </p:cNvPr>
          <p:cNvSpPr>
            <a:spLocks/>
          </p:cNvSpPr>
          <p:nvPr/>
        </p:nvSpPr>
        <p:spPr bwMode="auto">
          <a:xfrm>
            <a:off x="6566927" y="1698805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</a:t>
            </a:r>
          </a:p>
        </p:txBody>
      </p:sp>
      <p:sp>
        <p:nvSpPr>
          <p:cNvPr id="138" name="Text Box">
            <a:extLst>
              <a:ext uri="{FF2B5EF4-FFF2-40B4-BE49-F238E27FC236}">
                <a16:creationId xmlns:a16="http://schemas.microsoft.com/office/drawing/2014/main" id="{EBE64FFA-72B9-BCE5-07AB-904EBF4D6EE1}"/>
              </a:ext>
            </a:extLst>
          </p:cNvPr>
          <p:cNvSpPr>
            <a:spLocks/>
          </p:cNvSpPr>
          <p:nvPr/>
        </p:nvSpPr>
        <p:spPr bwMode="auto">
          <a:xfrm>
            <a:off x="3033558" y="2202840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300,000</a:t>
            </a:r>
          </a:p>
        </p:txBody>
      </p:sp>
      <p:sp>
        <p:nvSpPr>
          <p:cNvPr id="139" name="Text Box">
            <a:extLst>
              <a:ext uri="{FF2B5EF4-FFF2-40B4-BE49-F238E27FC236}">
                <a16:creationId xmlns:a16="http://schemas.microsoft.com/office/drawing/2014/main" id="{B03D1313-756F-0309-3B8B-33505A4BDB14}"/>
              </a:ext>
            </a:extLst>
          </p:cNvPr>
          <p:cNvSpPr>
            <a:spLocks/>
          </p:cNvSpPr>
          <p:nvPr/>
        </p:nvSpPr>
        <p:spPr bwMode="auto">
          <a:xfrm>
            <a:off x="6566927" y="1948592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</a:t>
            </a:r>
          </a:p>
        </p:txBody>
      </p:sp>
      <p:pic>
        <p:nvPicPr>
          <p:cNvPr id="140" name="그래픽 139" descr="눈 단색으로 채워진">
            <a:extLst>
              <a:ext uri="{FF2B5EF4-FFF2-40B4-BE49-F238E27FC236}">
                <a16:creationId xmlns:a16="http://schemas.microsoft.com/office/drawing/2014/main" id="{192353B0-324C-E091-F4E9-97ADA5776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2944" y="1680993"/>
            <a:ext cx="199000" cy="199000"/>
          </a:xfrm>
          <a:prstGeom prst="rect">
            <a:avLst/>
          </a:prstGeom>
        </p:spPr>
      </p:pic>
      <p:pic>
        <p:nvPicPr>
          <p:cNvPr id="141" name="그래픽 140" descr="눈 단색으로 채워진">
            <a:extLst>
              <a:ext uri="{FF2B5EF4-FFF2-40B4-BE49-F238E27FC236}">
                <a16:creationId xmlns:a16="http://schemas.microsoft.com/office/drawing/2014/main" id="{4982BBD5-7E8A-40F0-7285-95B503FA0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680993"/>
            <a:ext cx="199000" cy="199000"/>
          </a:xfrm>
          <a:prstGeom prst="rect">
            <a:avLst/>
          </a:prstGeom>
        </p:spPr>
      </p:pic>
      <p:pic>
        <p:nvPicPr>
          <p:cNvPr id="142" name="그래픽 141" descr="눈 단색으로 채워진">
            <a:extLst>
              <a:ext uri="{FF2B5EF4-FFF2-40B4-BE49-F238E27FC236}">
                <a16:creationId xmlns:a16="http://schemas.microsoft.com/office/drawing/2014/main" id="{DD52744A-DEBD-928E-F798-D1245B9FA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935350"/>
            <a:ext cx="199000" cy="199000"/>
          </a:xfrm>
          <a:prstGeom prst="rect">
            <a:avLst/>
          </a:prstGeom>
        </p:spPr>
      </p:pic>
      <p:sp>
        <p:nvSpPr>
          <p:cNvPr id="143" name="Text Box">
            <a:extLst>
              <a:ext uri="{FF2B5EF4-FFF2-40B4-BE49-F238E27FC236}">
                <a16:creationId xmlns:a16="http://schemas.microsoft.com/office/drawing/2014/main" id="{C2B696EF-91CC-373C-6B24-A12E8427BD43}"/>
              </a:ext>
            </a:extLst>
          </p:cNvPr>
          <p:cNvSpPr>
            <a:spLocks/>
          </p:cNvSpPr>
          <p:nvPr/>
        </p:nvSpPr>
        <p:spPr bwMode="auto">
          <a:xfrm>
            <a:off x="6566927" y="1458202"/>
            <a:ext cx="1016104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VISA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2F8CE38-C989-D1D4-8F3D-B4615F419AE4}"/>
              </a:ext>
            </a:extLst>
          </p:cNvPr>
          <p:cNvGrpSpPr/>
          <p:nvPr/>
        </p:nvGrpSpPr>
        <p:grpSpPr>
          <a:xfrm>
            <a:off x="2552488" y="2198379"/>
            <a:ext cx="446018" cy="163376"/>
            <a:chOff x="1290369" y="2868764"/>
            <a:chExt cx="446018" cy="163376"/>
          </a:xfrm>
        </p:grpSpPr>
        <p:sp>
          <p:nvSpPr>
            <p:cNvPr id="145" name="Text Box">
              <a:extLst>
                <a:ext uri="{FF2B5EF4-FFF2-40B4-BE49-F238E27FC236}">
                  <a16:creationId xmlns:a16="http://schemas.microsoft.com/office/drawing/2014/main" id="{E28B5336-9B37-4943-24C0-08C4F1D99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6" name="Chevron Left">
              <a:extLst>
                <a:ext uri="{FF2B5EF4-FFF2-40B4-BE49-F238E27FC236}">
                  <a16:creationId xmlns:a16="http://schemas.microsoft.com/office/drawing/2014/main" id="{640EFA79-4411-CE8E-7967-19CF9DF1354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F246D303-F6FE-6919-A7FD-F22D16B9A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009266"/>
              </p:ext>
            </p:extLst>
          </p:nvPr>
        </p:nvGraphicFramePr>
        <p:xfrm>
          <a:off x="1487971" y="2893548"/>
          <a:ext cx="7746196" cy="24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◉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 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49" name="Text Box">
            <a:extLst>
              <a:ext uri="{FF2B5EF4-FFF2-40B4-BE49-F238E27FC236}">
                <a16:creationId xmlns:a16="http://schemas.microsoft.com/office/drawing/2014/main" id="{C226F75C-289A-4CC3-8405-B830736E2BA0}"/>
              </a:ext>
            </a:extLst>
          </p:cNvPr>
          <p:cNvSpPr>
            <a:spLocks/>
          </p:cNvSpPr>
          <p:nvPr/>
        </p:nvSpPr>
        <p:spPr bwMode="auto">
          <a:xfrm>
            <a:off x="7049837" y="294016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300,000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B559D6BC-DB5C-8ACB-F1DB-8F97C784D420}"/>
              </a:ext>
            </a:extLst>
          </p:cNvPr>
          <p:cNvGrpSpPr/>
          <p:nvPr/>
        </p:nvGrpSpPr>
        <p:grpSpPr>
          <a:xfrm>
            <a:off x="6568767" y="2935702"/>
            <a:ext cx="446018" cy="493298"/>
            <a:chOff x="1290369" y="2868764"/>
            <a:chExt cx="446018" cy="493298"/>
          </a:xfrm>
        </p:grpSpPr>
        <p:sp>
          <p:nvSpPr>
            <p:cNvPr id="151" name="Text Box">
              <a:extLst>
                <a:ext uri="{FF2B5EF4-FFF2-40B4-BE49-F238E27FC236}">
                  <a16:creationId xmlns:a16="http://schemas.microsoft.com/office/drawing/2014/main" id="{A67C47D7-E930-5BC4-B3BC-2799418A5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USD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2" name="Chevron Left">
              <a:extLst>
                <a:ext uri="{FF2B5EF4-FFF2-40B4-BE49-F238E27FC236}">
                  <a16:creationId xmlns:a16="http://schemas.microsoft.com/office/drawing/2014/main" id="{EB08E7B8-7537-49D6-7347-691EA619D97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9" name="Cutout">
            <a:extLst>
              <a:ext uri="{FF2B5EF4-FFF2-40B4-BE49-F238E27FC236}">
                <a16:creationId xmlns:a16="http://schemas.microsoft.com/office/drawing/2014/main" id="{40017C5D-DCAE-3EF2-C3C1-0D52F96B07F6}"/>
              </a:ext>
            </a:extLst>
          </p:cNvPr>
          <p:cNvGrpSpPr/>
          <p:nvPr/>
        </p:nvGrpSpPr>
        <p:grpSpPr>
          <a:xfrm rot="16200000">
            <a:off x="5285313" y="-130289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90" name="Fill">
              <a:extLst>
                <a:ext uri="{FF2B5EF4-FFF2-40B4-BE49-F238E27FC236}">
                  <a16:creationId xmlns:a16="http://schemas.microsoft.com/office/drawing/2014/main" id="{30B7E8D3-A802-F03C-CA16-6D8F431BA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1" name="Border">
              <a:extLst>
                <a:ext uri="{FF2B5EF4-FFF2-40B4-BE49-F238E27FC236}">
                  <a16:creationId xmlns:a16="http://schemas.microsoft.com/office/drawing/2014/main" id="{69CDA585-99E8-B7C8-EE7F-83F778C1DC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27DC53E6-C193-8A14-CA78-BDA079B659CB}"/>
              </a:ext>
            </a:extLst>
          </p:cNvPr>
          <p:cNvSpPr txBox="1"/>
          <p:nvPr/>
        </p:nvSpPr>
        <p:spPr>
          <a:xfrm>
            <a:off x="4359120" y="2559576"/>
            <a:ext cx="17572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예치금 현금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99A4AED-2CDF-C3CA-D3FC-27BD9574E9D7}"/>
              </a:ext>
            </a:extLst>
          </p:cNvPr>
          <p:cNvSpPr/>
          <p:nvPr/>
        </p:nvSpPr>
        <p:spPr>
          <a:xfrm>
            <a:off x="8803915" y="1187278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03F23F6-31E6-9923-B77B-673CE12B6F63}"/>
              </a:ext>
            </a:extLst>
          </p:cNvPr>
          <p:cNvGrpSpPr/>
          <p:nvPr/>
        </p:nvGrpSpPr>
        <p:grpSpPr>
          <a:xfrm rot="10800000">
            <a:off x="1289409" y="1061085"/>
            <a:ext cx="360000" cy="372571"/>
            <a:chOff x="3180625" y="5062589"/>
            <a:chExt cx="360000" cy="372571"/>
          </a:xfrm>
        </p:grpSpPr>
        <p:cxnSp>
          <p:nvCxnSpPr>
            <p:cNvPr id="27" name="직선 연결선 206">
              <a:extLst>
                <a:ext uri="{FF2B5EF4-FFF2-40B4-BE49-F238E27FC236}">
                  <a16:creationId xmlns:a16="http://schemas.microsoft.com/office/drawing/2014/main" id="{B5630CF4-7FB4-ECC4-190D-6BF30D601FF2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7CD2466B-5D81-348F-4A32-E56AE7C3E0D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026B249-E0E0-A205-DA30-1AECD1B30ACF}"/>
              </a:ext>
            </a:extLst>
          </p:cNvPr>
          <p:cNvGrpSpPr/>
          <p:nvPr/>
        </p:nvGrpSpPr>
        <p:grpSpPr>
          <a:xfrm>
            <a:off x="1491675" y="724347"/>
            <a:ext cx="6064867" cy="263263"/>
            <a:chOff x="1512625" y="1374043"/>
            <a:chExt cx="6064867" cy="263263"/>
          </a:xfrm>
        </p:grpSpPr>
        <p:sp>
          <p:nvSpPr>
            <p:cNvPr id="35" name="양쪽 모서리가 둥근 사각형 34">
              <a:extLst>
                <a:ext uri="{FF2B5EF4-FFF2-40B4-BE49-F238E27FC236}">
                  <a16:creationId xmlns:a16="http://schemas.microsoft.com/office/drawing/2014/main" id="{371B6403-681B-1532-EBFA-30B1705E4826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36" name="양쪽 모서리가 둥근 사각형 35">
              <a:extLst>
                <a:ext uri="{FF2B5EF4-FFF2-40B4-BE49-F238E27FC236}">
                  <a16:creationId xmlns:a16="http://schemas.microsoft.com/office/drawing/2014/main" id="{2CFBD9E5-7712-EBB1-97B1-E7155052D44B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37" name="양쪽 모서리가 둥근 사각형 36">
              <a:extLst>
                <a:ext uri="{FF2B5EF4-FFF2-40B4-BE49-F238E27FC236}">
                  <a16:creationId xmlns:a16="http://schemas.microsoft.com/office/drawing/2014/main" id="{AF941A3D-75D2-2BBE-9C6E-99BDD7D36FD9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9EFB36B4-8FC1-B28C-8576-D7E7A052B86E}"/>
                </a:ext>
              </a:extLst>
            </p:cNvPr>
            <p:cNvSpPr/>
            <p:nvPr/>
          </p:nvSpPr>
          <p:spPr>
            <a:xfrm>
              <a:off x="5558343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9" name="양쪽 모서리가 둥근 사각형 38">
              <a:extLst>
                <a:ext uri="{FF2B5EF4-FFF2-40B4-BE49-F238E27FC236}">
                  <a16:creationId xmlns:a16="http://schemas.microsoft.com/office/drawing/2014/main" id="{46C4C79A-2561-CD21-E44E-634F5D321348}"/>
                </a:ext>
              </a:extLst>
            </p:cNvPr>
            <p:cNvSpPr/>
            <p:nvPr/>
          </p:nvSpPr>
          <p:spPr>
            <a:xfrm>
              <a:off x="656580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43" name="양쪽 모서리가 둥근 사각형 42">
              <a:extLst>
                <a:ext uri="{FF2B5EF4-FFF2-40B4-BE49-F238E27FC236}">
                  <a16:creationId xmlns:a16="http://schemas.microsoft.com/office/drawing/2014/main" id="{C12C38E5-73E7-E497-75DF-E946AD99077C}"/>
                </a:ext>
              </a:extLst>
            </p:cNvPr>
            <p:cNvSpPr/>
            <p:nvPr/>
          </p:nvSpPr>
          <p:spPr>
            <a:xfrm>
              <a:off x="454335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sp>
        <p:nvSpPr>
          <p:cNvPr id="44" name="Teardrop 1">
            <a:extLst>
              <a:ext uri="{FF2B5EF4-FFF2-40B4-BE49-F238E27FC236}">
                <a16:creationId xmlns:a16="http://schemas.microsoft.com/office/drawing/2014/main" id="{EBB1BA8C-B01E-C9AC-14C3-402313788CE6}"/>
              </a:ext>
            </a:extLst>
          </p:cNvPr>
          <p:cNvSpPr/>
          <p:nvPr/>
        </p:nvSpPr>
        <p:spPr>
          <a:xfrm rot="16200000" flipH="1" flipV="1">
            <a:off x="8707001" y="105316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078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C7C74-03FC-DFEC-FF58-57690ECB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8BD58DE-C16C-90E9-4ED1-2975DD33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4416206-7CF0-7B87-AA1E-B64DBB69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기타정보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0896D05-76EF-5E1E-5EDF-AACF09522A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99D06A4-BE5D-A68F-282F-D07E85DBE4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C77F42-0EFB-EDC4-E921-44D34FD16EFC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9E62D16-C9F1-1FBA-8A3C-F2BBC1144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6240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와 같은 곳에서 고객 요청 사항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GET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메모 등록 시 하위 게시글 등록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소트 순서는 등록일 최신 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글 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780F77B4-A514-CAE5-04EF-3A4F20410B42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4A879-C775-0C1C-59A2-AB24F83263CC}"/>
              </a:ext>
            </a:extLst>
          </p:cNvPr>
          <p:cNvSpPr txBox="1"/>
          <p:nvPr/>
        </p:nvSpPr>
        <p:spPr>
          <a:xfrm>
            <a:off x="1427884" y="106950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고객 요청사항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1122D19-467E-5D52-3A3E-AA4764ADD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314729"/>
              </p:ext>
            </p:extLst>
          </p:nvPr>
        </p:nvGraphicFramePr>
        <p:xfrm>
          <a:off x="1513108" y="1332832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높은층으로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잡아주시고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방키는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미리 준비 해주세요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49EA4ED-4D9E-4621-4BC7-11B8B8AFE33A}"/>
              </a:ext>
            </a:extLst>
          </p:cNvPr>
          <p:cNvSpPr txBox="1"/>
          <p:nvPr/>
        </p:nvSpPr>
        <p:spPr>
          <a:xfrm>
            <a:off x="1427884" y="188479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관리자 메모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13470DF-586A-FC07-F3FF-9E6C8BA13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3940"/>
              </p:ext>
            </p:extLst>
          </p:nvPr>
        </p:nvGraphicFramePr>
        <p:xfrm>
          <a:off x="1513108" y="2654055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객실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고층 배정 요청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14:00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VIP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고객 친구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웰컴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프릇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준비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FD77BFB3-C2CF-F66F-90EB-2F902598C820}"/>
              </a:ext>
            </a:extLst>
          </p:cNvPr>
          <p:cNvGrpSpPr/>
          <p:nvPr/>
        </p:nvGrpSpPr>
        <p:grpSpPr>
          <a:xfrm>
            <a:off x="1513108" y="2146665"/>
            <a:ext cx="7723583" cy="438118"/>
            <a:chOff x="1513108" y="1982770"/>
            <a:chExt cx="7723583" cy="43811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2D0DA6-AD15-E57F-107F-7DDE877EDEC5}"/>
                </a:ext>
              </a:extLst>
            </p:cNvPr>
            <p:cNvSpPr/>
            <p:nvPr/>
          </p:nvSpPr>
          <p:spPr>
            <a:xfrm>
              <a:off x="1513108" y="1988840"/>
              <a:ext cx="7247188" cy="432048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게시글을 등록하세요</a:t>
              </a:r>
              <a:r>
                <a:rPr kumimoji="1"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.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1BF83B8-60BA-4420-3E0E-0A9B3B7B8C8D}"/>
                </a:ext>
              </a:extLst>
            </p:cNvPr>
            <p:cNvSpPr/>
            <p:nvPr/>
          </p:nvSpPr>
          <p:spPr>
            <a:xfrm>
              <a:off x="8806439" y="1982770"/>
              <a:ext cx="430252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spc="-9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저장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37F12D8-67DA-D349-21F6-7525357D7FA4}"/>
                </a:ext>
              </a:extLst>
            </p:cNvPr>
            <p:cNvGrpSpPr/>
            <p:nvPr/>
          </p:nvGrpSpPr>
          <p:grpSpPr>
            <a:xfrm>
              <a:off x="8635145" y="2015606"/>
              <a:ext cx="86270" cy="383158"/>
              <a:chOff x="8635145" y="2015606"/>
              <a:chExt cx="86270" cy="38315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25B29326-E29D-941F-176B-BD9E151760E7}"/>
                  </a:ext>
                </a:extLst>
              </p:cNvPr>
              <p:cNvSpPr/>
              <p:nvPr/>
            </p:nvSpPr>
            <p:spPr>
              <a:xfrm>
                <a:off x="8635145" y="2015606"/>
                <a:ext cx="86270" cy="383158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4B2C8E52-8BDC-CFA3-D98A-A9871359F26B}"/>
                  </a:ext>
                </a:extLst>
              </p:cNvPr>
              <p:cNvSpPr/>
              <p:nvPr/>
            </p:nvSpPr>
            <p:spPr>
              <a:xfrm>
                <a:off x="8651497" y="2025525"/>
                <a:ext cx="57842" cy="21628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42" name="Close">
            <a:extLst>
              <a:ext uri="{FF2B5EF4-FFF2-40B4-BE49-F238E27FC236}">
                <a16:creationId xmlns:a16="http://schemas.microsoft.com/office/drawing/2014/main" id="{C1E513E9-4EC5-8A59-09D6-2CF489D475C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727381" y="2768423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lose">
            <a:extLst>
              <a:ext uri="{FF2B5EF4-FFF2-40B4-BE49-F238E27FC236}">
                <a16:creationId xmlns:a16="http://schemas.microsoft.com/office/drawing/2014/main" id="{A919EE2D-7450-E9BB-198C-4F6018E1F7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81927" y="2945508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0CB91D-1C59-F3E5-A28E-0005E47DD846}"/>
              </a:ext>
            </a:extLst>
          </p:cNvPr>
          <p:cNvSpPr/>
          <p:nvPr/>
        </p:nvSpPr>
        <p:spPr>
          <a:xfrm>
            <a:off x="5171080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88A4002-23BD-F7AA-5D30-9EA577CDD514}"/>
              </a:ext>
            </a:extLst>
          </p:cNvPr>
          <p:cNvGrpSpPr/>
          <p:nvPr/>
        </p:nvGrpSpPr>
        <p:grpSpPr>
          <a:xfrm rot="10800000">
            <a:off x="1289409" y="978074"/>
            <a:ext cx="360000" cy="372571"/>
            <a:chOff x="3180625" y="5062589"/>
            <a:chExt cx="360000" cy="372571"/>
          </a:xfrm>
        </p:grpSpPr>
        <p:cxnSp>
          <p:nvCxnSpPr>
            <p:cNvPr id="22" name="직선 연결선 206">
              <a:extLst>
                <a:ext uri="{FF2B5EF4-FFF2-40B4-BE49-F238E27FC236}">
                  <a16:creationId xmlns:a16="http://schemas.microsoft.com/office/drawing/2014/main" id="{5C7A6A3E-BAEF-1767-2E11-F4F07943B933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480AF5F-7A30-797D-1651-D20902153749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D37FD1F-ACA1-5413-455A-19B32C39D0E4}"/>
              </a:ext>
            </a:extLst>
          </p:cNvPr>
          <p:cNvGrpSpPr/>
          <p:nvPr/>
        </p:nvGrpSpPr>
        <p:grpSpPr>
          <a:xfrm>
            <a:off x="1491675" y="724347"/>
            <a:ext cx="6074772" cy="263263"/>
            <a:chOff x="1512625" y="1374043"/>
            <a:chExt cx="6074772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4B9E096E-CDEE-E882-ED9B-06C60076301C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7AB981A5-BE85-3D25-9412-99D75FC0B68A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41B58BBA-1174-8FEB-CFB8-74CDA9D794CA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0204FDEC-E71F-94D8-5B96-2253B812A216}"/>
                </a:ext>
              </a:extLst>
            </p:cNvPr>
            <p:cNvSpPr/>
            <p:nvPr/>
          </p:nvSpPr>
          <p:spPr>
            <a:xfrm>
              <a:off x="556824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2" name="양쪽 모서리가 둥근 사각형 31">
              <a:extLst>
                <a:ext uri="{FF2B5EF4-FFF2-40B4-BE49-F238E27FC236}">
                  <a16:creationId xmlns:a16="http://schemas.microsoft.com/office/drawing/2014/main" id="{9F8E0F31-8747-D96D-EE61-27BCD43715F7}"/>
                </a:ext>
              </a:extLst>
            </p:cNvPr>
            <p:cNvSpPr/>
            <p:nvPr/>
          </p:nvSpPr>
          <p:spPr>
            <a:xfrm>
              <a:off x="6575714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37" name="양쪽 모서리가 둥근 사각형 36">
              <a:extLst>
                <a:ext uri="{FF2B5EF4-FFF2-40B4-BE49-F238E27FC236}">
                  <a16:creationId xmlns:a16="http://schemas.microsoft.com/office/drawing/2014/main" id="{9A5B0044-3271-DA2D-A794-751B1402D73E}"/>
                </a:ext>
              </a:extLst>
            </p:cNvPr>
            <p:cNvSpPr/>
            <p:nvPr/>
          </p:nvSpPr>
          <p:spPr>
            <a:xfrm>
              <a:off x="455325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sp>
        <p:nvSpPr>
          <p:cNvPr id="38" name="Teardrop 1">
            <a:extLst>
              <a:ext uri="{FF2B5EF4-FFF2-40B4-BE49-F238E27FC236}">
                <a16:creationId xmlns:a16="http://schemas.microsoft.com/office/drawing/2014/main" id="{13077317-1C74-8D27-EC20-C6DF7927D8A7}"/>
              </a:ext>
            </a:extLst>
          </p:cNvPr>
          <p:cNvSpPr/>
          <p:nvPr/>
        </p:nvSpPr>
        <p:spPr>
          <a:xfrm rot="16200000" flipH="1" flipV="1">
            <a:off x="1396596" y="12699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1ABED246-962E-0815-D695-1C887035F4C1}"/>
              </a:ext>
            </a:extLst>
          </p:cNvPr>
          <p:cNvSpPr/>
          <p:nvPr/>
        </p:nvSpPr>
        <p:spPr>
          <a:xfrm rot="16200000" flipH="1" flipV="1">
            <a:off x="8730979" y="205644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ardrop 1">
            <a:extLst>
              <a:ext uri="{FF2B5EF4-FFF2-40B4-BE49-F238E27FC236}">
                <a16:creationId xmlns:a16="http://schemas.microsoft.com/office/drawing/2014/main" id="{1BEF2516-17EB-6439-D421-D5D1CB1B493E}"/>
              </a:ext>
            </a:extLst>
          </p:cNvPr>
          <p:cNvSpPr/>
          <p:nvPr/>
        </p:nvSpPr>
        <p:spPr>
          <a:xfrm rot="16200000" flipH="1" flipV="1">
            <a:off x="1422174" y="258718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ardrop 1">
            <a:extLst>
              <a:ext uri="{FF2B5EF4-FFF2-40B4-BE49-F238E27FC236}">
                <a16:creationId xmlns:a16="http://schemas.microsoft.com/office/drawing/2014/main" id="{44EB7AD0-5226-535E-F427-A0109D30D60E}"/>
              </a:ext>
            </a:extLst>
          </p:cNvPr>
          <p:cNvSpPr/>
          <p:nvPr/>
        </p:nvSpPr>
        <p:spPr>
          <a:xfrm rot="16200000" flipH="1" flipV="1">
            <a:off x="3532328" y="258718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41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E067-696A-54C1-D413-84E9E4A2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C749E5-3A6B-3040-56FB-ED6FA3C5DD19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수정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/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상세 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(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마켓코드 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OTA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일 경우</a:t>
            </a:r>
            <a:r>
              <a:rPr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)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403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B9BA-A6DE-D72F-A7D5-C723653A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E26D27-E377-5F55-63D7-A410C9B3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D5D2991-D3D4-D69F-A57E-8DE1B3698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348C465-95F2-7A69-6268-F361637AA8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8CA4844-025F-B442-7680-A338EAC73D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EBDCAF-46E2-F834-EE7E-9BCCD182C57C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53DF62-87A9-BEE0-FF91-D4E1F51A663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211C05-892A-878C-BEDE-C45F76B3D199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C63B7F0-7610-1D4C-0116-0C017EC70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038862"/>
              </p:ext>
            </p:extLst>
          </p:nvPr>
        </p:nvGraphicFramePr>
        <p:xfrm>
          <a:off x="9406740" y="440717"/>
          <a:ext cx="2785260" cy="3636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체크인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아웃 일자 수정 불가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의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불가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해당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채널에서 취소 처리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D5DD3FC-F8F0-931B-E06D-9B1F441DBA2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0FB42B9-A495-92F4-F485-3BAB664810B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3F495D-D3B3-3DD0-1E8B-030067D6F8A7}"/>
              </a:ext>
            </a:extLst>
          </p:cNvPr>
          <p:cNvSpPr txBox="1"/>
          <p:nvPr/>
        </p:nvSpPr>
        <p:spPr>
          <a:xfrm>
            <a:off x="1427883" y="2515518"/>
            <a:ext cx="308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95A3F6D-13B6-D797-F1D2-9973AAAC6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026012"/>
              </p:ext>
            </p:extLst>
          </p:nvPr>
        </p:nvGraphicFramePr>
        <p:xfrm>
          <a:off x="1513108" y="2744495"/>
          <a:ext cx="7778187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13823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024928075"/>
                    </a:ext>
                  </a:extLst>
                </a:gridCol>
                <a:gridCol w="1040103">
                  <a:extLst>
                    <a:ext uri="{9D8B030D-6E8A-4147-A177-3AD203B41FA5}">
                      <a16:colId xmlns:a16="http://schemas.microsoft.com/office/drawing/2014/main" val="15716982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96827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예약일시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353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예약번호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2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글래드호텔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여의도</a:t>
                      </a: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STANDARDRATE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마켓코드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타입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F1AA2BC-8895-589B-B4F9-DBCE9ADF0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580493"/>
              </p:ext>
            </p:extLst>
          </p:nvPr>
        </p:nvGraphicFramePr>
        <p:xfrm>
          <a:off x="1530818" y="1779749"/>
          <a:ext cx="7781146" cy="665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825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100322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생년월일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국적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C26C14F-B9A4-6293-7C5B-252AC81DBF8E}"/>
              </a:ext>
            </a:extLst>
          </p:cNvPr>
          <p:cNvSpPr txBox="1"/>
          <p:nvPr/>
        </p:nvSpPr>
        <p:spPr>
          <a:xfrm>
            <a:off x="1445594" y="131874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예약자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55" name="Text Box">
            <a:extLst>
              <a:ext uri="{FF2B5EF4-FFF2-40B4-BE49-F238E27FC236}">
                <a16:creationId xmlns:a16="http://schemas.microsoft.com/office/drawing/2014/main" id="{E47D5CB6-AFC1-9308-E5E6-AEEFE33339DE}"/>
              </a:ext>
            </a:extLst>
          </p:cNvPr>
          <p:cNvSpPr>
            <a:spLocks/>
          </p:cNvSpPr>
          <p:nvPr/>
        </p:nvSpPr>
        <p:spPr bwMode="auto">
          <a:xfrm>
            <a:off x="6593179" y="1818126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Text Box">
            <a:extLst>
              <a:ext uri="{FF2B5EF4-FFF2-40B4-BE49-F238E27FC236}">
                <a16:creationId xmlns:a16="http://schemas.microsoft.com/office/drawing/2014/main" id="{4C1C11A0-BEDF-A88A-8143-F0C7C867F246}"/>
              </a:ext>
            </a:extLst>
          </p:cNvPr>
          <p:cNvSpPr>
            <a:spLocks/>
          </p:cNvSpPr>
          <p:nvPr/>
        </p:nvSpPr>
        <p:spPr bwMode="auto">
          <a:xfrm>
            <a:off x="7533734" y="1814015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" altLang="ko-KR" sz="700" b="0" kern="0" spc="-30" baseline="0" dirty="0" err="1">
                <a:solidFill>
                  <a:schemeClr val="tx1"/>
                </a:solidFill>
                <a:latin typeface="+mn-ea"/>
                <a:ea typeface="+mn-ea"/>
              </a:rPr>
              <a:t>Jinyoung</a:t>
            </a: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 Box">
            <a:extLst>
              <a:ext uri="{FF2B5EF4-FFF2-40B4-BE49-F238E27FC236}">
                <a16:creationId xmlns:a16="http://schemas.microsoft.com/office/drawing/2014/main" id="{1EA6FC5C-751E-7956-F7DC-E79C176D81A6}"/>
              </a:ext>
            </a:extLst>
          </p:cNvPr>
          <p:cNvSpPr>
            <a:spLocks/>
          </p:cNvSpPr>
          <p:nvPr/>
        </p:nvSpPr>
        <p:spPr bwMode="auto">
          <a:xfrm>
            <a:off x="2541992" y="1819186"/>
            <a:ext cx="48818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8" name="Text Box">
            <a:extLst>
              <a:ext uri="{FF2B5EF4-FFF2-40B4-BE49-F238E27FC236}">
                <a16:creationId xmlns:a16="http://schemas.microsoft.com/office/drawing/2014/main" id="{C277330C-3E09-B7FF-C793-C035E3B49037}"/>
              </a:ext>
            </a:extLst>
          </p:cNvPr>
          <p:cNvSpPr>
            <a:spLocks/>
          </p:cNvSpPr>
          <p:nvPr/>
        </p:nvSpPr>
        <p:spPr bwMode="auto">
          <a:xfrm>
            <a:off x="3129444" y="1822631"/>
            <a:ext cx="77032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진영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FA5DE80A-3981-ECC1-BF97-02C0D9B9201A}"/>
              </a:ext>
            </a:extLst>
          </p:cNvPr>
          <p:cNvGrpSpPr/>
          <p:nvPr/>
        </p:nvGrpSpPr>
        <p:grpSpPr>
          <a:xfrm>
            <a:off x="2541992" y="2038265"/>
            <a:ext cx="1357775" cy="148590"/>
            <a:chOff x="3067263" y="2005049"/>
            <a:chExt cx="1357775" cy="217550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10AEC3A8-8766-1C7E-0E18-3DCD57D52AE9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9B30B644-C150-0199-80B1-D9398619D31F}"/>
                </a:ext>
              </a:extLst>
            </p:cNvPr>
            <p:cNvSpPr/>
            <p:nvPr/>
          </p:nvSpPr>
          <p:spPr>
            <a:xfrm>
              <a:off x="3563879" y="2005049"/>
              <a:ext cx="86115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10-1234-1234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2" name="Chevron Left">
              <a:extLst>
                <a:ext uri="{FF2B5EF4-FFF2-40B4-BE49-F238E27FC236}">
                  <a16:creationId xmlns:a16="http://schemas.microsoft.com/office/drawing/2014/main" id="{B61F90A9-01E5-5316-4725-C1B497F2BFF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5C059197-5351-3D03-5FB1-B2920F357F37}"/>
              </a:ext>
            </a:extLst>
          </p:cNvPr>
          <p:cNvGrpSpPr/>
          <p:nvPr/>
        </p:nvGrpSpPr>
        <p:grpSpPr>
          <a:xfrm>
            <a:off x="2542614" y="2259299"/>
            <a:ext cx="710141" cy="144000"/>
            <a:chOff x="2523054" y="4377902"/>
            <a:chExt cx="710141" cy="144000"/>
          </a:xfrm>
        </p:grpSpPr>
        <p:sp>
          <p:nvSpPr>
            <p:cNvPr id="16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A826C3EE-1DA8-6C04-7644-80855C0FDD8F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1990-01-01</a:t>
              </a:r>
            </a:p>
          </p:txBody>
        </p:sp>
        <p:sp>
          <p:nvSpPr>
            <p:cNvPr id="16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6BA1283-D336-4B10-2617-2C22E05181BD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68" name="Text Box">
            <a:extLst>
              <a:ext uri="{FF2B5EF4-FFF2-40B4-BE49-F238E27FC236}">
                <a16:creationId xmlns:a16="http://schemas.microsoft.com/office/drawing/2014/main" id="{BDF4F2C2-0055-913B-510D-B9949BD34841}"/>
              </a:ext>
            </a:extLst>
          </p:cNvPr>
          <p:cNvSpPr>
            <a:spLocks/>
          </p:cNvSpPr>
          <p:nvPr/>
        </p:nvSpPr>
        <p:spPr bwMode="auto">
          <a:xfrm>
            <a:off x="8342347" y="3561447"/>
            <a:ext cx="859272" cy="1485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F54D0B88-D28E-9997-0783-F226E760CBB0}"/>
              </a:ext>
            </a:extLst>
          </p:cNvPr>
          <p:cNvGrpSpPr/>
          <p:nvPr/>
        </p:nvGrpSpPr>
        <p:grpSpPr>
          <a:xfrm>
            <a:off x="6585596" y="2262370"/>
            <a:ext cx="872935" cy="147548"/>
            <a:chOff x="6601675" y="2344801"/>
            <a:chExt cx="872935" cy="147548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953A403F-370C-A7FD-9C76-B944ACE5A075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남자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8" name="Chevron Left">
              <a:extLst>
                <a:ext uri="{FF2B5EF4-FFF2-40B4-BE49-F238E27FC236}">
                  <a16:creationId xmlns:a16="http://schemas.microsoft.com/office/drawing/2014/main" id="{4AFFABCD-4EDD-DA25-24B9-A7BD7177D16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5F520607-353A-6E2D-81ED-22173D9D0C0D}"/>
              </a:ext>
            </a:extLst>
          </p:cNvPr>
          <p:cNvGrpSpPr/>
          <p:nvPr/>
        </p:nvGrpSpPr>
        <p:grpSpPr>
          <a:xfrm>
            <a:off x="8346394" y="2259464"/>
            <a:ext cx="872935" cy="147548"/>
            <a:chOff x="6601675" y="2344801"/>
            <a:chExt cx="872935" cy="147548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91C57CCA-46EA-472D-9BFF-8346AFF4D565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KOR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2" name="Chevron Left">
              <a:extLst>
                <a:ext uri="{FF2B5EF4-FFF2-40B4-BE49-F238E27FC236}">
                  <a16:creationId xmlns:a16="http://schemas.microsoft.com/office/drawing/2014/main" id="{F335A692-49EF-73B6-6CF4-CB881305E87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62C20FB-C4C8-0CD8-B3BB-47815DEEFAF2}"/>
              </a:ext>
            </a:extLst>
          </p:cNvPr>
          <p:cNvGrpSpPr/>
          <p:nvPr/>
        </p:nvGrpSpPr>
        <p:grpSpPr>
          <a:xfrm>
            <a:off x="6610526" y="3561447"/>
            <a:ext cx="826563" cy="148524"/>
            <a:chOff x="8346822" y="1278001"/>
            <a:chExt cx="826563" cy="148524"/>
          </a:xfrm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DDE717BE-0086-A866-90DC-63648B839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kern="0" spc="-30" dirty="0">
                  <a:solidFill>
                    <a:schemeClr val="tx1"/>
                  </a:solidFill>
                  <a:latin typeface="+mn-ea"/>
                </a:rPr>
                <a:t>NONE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CA7DF0C6-BEAB-E40C-F619-3D77A1395CF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EA463A4-3282-018A-6A50-F437B953F8FB}"/>
              </a:ext>
            </a:extLst>
          </p:cNvPr>
          <p:cNvGrpSpPr/>
          <p:nvPr/>
        </p:nvGrpSpPr>
        <p:grpSpPr>
          <a:xfrm>
            <a:off x="1512625" y="937647"/>
            <a:ext cx="6068152" cy="263263"/>
            <a:chOff x="1512625" y="1374043"/>
            <a:chExt cx="6068152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50D64E22-074A-C478-FD09-603B2F8A0FA1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7" name="양쪽 모서리가 둥근 사각형 26">
              <a:extLst>
                <a:ext uri="{FF2B5EF4-FFF2-40B4-BE49-F238E27FC236}">
                  <a16:creationId xmlns:a16="http://schemas.microsoft.com/office/drawing/2014/main" id="{B3B84DF0-011B-846D-960F-F8310FFE3431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18EFBE47-B992-9F52-4B69-33761F8538AC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2021AA1E-843D-D69B-3EC4-04877A83AEED}"/>
                </a:ext>
              </a:extLst>
            </p:cNvPr>
            <p:cNvSpPr/>
            <p:nvPr/>
          </p:nvSpPr>
          <p:spPr>
            <a:xfrm>
              <a:off x="556162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30827FC5-7F94-FC38-04D9-C2D36B9A6AE6}"/>
                </a:ext>
              </a:extLst>
            </p:cNvPr>
            <p:cNvSpPr/>
            <p:nvPr/>
          </p:nvSpPr>
          <p:spPr>
            <a:xfrm>
              <a:off x="656909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40" name="양쪽 모서리가 둥근 사각형 39">
              <a:extLst>
                <a:ext uri="{FF2B5EF4-FFF2-40B4-BE49-F238E27FC236}">
                  <a16:creationId xmlns:a16="http://schemas.microsoft.com/office/drawing/2014/main" id="{127F3D1A-EE02-A4E3-2189-18B2F09B0FC9}"/>
                </a:ext>
              </a:extLst>
            </p:cNvPr>
            <p:cNvSpPr/>
            <p:nvPr/>
          </p:nvSpPr>
          <p:spPr>
            <a:xfrm>
              <a:off x="454663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52AAFA-3FC0-2D34-F9C4-69CDC05087B4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818BA9-CCA0-5FFA-F527-9743598A5067}"/>
              </a:ext>
            </a:extLst>
          </p:cNvPr>
          <p:cNvSpPr/>
          <p:nvPr/>
        </p:nvSpPr>
        <p:spPr>
          <a:xfrm>
            <a:off x="8850364" y="2582988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7504AB-503F-426B-A20F-6FE69DFD3068}"/>
              </a:ext>
            </a:extLst>
          </p:cNvPr>
          <p:cNvSpPr/>
          <p:nvPr/>
        </p:nvSpPr>
        <p:spPr>
          <a:xfrm>
            <a:off x="8850364" y="1607210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Chevron Left">
            <a:extLst>
              <a:ext uri="{FF2B5EF4-FFF2-40B4-BE49-F238E27FC236}">
                <a16:creationId xmlns:a16="http://schemas.microsoft.com/office/drawing/2014/main" id="{4D9FB285-5BD1-04FA-A6D6-AA983BCFDBBA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17358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Chevron Left">
            <a:extLst>
              <a:ext uri="{FF2B5EF4-FFF2-40B4-BE49-F238E27FC236}">
                <a16:creationId xmlns:a16="http://schemas.microsoft.com/office/drawing/2014/main" id="{42ACF6EE-3717-9496-C8F1-EA55B005B10F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834127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0CAC039-CCFF-532E-71C9-97154718E297}"/>
              </a:ext>
            </a:extLst>
          </p:cNvPr>
          <p:cNvGrpSpPr/>
          <p:nvPr/>
        </p:nvGrpSpPr>
        <p:grpSpPr>
          <a:xfrm rot="10800000">
            <a:off x="1289409" y="1202934"/>
            <a:ext cx="360000" cy="372571"/>
            <a:chOff x="3180625" y="5062589"/>
            <a:chExt cx="360000" cy="372571"/>
          </a:xfrm>
        </p:grpSpPr>
        <p:cxnSp>
          <p:nvCxnSpPr>
            <p:cNvPr id="9" name="직선 연결선 206">
              <a:extLst>
                <a:ext uri="{FF2B5EF4-FFF2-40B4-BE49-F238E27FC236}">
                  <a16:creationId xmlns:a16="http://schemas.microsoft.com/office/drawing/2014/main" id="{16901C98-031A-DD1F-9E69-38C9BD0BAC70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9C15964E-BBCB-42C3-46ED-6F0C1C0EB48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99E322-FE90-CDA4-9B67-9E2D13EA2C01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0AE0A2-0F35-0985-AF1D-6FA2ABFE6636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74B052CE-7816-2C4A-2DBA-D7193F5D8D99}"/>
              </a:ext>
            </a:extLst>
          </p:cNvPr>
          <p:cNvSpPr/>
          <p:nvPr/>
        </p:nvSpPr>
        <p:spPr>
          <a:xfrm rot="16200000" flipH="1" flipV="1">
            <a:off x="1676605" y="306292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ardrop 1">
            <a:extLst>
              <a:ext uri="{FF2B5EF4-FFF2-40B4-BE49-F238E27FC236}">
                <a16:creationId xmlns:a16="http://schemas.microsoft.com/office/drawing/2014/main" id="{A764B459-6215-B022-2B4D-B83034E76A1C}"/>
              </a:ext>
            </a:extLst>
          </p:cNvPr>
          <p:cNvSpPr/>
          <p:nvPr/>
        </p:nvSpPr>
        <p:spPr>
          <a:xfrm rot="16200000" flipH="1" flipV="1">
            <a:off x="5744724" y="306292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21DF613-7ABC-8458-1F7A-78465C251D31}"/>
              </a:ext>
            </a:extLst>
          </p:cNvPr>
          <p:cNvGrpSpPr/>
          <p:nvPr/>
        </p:nvGrpSpPr>
        <p:grpSpPr>
          <a:xfrm>
            <a:off x="6603402" y="2969131"/>
            <a:ext cx="826563" cy="495702"/>
            <a:chOff x="8346822" y="1278001"/>
            <a:chExt cx="826563" cy="495702"/>
          </a:xfrm>
        </p:grpSpPr>
        <p:sp>
          <p:nvSpPr>
            <p:cNvPr id="52" name="Text Box">
              <a:extLst>
                <a:ext uri="{FF2B5EF4-FFF2-40B4-BE49-F238E27FC236}">
                  <a16:creationId xmlns:a16="http://schemas.microsoft.com/office/drawing/2014/main" id="{22FD5135-3C45-8C21-60D6-E27A0DD3D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49570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</p:txBody>
        </p:sp>
        <p:sp>
          <p:nvSpPr>
            <p:cNvPr id="54" name="Chevron Left">
              <a:extLst>
                <a:ext uri="{FF2B5EF4-FFF2-40B4-BE49-F238E27FC236}">
                  <a16:creationId xmlns:a16="http://schemas.microsoft.com/office/drawing/2014/main" id="{619464FD-2F94-37F8-365F-85533058526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35" name="Teardrop 1">
            <a:extLst>
              <a:ext uri="{FF2B5EF4-FFF2-40B4-BE49-F238E27FC236}">
                <a16:creationId xmlns:a16="http://schemas.microsoft.com/office/drawing/2014/main" id="{099BD798-8FF2-61D1-BAF8-9C52E4E5145C}"/>
              </a:ext>
            </a:extLst>
          </p:cNvPr>
          <p:cNvSpPr/>
          <p:nvPr/>
        </p:nvSpPr>
        <p:spPr>
          <a:xfrm rot="16200000" flipH="1" flipV="1">
            <a:off x="6479515" y="285964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562E1923-1EE7-8D2F-148B-FD4F988A0EB0}"/>
              </a:ext>
            </a:extLst>
          </p:cNvPr>
          <p:cNvSpPr>
            <a:spLocks/>
          </p:cNvSpPr>
          <p:nvPr/>
        </p:nvSpPr>
        <p:spPr bwMode="auto">
          <a:xfrm>
            <a:off x="6593178" y="2035762"/>
            <a:ext cx="200162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@</a:t>
            </a:r>
            <a:r>
              <a:rPr kumimoji="0" lang="en-US" altLang="ko-KR" sz="700" b="0" i="0" u="none" strike="noStrike" kern="0" cap="none" spc="-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example.com</a:t>
            </a: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9AA14EA-42B1-18B9-8A8F-FEE3F8E9DF4B}"/>
              </a:ext>
            </a:extLst>
          </p:cNvPr>
          <p:cNvSpPr txBox="1"/>
          <p:nvPr/>
        </p:nvSpPr>
        <p:spPr>
          <a:xfrm>
            <a:off x="7854270" y="1310577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8215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2AB3-CAD8-346A-A989-3638C5B7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555C96D-C765-7FAA-E360-BFC5D42F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0BBB1D2-0DE3-9514-F9D9-0CA6AA3E3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상세정보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380A27C-DF85-EA8A-D32A-19FE55BE6B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BBDB307-9854-6C15-660C-0F71964985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659246-27C2-F4E4-425A-3B0C8631493C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3D1764A-4C20-7DF9-4AA9-D67C0DBF4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778085"/>
              </p:ext>
            </p:extLst>
          </p:nvPr>
        </p:nvGraphicFramePr>
        <p:xfrm>
          <a:off x="9406740" y="440717"/>
          <a:ext cx="2785260" cy="3647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불가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해당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채널에서 취소 처리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D3248621-360D-F6DF-4B40-49294EFC191D}"/>
              </a:ext>
            </a:extLst>
          </p:cNvPr>
          <p:cNvSpPr txBox="1"/>
          <p:nvPr/>
        </p:nvSpPr>
        <p:spPr>
          <a:xfrm>
            <a:off x="1427884" y="104775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상세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868DDC11-F754-0C06-7B9D-34BD2DACC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968007"/>
              </p:ext>
            </p:extLst>
          </p:nvPr>
        </p:nvGraphicFramePr>
        <p:xfrm>
          <a:off x="1513108" y="1268178"/>
          <a:ext cx="7801314" cy="3562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021662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31639894"/>
                    </a:ext>
                  </a:extLst>
                </a:gridCol>
                <a:gridCol w="2947280">
                  <a:extLst>
                    <a:ext uri="{9D8B030D-6E8A-4147-A177-3AD203B41FA5}">
                      <a16:colId xmlns:a16="http://schemas.microsoft.com/office/drawing/2014/main" val="1764560277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예약 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  <a:tr h="292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DELUXE/GARDEN VIEW/KING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15F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 1503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86338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52357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6459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166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                                   /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52014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6821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dirty="0">
                          <a:solidFill>
                            <a:schemeClr val="tx1"/>
                          </a:solidFill>
                          <a:cs typeface="Calibri" pitchFamily="34" charset="0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</a:t>
                      </a:r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dirty="0">
                          <a:solidFill>
                            <a:schemeClr val="tx1"/>
                          </a:solidFill>
                          <a:cs typeface="Calibri" pitchFamily="34" charset="0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22515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Early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check-in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Late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97243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유료 서비스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39768"/>
                  </a:ext>
                </a:extLst>
              </a:tr>
              <a:tr h="451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EA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200,000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(TAX) 18,181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181,819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조식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EA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200,000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(TAX) 18,181  |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181,819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90919"/>
                  </a:ext>
                </a:extLst>
              </a:tr>
              <a:tr h="209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13137"/>
                  </a:ext>
                </a:extLst>
              </a:tr>
              <a:tr h="209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744297"/>
                  </a:ext>
                </a:extLst>
              </a:tr>
            </a:tbl>
          </a:graphicData>
        </a:graphic>
      </p:graphicFrame>
      <p:sp>
        <p:nvSpPr>
          <p:cNvPr id="129" name="Chevron Left">
            <a:extLst>
              <a:ext uri="{FF2B5EF4-FFF2-40B4-BE49-F238E27FC236}">
                <a16:creationId xmlns:a16="http://schemas.microsoft.com/office/drawing/2014/main" id="{7B1A7AEA-FDEB-7202-8356-D30E754DD291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29307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3BE85C3E-52A7-626B-1BBA-520CFC9CA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399701"/>
              </p:ext>
            </p:extLst>
          </p:nvPr>
        </p:nvGraphicFramePr>
        <p:xfrm>
          <a:off x="1513108" y="5080796"/>
          <a:ext cx="7746196" cy="2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0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</a:tbl>
          </a:graphicData>
        </a:graphic>
      </p:graphicFrame>
      <p:sp>
        <p:nvSpPr>
          <p:cNvPr id="142" name="Chevron Left">
            <a:extLst>
              <a:ext uri="{FF2B5EF4-FFF2-40B4-BE49-F238E27FC236}">
                <a16:creationId xmlns:a16="http://schemas.microsoft.com/office/drawing/2014/main" id="{103EF1C7-5900-D237-1972-5439B045F4E5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053085" y="5105693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8D4F1FB-8805-CC7F-A1E3-B326AD67DED3}"/>
              </a:ext>
            </a:extLst>
          </p:cNvPr>
          <p:cNvSpPr/>
          <p:nvPr/>
        </p:nvSpPr>
        <p:spPr>
          <a:xfrm>
            <a:off x="3793367" y="176221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145" name="Text Box">
            <a:extLst>
              <a:ext uri="{FF2B5EF4-FFF2-40B4-BE49-F238E27FC236}">
                <a16:creationId xmlns:a16="http://schemas.microsoft.com/office/drawing/2014/main" id="{E36A61B9-74C9-02E6-4EAF-9F24B26EC293}"/>
              </a:ext>
            </a:extLst>
          </p:cNvPr>
          <p:cNvSpPr>
            <a:spLocks/>
          </p:cNvSpPr>
          <p:nvPr/>
        </p:nvSpPr>
        <p:spPr bwMode="auto">
          <a:xfrm>
            <a:off x="2528854" y="2662235"/>
            <a:ext cx="590705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박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6" name="Text Box">
            <a:extLst>
              <a:ext uri="{FF2B5EF4-FFF2-40B4-BE49-F238E27FC236}">
                <a16:creationId xmlns:a16="http://schemas.microsoft.com/office/drawing/2014/main" id="{5C73043D-D3C5-10AA-557B-FB22BE8BC896}"/>
              </a:ext>
            </a:extLst>
          </p:cNvPr>
          <p:cNvSpPr>
            <a:spLocks/>
          </p:cNvSpPr>
          <p:nvPr/>
        </p:nvSpPr>
        <p:spPr bwMode="auto">
          <a:xfrm>
            <a:off x="2528854" y="2879950"/>
            <a:ext cx="590705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 Box">
            <a:extLst>
              <a:ext uri="{FF2B5EF4-FFF2-40B4-BE49-F238E27FC236}">
                <a16:creationId xmlns:a16="http://schemas.microsoft.com/office/drawing/2014/main" id="{BCEE9A73-2F4B-62D6-818E-524D695A3B34}"/>
              </a:ext>
            </a:extLst>
          </p:cNvPr>
          <p:cNvSpPr>
            <a:spLocks/>
          </p:cNvSpPr>
          <p:nvPr/>
        </p:nvSpPr>
        <p:spPr bwMode="auto">
          <a:xfrm>
            <a:off x="3217187" y="2662235"/>
            <a:ext cx="710141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성광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 Box">
            <a:extLst>
              <a:ext uri="{FF2B5EF4-FFF2-40B4-BE49-F238E27FC236}">
                <a16:creationId xmlns:a16="http://schemas.microsoft.com/office/drawing/2014/main" id="{8C62E8BF-1F08-F699-EEC2-D99AA0E0A53B}"/>
              </a:ext>
            </a:extLst>
          </p:cNvPr>
          <p:cNvSpPr>
            <a:spLocks/>
          </p:cNvSpPr>
          <p:nvPr/>
        </p:nvSpPr>
        <p:spPr bwMode="auto">
          <a:xfrm>
            <a:off x="3217187" y="2879950"/>
            <a:ext cx="710141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성일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xt Box">
            <a:extLst>
              <a:ext uri="{FF2B5EF4-FFF2-40B4-BE49-F238E27FC236}">
                <a16:creationId xmlns:a16="http://schemas.microsoft.com/office/drawing/2014/main" id="{44CE6537-2F75-FE9A-F62D-96EF1B3B2E64}"/>
              </a:ext>
            </a:extLst>
          </p:cNvPr>
          <p:cNvSpPr>
            <a:spLocks/>
          </p:cNvSpPr>
          <p:nvPr/>
        </p:nvSpPr>
        <p:spPr bwMode="auto">
          <a:xfrm>
            <a:off x="6424609" y="2662235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PARK</a:t>
            </a:r>
          </a:p>
        </p:txBody>
      </p:sp>
      <p:sp>
        <p:nvSpPr>
          <p:cNvPr id="150" name="Text Box">
            <a:extLst>
              <a:ext uri="{FF2B5EF4-FFF2-40B4-BE49-F238E27FC236}">
                <a16:creationId xmlns:a16="http://schemas.microsoft.com/office/drawing/2014/main" id="{7E0848A9-F51D-BF86-BCF9-065B8FC02A3D}"/>
              </a:ext>
            </a:extLst>
          </p:cNvPr>
          <p:cNvSpPr>
            <a:spLocks/>
          </p:cNvSpPr>
          <p:nvPr/>
        </p:nvSpPr>
        <p:spPr bwMode="auto">
          <a:xfrm>
            <a:off x="6424609" y="2879950"/>
            <a:ext cx="86162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GWON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xt Box">
            <a:extLst>
              <a:ext uri="{FF2B5EF4-FFF2-40B4-BE49-F238E27FC236}">
                <a16:creationId xmlns:a16="http://schemas.microsoft.com/office/drawing/2014/main" id="{80F7136B-C4F7-0B8F-3262-13C7D465D059}"/>
              </a:ext>
            </a:extLst>
          </p:cNvPr>
          <p:cNvSpPr>
            <a:spLocks/>
          </p:cNvSpPr>
          <p:nvPr/>
        </p:nvSpPr>
        <p:spPr bwMode="auto">
          <a:xfrm>
            <a:off x="7430488" y="2662235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SUNGKWANG</a:t>
            </a: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05C071FD-1A3F-42D8-A1B6-CEE2D5EA44A6}"/>
              </a:ext>
            </a:extLst>
          </p:cNvPr>
          <p:cNvSpPr>
            <a:spLocks/>
          </p:cNvSpPr>
          <p:nvPr/>
        </p:nvSpPr>
        <p:spPr bwMode="auto">
          <a:xfrm>
            <a:off x="7430488" y="2879950"/>
            <a:ext cx="106107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SUNGILL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83" name="Click">
            <a:extLst>
              <a:ext uri="{FF2B5EF4-FFF2-40B4-BE49-F238E27FC236}">
                <a16:creationId xmlns:a16="http://schemas.microsoft.com/office/drawing/2014/main" id="{9EF26ED1-6ACF-9375-2226-236DF7AC74F1}"/>
              </a:ext>
            </a:extLst>
          </p:cNvPr>
          <p:cNvGrpSpPr>
            <a:grpSpLocks noChangeAspect="1"/>
          </p:cNvGrpSpPr>
          <p:nvPr/>
        </p:nvGrpSpPr>
        <p:grpSpPr>
          <a:xfrm>
            <a:off x="8739636" y="5055584"/>
            <a:ext cx="362153" cy="516120"/>
            <a:chOff x="5294313" y="2197100"/>
            <a:chExt cx="530225" cy="755651"/>
          </a:xfrm>
        </p:grpSpPr>
        <p:sp>
          <p:nvSpPr>
            <p:cNvPr id="184" name="Arrow Cursor">
              <a:extLst>
                <a:ext uri="{FF2B5EF4-FFF2-40B4-BE49-F238E27FC236}">
                  <a16:creationId xmlns:a16="http://schemas.microsoft.com/office/drawing/2014/main" id="{4658E0F3-6816-ADA6-2326-4F22FBBE614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85" name="Click">
              <a:extLst>
                <a:ext uri="{FF2B5EF4-FFF2-40B4-BE49-F238E27FC236}">
                  <a16:creationId xmlns:a16="http://schemas.microsoft.com/office/drawing/2014/main" id="{6812EC1A-7A15-7482-8088-5C18C82EA1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C052B38-EB70-9F55-555F-AF290BF2E327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D2D07A-6C8E-D59F-92A2-BA5471260C1A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9194A3-7908-2826-2E90-B1898AC51234}"/>
              </a:ext>
            </a:extLst>
          </p:cNvPr>
          <p:cNvSpPr/>
          <p:nvPr/>
        </p:nvSpPr>
        <p:spPr>
          <a:xfrm>
            <a:off x="6960096" y="1756509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C34451-33A9-973A-F494-649619CF4EB3}"/>
              </a:ext>
            </a:extLst>
          </p:cNvPr>
          <p:cNvSpPr/>
          <p:nvPr/>
        </p:nvSpPr>
        <p:spPr>
          <a:xfrm>
            <a:off x="8829052" y="1089583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8F64F8-E42D-B8BE-89F2-92DB2FD6F8B2}"/>
              </a:ext>
            </a:extLst>
          </p:cNvPr>
          <p:cNvSpPr/>
          <p:nvPr/>
        </p:nvSpPr>
        <p:spPr>
          <a:xfrm>
            <a:off x="8829052" y="4887290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69B7812-DC09-84E4-5036-EF547638CC5B}"/>
              </a:ext>
            </a:extLst>
          </p:cNvPr>
          <p:cNvGrpSpPr/>
          <p:nvPr/>
        </p:nvGrpSpPr>
        <p:grpSpPr>
          <a:xfrm rot="10800000">
            <a:off x="1289409" y="977787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56477134-3F8F-08D4-904D-DD5CF9531E11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6CF2DF2-4246-2188-106A-09F6DAAC2E3C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7573712-E7B2-E3AA-8CBA-58529D5BCB65}"/>
              </a:ext>
            </a:extLst>
          </p:cNvPr>
          <p:cNvGrpSpPr/>
          <p:nvPr/>
        </p:nvGrpSpPr>
        <p:grpSpPr>
          <a:xfrm>
            <a:off x="1512625" y="703438"/>
            <a:ext cx="6074018" cy="263263"/>
            <a:chOff x="1512625" y="1374043"/>
            <a:chExt cx="6074018" cy="263263"/>
          </a:xfrm>
        </p:grpSpPr>
        <p:sp>
          <p:nvSpPr>
            <p:cNvPr id="57" name="양쪽 모서리가 둥근 사각형 56">
              <a:extLst>
                <a:ext uri="{FF2B5EF4-FFF2-40B4-BE49-F238E27FC236}">
                  <a16:creationId xmlns:a16="http://schemas.microsoft.com/office/drawing/2014/main" id="{E00B926A-4260-FF3E-FA62-9A69D98B3F56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58" name="양쪽 모서리가 둥근 사각형 57">
              <a:extLst>
                <a:ext uri="{FF2B5EF4-FFF2-40B4-BE49-F238E27FC236}">
                  <a16:creationId xmlns:a16="http://schemas.microsoft.com/office/drawing/2014/main" id="{33AC1C9B-613B-483B-5C21-BC52682A0D9A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59" name="양쪽 모서리가 둥근 사각형 58">
              <a:extLst>
                <a:ext uri="{FF2B5EF4-FFF2-40B4-BE49-F238E27FC236}">
                  <a16:creationId xmlns:a16="http://schemas.microsoft.com/office/drawing/2014/main" id="{B1801717-71D7-4B96-5829-B616D3C93653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60" name="양쪽 모서리가 둥근 사각형 59">
              <a:extLst>
                <a:ext uri="{FF2B5EF4-FFF2-40B4-BE49-F238E27FC236}">
                  <a16:creationId xmlns:a16="http://schemas.microsoft.com/office/drawing/2014/main" id="{1D7C8A21-BBA0-3D54-DBBA-6C5DC8ECB82C}"/>
                </a:ext>
              </a:extLst>
            </p:cNvPr>
            <p:cNvSpPr/>
            <p:nvPr/>
          </p:nvSpPr>
          <p:spPr>
            <a:xfrm>
              <a:off x="556749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61" name="양쪽 모서리가 둥근 사각형 60">
              <a:extLst>
                <a:ext uri="{FF2B5EF4-FFF2-40B4-BE49-F238E27FC236}">
                  <a16:creationId xmlns:a16="http://schemas.microsoft.com/office/drawing/2014/main" id="{9E02163C-5730-2C8A-2B59-8B5CEDFEDC54}"/>
                </a:ext>
              </a:extLst>
            </p:cNvPr>
            <p:cNvSpPr/>
            <p:nvPr/>
          </p:nvSpPr>
          <p:spPr>
            <a:xfrm>
              <a:off x="657496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63" name="양쪽 모서리가 둥근 사각형 62">
              <a:extLst>
                <a:ext uri="{FF2B5EF4-FFF2-40B4-BE49-F238E27FC236}">
                  <a16:creationId xmlns:a16="http://schemas.microsoft.com/office/drawing/2014/main" id="{1AB0450E-BFD4-CF4B-5DEF-08B66C3E9C4E}"/>
                </a:ext>
              </a:extLst>
            </p:cNvPr>
            <p:cNvSpPr/>
            <p:nvPr/>
          </p:nvSpPr>
          <p:spPr>
            <a:xfrm>
              <a:off x="4552501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8E41209-08EB-076A-2D40-754C419693CF}"/>
              </a:ext>
            </a:extLst>
          </p:cNvPr>
          <p:cNvGrpSpPr/>
          <p:nvPr/>
        </p:nvGrpSpPr>
        <p:grpSpPr>
          <a:xfrm>
            <a:off x="2556604" y="1523035"/>
            <a:ext cx="826563" cy="495702"/>
            <a:chOff x="8346822" y="1278001"/>
            <a:chExt cx="826563" cy="495702"/>
          </a:xfrm>
        </p:grpSpPr>
        <p:sp>
          <p:nvSpPr>
            <p:cNvPr id="7" name="Text Box">
              <a:extLst>
                <a:ext uri="{FF2B5EF4-FFF2-40B4-BE49-F238E27FC236}">
                  <a16:creationId xmlns:a16="http://schemas.microsoft.com/office/drawing/2014/main" id="{3B431AAF-C400-8183-03AB-2F6276B6D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49570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</p:txBody>
        </p:sp>
        <p:sp>
          <p:nvSpPr>
            <p:cNvPr id="8" name="Chevron Left">
              <a:extLst>
                <a:ext uri="{FF2B5EF4-FFF2-40B4-BE49-F238E27FC236}">
                  <a16:creationId xmlns:a16="http://schemas.microsoft.com/office/drawing/2014/main" id="{48F9A8F9-714D-80CD-6F99-D71DC767704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2" name="Teardrop 1">
            <a:extLst>
              <a:ext uri="{FF2B5EF4-FFF2-40B4-BE49-F238E27FC236}">
                <a16:creationId xmlns:a16="http://schemas.microsoft.com/office/drawing/2014/main" id="{D155CEA3-98D6-1A90-577C-DD9A03156EAD}"/>
              </a:ext>
            </a:extLst>
          </p:cNvPr>
          <p:cNvSpPr/>
          <p:nvPr/>
        </p:nvSpPr>
        <p:spPr>
          <a:xfrm rot="16200000" flipH="1" flipV="1">
            <a:off x="2399553" y="141291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F0EB3-9B23-60C2-9CCB-85910B518370}"/>
              </a:ext>
            </a:extLst>
          </p:cNvPr>
          <p:cNvSpPr txBox="1"/>
          <p:nvPr/>
        </p:nvSpPr>
        <p:spPr>
          <a:xfrm>
            <a:off x="2694348" y="2210124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kumimoji="1"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OTA </a:t>
            </a:r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예약 건 수정 불가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A8C265-4459-E544-2238-4770856C5E98}"/>
              </a:ext>
            </a:extLst>
          </p:cNvPr>
          <p:cNvSpPr txBox="1"/>
          <p:nvPr/>
        </p:nvSpPr>
        <p:spPr>
          <a:xfrm>
            <a:off x="6606248" y="2210124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kumimoji="1"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OTA </a:t>
            </a:r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예약 건 수정 불가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9A7DF5-BEF0-4581-FC6F-0F2003242F49}"/>
              </a:ext>
            </a:extLst>
          </p:cNvPr>
          <p:cNvSpPr txBox="1"/>
          <p:nvPr/>
        </p:nvSpPr>
        <p:spPr>
          <a:xfrm>
            <a:off x="3067683" y="3281433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kumimoji="1"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OTA </a:t>
            </a:r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예약 건 수정 불가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8E185A-AB06-A190-5411-A97952C56A26}"/>
              </a:ext>
            </a:extLst>
          </p:cNvPr>
          <p:cNvSpPr txBox="1"/>
          <p:nvPr/>
        </p:nvSpPr>
        <p:spPr>
          <a:xfrm>
            <a:off x="6925477" y="3281433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kumimoji="1"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OTA </a:t>
            </a:r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예약 건 수정 불가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1CC6A4-3219-6944-AC78-EE7CD55CBA32}"/>
              </a:ext>
            </a:extLst>
          </p:cNvPr>
          <p:cNvSpPr txBox="1"/>
          <p:nvPr/>
        </p:nvSpPr>
        <p:spPr>
          <a:xfrm>
            <a:off x="2615843" y="3492448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kumimoji="1"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OTA </a:t>
            </a:r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예약 건 수정 불가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67C806-21CA-AB09-4B6D-98EDC6E6E7A4}"/>
              </a:ext>
            </a:extLst>
          </p:cNvPr>
          <p:cNvSpPr txBox="1"/>
          <p:nvPr/>
        </p:nvSpPr>
        <p:spPr>
          <a:xfrm>
            <a:off x="6473637" y="3492448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kumimoji="1"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OTA </a:t>
            </a:r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예약 건 수정 불가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BC683C-FAB5-63A3-28A5-D2049AF9156E}"/>
              </a:ext>
            </a:extLst>
          </p:cNvPr>
          <p:cNvSpPr txBox="1"/>
          <p:nvPr/>
        </p:nvSpPr>
        <p:spPr>
          <a:xfrm>
            <a:off x="5543005" y="3946942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kumimoji="1"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OTA </a:t>
            </a:r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예약 건 수정 불가</a:t>
            </a:r>
          </a:p>
        </p:txBody>
      </p:sp>
    </p:spTree>
    <p:extLst>
      <p:ext uri="{BB962C8B-B14F-4D97-AF65-F5344CB8AC3E}">
        <p14:creationId xmlns:p14="http://schemas.microsoft.com/office/powerpoint/2010/main" val="2593706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601F-46AD-EC77-CDF7-29E76368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3B95C24-46BF-AE87-D485-9EEA04FE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57791AA-95D7-578B-C42C-1D57D720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D88A8D1-48E0-F51A-FCF0-9DF94BB107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E3FE07C-D7F0-4E93-B966-3D99C25AF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51D670-D4CB-F5FA-7F66-694098B020C3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BF1AF20-D6A3-273B-CF3D-DD41A4B58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26739"/>
              </p:ext>
            </p:extLst>
          </p:nvPr>
        </p:nvGraphicFramePr>
        <p:xfrm>
          <a:off x="9406740" y="440717"/>
          <a:ext cx="2785260" cy="2093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OTA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 건의 경우 플랫폼에서 결제되어 들어 옴으로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상태만 출력 됨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취소가 불가 함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부분취소 버튼 미 출력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C6D6E9D-C149-1BAC-A9A6-832C5D6D7861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758F50-3C29-10B4-4062-2A731CB71718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5E80B430-CDCB-AC95-EDCE-82B293863D2F}"/>
              </a:ext>
            </a:extLst>
          </p:cNvPr>
          <p:cNvGrpSpPr/>
          <p:nvPr/>
        </p:nvGrpSpPr>
        <p:grpSpPr>
          <a:xfrm rot="10800000">
            <a:off x="1289409" y="969740"/>
            <a:ext cx="360000" cy="372571"/>
            <a:chOff x="3180625" y="5062589"/>
            <a:chExt cx="360000" cy="372571"/>
          </a:xfrm>
        </p:grpSpPr>
        <p:cxnSp>
          <p:nvCxnSpPr>
            <p:cNvPr id="270" name="직선 연결선 206">
              <a:extLst>
                <a:ext uri="{FF2B5EF4-FFF2-40B4-BE49-F238E27FC236}">
                  <a16:creationId xmlns:a16="http://schemas.microsoft.com/office/drawing/2014/main" id="{B2797F98-A04D-A740-935B-EA3D9519FB24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F094B5B7-60D9-D276-7FBB-7534B62A846B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19BE4906-DC6A-F46B-1623-2E6AB4722F9D}"/>
              </a:ext>
            </a:extLst>
          </p:cNvPr>
          <p:cNvGrpSpPr/>
          <p:nvPr/>
        </p:nvGrpSpPr>
        <p:grpSpPr>
          <a:xfrm>
            <a:off x="1491675" y="692696"/>
            <a:ext cx="6079703" cy="263263"/>
            <a:chOff x="1512625" y="1374043"/>
            <a:chExt cx="6079703" cy="263263"/>
          </a:xfrm>
        </p:grpSpPr>
        <p:sp>
          <p:nvSpPr>
            <p:cNvPr id="286" name="양쪽 모서리가 둥근 사각형 285">
              <a:extLst>
                <a:ext uri="{FF2B5EF4-FFF2-40B4-BE49-F238E27FC236}">
                  <a16:creationId xmlns:a16="http://schemas.microsoft.com/office/drawing/2014/main" id="{7C8A9009-796A-A4D5-C7A5-33F5CD0B6D56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87" name="양쪽 모서리가 둥근 사각형 286">
              <a:extLst>
                <a:ext uri="{FF2B5EF4-FFF2-40B4-BE49-F238E27FC236}">
                  <a16:creationId xmlns:a16="http://schemas.microsoft.com/office/drawing/2014/main" id="{C46BB02C-C87F-5018-73A7-4CB7D25FE0B9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8" name="양쪽 모서리가 둥근 사각형 287">
              <a:extLst>
                <a:ext uri="{FF2B5EF4-FFF2-40B4-BE49-F238E27FC236}">
                  <a16:creationId xmlns:a16="http://schemas.microsoft.com/office/drawing/2014/main" id="{BDA58AC2-16D9-0290-2C15-5B9FF4ECF27A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89" name="양쪽 모서리가 둥근 사각형 288">
              <a:extLst>
                <a:ext uri="{FF2B5EF4-FFF2-40B4-BE49-F238E27FC236}">
                  <a16:creationId xmlns:a16="http://schemas.microsoft.com/office/drawing/2014/main" id="{61101439-4BFA-6F68-F175-5AE4EE23049E}"/>
                </a:ext>
              </a:extLst>
            </p:cNvPr>
            <p:cNvSpPr/>
            <p:nvPr/>
          </p:nvSpPr>
          <p:spPr>
            <a:xfrm>
              <a:off x="557317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90" name="양쪽 모서리가 둥근 사각형 289">
              <a:extLst>
                <a:ext uri="{FF2B5EF4-FFF2-40B4-BE49-F238E27FC236}">
                  <a16:creationId xmlns:a16="http://schemas.microsoft.com/office/drawing/2014/main" id="{ACE577BC-7DD5-DD08-8209-0FF75D8FCD8B}"/>
                </a:ext>
              </a:extLst>
            </p:cNvPr>
            <p:cNvSpPr/>
            <p:nvPr/>
          </p:nvSpPr>
          <p:spPr>
            <a:xfrm>
              <a:off x="658064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292" name="양쪽 모서리가 둥근 사각형 291">
              <a:extLst>
                <a:ext uri="{FF2B5EF4-FFF2-40B4-BE49-F238E27FC236}">
                  <a16:creationId xmlns:a16="http://schemas.microsoft.com/office/drawing/2014/main" id="{DAF69FE9-FC90-0BA4-16CD-1DB0CE1C05A3}"/>
                </a:ext>
              </a:extLst>
            </p:cNvPr>
            <p:cNvSpPr/>
            <p:nvPr/>
          </p:nvSpPr>
          <p:spPr>
            <a:xfrm>
              <a:off x="4558186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50FBE52-E0FA-4F4C-27A0-4B24ACAC0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315629"/>
              </p:ext>
            </p:extLst>
          </p:nvPr>
        </p:nvGraphicFramePr>
        <p:xfrm>
          <a:off x="1494321" y="1195854"/>
          <a:ext cx="7746196" cy="277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2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158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25613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59AE93-CCFA-0724-59EB-DAF79AEA9C1A}"/>
              </a:ext>
            </a:extLst>
          </p:cNvPr>
          <p:cNvSpPr txBox="1"/>
          <p:nvPr/>
        </p:nvSpPr>
        <p:spPr>
          <a:xfrm>
            <a:off x="1405715" y="970958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DFFB90F-8084-8BB2-9B5B-D16FFD345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434245"/>
              </p:ext>
            </p:extLst>
          </p:nvPr>
        </p:nvGraphicFramePr>
        <p:xfrm>
          <a:off x="2498351" y="1444746"/>
          <a:ext cx="6709642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6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55214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8046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617466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어린이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54,546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5,454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</a:tbl>
          </a:graphicData>
        </a:graphic>
      </p:graphicFrame>
      <p:sp>
        <p:nvSpPr>
          <p:cNvPr id="8" name="Chevron Left">
            <a:extLst>
              <a:ext uri="{FF2B5EF4-FFF2-40B4-BE49-F238E27FC236}">
                <a16:creationId xmlns:a16="http://schemas.microsoft.com/office/drawing/2014/main" id="{C0B0A57D-B907-ABF1-E9E8-5FC5CA59696E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1474498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5D3CF5E-10A4-0C19-C4DC-CFA4E8FD6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80904"/>
              </p:ext>
            </p:extLst>
          </p:nvPr>
        </p:nvGraphicFramePr>
        <p:xfrm>
          <a:off x="2498351" y="2474893"/>
          <a:ext cx="6709642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6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55214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8046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617466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</a:tbl>
          </a:graphicData>
        </a:graphic>
      </p:graphicFrame>
      <p:sp>
        <p:nvSpPr>
          <p:cNvPr id="11" name="Chevron Left">
            <a:extLst>
              <a:ext uri="{FF2B5EF4-FFF2-40B4-BE49-F238E27FC236}">
                <a16:creationId xmlns:a16="http://schemas.microsoft.com/office/drawing/2014/main" id="{AAA174C7-A4CB-8228-E396-053A6A93AD46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250464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79D377-CDFF-9F9E-C716-6B2C9AEB8B75}"/>
              </a:ext>
            </a:extLst>
          </p:cNvPr>
          <p:cNvSpPr/>
          <p:nvPr/>
        </p:nvSpPr>
        <p:spPr>
          <a:xfrm>
            <a:off x="2498351" y="3311819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F44E29-1E39-914C-0FE2-41F98984638A}"/>
              </a:ext>
            </a:extLst>
          </p:cNvPr>
          <p:cNvGrpSpPr/>
          <p:nvPr/>
        </p:nvGrpSpPr>
        <p:grpSpPr>
          <a:xfrm>
            <a:off x="2988395" y="3384874"/>
            <a:ext cx="1272170" cy="511096"/>
            <a:chOff x="2618905" y="5949418"/>
            <a:chExt cx="1272170" cy="5110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8F8F8B-35D4-0F2B-E363-FB92D0EE46A9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1,787,500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E68291-3156-C771-392D-05F9FA2A13BD}"/>
                </a:ext>
              </a:extLst>
            </p:cNvPr>
            <p:cNvSpPr txBox="1"/>
            <p:nvPr/>
          </p:nvSpPr>
          <p:spPr>
            <a:xfrm>
              <a:off x="2771308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EDA924E-382A-F4E5-12E1-41FEBE811E60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A4F1FA6-FB60-C3E2-C4E9-C91F610BB94D}"/>
              </a:ext>
            </a:extLst>
          </p:cNvPr>
          <p:cNvGrpSpPr/>
          <p:nvPr/>
        </p:nvGrpSpPr>
        <p:grpSpPr>
          <a:xfrm>
            <a:off x="5191775" y="3384874"/>
            <a:ext cx="1272170" cy="511096"/>
            <a:chOff x="3926592" y="5949418"/>
            <a:chExt cx="1272170" cy="5110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EAC152-4B4C-0464-D152-E4A1D59447D0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280,000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91EE90-9132-6687-F7AF-D3BE6A360987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B1C4DB-D022-6B16-725F-B7122A7375E5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A08E35-19E0-EC84-A98F-CDD0AE8053C5}"/>
              </a:ext>
            </a:extLst>
          </p:cNvPr>
          <p:cNvGrpSpPr/>
          <p:nvPr/>
        </p:nvGrpSpPr>
        <p:grpSpPr>
          <a:xfrm>
            <a:off x="7395154" y="3384874"/>
            <a:ext cx="1272170" cy="511096"/>
            <a:chOff x="7133672" y="5949418"/>
            <a:chExt cx="1272170" cy="51109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768A66-74B8-7787-693A-1B2E8CD2BD26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2,067,500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973A860-0024-D541-7A8D-C4A0AAE956FD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총 합계 금액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286105-98A1-59FA-2872-EF5301A745AE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sp>
        <p:nvSpPr>
          <p:cNvPr id="37" name="Teardrop 1">
            <a:extLst>
              <a:ext uri="{FF2B5EF4-FFF2-40B4-BE49-F238E27FC236}">
                <a16:creationId xmlns:a16="http://schemas.microsoft.com/office/drawing/2014/main" id="{93CA42A8-A662-4D42-83C7-B918D1FBC46F}"/>
              </a:ext>
            </a:extLst>
          </p:cNvPr>
          <p:cNvSpPr/>
          <p:nvPr/>
        </p:nvSpPr>
        <p:spPr>
          <a:xfrm rot="16200000" flipH="1" flipV="1">
            <a:off x="2298940" y="11274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ardrop 1">
            <a:extLst>
              <a:ext uri="{FF2B5EF4-FFF2-40B4-BE49-F238E27FC236}">
                <a16:creationId xmlns:a16="http://schemas.microsoft.com/office/drawing/2014/main" id="{95EC49EA-46D6-FD38-1992-D1A361A30C0C}"/>
              </a:ext>
            </a:extLst>
          </p:cNvPr>
          <p:cNvSpPr/>
          <p:nvPr/>
        </p:nvSpPr>
        <p:spPr>
          <a:xfrm rot="16200000" flipH="1" flipV="1">
            <a:off x="4225345" y="11274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Teardrop 1">
            <a:extLst>
              <a:ext uri="{FF2B5EF4-FFF2-40B4-BE49-F238E27FC236}">
                <a16:creationId xmlns:a16="http://schemas.microsoft.com/office/drawing/2014/main" id="{050D6D77-A6D5-0299-95F5-3B4A6F2D9A56}"/>
              </a:ext>
            </a:extLst>
          </p:cNvPr>
          <p:cNvSpPr/>
          <p:nvPr/>
        </p:nvSpPr>
        <p:spPr>
          <a:xfrm rot="16200000" flipH="1" flipV="1">
            <a:off x="5617493" y="173364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Teardrop 1">
            <a:extLst>
              <a:ext uri="{FF2B5EF4-FFF2-40B4-BE49-F238E27FC236}">
                <a16:creationId xmlns:a16="http://schemas.microsoft.com/office/drawing/2014/main" id="{6CC63B98-9850-D556-36F8-4CE541D5D631}"/>
              </a:ext>
            </a:extLst>
          </p:cNvPr>
          <p:cNvSpPr/>
          <p:nvPr/>
        </p:nvSpPr>
        <p:spPr>
          <a:xfrm rot="16200000" flipH="1" flipV="1">
            <a:off x="8972005" y="173364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B8D9373-DB87-DDC9-140C-E1248B3810E2}"/>
              </a:ext>
            </a:extLst>
          </p:cNvPr>
          <p:cNvSpPr/>
          <p:nvPr/>
        </p:nvSpPr>
        <p:spPr>
          <a:xfrm>
            <a:off x="2988395" y="4941168"/>
            <a:ext cx="5051821" cy="5040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rgbClr val="C00000"/>
                </a:solidFill>
              </a:rPr>
              <a:t>OTA </a:t>
            </a:r>
            <a:r>
              <a:rPr kumimoji="1" lang="ko-KR" altLang="en-US" sz="1200" b="1" dirty="0">
                <a:solidFill>
                  <a:srgbClr val="C00000"/>
                </a:solidFill>
              </a:rPr>
              <a:t>예약건의 경우 취소내역은 미 출력</a:t>
            </a:r>
          </a:p>
        </p:txBody>
      </p:sp>
    </p:spTree>
    <p:extLst>
      <p:ext uri="{BB962C8B-B14F-4D97-AF65-F5344CB8AC3E}">
        <p14:creationId xmlns:p14="http://schemas.microsoft.com/office/powerpoint/2010/main" val="24292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8741-ECCC-7D06-2866-276C47B1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0A2A480-BF6B-BDEB-93F7-7A03D8C1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94FAA4C-907F-11AC-032F-279BC9D4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결제수단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560D241-3AB6-C043-350F-8F4829EE0E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F958970-3029-421D-1FFA-AF764EEACC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9D5604-2B9F-FA80-232B-428EB54453B8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0D7AC3D-BC90-1596-C0B0-CC83987AE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843024"/>
              </p:ext>
            </p:extLst>
          </p:nvPr>
        </p:nvGraphicFramePr>
        <p:xfrm>
          <a:off x="9406740" y="440717"/>
          <a:ext cx="2785260" cy="3281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 및 추가 결제 시 호텔 관리자가 입력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F87CE01-1EA9-916E-1C69-0D52CD71C101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4ED0A6-85ED-DE93-C6B0-762E7E124804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FB663BE-4E10-6408-ABD2-0227891E4261}"/>
              </a:ext>
            </a:extLst>
          </p:cNvPr>
          <p:cNvGraphicFramePr>
            <a:graphicFrameLocks noGrp="1"/>
          </p:cNvGraphicFramePr>
          <p:nvPr/>
        </p:nvGraphicFramePr>
        <p:xfrm>
          <a:off x="1487971" y="1283454"/>
          <a:ext cx="7746196" cy="1243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3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59636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3426199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 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81413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◉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(KRW)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(USD)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예치금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결제완료 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결제금액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(VAT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 :                       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166665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6BBE173A-7D35-BA89-654B-7A0296C042D9}"/>
              </a:ext>
            </a:extLst>
          </p:cNvPr>
          <p:cNvSpPr txBox="1"/>
          <p:nvPr/>
        </p:nvSpPr>
        <p:spPr>
          <a:xfrm>
            <a:off x="1405715" y="1046364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수단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AB384857-0260-AB00-121B-DDDC66C67641}"/>
              </a:ext>
            </a:extLst>
          </p:cNvPr>
          <p:cNvSpPr>
            <a:spLocks/>
          </p:cNvSpPr>
          <p:nvPr/>
        </p:nvSpPr>
        <p:spPr bwMode="auto">
          <a:xfrm>
            <a:off x="2552488" y="2079142"/>
            <a:ext cx="27801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" name="Text Box">
            <a:extLst>
              <a:ext uri="{FF2B5EF4-FFF2-40B4-BE49-F238E27FC236}">
                <a16:creationId xmlns:a16="http://schemas.microsoft.com/office/drawing/2014/main" id="{75747F9B-49D4-4FB9-B022-3E2E017DECA6}"/>
              </a:ext>
            </a:extLst>
          </p:cNvPr>
          <p:cNvSpPr>
            <a:spLocks/>
          </p:cNvSpPr>
          <p:nvPr/>
        </p:nvSpPr>
        <p:spPr bwMode="auto">
          <a:xfrm>
            <a:off x="2917654" y="2079142"/>
            <a:ext cx="371066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E8E03A9-5760-6ED3-3E86-A5DFA30107F8}"/>
              </a:ext>
            </a:extLst>
          </p:cNvPr>
          <p:cNvGrpSpPr/>
          <p:nvPr/>
        </p:nvGrpSpPr>
        <p:grpSpPr>
          <a:xfrm>
            <a:off x="2552489" y="1805767"/>
            <a:ext cx="1527288" cy="199000"/>
            <a:chOff x="2552489" y="1828608"/>
            <a:chExt cx="1527288" cy="199000"/>
          </a:xfrm>
        </p:grpSpPr>
        <p:sp>
          <p:nvSpPr>
            <p:cNvPr id="62" name="Text Box">
              <a:extLst>
                <a:ext uri="{FF2B5EF4-FFF2-40B4-BE49-F238E27FC236}">
                  <a16:creationId xmlns:a16="http://schemas.microsoft.com/office/drawing/2014/main" id="{1DE18783-227A-AF9A-C7E1-60069FFD0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89" y="1846420"/>
              <a:ext cx="1527288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63" name="그래픽 62" descr="눈 단색으로 채워진">
              <a:extLst>
                <a:ext uri="{FF2B5EF4-FFF2-40B4-BE49-F238E27FC236}">
                  <a16:creationId xmlns:a16="http://schemas.microsoft.com/office/drawing/2014/main" id="{050A1CD4-3AAB-CF65-329C-F7BD9DDB2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09520" y="1828608"/>
              <a:ext cx="199000" cy="199000"/>
            </a:xfrm>
            <a:prstGeom prst="rect">
              <a:avLst/>
            </a:prstGeom>
          </p:spPr>
        </p:pic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D687F21-6E7E-7F93-6A96-24B0F0F4A83A}"/>
              </a:ext>
            </a:extLst>
          </p:cNvPr>
          <p:cNvGrpSpPr/>
          <p:nvPr/>
        </p:nvGrpSpPr>
        <p:grpSpPr>
          <a:xfrm>
            <a:off x="5893274" y="1788520"/>
            <a:ext cx="694165" cy="199000"/>
            <a:chOff x="6566927" y="1828608"/>
            <a:chExt cx="694165" cy="199000"/>
          </a:xfrm>
        </p:grpSpPr>
        <p:sp>
          <p:nvSpPr>
            <p:cNvPr id="130" name="Text Box">
              <a:extLst>
                <a:ext uri="{FF2B5EF4-FFF2-40B4-BE49-F238E27FC236}">
                  <a16:creationId xmlns:a16="http://schemas.microsoft.com/office/drawing/2014/main" id="{0E67CA3C-D43F-9894-5404-CC1E43967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927" y="1846420"/>
              <a:ext cx="694165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131" name="그래픽 130" descr="눈 단색으로 채워진">
              <a:extLst>
                <a:ext uri="{FF2B5EF4-FFF2-40B4-BE49-F238E27FC236}">
                  <a16:creationId xmlns:a16="http://schemas.microsoft.com/office/drawing/2014/main" id="{9691698F-19D6-4F6E-37EC-022CDEA67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49837" y="1828608"/>
              <a:ext cx="199000" cy="199000"/>
            </a:xfrm>
            <a:prstGeom prst="rect">
              <a:avLst/>
            </a:prstGeom>
          </p:spPr>
        </p:pic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B32B17FC-3204-E483-FEF8-BFF50FB64399}"/>
              </a:ext>
            </a:extLst>
          </p:cNvPr>
          <p:cNvGrpSpPr/>
          <p:nvPr/>
        </p:nvGrpSpPr>
        <p:grpSpPr>
          <a:xfrm>
            <a:off x="5893274" y="2042877"/>
            <a:ext cx="694165" cy="199000"/>
            <a:chOff x="6566927" y="2082965"/>
            <a:chExt cx="694165" cy="199000"/>
          </a:xfrm>
        </p:grpSpPr>
        <p:sp>
          <p:nvSpPr>
            <p:cNvPr id="153" name="Text Box">
              <a:extLst>
                <a:ext uri="{FF2B5EF4-FFF2-40B4-BE49-F238E27FC236}">
                  <a16:creationId xmlns:a16="http://schemas.microsoft.com/office/drawing/2014/main" id="{B7043FAA-C450-0FA0-3D71-292242FFA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927" y="2096207"/>
              <a:ext cx="694165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154" name="그래픽 153" descr="눈 단색으로 채워진">
              <a:extLst>
                <a:ext uri="{FF2B5EF4-FFF2-40B4-BE49-F238E27FC236}">
                  <a16:creationId xmlns:a16="http://schemas.microsoft.com/office/drawing/2014/main" id="{5C631FF7-9F76-C838-85F9-AE532CC67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49837" y="2082965"/>
              <a:ext cx="199000" cy="199000"/>
            </a:xfrm>
            <a:prstGeom prst="rect">
              <a:avLst/>
            </a:prstGeom>
          </p:spPr>
        </p:pic>
      </p:grpSp>
      <p:sp>
        <p:nvSpPr>
          <p:cNvPr id="155" name="Text Box">
            <a:extLst>
              <a:ext uri="{FF2B5EF4-FFF2-40B4-BE49-F238E27FC236}">
                <a16:creationId xmlns:a16="http://schemas.microsoft.com/office/drawing/2014/main" id="{415F78CB-3238-9B15-7FB1-D70B9503DAEA}"/>
              </a:ext>
            </a:extLst>
          </p:cNvPr>
          <p:cNvSpPr>
            <a:spLocks/>
          </p:cNvSpPr>
          <p:nvPr/>
        </p:nvSpPr>
        <p:spPr bwMode="auto">
          <a:xfrm>
            <a:off x="5893274" y="1565729"/>
            <a:ext cx="1016104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9E93469-C540-39D6-CB15-B97DCC729C41}"/>
              </a:ext>
            </a:extLst>
          </p:cNvPr>
          <p:cNvSpPr/>
          <p:nvPr/>
        </p:nvSpPr>
        <p:spPr>
          <a:xfrm>
            <a:off x="8803915" y="106505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112FB2C9-ADD3-6DB0-F1D9-29E8DDC7C514}"/>
              </a:ext>
            </a:extLst>
          </p:cNvPr>
          <p:cNvGraphicFramePr>
            <a:graphicFrameLocks noGrp="1"/>
          </p:cNvGraphicFramePr>
          <p:nvPr/>
        </p:nvGraphicFramePr>
        <p:xfrm>
          <a:off x="1487971" y="2826835"/>
          <a:ext cx="7746196" cy="74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59635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34007250"/>
                    </a:ext>
                  </a:extLst>
                </a:gridCol>
                <a:gridCol w="3426199">
                  <a:extLst>
                    <a:ext uri="{9D8B030D-6E8A-4147-A177-3AD203B41FA5}">
                      <a16:colId xmlns:a16="http://schemas.microsoft.com/office/drawing/2014/main" val="3065723747"/>
                    </a:ext>
                  </a:extLst>
                </a:gridCol>
              </a:tblGrid>
              <a:tr h="24872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 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04557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결제수단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◉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(KRW)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(USD)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예치금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결제완료 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결제금액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(VAT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 :                       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813295"/>
                  </a:ext>
                </a:extLst>
              </a:tr>
            </a:tbl>
          </a:graphicData>
        </a:graphic>
      </p:graphicFrame>
      <p:cxnSp>
        <p:nvCxnSpPr>
          <p:cNvPr id="176" name="꺾인 연결선[E] 175">
            <a:extLst>
              <a:ext uri="{FF2B5EF4-FFF2-40B4-BE49-F238E27FC236}">
                <a16:creationId xmlns:a16="http://schemas.microsoft.com/office/drawing/2014/main" id="{D4850D50-8054-3B28-9BB7-6FA86F70BD0F}"/>
              </a:ext>
            </a:extLst>
          </p:cNvPr>
          <p:cNvCxnSpPr>
            <a:cxnSpLocks/>
            <a:stCxn id="166" idx="3"/>
            <a:endCxn id="167" idx="3"/>
          </p:cNvCxnSpPr>
          <p:nvPr/>
        </p:nvCxnSpPr>
        <p:spPr>
          <a:xfrm>
            <a:off x="9234167" y="1137055"/>
            <a:ext cx="12700" cy="206287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CA4A5F22-0A2C-BAFD-D590-307D1CB1C635}"/>
              </a:ext>
            </a:extLst>
          </p:cNvPr>
          <p:cNvGrpSpPr/>
          <p:nvPr/>
        </p:nvGrpSpPr>
        <p:grpSpPr>
          <a:xfrm>
            <a:off x="2552488" y="2302503"/>
            <a:ext cx="1777435" cy="215444"/>
            <a:chOff x="2552488" y="2116024"/>
            <a:chExt cx="1777435" cy="215444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44D68CB4-00CD-F61F-602F-839CB35C1900}"/>
                </a:ext>
              </a:extLst>
            </p:cNvPr>
            <p:cNvGrpSpPr/>
            <p:nvPr/>
          </p:nvGrpSpPr>
          <p:grpSpPr>
            <a:xfrm>
              <a:off x="2552488" y="2149820"/>
              <a:ext cx="710141" cy="144000"/>
              <a:chOff x="2523054" y="4377902"/>
              <a:chExt cx="710141" cy="144000"/>
            </a:xfrm>
          </p:grpSpPr>
          <p:sp>
            <p:nvSpPr>
              <p:cNvPr id="201" name="Date Picker Field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84C98864-411C-76F1-B478-090B19DB7A0B}"/>
                  </a:ext>
                </a:extLst>
              </p:cNvPr>
              <p:cNvSpPr>
                <a:spLocks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523054" y="4377902"/>
                <a:ext cx="710141" cy="144000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2400" rIns="36000" bIns="324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altLang="ko-KR" sz="700" b="0" dirty="0">
                  <a:solidFill>
                    <a:schemeClr val="tx1"/>
                  </a:solidFill>
                  <a:cs typeface="Calibri" pitchFamily="34" charset="0"/>
                </a:endParaRPr>
              </a:p>
            </p:txBody>
          </p:sp>
          <p:sp>
            <p:nvSpPr>
              <p:cNvPr id="202" name="Date Picker Button" descr="&lt;SmartSettings&gt;&lt;SmartResize anchorLeft=&quot;None&quot; anchorTop=&quot;Non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8B5F3571-FE68-A2F4-9369-3F1B81AA0A19}"/>
                  </a:ext>
                </a:extLst>
              </p:cNvPr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090009" y="4397572"/>
                <a:ext cx="101381" cy="108538"/>
              </a:xfrm>
              <a:custGeom>
                <a:avLst/>
                <a:gdLst>
                  <a:gd name="T0" fmla="*/ 71 w 369"/>
                  <a:gd name="T1" fmla="*/ 44 h 395"/>
                  <a:gd name="T2" fmla="*/ 0 w 369"/>
                  <a:gd name="T3" fmla="*/ 64 h 395"/>
                  <a:gd name="T4" fmla="*/ 360 w 369"/>
                  <a:gd name="T5" fmla="*/ 395 h 395"/>
                  <a:gd name="T6" fmla="*/ 360 w 369"/>
                  <a:gd name="T7" fmla="*/ 56 h 395"/>
                  <a:gd name="T8" fmla="*/ 293 w 369"/>
                  <a:gd name="T9" fmla="*/ 15 h 395"/>
                  <a:gd name="T10" fmla="*/ 245 w 369"/>
                  <a:gd name="T11" fmla="*/ 44 h 395"/>
                  <a:gd name="T12" fmla="*/ 125 w 369"/>
                  <a:gd name="T13" fmla="*/ 44 h 395"/>
                  <a:gd name="T14" fmla="*/ 98 w 369"/>
                  <a:gd name="T15" fmla="*/ 17 h 395"/>
                  <a:gd name="T16" fmla="*/ 106 w 369"/>
                  <a:gd name="T17" fmla="*/ 56 h 395"/>
                  <a:gd name="T18" fmla="*/ 92 w 369"/>
                  <a:gd name="T19" fmla="*/ 23 h 395"/>
                  <a:gd name="T20" fmla="*/ 277 w 369"/>
                  <a:gd name="T21" fmla="*/ 23 h 395"/>
                  <a:gd name="T22" fmla="*/ 263 w 369"/>
                  <a:gd name="T23" fmla="*/ 56 h 395"/>
                  <a:gd name="T24" fmla="*/ 272 w 369"/>
                  <a:gd name="T25" fmla="*/ 17 h 395"/>
                  <a:gd name="T26" fmla="*/ 351 w 369"/>
                  <a:gd name="T27" fmla="*/ 377 h 395"/>
                  <a:gd name="T28" fmla="*/ 129 w 369"/>
                  <a:gd name="T29" fmla="*/ 146 h 395"/>
                  <a:gd name="T30" fmla="*/ 129 w 369"/>
                  <a:gd name="T31" fmla="*/ 199 h 395"/>
                  <a:gd name="T32" fmla="*/ 173 w 369"/>
                  <a:gd name="T33" fmla="*/ 155 h 395"/>
                  <a:gd name="T34" fmla="*/ 205 w 369"/>
                  <a:gd name="T35" fmla="*/ 146 h 395"/>
                  <a:gd name="T36" fmla="*/ 205 w 369"/>
                  <a:gd name="T37" fmla="*/ 199 h 395"/>
                  <a:gd name="T38" fmla="*/ 250 w 369"/>
                  <a:gd name="T39" fmla="*/ 155 h 395"/>
                  <a:gd name="T40" fmla="*/ 282 w 369"/>
                  <a:gd name="T41" fmla="*/ 146 h 395"/>
                  <a:gd name="T42" fmla="*/ 282 w 369"/>
                  <a:gd name="T43" fmla="*/ 199 h 395"/>
                  <a:gd name="T44" fmla="*/ 326 w 369"/>
                  <a:gd name="T45" fmla="*/ 155 h 395"/>
                  <a:gd name="T46" fmla="*/ 137 w 369"/>
                  <a:gd name="T47" fmla="*/ 164 h 395"/>
                  <a:gd name="T48" fmla="*/ 137 w 369"/>
                  <a:gd name="T49" fmla="*/ 182 h 395"/>
                  <a:gd name="T50" fmla="*/ 232 w 369"/>
                  <a:gd name="T51" fmla="*/ 164 h 395"/>
                  <a:gd name="T52" fmla="*/ 214 w 369"/>
                  <a:gd name="T53" fmla="*/ 164 h 395"/>
                  <a:gd name="T54" fmla="*/ 309 w 369"/>
                  <a:gd name="T55" fmla="*/ 182 h 395"/>
                  <a:gd name="T56" fmla="*/ 52 w 369"/>
                  <a:gd name="T57" fmla="*/ 220 h 395"/>
                  <a:gd name="T58" fmla="*/ 52 w 369"/>
                  <a:gd name="T59" fmla="*/ 273 h 395"/>
                  <a:gd name="T60" fmla="*/ 97 w 369"/>
                  <a:gd name="T61" fmla="*/ 228 h 395"/>
                  <a:gd name="T62" fmla="*/ 129 w 369"/>
                  <a:gd name="T63" fmla="*/ 220 h 395"/>
                  <a:gd name="T64" fmla="*/ 129 w 369"/>
                  <a:gd name="T65" fmla="*/ 273 h 395"/>
                  <a:gd name="T66" fmla="*/ 173 w 369"/>
                  <a:gd name="T67" fmla="*/ 228 h 395"/>
                  <a:gd name="T68" fmla="*/ 205 w 369"/>
                  <a:gd name="T69" fmla="*/ 220 h 395"/>
                  <a:gd name="T70" fmla="*/ 205 w 369"/>
                  <a:gd name="T71" fmla="*/ 273 h 395"/>
                  <a:gd name="T72" fmla="*/ 250 w 369"/>
                  <a:gd name="T73" fmla="*/ 228 h 395"/>
                  <a:gd name="T74" fmla="*/ 282 w 369"/>
                  <a:gd name="T75" fmla="*/ 220 h 395"/>
                  <a:gd name="T76" fmla="*/ 282 w 369"/>
                  <a:gd name="T77" fmla="*/ 273 h 395"/>
                  <a:gd name="T78" fmla="*/ 326 w 369"/>
                  <a:gd name="T79" fmla="*/ 228 h 395"/>
                  <a:gd name="T80" fmla="*/ 61 w 369"/>
                  <a:gd name="T81" fmla="*/ 237 h 395"/>
                  <a:gd name="T82" fmla="*/ 61 w 369"/>
                  <a:gd name="T83" fmla="*/ 255 h 395"/>
                  <a:gd name="T84" fmla="*/ 156 w 369"/>
                  <a:gd name="T85" fmla="*/ 237 h 395"/>
                  <a:gd name="T86" fmla="*/ 137 w 369"/>
                  <a:gd name="T87" fmla="*/ 237 h 395"/>
                  <a:gd name="T88" fmla="*/ 232 w 369"/>
                  <a:gd name="T89" fmla="*/ 255 h 395"/>
                  <a:gd name="T90" fmla="*/ 290 w 369"/>
                  <a:gd name="T91" fmla="*/ 237 h 395"/>
                  <a:gd name="T92" fmla="*/ 290 w 369"/>
                  <a:gd name="T93" fmla="*/ 255 h 395"/>
                  <a:gd name="T94" fmla="*/ 46 w 369"/>
                  <a:gd name="T95" fmla="*/ 296 h 395"/>
                  <a:gd name="T96" fmla="*/ 52 w 369"/>
                  <a:gd name="T97" fmla="*/ 347 h 395"/>
                  <a:gd name="T98" fmla="*/ 97 w 369"/>
                  <a:gd name="T99" fmla="*/ 302 h 395"/>
                  <a:gd name="T100" fmla="*/ 129 w 369"/>
                  <a:gd name="T101" fmla="*/ 293 h 395"/>
                  <a:gd name="T102" fmla="*/ 129 w 369"/>
                  <a:gd name="T103" fmla="*/ 347 h 395"/>
                  <a:gd name="T104" fmla="*/ 173 w 369"/>
                  <a:gd name="T105" fmla="*/ 302 h 395"/>
                  <a:gd name="T106" fmla="*/ 205 w 369"/>
                  <a:gd name="T107" fmla="*/ 293 h 395"/>
                  <a:gd name="T108" fmla="*/ 205 w 369"/>
                  <a:gd name="T109" fmla="*/ 347 h 395"/>
                  <a:gd name="T110" fmla="*/ 250 w 369"/>
                  <a:gd name="T111" fmla="*/ 302 h 395"/>
                  <a:gd name="T112" fmla="*/ 61 w 369"/>
                  <a:gd name="T113" fmla="*/ 311 h 395"/>
                  <a:gd name="T114" fmla="*/ 61 w 369"/>
                  <a:gd name="T115" fmla="*/ 329 h 395"/>
                  <a:gd name="T116" fmla="*/ 156 w 369"/>
                  <a:gd name="T117" fmla="*/ 311 h 395"/>
                  <a:gd name="T118" fmla="*/ 137 w 369"/>
                  <a:gd name="T119" fmla="*/ 311 h 395"/>
                  <a:gd name="T120" fmla="*/ 232 w 369"/>
                  <a:gd name="T121" fmla="*/ 329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9" h="395">
                    <a:moveTo>
                      <a:pt x="98" y="0"/>
                    </a:moveTo>
                    <a:cubicBezTo>
                      <a:pt x="88" y="0"/>
                      <a:pt x="81" y="7"/>
                      <a:pt x="77" y="15"/>
                    </a:cubicBezTo>
                    <a:cubicBezTo>
                      <a:pt x="73" y="23"/>
                      <a:pt x="71" y="33"/>
                      <a:pt x="71" y="44"/>
                    </a:cubicBezTo>
                    <a:cubicBezTo>
                      <a:pt x="71" y="48"/>
                      <a:pt x="71" y="52"/>
                      <a:pt x="72" y="56"/>
                    </a:cubicBezTo>
                    <a:lnTo>
                      <a:pt x="9" y="56"/>
                    </a:lnTo>
                    <a:cubicBezTo>
                      <a:pt x="4" y="56"/>
                      <a:pt x="1" y="60"/>
                      <a:pt x="0" y="64"/>
                    </a:cubicBezTo>
                    <a:lnTo>
                      <a:pt x="0" y="386"/>
                    </a:lnTo>
                    <a:cubicBezTo>
                      <a:pt x="1" y="391"/>
                      <a:pt x="5" y="395"/>
                      <a:pt x="9" y="395"/>
                    </a:cubicBezTo>
                    <a:lnTo>
                      <a:pt x="360" y="395"/>
                    </a:lnTo>
                    <a:cubicBezTo>
                      <a:pt x="365" y="394"/>
                      <a:pt x="369" y="391"/>
                      <a:pt x="369" y="386"/>
                    </a:cubicBezTo>
                    <a:lnTo>
                      <a:pt x="369" y="64"/>
                    </a:lnTo>
                    <a:cubicBezTo>
                      <a:pt x="369" y="59"/>
                      <a:pt x="365" y="56"/>
                      <a:pt x="360" y="56"/>
                    </a:cubicBezTo>
                    <a:lnTo>
                      <a:pt x="298" y="56"/>
                    </a:lnTo>
                    <a:cubicBezTo>
                      <a:pt x="299" y="52"/>
                      <a:pt x="299" y="48"/>
                      <a:pt x="299" y="44"/>
                    </a:cubicBezTo>
                    <a:cubicBezTo>
                      <a:pt x="299" y="33"/>
                      <a:pt x="297" y="23"/>
                      <a:pt x="293" y="15"/>
                    </a:cubicBezTo>
                    <a:cubicBezTo>
                      <a:pt x="289" y="7"/>
                      <a:pt x="282" y="0"/>
                      <a:pt x="272" y="0"/>
                    </a:cubicBezTo>
                    <a:cubicBezTo>
                      <a:pt x="262" y="0"/>
                      <a:pt x="256" y="7"/>
                      <a:pt x="251" y="15"/>
                    </a:cubicBezTo>
                    <a:cubicBezTo>
                      <a:pt x="247" y="23"/>
                      <a:pt x="245" y="33"/>
                      <a:pt x="245" y="44"/>
                    </a:cubicBezTo>
                    <a:cubicBezTo>
                      <a:pt x="245" y="48"/>
                      <a:pt x="245" y="52"/>
                      <a:pt x="246" y="56"/>
                    </a:cubicBezTo>
                    <a:lnTo>
                      <a:pt x="124" y="56"/>
                    </a:lnTo>
                    <a:cubicBezTo>
                      <a:pt x="124" y="52"/>
                      <a:pt x="125" y="48"/>
                      <a:pt x="125" y="44"/>
                    </a:cubicBezTo>
                    <a:cubicBezTo>
                      <a:pt x="125" y="33"/>
                      <a:pt x="122" y="23"/>
                      <a:pt x="118" y="15"/>
                    </a:cubicBezTo>
                    <a:cubicBezTo>
                      <a:pt x="114" y="7"/>
                      <a:pt x="107" y="0"/>
                      <a:pt x="98" y="0"/>
                    </a:cubicBezTo>
                    <a:close/>
                    <a:moveTo>
                      <a:pt x="98" y="17"/>
                    </a:moveTo>
                    <a:cubicBezTo>
                      <a:pt x="98" y="17"/>
                      <a:pt x="101" y="18"/>
                      <a:pt x="103" y="23"/>
                    </a:cubicBezTo>
                    <a:cubicBezTo>
                      <a:pt x="106" y="28"/>
                      <a:pt x="108" y="35"/>
                      <a:pt x="108" y="44"/>
                    </a:cubicBezTo>
                    <a:cubicBezTo>
                      <a:pt x="108" y="48"/>
                      <a:pt x="107" y="52"/>
                      <a:pt x="106" y="56"/>
                    </a:cubicBezTo>
                    <a:lnTo>
                      <a:pt x="89" y="56"/>
                    </a:lnTo>
                    <a:cubicBezTo>
                      <a:pt x="88" y="52"/>
                      <a:pt x="88" y="48"/>
                      <a:pt x="88" y="44"/>
                    </a:cubicBezTo>
                    <a:cubicBezTo>
                      <a:pt x="88" y="35"/>
                      <a:pt x="90" y="28"/>
                      <a:pt x="92" y="23"/>
                    </a:cubicBezTo>
                    <a:cubicBezTo>
                      <a:pt x="95" y="18"/>
                      <a:pt x="97" y="17"/>
                      <a:pt x="98" y="17"/>
                    </a:cubicBezTo>
                    <a:close/>
                    <a:moveTo>
                      <a:pt x="272" y="17"/>
                    </a:moveTo>
                    <a:cubicBezTo>
                      <a:pt x="273" y="17"/>
                      <a:pt x="275" y="18"/>
                      <a:pt x="277" y="23"/>
                    </a:cubicBezTo>
                    <a:cubicBezTo>
                      <a:pt x="280" y="28"/>
                      <a:pt x="282" y="35"/>
                      <a:pt x="282" y="44"/>
                    </a:cubicBezTo>
                    <a:cubicBezTo>
                      <a:pt x="282" y="48"/>
                      <a:pt x="281" y="52"/>
                      <a:pt x="281" y="56"/>
                    </a:cubicBezTo>
                    <a:lnTo>
                      <a:pt x="263" y="56"/>
                    </a:lnTo>
                    <a:cubicBezTo>
                      <a:pt x="263" y="52"/>
                      <a:pt x="262" y="48"/>
                      <a:pt x="262" y="44"/>
                    </a:cubicBezTo>
                    <a:cubicBezTo>
                      <a:pt x="262" y="35"/>
                      <a:pt x="264" y="28"/>
                      <a:pt x="267" y="23"/>
                    </a:cubicBezTo>
                    <a:cubicBezTo>
                      <a:pt x="269" y="18"/>
                      <a:pt x="272" y="17"/>
                      <a:pt x="272" y="17"/>
                    </a:cubicBezTo>
                    <a:close/>
                    <a:moveTo>
                      <a:pt x="18" y="118"/>
                    </a:moveTo>
                    <a:lnTo>
                      <a:pt x="351" y="118"/>
                    </a:lnTo>
                    <a:lnTo>
                      <a:pt x="351" y="377"/>
                    </a:lnTo>
                    <a:lnTo>
                      <a:pt x="18" y="377"/>
                    </a:lnTo>
                    <a:lnTo>
                      <a:pt x="18" y="118"/>
                    </a:lnTo>
                    <a:close/>
                    <a:moveTo>
                      <a:pt x="129" y="146"/>
                    </a:moveTo>
                    <a:cubicBezTo>
                      <a:pt x="123" y="146"/>
                      <a:pt x="120" y="150"/>
                      <a:pt x="120" y="155"/>
                    </a:cubicBezTo>
                    <a:lnTo>
                      <a:pt x="120" y="191"/>
                    </a:lnTo>
                    <a:cubicBezTo>
                      <a:pt x="120" y="196"/>
                      <a:pt x="124" y="199"/>
                      <a:pt x="129" y="199"/>
                    </a:cubicBezTo>
                    <a:lnTo>
                      <a:pt x="164" y="199"/>
                    </a:lnTo>
                    <a:cubicBezTo>
                      <a:pt x="170" y="199"/>
                      <a:pt x="173" y="195"/>
                      <a:pt x="173" y="191"/>
                    </a:cubicBezTo>
                    <a:lnTo>
                      <a:pt x="173" y="155"/>
                    </a:lnTo>
                    <a:cubicBezTo>
                      <a:pt x="173" y="150"/>
                      <a:pt x="169" y="146"/>
                      <a:pt x="164" y="146"/>
                    </a:cubicBezTo>
                    <a:lnTo>
                      <a:pt x="129" y="146"/>
                    </a:lnTo>
                    <a:close/>
                    <a:moveTo>
                      <a:pt x="205" y="146"/>
                    </a:moveTo>
                    <a:cubicBezTo>
                      <a:pt x="200" y="146"/>
                      <a:pt x="196" y="150"/>
                      <a:pt x="196" y="155"/>
                    </a:cubicBezTo>
                    <a:lnTo>
                      <a:pt x="196" y="191"/>
                    </a:lnTo>
                    <a:cubicBezTo>
                      <a:pt x="197" y="196"/>
                      <a:pt x="200" y="199"/>
                      <a:pt x="205" y="199"/>
                    </a:cubicBezTo>
                    <a:lnTo>
                      <a:pt x="241" y="199"/>
                    </a:lnTo>
                    <a:cubicBezTo>
                      <a:pt x="246" y="199"/>
                      <a:pt x="250" y="195"/>
                      <a:pt x="250" y="191"/>
                    </a:cubicBezTo>
                    <a:lnTo>
                      <a:pt x="250" y="155"/>
                    </a:lnTo>
                    <a:cubicBezTo>
                      <a:pt x="249" y="150"/>
                      <a:pt x="246" y="146"/>
                      <a:pt x="241" y="146"/>
                    </a:cubicBezTo>
                    <a:lnTo>
                      <a:pt x="205" y="146"/>
                    </a:lnTo>
                    <a:close/>
                    <a:moveTo>
                      <a:pt x="282" y="146"/>
                    </a:moveTo>
                    <a:cubicBezTo>
                      <a:pt x="276" y="146"/>
                      <a:pt x="273" y="150"/>
                      <a:pt x="273" y="155"/>
                    </a:cubicBezTo>
                    <a:lnTo>
                      <a:pt x="273" y="191"/>
                    </a:lnTo>
                    <a:cubicBezTo>
                      <a:pt x="273" y="196"/>
                      <a:pt x="277" y="199"/>
                      <a:pt x="282" y="199"/>
                    </a:cubicBezTo>
                    <a:lnTo>
                      <a:pt x="317" y="199"/>
                    </a:lnTo>
                    <a:cubicBezTo>
                      <a:pt x="323" y="199"/>
                      <a:pt x="326" y="195"/>
                      <a:pt x="326" y="191"/>
                    </a:cubicBezTo>
                    <a:lnTo>
                      <a:pt x="326" y="155"/>
                    </a:lnTo>
                    <a:cubicBezTo>
                      <a:pt x="326" y="150"/>
                      <a:pt x="322" y="146"/>
                      <a:pt x="317" y="146"/>
                    </a:cubicBezTo>
                    <a:lnTo>
                      <a:pt x="282" y="146"/>
                    </a:lnTo>
                    <a:close/>
                    <a:moveTo>
                      <a:pt x="137" y="164"/>
                    </a:moveTo>
                    <a:lnTo>
                      <a:pt x="156" y="164"/>
                    </a:lnTo>
                    <a:lnTo>
                      <a:pt x="156" y="182"/>
                    </a:lnTo>
                    <a:lnTo>
                      <a:pt x="137" y="182"/>
                    </a:lnTo>
                    <a:lnTo>
                      <a:pt x="137" y="164"/>
                    </a:lnTo>
                    <a:close/>
                    <a:moveTo>
                      <a:pt x="214" y="164"/>
                    </a:moveTo>
                    <a:lnTo>
                      <a:pt x="232" y="164"/>
                    </a:lnTo>
                    <a:lnTo>
                      <a:pt x="232" y="182"/>
                    </a:lnTo>
                    <a:lnTo>
                      <a:pt x="214" y="182"/>
                    </a:lnTo>
                    <a:lnTo>
                      <a:pt x="214" y="164"/>
                    </a:lnTo>
                    <a:close/>
                    <a:moveTo>
                      <a:pt x="290" y="164"/>
                    </a:moveTo>
                    <a:lnTo>
                      <a:pt x="309" y="164"/>
                    </a:lnTo>
                    <a:lnTo>
                      <a:pt x="309" y="182"/>
                    </a:lnTo>
                    <a:lnTo>
                      <a:pt x="290" y="182"/>
                    </a:lnTo>
                    <a:lnTo>
                      <a:pt x="290" y="164"/>
                    </a:lnTo>
                    <a:close/>
                    <a:moveTo>
                      <a:pt x="52" y="220"/>
                    </a:moveTo>
                    <a:cubicBezTo>
                      <a:pt x="47" y="220"/>
                      <a:pt x="43" y="224"/>
                      <a:pt x="43" y="228"/>
                    </a:cubicBezTo>
                    <a:lnTo>
                      <a:pt x="43" y="264"/>
                    </a:lnTo>
                    <a:cubicBezTo>
                      <a:pt x="50" y="274"/>
                      <a:pt x="42" y="272"/>
                      <a:pt x="52" y="273"/>
                    </a:cubicBezTo>
                    <a:lnTo>
                      <a:pt x="88" y="273"/>
                    </a:lnTo>
                    <a:cubicBezTo>
                      <a:pt x="93" y="273"/>
                      <a:pt x="97" y="269"/>
                      <a:pt x="97" y="264"/>
                    </a:cubicBezTo>
                    <a:lnTo>
                      <a:pt x="97" y="228"/>
                    </a:lnTo>
                    <a:cubicBezTo>
                      <a:pt x="96" y="223"/>
                      <a:pt x="93" y="220"/>
                      <a:pt x="88" y="220"/>
                    </a:cubicBezTo>
                    <a:lnTo>
                      <a:pt x="52" y="220"/>
                    </a:lnTo>
                    <a:close/>
                    <a:moveTo>
                      <a:pt x="129" y="220"/>
                    </a:moveTo>
                    <a:cubicBezTo>
                      <a:pt x="123" y="220"/>
                      <a:pt x="120" y="224"/>
                      <a:pt x="120" y="228"/>
                    </a:cubicBezTo>
                    <a:lnTo>
                      <a:pt x="120" y="264"/>
                    </a:lnTo>
                    <a:cubicBezTo>
                      <a:pt x="120" y="269"/>
                      <a:pt x="124" y="273"/>
                      <a:pt x="129" y="273"/>
                    </a:cubicBezTo>
                    <a:lnTo>
                      <a:pt x="164" y="273"/>
                    </a:lnTo>
                    <a:cubicBezTo>
                      <a:pt x="170" y="273"/>
                      <a:pt x="173" y="269"/>
                      <a:pt x="173" y="264"/>
                    </a:cubicBezTo>
                    <a:lnTo>
                      <a:pt x="173" y="228"/>
                    </a:lnTo>
                    <a:cubicBezTo>
                      <a:pt x="173" y="223"/>
                      <a:pt x="169" y="220"/>
                      <a:pt x="164" y="220"/>
                    </a:cubicBezTo>
                    <a:lnTo>
                      <a:pt x="129" y="220"/>
                    </a:lnTo>
                    <a:close/>
                    <a:moveTo>
                      <a:pt x="205" y="220"/>
                    </a:moveTo>
                    <a:cubicBezTo>
                      <a:pt x="200" y="220"/>
                      <a:pt x="196" y="224"/>
                      <a:pt x="196" y="228"/>
                    </a:cubicBezTo>
                    <a:lnTo>
                      <a:pt x="196" y="264"/>
                    </a:lnTo>
                    <a:cubicBezTo>
                      <a:pt x="197" y="269"/>
                      <a:pt x="200" y="273"/>
                      <a:pt x="205" y="273"/>
                    </a:cubicBezTo>
                    <a:lnTo>
                      <a:pt x="241" y="273"/>
                    </a:lnTo>
                    <a:cubicBezTo>
                      <a:pt x="246" y="273"/>
                      <a:pt x="250" y="269"/>
                      <a:pt x="250" y="264"/>
                    </a:cubicBezTo>
                    <a:lnTo>
                      <a:pt x="250" y="228"/>
                    </a:lnTo>
                    <a:cubicBezTo>
                      <a:pt x="249" y="223"/>
                      <a:pt x="246" y="220"/>
                      <a:pt x="241" y="220"/>
                    </a:cubicBezTo>
                    <a:lnTo>
                      <a:pt x="205" y="220"/>
                    </a:lnTo>
                    <a:close/>
                    <a:moveTo>
                      <a:pt x="282" y="220"/>
                    </a:moveTo>
                    <a:cubicBezTo>
                      <a:pt x="276" y="220"/>
                      <a:pt x="273" y="224"/>
                      <a:pt x="273" y="228"/>
                    </a:cubicBezTo>
                    <a:lnTo>
                      <a:pt x="273" y="264"/>
                    </a:lnTo>
                    <a:cubicBezTo>
                      <a:pt x="273" y="269"/>
                      <a:pt x="277" y="273"/>
                      <a:pt x="282" y="273"/>
                    </a:cubicBezTo>
                    <a:lnTo>
                      <a:pt x="317" y="273"/>
                    </a:lnTo>
                    <a:cubicBezTo>
                      <a:pt x="323" y="273"/>
                      <a:pt x="326" y="269"/>
                      <a:pt x="326" y="264"/>
                    </a:cubicBezTo>
                    <a:lnTo>
                      <a:pt x="326" y="228"/>
                    </a:lnTo>
                    <a:cubicBezTo>
                      <a:pt x="326" y="223"/>
                      <a:pt x="322" y="220"/>
                      <a:pt x="317" y="220"/>
                    </a:cubicBezTo>
                    <a:lnTo>
                      <a:pt x="282" y="220"/>
                    </a:lnTo>
                    <a:close/>
                    <a:moveTo>
                      <a:pt x="61" y="237"/>
                    </a:moveTo>
                    <a:lnTo>
                      <a:pt x="79" y="237"/>
                    </a:lnTo>
                    <a:lnTo>
                      <a:pt x="79" y="255"/>
                    </a:lnTo>
                    <a:lnTo>
                      <a:pt x="61" y="255"/>
                    </a:lnTo>
                    <a:lnTo>
                      <a:pt x="61" y="237"/>
                    </a:lnTo>
                    <a:close/>
                    <a:moveTo>
                      <a:pt x="137" y="237"/>
                    </a:moveTo>
                    <a:lnTo>
                      <a:pt x="156" y="237"/>
                    </a:lnTo>
                    <a:lnTo>
                      <a:pt x="156" y="255"/>
                    </a:lnTo>
                    <a:lnTo>
                      <a:pt x="137" y="255"/>
                    </a:lnTo>
                    <a:lnTo>
                      <a:pt x="137" y="237"/>
                    </a:lnTo>
                    <a:close/>
                    <a:moveTo>
                      <a:pt x="214" y="237"/>
                    </a:moveTo>
                    <a:lnTo>
                      <a:pt x="232" y="237"/>
                    </a:lnTo>
                    <a:lnTo>
                      <a:pt x="232" y="255"/>
                    </a:lnTo>
                    <a:lnTo>
                      <a:pt x="214" y="255"/>
                    </a:lnTo>
                    <a:lnTo>
                      <a:pt x="214" y="237"/>
                    </a:lnTo>
                    <a:close/>
                    <a:moveTo>
                      <a:pt x="290" y="237"/>
                    </a:moveTo>
                    <a:lnTo>
                      <a:pt x="309" y="237"/>
                    </a:lnTo>
                    <a:lnTo>
                      <a:pt x="309" y="255"/>
                    </a:lnTo>
                    <a:lnTo>
                      <a:pt x="290" y="255"/>
                    </a:lnTo>
                    <a:lnTo>
                      <a:pt x="290" y="237"/>
                    </a:lnTo>
                    <a:close/>
                    <a:moveTo>
                      <a:pt x="52" y="293"/>
                    </a:moveTo>
                    <a:cubicBezTo>
                      <a:pt x="50" y="293"/>
                      <a:pt x="47" y="294"/>
                      <a:pt x="46" y="296"/>
                    </a:cubicBezTo>
                    <a:cubicBezTo>
                      <a:pt x="44" y="297"/>
                      <a:pt x="43" y="300"/>
                      <a:pt x="43" y="302"/>
                    </a:cubicBezTo>
                    <a:lnTo>
                      <a:pt x="43" y="338"/>
                    </a:lnTo>
                    <a:cubicBezTo>
                      <a:pt x="44" y="343"/>
                      <a:pt x="47" y="347"/>
                      <a:pt x="52" y="347"/>
                    </a:cubicBezTo>
                    <a:lnTo>
                      <a:pt x="88" y="347"/>
                    </a:lnTo>
                    <a:cubicBezTo>
                      <a:pt x="93" y="346"/>
                      <a:pt x="97" y="343"/>
                      <a:pt x="97" y="338"/>
                    </a:cubicBezTo>
                    <a:lnTo>
                      <a:pt x="97" y="302"/>
                    </a:lnTo>
                    <a:cubicBezTo>
                      <a:pt x="96" y="297"/>
                      <a:pt x="93" y="293"/>
                      <a:pt x="88" y="293"/>
                    </a:cubicBezTo>
                    <a:lnTo>
                      <a:pt x="52" y="293"/>
                    </a:lnTo>
                    <a:close/>
                    <a:moveTo>
                      <a:pt x="129" y="293"/>
                    </a:moveTo>
                    <a:cubicBezTo>
                      <a:pt x="123" y="294"/>
                      <a:pt x="120" y="297"/>
                      <a:pt x="120" y="302"/>
                    </a:cubicBezTo>
                    <a:lnTo>
                      <a:pt x="120" y="338"/>
                    </a:lnTo>
                    <a:cubicBezTo>
                      <a:pt x="120" y="343"/>
                      <a:pt x="124" y="347"/>
                      <a:pt x="129" y="347"/>
                    </a:cubicBezTo>
                    <a:lnTo>
                      <a:pt x="164" y="347"/>
                    </a:lnTo>
                    <a:cubicBezTo>
                      <a:pt x="170" y="346"/>
                      <a:pt x="173" y="343"/>
                      <a:pt x="173" y="338"/>
                    </a:cubicBezTo>
                    <a:lnTo>
                      <a:pt x="173" y="302"/>
                    </a:lnTo>
                    <a:cubicBezTo>
                      <a:pt x="173" y="297"/>
                      <a:pt x="169" y="293"/>
                      <a:pt x="164" y="293"/>
                    </a:cubicBezTo>
                    <a:lnTo>
                      <a:pt x="129" y="293"/>
                    </a:lnTo>
                    <a:close/>
                    <a:moveTo>
                      <a:pt x="205" y="293"/>
                    </a:moveTo>
                    <a:cubicBezTo>
                      <a:pt x="200" y="294"/>
                      <a:pt x="196" y="297"/>
                      <a:pt x="196" y="302"/>
                    </a:cubicBezTo>
                    <a:lnTo>
                      <a:pt x="196" y="338"/>
                    </a:lnTo>
                    <a:cubicBezTo>
                      <a:pt x="197" y="343"/>
                      <a:pt x="200" y="347"/>
                      <a:pt x="205" y="347"/>
                    </a:cubicBezTo>
                    <a:lnTo>
                      <a:pt x="241" y="347"/>
                    </a:lnTo>
                    <a:cubicBezTo>
                      <a:pt x="246" y="346"/>
                      <a:pt x="250" y="343"/>
                      <a:pt x="250" y="338"/>
                    </a:cubicBezTo>
                    <a:lnTo>
                      <a:pt x="250" y="302"/>
                    </a:lnTo>
                    <a:cubicBezTo>
                      <a:pt x="249" y="297"/>
                      <a:pt x="246" y="293"/>
                      <a:pt x="241" y="293"/>
                    </a:cubicBezTo>
                    <a:lnTo>
                      <a:pt x="205" y="293"/>
                    </a:lnTo>
                    <a:close/>
                    <a:moveTo>
                      <a:pt x="61" y="311"/>
                    </a:moveTo>
                    <a:lnTo>
                      <a:pt x="79" y="311"/>
                    </a:lnTo>
                    <a:lnTo>
                      <a:pt x="79" y="329"/>
                    </a:lnTo>
                    <a:lnTo>
                      <a:pt x="61" y="329"/>
                    </a:lnTo>
                    <a:lnTo>
                      <a:pt x="61" y="311"/>
                    </a:lnTo>
                    <a:close/>
                    <a:moveTo>
                      <a:pt x="137" y="311"/>
                    </a:moveTo>
                    <a:lnTo>
                      <a:pt x="156" y="311"/>
                    </a:lnTo>
                    <a:lnTo>
                      <a:pt x="156" y="329"/>
                    </a:lnTo>
                    <a:lnTo>
                      <a:pt x="137" y="329"/>
                    </a:lnTo>
                    <a:lnTo>
                      <a:pt x="137" y="311"/>
                    </a:lnTo>
                    <a:close/>
                    <a:moveTo>
                      <a:pt x="214" y="311"/>
                    </a:moveTo>
                    <a:lnTo>
                      <a:pt x="232" y="311"/>
                    </a:lnTo>
                    <a:lnTo>
                      <a:pt x="232" y="329"/>
                    </a:lnTo>
                    <a:lnTo>
                      <a:pt x="214" y="329"/>
                    </a:lnTo>
                    <a:lnTo>
                      <a:pt x="214" y="311"/>
                    </a:ln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900" b="0" dirty="0">
                  <a:solidFill>
                    <a:srgbClr val="262626"/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sp>
          <p:nvSpPr>
            <p:cNvPr id="179" name="Text Box">
              <a:extLst>
                <a:ext uri="{FF2B5EF4-FFF2-40B4-BE49-F238E27FC236}">
                  <a16:creationId xmlns:a16="http://schemas.microsoft.com/office/drawing/2014/main" id="{6CDD91F3-F023-950C-0D1A-CD2A7A83A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61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72515050-2479-B13D-745C-525BD7138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15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4EC4EE3D-83AE-3D9A-248E-E0F0006A6D77}"/>
                </a:ext>
              </a:extLst>
            </p:cNvPr>
            <p:cNvSpPr txBox="1"/>
            <p:nvPr/>
          </p:nvSpPr>
          <p:spPr>
            <a:xfrm>
              <a:off x="3636860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H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DDDEED0-27A3-385A-72F1-0E766C6A7536}"/>
                </a:ext>
              </a:extLst>
            </p:cNvPr>
            <p:cNvSpPr txBox="1"/>
            <p:nvPr/>
          </p:nvSpPr>
          <p:spPr>
            <a:xfrm>
              <a:off x="4135509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M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6F759431-B086-3230-8468-1AEF83009576}"/>
              </a:ext>
            </a:extLst>
          </p:cNvPr>
          <p:cNvGrpSpPr/>
          <p:nvPr/>
        </p:nvGrpSpPr>
        <p:grpSpPr>
          <a:xfrm>
            <a:off x="2552488" y="3348120"/>
            <a:ext cx="1777435" cy="215444"/>
            <a:chOff x="2552488" y="2116024"/>
            <a:chExt cx="1777435" cy="215444"/>
          </a:xfrm>
        </p:grpSpPr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A0487EE3-A71C-6044-37A8-366C41546AEE}"/>
                </a:ext>
              </a:extLst>
            </p:cNvPr>
            <p:cNvGrpSpPr/>
            <p:nvPr/>
          </p:nvGrpSpPr>
          <p:grpSpPr>
            <a:xfrm>
              <a:off x="2552488" y="2149820"/>
              <a:ext cx="710141" cy="144000"/>
              <a:chOff x="2523054" y="4377902"/>
              <a:chExt cx="710141" cy="144000"/>
            </a:xfrm>
          </p:grpSpPr>
          <p:sp>
            <p:nvSpPr>
              <p:cNvPr id="209" name="Date Picker Field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id="{1E56077D-B8A3-51DB-7152-FF8CBA103FD7}"/>
                  </a:ext>
                </a:extLst>
              </p:cNvPr>
              <p:cNvSpPr>
                <a:spLocks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2523054" y="4377902"/>
                <a:ext cx="710141" cy="144000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2400" rIns="36000" bIns="324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altLang="ko-KR" sz="700" b="0" dirty="0">
                  <a:solidFill>
                    <a:schemeClr val="tx1"/>
                  </a:solidFill>
                  <a:cs typeface="Calibri" pitchFamily="34" charset="0"/>
                </a:endParaRPr>
              </a:p>
            </p:txBody>
          </p:sp>
          <p:sp>
            <p:nvSpPr>
              <p:cNvPr id="210" name="Date Picker Button" descr="&lt;SmartSettings&gt;&lt;SmartResize anchorLeft=&quot;None&quot; anchorTop=&quot;Non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CA7595C3-EE25-6BAD-8759-F682916BF476}"/>
                  </a:ext>
                </a:extLst>
              </p:cNvPr>
              <p:cNvSpPr>
                <a:spLocks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3090009" y="4397572"/>
                <a:ext cx="101381" cy="108538"/>
              </a:xfrm>
              <a:custGeom>
                <a:avLst/>
                <a:gdLst>
                  <a:gd name="T0" fmla="*/ 71 w 369"/>
                  <a:gd name="T1" fmla="*/ 44 h 395"/>
                  <a:gd name="T2" fmla="*/ 0 w 369"/>
                  <a:gd name="T3" fmla="*/ 64 h 395"/>
                  <a:gd name="T4" fmla="*/ 360 w 369"/>
                  <a:gd name="T5" fmla="*/ 395 h 395"/>
                  <a:gd name="T6" fmla="*/ 360 w 369"/>
                  <a:gd name="T7" fmla="*/ 56 h 395"/>
                  <a:gd name="T8" fmla="*/ 293 w 369"/>
                  <a:gd name="T9" fmla="*/ 15 h 395"/>
                  <a:gd name="T10" fmla="*/ 245 w 369"/>
                  <a:gd name="T11" fmla="*/ 44 h 395"/>
                  <a:gd name="T12" fmla="*/ 125 w 369"/>
                  <a:gd name="T13" fmla="*/ 44 h 395"/>
                  <a:gd name="T14" fmla="*/ 98 w 369"/>
                  <a:gd name="T15" fmla="*/ 17 h 395"/>
                  <a:gd name="T16" fmla="*/ 106 w 369"/>
                  <a:gd name="T17" fmla="*/ 56 h 395"/>
                  <a:gd name="T18" fmla="*/ 92 w 369"/>
                  <a:gd name="T19" fmla="*/ 23 h 395"/>
                  <a:gd name="T20" fmla="*/ 277 w 369"/>
                  <a:gd name="T21" fmla="*/ 23 h 395"/>
                  <a:gd name="T22" fmla="*/ 263 w 369"/>
                  <a:gd name="T23" fmla="*/ 56 h 395"/>
                  <a:gd name="T24" fmla="*/ 272 w 369"/>
                  <a:gd name="T25" fmla="*/ 17 h 395"/>
                  <a:gd name="T26" fmla="*/ 351 w 369"/>
                  <a:gd name="T27" fmla="*/ 377 h 395"/>
                  <a:gd name="T28" fmla="*/ 129 w 369"/>
                  <a:gd name="T29" fmla="*/ 146 h 395"/>
                  <a:gd name="T30" fmla="*/ 129 w 369"/>
                  <a:gd name="T31" fmla="*/ 199 h 395"/>
                  <a:gd name="T32" fmla="*/ 173 w 369"/>
                  <a:gd name="T33" fmla="*/ 155 h 395"/>
                  <a:gd name="T34" fmla="*/ 205 w 369"/>
                  <a:gd name="T35" fmla="*/ 146 h 395"/>
                  <a:gd name="T36" fmla="*/ 205 w 369"/>
                  <a:gd name="T37" fmla="*/ 199 h 395"/>
                  <a:gd name="T38" fmla="*/ 250 w 369"/>
                  <a:gd name="T39" fmla="*/ 155 h 395"/>
                  <a:gd name="T40" fmla="*/ 282 w 369"/>
                  <a:gd name="T41" fmla="*/ 146 h 395"/>
                  <a:gd name="T42" fmla="*/ 282 w 369"/>
                  <a:gd name="T43" fmla="*/ 199 h 395"/>
                  <a:gd name="T44" fmla="*/ 326 w 369"/>
                  <a:gd name="T45" fmla="*/ 155 h 395"/>
                  <a:gd name="T46" fmla="*/ 137 w 369"/>
                  <a:gd name="T47" fmla="*/ 164 h 395"/>
                  <a:gd name="T48" fmla="*/ 137 w 369"/>
                  <a:gd name="T49" fmla="*/ 182 h 395"/>
                  <a:gd name="T50" fmla="*/ 232 w 369"/>
                  <a:gd name="T51" fmla="*/ 164 h 395"/>
                  <a:gd name="T52" fmla="*/ 214 w 369"/>
                  <a:gd name="T53" fmla="*/ 164 h 395"/>
                  <a:gd name="T54" fmla="*/ 309 w 369"/>
                  <a:gd name="T55" fmla="*/ 182 h 395"/>
                  <a:gd name="T56" fmla="*/ 52 w 369"/>
                  <a:gd name="T57" fmla="*/ 220 h 395"/>
                  <a:gd name="T58" fmla="*/ 52 w 369"/>
                  <a:gd name="T59" fmla="*/ 273 h 395"/>
                  <a:gd name="T60" fmla="*/ 97 w 369"/>
                  <a:gd name="T61" fmla="*/ 228 h 395"/>
                  <a:gd name="T62" fmla="*/ 129 w 369"/>
                  <a:gd name="T63" fmla="*/ 220 h 395"/>
                  <a:gd name="T64" fmla="*/ 129 w 369"/>
                  <a:gd name="T65" fmla="*/ 273 h 395"/>
                  <a:gd name="T66" fmla="*/ 173 w 369"/>
                  <a:gd name="T67" fmla="*/ 228 h 395"/>
                  <a:gd name="T68" fmla="*/ 205 w 369"/>
                  <a:gd name="T69" fmla="*/ 220 h 395"/>
                  <a:gd name="T70" fmla="*/ 205 w 369"/>
                  <a:gd name="T71" fmla="*/ 273 h 395"/>
                  <a:gd name="T72" fmla="*/ 250 w 369"/>
                  <a:gd name="T73" fmla="*/ 228 h 395"/>
                  <a:gd name="T74" fmla="*/ 282 w 369"/>
                  <a:gd name="T75" fmla="*/ 220 h 395"/>
                  <a:gd name="T76" fmla="*/ 282 w 369"/>
                  <a:gd name="T77" fmla="*/ 273 h 395"/>
                  <a:gd name="T78" fmla="*/ 326 w 369"/>
                  <a:gd name="T79" fmla="*/ 228 h 395"/>
                  <a:gd name="T80" fmla="*/ 61 w 369"/>
                  <a:gd name="T81" fmla="*/ 237 h 395"/>
                  <a:gd name="T82" fmla="*/ 61 w 369"/>
                  <a:gd name="T83" fmla="*/ 255 h 395"/>
                  <a:gd name="T84" fmla="*/ 156 w 369"/>
                  <a:gd name="T85" fmla="*/ 237 h 395"/>
                  <a:gd name="T86" fmla="*/ 137 w 369"/>
                  <a:gd name="T87" fmla="*/ 237 h 395"/>
                  <a:gd name="T88" fmla="*/ 232 w 369"/>
                  <a:gd name="T89" fmla="*/ 255 h 395"/>
                  <a:gd name="T90" fmla="*/ 290 w 369"/>
                  <a:gd name="T91" fmla="*/ 237 h 395"/>
                  <a:gd name="T92" fmla="*/ 290 w 369"/>
                  <a:gd name="T93" fmla="*/ 255 h 395"/>
                  <a:gd name="T94" fmla="*/ 46 w 369"/>
                  <a:gd name="T95" fmla="*/ 296 h 395"/>
                  <a:gd name="T96" fmla="*/ 52 w 369"/>
                  <a:gd name="T97" fmla="*/ 347 h 395"/>
                  <a:gd name="T98" fmla="*/ 97 w 369"/>
                  <a:gd name="T99" fmla="*/ 302 h 395"/>
                  <a:gd name="T100" fmla="*/ 129 w 369"/>
                  <a:gd name="T101" fmla="*/ 293 h 395"/>
                  <a:gd name="T102" fmla="*/ 129 w 369"/>
                  <a:gd name="T103" fmla="*/ 347 h 395"/>
                  <a:gd name="T104" fmla="*/ 173 w 369"/>
                  <a:gd name="T105" fmla="*/ 302 h 395"/>
                  <a:gd name="T106" fmla="*/ 205 w 369"/>
                  <a:gd name="T107" fmla="*/ 293 h 395"/>
                  <a:gd name="T108" fmla="*/ 205 w 369"/>
                  <a:gd name="T109" fmla="*/ 347 h 395"/>
                  <a:gd name="T110" fmla="*/ 250 w 369"/>
                  <a:gd name="T111" fmla="*/ 302 h 395"/>
                  <a:gd name="T112" fmla="*/ 61 w 369"/>
                  <a:gd name="T113" fmla="*/ 311 h 395"/>
                  <a:gd name="T114" fmla="*/ 61 w 369"/>
                  <a:gd name="T115" fmla="*/ 329 h 395"/>
                  <a:gd name="T116" fmla="*/ 156 w 369"/>
                  <a:gd name="T117" fmla="*/ 311 h 395"/>
                  <a:gd name="T118" fmla="*/ 137 w 369"/>
                  <a:gd name="T119" fmla="*/ 311 h 395"/>
                  <a:gd name="T120" fmla="*/ 232 w 369"/>
                  <a:gd name="T121" fmla="*/ 329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9" h="395">
                    <a:moveTo>
                      <a:pt x="98" y="0"/>
                    </a:moveTo>
                    <a:cubicBezTo>
                      <a:pt x="88" y="0"/>
                      <a:pt x="81" y="7"/>
                      <a:pt x="77" y="15"/>
                    </a:cubicBezTo>
                    <a:cubicBezTo>
                      <a:pt x="73" y="23"/>
                      <a:pt x="71" y="33"/>
                      <a:pt x="71" y="44"/>
                    </a:cubicBezTo>
                    <a:cubicBezTo>
                      <a:pt x="71" y="48"/>
                      <a:pt x="71" y="52"/>
                      <a:pt x="72" y="56"/>
                    </a:cubicBezTo>
                    <a:lnTo>
                      <a:pt x="9" y="56"/>
                    </a:lnTo>
                    <a:cubicBezTo>
                      <a:pt x="4" y="56"/>
                      <a:pt x="1" y="60"/>
                      <a:pt x="0" y="64"/>
                    </a:cubicBezTo>
                    <a:lnTo>
                      <a:pt x="0" y="386"/>
                    </a:lnTo>
                    <a:cubicBezTo>
                      <a:pt x="1" y="391"/>
                      <a:pt x="5" y="395"/>
                      <a:pt x="9" y="395"/>
                    </a:cubicBezTo>
                    <a:lnTo>
                      <a:pt x="360" y="395"/>
                    </a:lnTo>
                    <a:cubicBezTo>
                      <a:pt x="365" y="394"/>
                      <a:pt x="369" y="391"/>
                      <a:pt x="369" y="386"/>
                    </a:cubicBezTo>
                    <a:lnTo>
                      <a:pt x="369" y="64"/>
                    </a:lnTo>
                    <a:cubicBezTo>
                      <a:pt x="369" y="59"/>
                      <a:pt x="365" y="56"/>
                      <a:pt x="360" y="56"/>
                    </a:cubicBezTo>
                    <a:lnTo>
                      <a:pt x="298" y="56"/>
                    </a:lnTo>
                    <a:cubicBezTo>
                      <a:pt x="299" y="52"/>
                      <a:pt x="299" y="48"/>
                      <a:pt x="299" y="44"/>
                    </a:cubicBezTo>
                    <a:cubicBezTo>
                      <a:pt x="299" y="33"/>
                      <a:pt x="297" y="23"/>
                      <a:pt x="293" y="15"/>
                    </a:cubicBezTo>
                    <a:cubicBezTo>
                      <a:pt x="289" y="7"/>
                      <a:pt x="282" y="0"/>
                      <a:pt x="272" y="0"/>
                    </a:cubicBezTo>
                    <a:cubicBezTo>
                      <a:pt x="262" y="0"/>
                      <a:pt x="256" y="7"/>
                      <a:pt x="251" y="15"/>
                    </a:cubicBezTo>
                    <a:cubicBezTo>
                      <a:pt x="247" y="23"/>
                      <a:pt x="245" y="33"/>
                      <a:pt x="245" y="44"/>
                    </a:cubicBezTo>
                    <a:cubicBezTo>
                      <a:pt x="245" y="48"/>
                      <a:pt x="245" y="52"/>
                      <a:pt x="246" y="56"/>
                    </a:cubicBezTo>
                    <a:lnTo>
                      <a:pt x="124" y="56"/>
                    </a:lnTo>
                    <a:cubicBezTo>
                      <a:pt x="124" y="52"/>
                      <a:pt x="125" y="48"/>
                      <a:pt x="125" y="44"/>
                    </a:cubicBezTo>
                    <a:cubicBezTo>
                      <a:pt x="125" y="33"/>
                      <a:pt x="122" y="23"/>
                      <a:pt x="118" y="15"/>
                    </a:cubicBezTo>
                    <a:cubicBezTo>
                      <a:pt x="114" y="7"/>
                      <a:pt x="107" y="0"/>
                      <a:pt x="98" y="0"/>
                    </a:cubicBezTo>
                    <a:close/>
                    <a:moveTo>
                      <a:pt x="98" y="17"/>
                    </a:moveTo>
                    <a:cubicBezTo>
                      <a:pt x="98" y="17"/>
                      <a:pt x="101" y="18"/>
                      <a:pt x="103" y="23"/>
                    </a:cubicBezTo>
                    <a:cubicBezTo>
                      <a:pt x="106" y="28"/>
                      <a:pt x="108" y="35"/>
                      <a:pt x="108" y="44"/>
                    </a:cubicBezTo>
                    <a:cubicBezTo>
                      <a:pt x="108" y="48"/>
                      <a:pt x="107" y="52"/>
                      <a:pt x="106" y="56"/>
                    </a:cubicBezTo>
                    <a:lnTo>
                      <a:pt x="89" y="56"/>
                    </a:lnTo>
                    <a:cubicBezTo>
                      <a:pt x="88" y="52"/>
                      <a:pt x="88" y="48"/>
                      <a:pt x="88" y="44"/>
                    </a:cubicBezTo>
                    <a:cubicBezTo>
                      <a:pt x="88" y="35"/>
                      <a:pt x="90" y="28"/>
                      <a:pt x="92" y="23"/>
                    </a:cubicBezTo>
                    <a:cubicBezTo>
                      <a:pt x="95" y="18"/>
                      <a:pt x="97" y="17"/>
                      <a:pt x="98" y="17"/>
                    </a:cubicBezTo>
                    <a:close/>
                    <a:moveTo>
                      <a:pt x="272" y="17"/>
                    </a:moveTo>
                    <a:cubicBezTo>
                      <a:pt x="273" y="17"/>
                      <a:pt x="275" y="18"/>
                      <a:pt x="277" y="23"/>
                    </a:cubicBezTo>
                    <a:cubicBezTo>
                      <a:pt x="280" y="28"/>
                      <a:pt x="282" y="35"/>
                      <a:pt x="282" y="44"/>
                    </a:cubicBezTo>
                    <a:cubicBezTo>
                      <a:pt x="282" y="48"/>
                      <a:pt x="281" y="52"/>
                      <a:pt x="281" y="56"/>
                    </a:cubicBezTo>
                    <a:lnTo>
                      <a:pt x="263" y="56"/>
                    </a:lnTo>
                    <a:cubicBezTo>
                      <a:pt x="263" y="52"/>
                      <a:pt x="262" y="48"/>
                      <a:pt x="262" y="44"/>
                    </a:cubicBezTo>
                    <a:cubicBezTo>
                      <a:pt x="262" y="35"/>
                      <a:pt x="264" y="28"/>
                      <a:pt x="267" y="23"/>
                    </a:cubicBezTo>
                    <a:cubicBezTo>
                      <a:pt x="269" y="18"/>
                      <a:pt x="272" y="17"/>
                      <a:pt x="272" y="17"/>
                    </a:cubicBezTo>
                    <a:close/>
                    <a:moveTo>
                      <a:pt x="18" y="118"/>
                    </a:moveTo>
                    <a:lnTo>
                      <a:pt x="351" y="118"/>
                    </a:lnTo>
                    <a:lnTo>
                      <a:pt x="351" y="377"/>
                    </a:lnTo>
                    <a:lnTo>
                      <a:pt x="18" y="377"/>
                    </a:lnTo>
                    <a:lnTo>
                      <a:pt x="18" y="118"/>
                    </a:lnTo>
                    <a:close/>
                    <a:moveTo>
                      <a:pt x="129" y="146"/>
                    </a:moveTo>
                    <a:cubicBezTo>
                      <a:pt x="123" y="146"/>
                      <a:pt x="120" y="150"/>
                      <a:pt x="120" y="155"/>
                    </a:cubicBezTo>
                    <a:lnTo>
                      <a:pt x="120" y="191"/>
                    </a:lnTo>
                    <a:cubicBezTo>
                      <a:pt x="120" y="196"/>
                      <a:pt x="124" y="199"/>
                      <a:pt x="129" y="199"/>
                    </a:cubicBezTo>
                    <a:lnTo>
                      <a:pt x="164" y="199"/>
                    </a:lnTo>
                    <a:cubicBezTo>
                      <a:pt x="170" y="199"/>
                      <a:pt x="173" y="195"/>
                      <a:pt x="173" y="191"/>
                    </a:cubicBezTo>
                    <a:lnTo>
                      <a:pt x="173" y="155"/>
                    </a:lnTo>
                    <a:cubicBezTo>
                      <a:pt x="173" y="150"/>
                      <a:pt x="169" y="146"/>
                      <a:pt x="164" y="146"/>
                    </a:cubicBezTo>
                    <a:lnTo>
                      <a:pt x="129" y="146"/>
                    </a:lnTo>
                    <a:close/>
                    <a:moveTo>
                      <a:pt x="205" y="146"/>
                    </a:moveTo>
                    <a:cubicBezTo>
                      <a:pt x="200" y="146"/>
                      <a:pt x="196" y="150"/>
                      <a:pt x="196" y="155"/>
                    </a:cubicBezTo>
                    <a:lnTo>
                      <a:pt x="196" y="191"/>
                    </a:lnTo>
                    <a:cubicBezTo>
                      <a:pt x="197" y="196"/>
                      <a:pt x="200" y="199"/>
                      <a:pt x="205" y="199"/>
                    </a:cubicBezTo>
                    <a:lnTo>
                      <a:pt x="241" y="199"/>
                    </a:lnTo>
                    <a:cubicBezTo>
                      <a:pt x="246" y="199"/>
                      <a:pt x="250" y="195"/>
                      <a:pt x="250" y="191"/>
                    </a:cubicBezTo>
                    <a:lnTo>
                      <a:pt x="250" y="155"/>
                    </a:lnTo>
                    <a:cubicBezTo>
                      <a:pt x="249" y="150"/>
                      <a:pt x="246" y="146"/>
                      <a:pt x="241" y="146"/>
                    </a:cubicBezTo>
                    <a:lnTo>
                      <a:pt x="205" y="146"/>
                    </a:lnTo>
                    <a:close/>
                    <a:moveTo>
                      <a:pt x="282" y="146"/>
                    </a:moveTo>
                    <a:cubicBezTo>
                      <a:pt x="276" y="146"/>
                      <a:pt x="273" y="150"/>
                      <a:pt x="273" y="155"/>
                    </a:cubicBezTo>
                    <a:lnTo>
                      <a:pt x="273" y="191"/>
                    </a:lnTo>
                    <a:cubicBezTo>
                      <a:pt x="273" y="196"/>
                      <a:pt x="277" y="199"/>
                      <a:pt x="282" y="199"/>
                    </a:cubicBezTo>
                    <a:lnTo>
                      <a:pt x="317" y="199"/>
                    </a:lnTo>
                    <a:cubicBezTo>
                      <a:pt x="323" y="199"/>
                      <a:pt x="326" y="195"/>
                      <a:pt x="326" y="191"/>
                    </a:cubicBezTo>
                    <a:lnTo>
                      <a:pt x="326" y="155"/>
                    </a:lnTo>
                    <a:cubicBezTo>
                      <a:pt x="326" y="150"/>
                      <a:pt x="322" y="146"/>
                      <a:pt x="317" y="146"/>
                    </a:cubicBezTo>
                    <a:lnTo>
                      <a:pt x="282" y="146"/>
                    </a:lnTo>
                    <a:close/>
                    <a:moveTo>
                      <a:pt x="137" y="164"/>
                    </a:moveTo>
                    <a:lnTo>
                      <a:pt x="156" y="164"/>
                    </a:lnTo>
                    <a:lnTo>
                      <a:pt x="156" y="182"/>
                    </a:lnTo>
                    <a:lnTo>
                      <a:pt x="137" y="182"/>
                    </a:lnTo>
                    <a:lnTo>
                      <a:pt x="137" y="164"/>
                    </a:lnTo>
                    <a:close/>
                    <a:moveTo>
                      <a:pt x="214" y="164"/>
                    </a:moveTo>
                    <a:lnTo>
                      <a:pt x="232" y="164"/>
                    </a:lnTo>
                    <a:lnTo>
                      <a:pt x="232" y="182"/>
                    </a:lnTo>
                    <a:lnTo>
                      <a:pt x="214" y="182"/>
                    </a:lnTo>
                    <a:lnTo>
                      <a:pt x="214" y="164"/>
                    </a:lnTo>
                    <a:close/>
                    <a:moveTo>
                      <a:pt x="290" y="164"/>
                    </a:moveTo>
                    <a:lnTo>
                      <a:pt x="309" y="164"/>
                    </a:lnTo>
                    <a:lnTo>
                      <a:pt x="309" y="182"/>
                    </a:lnTo>
                    <a:lnTo>
                      <a:pt x="290" y="182"/>
                    </a:lnTo>
                    <a:lnTo>
                      <a:pt x="290" y="164"/>
                    </a:lnTo>
                    <a:close/>
                    <a:moveTo>
                      <a:pt x="52" y="220"/>
                    </a:moveTo>
                    <a:cubicBezTo>
                      <a:pt x="47" y="220"/>
                      <a:pt x="43" y="224"/>
                      <a:pt x="43" y="228"/>
                    </a:cubicBezTo>
                    <a:lnTo>
                      <a:pt x="43" y="264"/>
                    </a:lnTo>
                    <a:cubicBezTo>
                      <a:pt x="50" y="274"/>
                      <a:pt x="42" y="272"/>
                      <a:pt x="52" y="273"/>
                    </a:cubicBezTo>
                    <a:lnTo>
                      <a:pt x="88" y="273"/>
                    </a:lnTo>
                    <a:cubicBezTo>
                      <a:pt x="93" y="273"/>
                      <a:pt x="97" y="269"/>
                      <a:pt x="97" y="264"/>
                    </a:cubicBezTo>
                    <a:lnTo>
                      <a:pt x="97" y="228"/>
                    </a:lnTo>
                    <a:cubicBezTo>
                      <a:pt x="96" y="223"/>
                      <a:pt x="93" y="220"/>
                      <a:pt x="88" y="220"/>
                    </a:cubicBezTo>
                    <a:lnTo>
                      <a:pt x="52" y="220"/>
                    </a:lnTo>
                    <a:close/>
                    <a:moveTo>
                      <a:pt x="129" y="220"/>
                    </a:moveTo>
                    <a:cubicBezTo>
                      <a:pt x="123" y="220"/>
                      <a:pt x="120" y="224"/>
                      <a:pt x="120" y="228"/>
                    </a:cubicBezTo>
                    <a:lnTo>
                      <a:pt x="120" y="264"/>
                    </a:lnTo>
                    <a:cubicBezTo>
                      <a:pt x="120" y="269"/>
                      <a:pt x="124" y="273"/>
                      <a:pt x="129" y="273"/>
                    </a:cubicBezTo>
                    <a:lnTo>
                      <a:pt x="164" y="273"/>
                    </a:lnTo>
                    <a:cubicBezTo>
                      <a:pt x="170" y="273"/>
                      <a:pt x="173" y="269"/>
                      <a:pt x="173" y="264"/>
                    </a:cubicBezTo>
                    <a:lnTo>
                      <a:pt x="173" y="228"/>
                    </a:lnTo>
                    <a:cubicBezTo>
                      <a:pt x="173" y="223"/>
                      <a:pt x="169" y="220"/>
                      <a:pt x="164" y="220"/>
                    </a:cubicBezTo>
                    <a:lnTo>
                      <a:pt x="129" y="220"/>
                    </a:lnTo>
                    <a:close/>
                    <a:moveTo>
                      <a:pt x="205" y="220"/>
                    </a:moveTo>
                    <a:cubicBezTo>
                      <a:pt x="200" y="220"/>
                      <a:pt x="196" y="224"/>
                      <a:pt x="196" y="228"/>
                    </a:cubicBezTo>
                    <a:lnTo>
                      <a:pt x="196" y="264"/>
                    </a:lnTo>
                    <a:cubicBezTo>
                      <a:pt x="197" y="269"/>
                      <a:pt x="200" y="273"/>
                      <a:pt x="205" y="273"/>
                    </a:cubicBezTo>
                    <a:lnTo>
                      <a:pt x="241" y="273"/>
                    </a:lnTo>
                    <a:cubicBezTo>
                      <a:pt x="246" y="273"/>
                      <a:pt x="250" y="269"/>
                      <a:pt x="250" y="264"/>
                    </a:cubicBezTo>
                    <a:lnTo>
                      <a:pt x="250" y="228"/>
                    </a:lnTo>
                    <a:cubicBezTo>
                      <a:pt x="249" y="223"/>
                      <a:pt x="246" y="220"/>
                      <a:pt x="241" y="220"/>
                    </a:cubicBezTo>
                    <a:lnTo>
                      <a:pt x="205" y="220"/>
                    </a:lnTo>
                    <a:close/>
                    <a:moveTo>
                      <a:pt x="282" y="220"/>
                    </a:moveTo>
                    <a:cubicBezTo>
                      <a:pt x="276" y="220"/>
                      <a:pt x="273" y="224"/>
                      <a:pt x="273" y="228"/>
                    </a:cubicBezTo>
                    <a:lnTo>
                      <a:pt x="273" y="264"/>
                    </a:lnTo>
                    <a:cubicBezTo>
                      <a:pt x="273" y="269"/>
                      <a:pt x="277" y="273"/>
                      <a:pt x="282" y="273"/>
                    </a:cubicBezTo>
                    <a:lnTo>
                      <a:pt x="317" y="273"/>
                    </a:lnTo>
                    <a:cubicBezTo>
                      <a:pt x="323" y="273"/>
                      <a:pt x="326" y="269"/>
                      <a:pt x="326" y="264"/>
                    </a:cubicBezTo>
                    <a:lnTo>
                      <a:pt x="326" y="228"/>
                    </a:lnTo>
                    <a:cubicBezTo>
                      <a:pt x="326" y="223"/>
                      <a:pt x="322" y="220"/>
                      <a:pt x="317" y="220"/>
                    </a:cubicBezTo>
                    <a:lnTo>
                      <a:pt x="282" y="220"/>
                    </a:lnTo>
                    <a:close/>
                    <a:moveTo>
                      <a:pt x="61" y="237"/>
                    </a:moveTo>
                    <a:lnTo>
                      <a:pt x="79" y="237"/>
                    </a:lnTo>
                    <a:lnTo>
                      <a:pt x="79" y="255"/>
                    </a:lnTo>
                    <a:lnTo>
                      <a:pt x="61" y="255"/>
                    </a:lnTo>
                    <a:lnTo>
                      <a:pt x="61" y="237"/>
                    </a:lnTo>
                    <a:close/>
                    <a:moveTo>
                      <a:pt x="137" y="237"/>
                    </a:moveTo>
                    <a:lnTo>
                      <a:pt x="156" y="237"/>
                    </a:lnTo>
                    <a:lnTo>
                      <a:pt x="156" y="255"/>
                    </a:lnTo>
                    <a:lnTo>
                      <a:pt x="137" y="255"/>
                    </a:lnTo>
                    <a:lnTo>
                      <a:pt x="137" y="237"/>
                    </a:lnTo>
                    <a:close/>
                    <a:moveTo>
                      <a:pt x="214" y="237"/>
                    </a:moveTo>
                    <a:lnTo>
                      <a:pt x="232" y="237"/>
                    </a:lnTo>
                    <a:lnTo>
                      <a:pt x="232" y="255"/>
                    </a:lnTo>
                    <a:lnTo>
                      <a:pt x="214" y="255"/>
                    </a:lnTo>
                    <a:lnTo>
                      <a:pt x="214" y="237"/>
                    </a:lnTo>
                    <a:close/>
                    <a:moveTo>
                      <a:pt x="290" y="237"/>
                    </a:moveTo>
                    <a:lnTo>
                      <a:pt x="309" y="237"/>
                    </a:lnTo>
                    <a:lnTo>
                      <a:pt x="309" y="255"/>
                    </a:lnTo>
                    <a:lnTo>
                      <a:pt x="290" y="255"/>
                    </a:lnTo>
                    <a:lnTo>
                      <a:pt x="290" y="237"/>
                    </a:lnTo>
                    <a:close/>
                    <a:moveTo>
                      <a:pt x="52" y="293"/>
                    </a:moveTo>
                    <a:cubicBezTo>
                      <a:pt x="50" y="293"/>
                      <a:pt x="47" y="294"/>
                      <a:pt x="46" y="296"/>
                    </a:cubicBezTo>
                    <a:cubicBezTo>
                      <a:pt x="44" y="297"/>
                      <a:pt x="43" y="300"/>
                      <a:pt x="43" y="302"/>
                    </a:cubicBezTo>
                    <a:lnTo>
                      <a:pt x="43" y="338"/>
                    </a:lnTo>
                    <a:cubicBezTo>
                      <a:pt x="44" y="343"/>
                      <a:pt x="47" y="347"/>
                      <a:pt x="52" y="347"/>
                    </a:cubicBezTo>
                    <a:lnTo>
                      <a:pt x="88" y="347"/>
                    </a:lnTo>
                    <a:cubicBezTo>
                      <a:pt x="93" y="346"/>
                      <a:pt x="97" y="343"/>
                      <a:pt x="97" y="338"/>
                    </a:cubicBezTo>
                    <a:lnTo>
                      <a:pt x="97" y="302"/>
                    </a:lnTo>
                    <a:cubicBezTo>
                      <a:pt x="96" y="297"/>
                      <a:pt x="93" y="293"/>
                      <a:pt x="88" y="293"/>
                    </a:cubicBezTo>
                    <a:lnTo>
                      <a:pt x="52" y="293"/>
                    </a:lnTo>
                    <a:close/>
                    <a:moveTo>
                      <a:pt x="129" y="293"/>
                    </a:moveTo>
                    <a:cubicBezTo>
                      <a:pt x="123" y="294"/>
                      <a:pt x="120" y="297"/>
                      <a:pt x="120" y="302"/>
                    </a:cubicBezTo>
                    <a:lnTo>
                      <a:pt x="120" y="338"/>
                    </a:lnTo>
                    <a:cubicBezTo>
                      <a:pt x="120" y="343"/>
                      <a:pt x="124" y="347"/>
                      <a:pt x="129" y="347"/>
                    </a:cubicBezTo>
                    <a:lnTo>
                      <a:pt x="164" y="347"/>
                    </a:lnTo>
                    <a:cubicBezTo>
                      <a:pt x="170" y="346"/>
                      <a:pt x="173" y="343"/>
                      <a:pt x="173" y="338"/>
                    </a:cubicBezTo>
                    <a:lnTo>
                      <a:pt x="173" y="302"/>
                    </a:lnTo>
                    <a:cubicBezTo>
                      <a:pt x="173" y="297"/>
                      <a:pt x="169" y="293"/>
                      <a:pt x="164" y="293"/>
                    </a:cubicBezTo>
                    <a:lnTo>
                      <a:pt x="129" y="293"/>
                    </a:lnTo>
                    <a:close/>
                    <a:moveTo>
                      <a:pt x="205" y="293"/>
                    </a:moveTo>
                    <a:cubicBezTo>
                      <a:pt x="200" y="294"/>
                      <a:pt x="196" y="297"/>
                      <a:pt x="196" y="302"/>
                    </a:cubicBezTo>
                    <a:lnTo>
                      <a:pt x="196" y="338"/>
                    </a:lnTo>
                    <a:cubicBezTo>
                      <a:pt x="197" y="343"/>
                      <a:pt x="200" y="347"/>
                      <a:pt x="205" y="347"/>
                    </a:cubicBezTo>
                    <a:lnTo>
                      <a:pt x="241" y="347"/>
                    </a:lnTo>
                    <a:cubicBezTo>
                      <a:pt x="246" y="346"/>
                      <a:pt x="250" y="343"/>
                      <a:pt x="250" y="338"/>
                    </a:cubicBezTo>
                    <a:lnTo>
                      <a:pt x="250" y="302"/>
                    </a:lnTo>
                    <a:cubicBezTo>
                      <a:pt x="249" y="297"/>
                      <a:pt x="246" y="293"/>
                      <a:pt x="241" y="293"/>
                    </a:cubicBezTo>
                    <a:lnTo>
                      <a:pt x="205" y="293"/>
                    </a:lnTo>
                    <a:close/>
                    <a:moveTo>
                      <a:pt x="61" y="311"/>
                    </a:moveTo>
                    <a:lnTo>
                      <a:pt x="79" y="311"/>
                    </a:lnTo>
                    <a:lnTo>
                      <a:pt x="79" y="329"/>
                    </a:lnTo>
                    <a:lnTo>
                      <a:pt x="61" y="329"/>
                    </a:lnTo>
                    <a:lnTo>
                      <a:pt x="61" y="311"/>
                    </a:lnTo>
                    <a:close/>
                    <a:moveTo>
                      <a:pt x="137" y="311"/>
                    </a:moveTo>
                    <a:lnTo>
                      <a:pt x="156" y="311"/>
                    </a:lnTo>
                    <a:lnTo>
                      <a:pt x="156" y="329"/>
                    </a:lnTo>
                    <a:lnTo>
                      <a:pt x="137" y="329"/>
                    </a:lnTo>
                    <a:lnTo>
                      <a:pt x="137" y="311"/>
                    </a:lnTo>
                    <a:close/>
                    <a:moveTo>
                      <a:pt x="214" y="311"/>
                    </a:moveTo>
                    <a:lnTo>
                      <a:pt x="232" y="311"/>
                    </a:lnTo>
                    <a:lnTo>
                      <a:pt x="232" y="329"/>
                    </a:lnTo>
                    <a:lnTo>
                      <a:pt x="214" y="329"/>
                    </a:lnTo>
                    <a:lnTo>
                      <a:pt x="214" y="311"/>
                    </a:ln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900" b="0" dirty="0">
                  <a:solidFill>
                    <a:srgbClr val="262626"/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sp>
          <p:nvSpPr>
            <p:cNvPr id="205" name="Text Box">
              <a:extLst>
                <a:ext uri="{FF2B5EF4-FFF2-40B4-BE49-F238E27FC236}">
                  <a16:creationId xmlns:a16="http://schemas.microsoft.com/office/drawing/2014/main" id="{3BD0E627-75BD-1B15-18C6-D8C683465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61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06" name="Text Box">
              <a:extLst>
                <a:ext uri="{FF2B5EF4-FFF2-40B4-BE49-F238E27FC236}">
                  <a16:creationId xmlns:a16="http://schemas.microsoft.com/office/drawing/2014/main" id="{7AD5EA73-A9CD-2518-4F1B-7AB0B64B5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159" y="2146884"/>
              <a:ext cx="371066" cy="14864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7EEEC32-CC23-3365-69CC-9FB12DC6B102}"/>
                </a:ext>
              </a:extLst>
            </p:cNvPr>
            <p:cNvSpPr txBox="1"/>
            <p:nvPr/>
          </p:nvSpPr>
          <p:spPr>
            <a:xfrm>
              <a:off x="3636860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H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A703CA18-DF26-8586-1C92-A3545D9E4FE9}"/>
                </a:ext>
              </a:extLst>
            </p:cNvPr>
            <p:cNvSpPr txBox="1"/>
            <p:nvPr/>
          </p:nvSpPr>
          <p:spPr>
            <a:xfrm>
              <a:off x="4135509" y="2116024"/>
              <a:ext cx="1944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en-US" sz="800" dirty="0">
                  <a:latin typeface="+mn-ea"/>
                  <a:ea typeface="+mn-ea"/>
                </a:rPr>
                <a:t>M</a:t>
              </a:r>
              <a:endParaRPr kumimoji="1" lang="ko-Kore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9822EF49-12BA-0053-A543-554F0D5FE98E}"/>
              </a:ext>
            </a:extLst>
          </p:cNvPr>
          <p:cNvSpPr/>
          <p:nvPr/>
        </p:nvSpPr>
        <p:spPr>
          <a:xfrm>
            <a:off x="2063033" y="1340248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36D61043-B2C2-6FFA-9A06-553A5287DF28}"/>
              </a:ext>
            </a:extLst>
          </p:cNvPr>
          <p:cNvSpPr/>
          <p:nvPr/>
        </p:nvSpPr>
        <p:spPr>
          <a:xfrm>
            <a:off x="2063033" y="2880254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13" name="Text Box">
            <a:extLst>
              <a:ext uri="{FF2B5EF4-FFF2-40B4-BE49-F238E27FC236}">
                <a16:creationId xmlns:a16="http://schemas.microsoft.com/office/drawing/2014/main" id="{61A77DC5-9DFD-2BC0-5F60-723D51D0296F}"/>
              </a:ext>
            </a:extLst>
          </p:cNvPr>
          <p:cNvSpPr>
            <a:spLocks/>
          </p:cNvSpPr>
          <p:nvPr/>
        </p:nvSpPr>
        <p:spPr bwMode="auto">
          <a:xfrm>
            <a:off x="6584928" y="2320384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4" name="Text Box">
            <a:extLst>
              <a:ext uri="{FF2B5EF4-FFF2-40B4-BE49-F238E27FC236}">
                <a16:creationId xmlns:a16="http://schemas.microsoft.com/office/drawing/2014/main" id="{3B106771-5A82-E4A2-6A02-147072463415}"/>
              </a:ext>
            </a:extLst>
          </p:cNvPr>
          <p:cNvSpPr>
            <a:spLocks/>
          </p:cNvSpPr>
          <p:nvPr/>
        </p:nvSpPr>
        <p:spPr bwMode="auto">
          <a:xfrm>
            <a:off x="7391068" y="2320384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5" name="Text Box">
            <a:extLst>
              <a:ext uri="{FF2B5EF4-FFF2-40B4-BE49-F238E27FC236}">
                <a16:creationId xmlns:a16="http://schemas.microsoft.com/office/drawing/2014/main" id="{66CE29EF-3279-8C4C-D598-7A6A7067174F}"/>
              </a:ext>
            </a:extLst>
          </p:cNvPr>
          <p:cNvSpPr>
            <a:spLocks/>
          </p:cNvSpPr>
          <p:nvPr/>
        </p:nvSpPr>
        <p:spPr bwMode="auto">
          <a:xfrm>
            <a:off x="8202029" y="2320384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6" name="Text Box">
            <a:extLst>
              <a:ext uri="{FF2B5EF4-FFF2-40B4-BE49-F238E27FC236}">
                <a16:creationId xmlns:a16="http://schemas.microsoft.com/office/drawing/2014/main" id="{089AF469-7485-345B-DF39-B3099F9AE105}"/>
              </a:ext>
            </a:extLst>
          </p:cNvPr>
          <p:cNvSpPr>
            <a:spLocks/>
          </p:cNvSpPr>
          <p:nvPr/>
        </p:nvSpPr>
        <p:spPr bwMode="auto">
          <a:xfrm>
            <a:off x="6584928" y="3368329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7" name="Text Box">
            <a:extLst>
              <a:ext uri="{FF2B5EF4-FFF2-40B4-BE49-F238E27FC236}">
                <a16:creationId xmlns:a16="http://schemas.microsoft.com/office/drawing/2014/main" id="{E02039E7-AB05-5C56-1045-74999C465DC8}"/>
              </a:ext>
            </a:extLst>
          </p:cNvPr>
          <p:cNvSpPr>
            <a:spLocks/>
          </p:cNvSpPr>
          <p:nvPr/>
        </p:nvSpPr>
        <p:spPr bwMode="auto">
          <a:xfrm>
            <a:off x="7391068" y="3368329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8" name="Text Box">
            <a:extLst>
              <a:ext uri="{FF2B5EF4-FFF2-40B4-BE49-F238E27FC236}">
                <a16:creationId xmlns:a16="http://schemas.microsoft.com/office/drawing/2014/main" id="{D4E57869-EE09-D35A-1C0A-C1AF63666D37}"/>
              </a:ext>
            </a:extLst>
          </p:cNvPr>
          <p:cNvSpPr>
            <a:spLocks/>
          </p:cNvSpPr>
          <p:nvPr/>
        </p:nvSpPr>
        <p:spPr bwMode="auto">
          <a:xfrm>
            <a:off x="8202029" y="3368329"/>
            <a:ext cx="526417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19" name="Cutout">
            <a:extLst>
              <a:ext uri="{FF2B5EF4-FFF2-40B4-BE49-F238E27FC236}">
                <a16:creationId xmlns:a16="http://schemas.microsoft.com/office/drawing/2014/main" id="{99E2175E-0C19-A7F2-5A68-6C9132B2C39C}"/>
              </a:ext>
            </a:extLst>
          </p:cNvPr>
          <p:cNvGrpSpPr/>
          <p:nvPr/>
        </p:nvGrpSpPr>
        <p:grpSpPr>
          <a:xfrm rot="16200000">
            <a:off x="5307385" y="-1281465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220" name="Fill">
              <a:extLst>
                <a:ext uri="{FF2B5EF4-FFF2-40B4-BE49-F238E27FC236}">
                  <a16:creationId xmlns:a16="http://schemas.microsoft.com/office/drawing/2014/main" id="{23E7622F-3C6A-5549-6436-690B6F4C6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1" name="Border">
              <a:extLst>
                <a:ext uri="{FF2B5EF4-FFF2-40B4-BE49-F238E27FC236}">
                  <a16:creationId xmlns:a16="http://schemas.microsoft.com/office/drawing/2014/main" id="{00D0EABF-738A-D3C9-9717-6FBFB6FADE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8DAE8C0D-3FA5-BE91-F78C-4E0406AF1042}"/>
              </a:ext>
            </a:extLst>
          </p:cNvPr>
          <p:cNvSpPr txBox="1"/>
          <p:nvPr/>
        </p:nvSpPr>
        <p:spPr>
          <a:xfrm>
            <a:off x="4359120" y="2565766"/>
            <a:ext cx="21483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결제수단 추가 및 현금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41A1B6EF-9ABA-2760-F93B-91359692A05C}"/>
              </a:ext>
            </a:extLst>
          </p:cNvPr>
          <p:cNvGrpSpPr/>
          <p:nvPr/>
        </p:nvGrpSpPr>
        <p:grpSpPr>
          <a:xfrm rot="10800000">
            <a:off x="1289409" y="991185"/>
            <a:ext cx="360000" cy="372571"/>
            <a:chOff x="3180625" y="5062589"/>
            <a:chExt cx="360000" cy="372571"/>
          </a:xfrm>
        </p:grpSpPr>
        <p:cxnSp>
          <p:nvCxnSpPr>
            <p:cNvPr id="270" name="직선 연결선 206">
              <a:extLst>
                <a:ext uri="{FF2B5EF4-FFF2-40B4-BE49-F238E27FC236}">
                  <a16:creationId xmlns:a16="http://schemas.microsoft.com/office/drawing/2014/main" id="{22A73758-B21A-85C6-E073-FACABF713098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A3927ADF-1D31-D1ED-5940-50EA1BD79D62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3" name="Teardrop 1">
            <a:extLst>
              <a:ext uri="{FF2B5EF4-FFF2-40B4-BE49-F238E27FC236}">
                <a16:creationId xmlns:a16="http://schemas.microsoft.com/office/drawing/2014/main" id="{ACBE4D64-922E-4A6D-82F6-8A0B1C2F30AA}"/>
              </a:ext>
            </a:extLst>
          </p:cNvPr>
          <p:cNvSpPr/>
          <p:nvPr/>
        </p:nvSpPr>
        <p:spPr>
          <a:xfrm rot="16200000" flipH="1" flipV="1">
            <a:off x="1340948" y="97806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8D90DAC8-671D-4595-9275-B01D8ED9CD74}"/>
              </a:ext>
            </a:extLst>
          </p:cNvPr>
          <p:cNvGrpSpPr/>
          <p:nvPr/>
        </p:nvGrpSpPr>
        <p:grpSpPr>
          <a:xfrm>
            <a:off x="1491675" y="714141"/>
            <a:ext cx="6075986" cy="263263"/>
            <a:chOff x="1512625" y="1374043"/>
            <a:chExt cx="6075986" cy="263263"/>
          </a:xfrm>
        </p:grpSpPr>
        <p:sp>
          <p:nvSpPr>
            <p:cNvPr id="286" name="양쪽 모서리가 둥근 사각형 285">
              <a:extLst>
                <a:ext uri="{FF2B5EF4-FFF2-40B4-BE49-F238E27FC236}">
                  <a16:creationId xmlns:a16="http://schemas.microsoft.com/office/drawing/2014/main" id="{2F0BD102-5CB4-421C-B1EF-CBAACE4D2B42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87" name="양쪽 모서리가 둥근 사각형 286">
              <a:extLst>
                <a:ext uri="{FF2B5EF4-FFF2-40B4-BE49-F238E27FC236}">
                  <a16:creationId xmlns:a16="http://schemas.microsoft.com/office/drawing/2014/main" id="{EC758EDA-E9AC-320E-4551-E30A2D21CC5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8" name="양쪽 모서리가 둥근 사각형 287">
              <a:extLst>
                <a:ext uri="{FF2B5EF4-FFF2-40B4-BE49-F238E27FC236}">
                  <a16:creationId xmlns:a16="http://schemas.microsoft.com/office/drawing/2014/main" id="{89ADA001-082B-CCB2-FAFB-3B7DEEDA32B8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89" name="양쪽 모서리가 둥근 사각형 288">
              <a:extLst>
                <a:ext uri="{FF2B5EF4-FFF2-40B4-BE49-F238E27FC236}">
                  <a16:creationId xmlns:a16="http://schemas.microsoft.com/office/drawing/2014/main" id="{87CDC870-8BAF-B478-6BBB-526883807A12}"/>
                </a:ext>
              </a:extLst>
            </p:cNvPr>
            <p:cNvSpPr/>
            <p:nvPr/>
          </p:nvSpPr>
          <p:spPr>
            <a:xfrm>
              <a:off x="5569462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90" name="양쪽 모서리가 둥근 사각형 289">
              <a:extLst>
                <a:ext uri="{FF2B5EF4-FFF2-40B4-BE49-F238E27FC236}">
                  <a16:creationId xmlns:a16="http://schemas.microsoft.com/office/drawing/2014/main" id="{2272D805-23C7-7062-6474-BFBA82825031}"/>
                </a:ext>
              </a:extLst>
            </p:cNvPr>
            <p:cNvSpPr/>
            <p:nvPr/>
          </p:nvSpPr>
          <p:spPr>
            <a:xfrm>
              <a:off x="657692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292" name="양쪽 모서리가 둥근 사각형 291">
              <a:extLst>
                <a:ext uri="{FF2B5EF4-FFF2-40B4-BE49-F238E27FC236}">
                  <a16:creationId xmlns:a16="http://schemas.microsoft.com/office/drawing/2014/main" id="{85DA753D-D33D-9FBD-9026-53ABA079C8B9}"/>
                </a:ext>
              </a:extLst>
            </p:cNvPr>
            <p:cNvSpPr/>
            <p:nvPr/>
          </p:nvSpPr>
          <p:spPr>
            <a:xfrm>
              <a:off x="4554469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7525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3E60-2848-1509-0F74-A44BC523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F40EDD3-B7AF-98BA-12A8-7154E44C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91F7697-6FE6-8821-E4EC-043C003BE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예치금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56A7E5C-BBD0-AB82-2981-A9A25D08D8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F227D12-A7E3-E5C1-BBF7-8EEB944E8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F4B79B-0255-31A6-B3E4-065210D69CCC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E94058E-0FB5-7A1F-62DF-6FA15EC70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31598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마스킹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해제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설정 적용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8DDA76A6-AABB-BDB6-449D-7BC90477EE5A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8E7713-AEF1-F398-3F75-037E7D9B3322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132" name="표 131">
            <a:extLst>
              <a:ext uri="{FF2B5EF4-FFF2-40B4-BE49-F238E27FC236}">
                <a16:creationId xmlns:a16="http://schemas.microsoft.com/office/drawing/2014/main" id="{806D824E-D48E-23C3-93CF-3511192E8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08513"/>
              </p:ext>
            </p:extLst>
          </p:nvPr>
        </p:nvGraphicFramePr>
        <p:xfrm>
          <a:off x="1487971" y="1413023"/>
          <a:ext cx="7746196" cy="99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◉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 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89311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63327F22-C861-8AE2-036E-7BDA40023B9D}"/>
              </a:ext>
            </a:extLst>
          </p:cNvPr>
          <p:cNvSpPr txBox="1"/>
          <p:nvPr/>
        </p:nvSpPr>
        <p:spPr>
          <a:xfrm>
            <a:off x="1405715" y="115154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예치금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34" name="Text Box">
            <a:extLst>
              <a:ext uri="{FF2B5EF4-FFF2-40B4-BE49-F238E27FC236}">
                <a16:creationId xmlns:a16="http://schemas.microsoft.com/office/drawing/2014/main" id="{39C7D075-F225-DDCF-EF44-3192A5B7776D}"/>
              </a:ext>
            </a:extLst>
          </p:cNvPr>
          <p:cNvSpPr>
            <a:spLocks/>
          </p:cNvSpPr>
          <p:nvPr/>
        </p:nvSpPr>
        <p:spPr bwMode="auto">
          <a:xfrm>
            <a:off x="2552488" y="1698805"/>
            <a:ext cx="2685238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5" name="Text Box">
            <a:extLst>
              <a:ext uri="{FF2B5EF4-FFF2-40B4-BE49-F238E27FC236}">
                <a16:creationId xmlns:a16="http://schemas.microsoft.com/office/drawing/2014/main" id="{DE33F711-3A1D-6B34-2602-5DA1AF7C9E03}"/>
              </a:ext>
            </a:extLst>
          </p:cNvPr>
          <p:cNvSpPr>
            <a:spLocks/>
          </p:cNvSpPr>
          <p:nvPr/>
        </p:nvSpPr>
        <p:spPr bwMode="auto">
          <a:xfrm>
            <a:off x="2552488" y="1948592"/>
            <a:ext cx="27801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</a:p>
        </p:txBody>
      </p:sp>
      <p:sp>
        <p:nvSpPr>
          <p:cNvPr id="136" name="Text Box">
            <a:extLst>
              <a:ext uri="{FF2B5EF4-FFF2-40B4-BE49-F238E27FC236}">
                <a16:creationId xmlns:a16="http://schemas.microsoft.com/office/drawing/2014/main" id="{8A95D4E4-4C20-B873-5464-1652783EC61C}"/>
              </a:ext>
            </a:extLst>
          </p:cNvPr>
          <p:cNvSpPr>
            <a:spLocks/>
          </p:cNvSpPr>
          <p:nvPr/>
        </p:nvSpPr>
        <p:spPr bwMode="auto">
          <a:xfrm>
            <a:off x="2917654" y="1948592"/>
            <a:ext cx="371066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2030</a:t>
            </a:r>
          </a:p>
        </p:txBody>
      </p:sp>
      <p:sp>
        <p:nvSpPr>
          <p:cNvPr id="137" name="Text Box">
            <a:extLst>
              <a:ext uri="{FF2B5EF4-FFF2-40B4-BE49-F238E27FC236}">
                <a16:creationId xmlns:a16="http://schemas.microsoft.com/office/drawing/2014/main" id="{9CD93D4D-64AD-6C56-82FF-5942E1613885}"/>
              </a:ext>
            </a:extLst>
          </p:cNvPr>
          <p:cNvSpPr>
            <a:spLocks/>
          </p:cNvSpPr>
          <p:nvPr/>
        </p:nvSpPr>
        <p:spPr bwMode="auto">
          <a:xfrm>
            <a:off x="6566927" y="1698805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8" name="Text Box">
            <a:extLst>
              <a:ext uri="{FF2B5EF4-FFF2-40B4-BE49-F238E27FC236}">
                <a16:creationId xmlns:a16="http://schemas.microsoft.com/office/drawing/2014/main" id="{B7AC1E0A-406B-202A-B929-79F85D35E397}"/>
              </a:ext>
            </a:extLst>
          </p:cNvPr>
          <p:cNvSpPr>
            <a:spLocks/>
          </p:cNvSpPr>
          <p:nvPr/>
        </p:nvSpPr>
        <p:spPr bwMode="auto">
          <a:xfrm>
            <a:off x="3033558" y="2202840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300,000</a:t>
            </a:r>
          </a:p>
        </p:txBody>
      </p:sp>
      <p:sp>
        <p:nvSpPr>
          <p:cNvPr id="139" name="Text Box">
            <a:extLst>
              <a:ext uri="{FF2B5EF4-FFF2-40B4-BE49-F238E27FC236}">
                <a16:creationId xmlns:a16="http://schemas.microsoft.com/office/drawing/2014/main" id="{16B4BECB-8AA9-FE38-3622-810E1E38E910}"/>
              </a:ext>
            </a:extLst>
          </p:cNvPr>
          <p:cNvSpPr>
            <a:spLocks/>
          </p:cNvSpPr>
          <p:nvPr/>
        </p:nvSpPr>
        <p:spPr bwMode="auto">
          <a:xfrm>
            <a:off x="6566927" y="1948592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0" name="그래픽 139" descr="눈 단색으로 채워진">
            <a:extLst>
              <a:ext uri="{FF2B5EF4-FFF2-40B4-BE49-F238E27FC236}">
                <a16:creationId xmlns:a16="http://schemas.microsoft.com/office/drawing/2014/main" id="{3C7E16B2-6A6E-59BC-3F04-5069C63EF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2944" y="1680993"/>
            <a:ext cx="199000" cy="199000"/>
          </a:xfrm>
          <a:prstGeom prst="rect">
            <a:avLst/>
          </a:prstGeom>
        </p:spPr>
      </p:pic>
      <p:pic>
        <p:nvPicPr>
          <p:cNvPr id="141" name="그래픽 140" descr="눈 단색으로 채워진">
            <a:extLst>
              <a:ext uri="{FF2B5EF4-FFF2-40B4-BE49-F238E27FC236}">
                <a16:creationId xmlns:a16="http://schemas.microsoft.com/office/drawing/2014/main" id="{04E38016-55FA-F38A-E990-5597B4F1B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680993"/>
            <a:ext cx="199000" cy="199000"/>
          </a:xfrm>
          <a:prstGeom prst="rect">
            <a:avLst/>
          </a:prstGeom>
        </p:spPr>
      </p:pic>
      <p:pic>
        <p:nvPicPr>
          <p:cNvPr id="142" name="그래픽 141" descr="눈 단색으로 채워진">
            <a:extLst>
              <a:ext uri="{FF2B5EF4-FFF2-40B4-BE49-F238E27FC236}">
                <a16:creationId xmlns:a16="http://schemas.microsoft.com/office/drawing/2014/main" id="{FC83F235-63B9-4596-536C-9358853EC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935350"/>
            <a:ext cx="199000" cy="199000"/>
          </a:xfrm>
          <a:prstGeom prst="rect">
            <a:avLst/>
          </a:prstGeom>
        </p:spPr>
      </p:pic>
      <p:sp>
        <p:nvSpPr>
          <p:cNvPr id="143" name="Text Box">
            <a:extLst>
              <a:ext uri="{FF2B5EF4-FFF2-40B4-BE49-F238E27FC236}">
                <a16:creationId xmlns:a16="http://schemas.microsoft.com/office/drawing/2014/main" id="{693B9F9D-4FB3-A269-EEB2-BF481146CBC2}"/>
              </a:ext>
            </a:extLst>
          </p:cNvPr>
          <p:cNvSpPr>
            <a:spLocks/>
          </p:cNvSpPr>
          <p:nvPr/>
        </p:nvSpPr>
        <p:spPr bwMode="auto">
          <a:xfrm>
            <a:off x="6566927" y="1458202"/>
            <a:ext cx="1016104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VISA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95D161E2-36E6-0ACC-1C9A-594284C5AAB3}"/>
              </a:ext>
            </a:extLst>
          </p:cNvPr>
          <p:cNvGrpSpPr/>
          <p:nvPr/>
        </p:nvGrpSpPr>
        <p:grpSpPr>
          <a:xfrm>
            <a:off x="2552488" y="2198379"/>
            <a:ext cx="446018" cy="163376"/>
            <a:chOff x="1290369" y="2868764"/>
            <a:chExt cx="446018" cy="163376"/>
          </a:xfrm>
        </p:grpSpPr>
        <p:sp>
          <p:nvSpPr>
            <p:cNvPr id="145" name="Text Box">
              <a:extLst>
                <a:ext uri="{FF2B5EF4-FFF2-40B4-BE49-F238E27FC236}">
                  <a16:creationId xmlns:a16="http://schemas.microsoft.com/office/drawing/2014/main" id="{75EC3713-9CBC-DC14-2856-2A6464032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6" name="Chevron Left">
              <a:extLst>
                <a:ext uri="{FF2B5EF4-FFF2-40B4-BE49-F238E27FC236}">
                  <a16:creationId xmlns:a16="http://schemas.microsoft.com/office/drawing/2014/main" id="{A28053B2-75F3-75A4-CF9D-30675477EDA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DC5B0B35-7301-BEC2-4773-379B9841E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368431"/>
              </p:ext>
            </p:extLst>
          </p:nvPr>
        </p:nvGraphicFramePr>
        <p:xfrm>
          <a:off x="1487971" y="2893548"/>
          <a:ext cx="7746196" cy="24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◉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 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49" name="Text Box">
            <a:extLst>
              <a:ext uri="{FF2B5EF4-FFF2-40B4-BE49-F238E27FC236}">
                <a16:creationId xmlns:a16="http://schemas.microsoft.com/office/drawing/2014/main" id="{1DF76CF5-6472-53C5-A4DD-E96456CFEAFF}"/>
              </a:ext>
            </a:extLst>
          </p:cNvPr>
          <p:cNvSpPr>
            <a:spLocks/>
          </p:cNvSpPr>
          <p:nvPr/>
        </p:nvSpPr>
        <p:spPr bwMode="auto">
          <a:xfrm>
            <a:off x="7049837" y="294016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300,000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910B6551-F761-4860-FA2F-D6E8E2DCE0A6}"/>
              </a:ext>
            </a:extLst>
          </p:cNvPr>
          <p:cNvGrpSpPr/>
          <p:nvPr/>
        </p:nvGrpSpPr>
        <p:grpSpPr>
          <a:xfrm>
            <a:off x="6568767" y="2935702"/>
            <a:ext cx="446018" cy="493298"/>
            <a:chOff x="1290369" y="2868764"/>
            <a:chExt cx="446018" cy="493298"/>
          </a:xfrm>
        </p:grpSpPr>
        <p:sp>
          <p:nvSpPr>
            <p:cNvPr id="151" name="Text Box">
              <a:extLst>
                <a:ext uri="{FF2B5EF4-FFF2-40B4-BE49-F238E27FC236}">
                  <a16:creationId xmlns:a16="http://schemas.microsoft.com/office/drawing/2014/main" id="{1F293ED7-6DD6-C656-D3E5-20AEE7517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USD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2" name="Chevron Left">
              <a:extLst>
                <a:ext uri="{FF2B5EF4-FFF2-40B4-BE49-F238E27FC236}">
                  <a16:creationId xmlns:a16="http://schemas.microsoft.com/office/drawing/2014/main" id="{E4BAFD5E-2842-5525-BE36-0707FD7C275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9" name="Cutout">
            <a:extLst>
              <a:ext uri="{FF2B5EF4-FFF2-40B4-BE49-F238E27FC236}">
                <a16:creationId xmlns:a16="http://schemas.microsoft.com/office/drawing/2014/main" id="{F881E099-F730-4CBD-726F-0E0E2E35410C}"/>
              </a:ext>
            </a:extLst>
          </p:cNvPr>
          <p:cNvGrpSpPr/>
          <p:nvPr/>
        </p:nvGrpSpPr>
        <p:grpSpPr>
          <a:xfrm rot="16200000">
            <a:off x="5285313" y="-130289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90" name="Fill">
              <a:extLst>
                <a:ext uri="{FF2B5EF4-FFF2-40B4-BE49-F238E27FC236}">
                  <a16:creationId xmlns:a16="http://schemas.microsoft.com/office/drawing/2014/main" id="{0D25F2C2-70CF-B2EE-92FC-59F76099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1" name="Border">
              <a:extLst>
                <a:ext uri="{FF2B5EF4-FFF2-40B4-BE49-F238E27FC236}">
                  <a16:creationId xmlns:a16="http://schemas.microsoft.com/office/drawing/2014/main" id="{16B6190C-E7F2-486C-4A6B-A5D56AC1E7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CC5299DA-A753-8121-9F4F-687761BA62B6}"/>
              </a:ext>
            </a:extLst>
          </p:cNvPr>
          <p:cNvSpPr txBox="1"/>
          <p:nvPr/>
        </p:nvSpPr>
        <p:spPr>
          <a:xfrm>
            <a:off x="4359120" y="2559576"/>
            <a:ext cx="17572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예치금 현금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C607EAB-3875-78D1-99FF-10ED6C137E19}"/>
              </a:ext>
            </a:extLst>
          </p:cNvPr>
          <p:cNvSpPr/>
          <p:nvPr/>
        </p:nvSpPr>
        <p:spPr>
          <a:xfrm>
            <a:off x="8803915" y="1187278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D84D128-5AD8-FFC2-DA76-C3C60AE1597A}"/>
              </a:ext>
            </a:extLst>
          </p:cNvPr>
          <p:cNvGrpSpPr/>
          <p:nvPr/>
        </p:nvGrpSpPr>
        <p:grpSpPr>
          <a:xfrm rot="10800000">
            <a:off x="1289409" y="1061085"/>
            <a:ext cx="360000" cy="372571"/>
            <a:chOff x="3180625" y="5062589"/>
            <a:chExt cx="360000" cy="372571"/>
          </a:xfrm>
        </p:grpSpPr>
        <p:cxnSp>
          <p:nvCxnSpPr>
            <p:cNvPr id="27" name="직선 연결선 206">
              <a:extLst>
                <a:ext uri="{FF2B5EF4-FFF2-40B4-BE49-F238E27FC236}">
                  <a16:creationId xmlns:a16="http://schemas.microsoft.com/office/drawing/2014/main" id="{3D8161BA-2A8B-F194-5F5F-1DB9ACAF7B3B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A7DAA423-6DA0-76BE-1609-4082210D1BE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5473AA9-1FB2-963B-C45E-5D048F567371}"/>
              </a:ext>
            </a:extLst>
          </p:cNvPr>
          <p:cNvGrpSpPr/>
          <p:nvPr/>
        </p:nvGrpSpPr>
        <p:grpSpPr>
          <a:xfrm>
            <a:off x="1491675" y="724347"/>
            <a:ext cx="6064867" cy="263263"/>
            <a:chOff x="1512625" y="1374043"/>
            <a:chExt cx="6064867" cy="263263"/>
          </a:xfrm>
        </p:grpSpPr>
        <p:sp>
          <p:nvSpPr>
            <p:cNvPr id="35" name="양쪽 모서리가 둥근 사각형 34">
              <a:extLst>
                <a:ext uri="{FF2B5EF4-FFF2-40B4-BE49-F238E27FC236}">
                  <a16:creationId xmlns:a16="http://schemas.microsoft.com/office/drawing/2014/main" id="{63AEE2D5-650F-C8A4-D7F0-9B5B31B927D0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36" name="양쪽 모서리가 둥근 사각형 35">
              <a:extLst>
                <a:ext uri="{FF2B5EF4-FFF2-40B4-BE49-F238E27FC236}">
                  <a16:creationId xmlns:a16="http://schemas.microsoft.com/office/drawing/2014/main" id="{AD2A7A9D-1F81-E40D-4E66-AF358AFACDF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37" name="양쪽 모서리가 둥근 사각형 36">
              <a:extLst>
                <a:ext uri="{FF2B5EF4-FFF2-40B4-BE49-F238E27FC236}">
                  <a16:creationId xmlns:a16="http://schemas.microsoft.com/office/drawing/2014/main" id="{9356F653-CA00-B107-1082-1663755C1BF0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9FDAAD36-6E3E-8EA7-1B52-094E5A031788}"/>
                </a:ext>
              </a:extLst>
            </p:cNvPr>
            <p:cNvSpPr/>
            <p:nvPr/>
          </p:nvSpPr>
          <p:spPr>
            <a:xfrm>
              <a:off x="5558343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9" name="양쪽 모서리가 둥근 사각형 38">
              <a:extLst>
                <a:ext uri="{FF2B5EF4-FFF2-40B4-BE49-F238E27FC236}">
                  <a16:creationId xmlns:a16="http://schemas.microsoft.com/office/drawing/2014/main" id="{0502ED60-6D08-2801-269E-0C400445CB19}"/>
                </a:ext>
              </a:extLst>
            </p:cNvPr>
            <p:cNvSpPr/>
            <p:nvPr/>
          </p:nvSpPr>
          <p:spPr>
            <a:xfrm>
              <a:off x="656580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43" name="양쪽 모서리가 둥근 사각형 42">
              <a:extLst>
                <a:ext uri="{FF2B5EF4-FFF2-40B4-BE49-F238E27FC236}">
                  <a16:creationId xmlns:a16="http://schemas.microsoft.com/office/drawing/2014/main" id="{5FF5FFFB-ED5F-238A-BB8C-00F0EB6299E7}"/>
                </a:ext>
              </a:extLst>
            </p:cNvPr>
            <p:cNvSpPr/>
            <p:nvPr/>
          </p:nvSpPr>
          <p:spPr>
            <a:xfrm>
              <a:off x="454335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sp>
        <p:nvSpPr>
          <p:cNvPr id="44" name="Teardrop 1">
            <a:extLst>
              <a:ext uri="{FF2B5EF4-FFF2-40B4-BE49-F238E27FC236}">
                <a16:creationId xmlns:a16="http://schemas.microsoft.com/office/drawing/2014/main" id="{3CF01762-3DFD-4586-1F4E-B1C56803D574}"/>
              </a:ext>
            </a:extLst>
          </p:cNvPr>
          <p:cNvSpPr/>
          <p:nvPr/>
        </p:nvSpPr>
        <p:spPr>
          <a:xfrm rot="16200000" flipH="1" flipV="1">
            <a:off x="4875583" y="15741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5124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EA7C-BCBE-2880-5A72-6476F885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8C7A618-F8FD-F005-98B6-0023067B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99ECA0B5-96CF-E0CD-BBD5-8029320A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기타정보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4FFBCDF-F02D-126B-B2EC-5DE3CE9BDB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74CE8AB-751D-F8E3-78E5-D686F450A7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68E331-F60E-229D-0AAD-B526BB2AA551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419D920-55B5-2B99-A69C-9A1F50C98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68514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7D07375C-D54B-F74C-D376-62D7528E91E7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BFEC1A-F7EC-5754-C4B2-EA0756A5E5F0}"/>
              </a:ext>
            </a:extLst>
          </p:cNvPr>
          <p:cNvSpPr txBox="1"/>
          <p:nvPr/>
        </p:nvSpPr>
        <p:spPr>
          <a:xfrm>
            <a:off x="1427884" y="106950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고객 요청사항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A9FA9A2-62CA-2A73-1BBA-24A1D04CA942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332832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높은층으로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잡아주시고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방키는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미리 준비 해주세요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CF15D9D-16C2-01C0-7AE5-B87CD85DEF7B}"/>
              </a:ext>
            </a:extLst>
          </p:cNvPr>
          <p:cNvSpPr txBox="1"/>
          <p:nvPr/>
        </p:nvSpPr>
        <p:spPr>
          <a:xfrm>
            <a:off x="1427884" y="188479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관리자 메모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DF7DBC8-296F-3119-DFBD-CCF9656ACA08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2654055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객실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고층 배정 요청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14:00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VIP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고객 친구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웰컴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프릇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준비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0266A4D7-BC43-8D2F-C456-A8D1EE5F1860}"/>
              </a:ext>
            </a:extLst>
          </p:cNvPr>
          <p:cNvGrpSpPr/>
          <p:nvPr/>
        </p:nvGrpSpPr>
        <p:grpSpPr>
          <a:xfrm>
            <a:off x="1513108" y="2146665"/>
            <a:ext cx="7723583" cy="438118"/>
            <a:chOff x="1513108" y="1982770"/>
            <a:chExt cx="7723583" cy="43811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342A928-4619-17D1-A42D-22B99B072061}"/>
                </a:ext>
              </a:extLst>
            </p:cNvPr>
            <p:cNvSpPr/>
            <p:nvPr/>
          </p:nvSpPr>
          <p:spPr>
            <a:xfrm>
              <a:off x="1513108" y="1988840"/>
              <a:ext cx="7247188" cy="432048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게시글을 등록하세요</a:t>
              </a:r>
              <a:r>
                <a:rPr kumimoji="1"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.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476118C-C338-05B6-45D1-28945635631B}"/>
                </a:ext>
              </a:extLst>
            </p:cNvPr>
            <p:cNvSpPr/>
            <p:nvPr/>
          </p:nvSpPr>
          <p:spPr>
            <a:xfrm>
              <a:off x="8806439" y="1982770"/>
              <a:ext cx="430252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spc="-9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저장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AAE831D-977A-8AC6-3C32-3E7E294FCC89}"/>
                </a:ext>
              </a:extLst>
            </p:cNvPr>
            <p:cNvGrpSpPr/>
            <p:nvPr/>
          </p:nvGrpSpPr>
          <p:grpSpPr>
            <a:xfrm>
              <a:off x="8635145" y="2015606"/>
              <a:ext cx="86270" cy="383158"/>
              <a:chOff x="8635145" y="2015606"/>
              <a:chExt cx="86270" cy="38315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360AD3C7-50DD-7B66-31E3-F365B199A97B}"/>
                  </a:ext>
                </a:extLst>
              </p:cNvPr>
              <p:cNvSpPr/>
              <p:nvPr/>
            </p:nvSpPr>
            <p:spPr>
              <a:xfrm>
                <a:off x="8635145" y="2015606"/>
                <a:ext cx="86270" cy="383158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14B51950-5FB2-8874-C59F-F6C5AD5D782E}"/>
                  </a:ext>
                </a:extLst>
              </p:cNvPr>
              <p:cNvSpPr/>
              <p:nvPr/>
            </p:nvSpPr>
            <p:spPr>
              <a:xfrm>
                <a:off x="8651497" y="2025525"/>
                <a:ext cx="57842" cy="21628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42" name="Close">
            <a:extLst>
              <a:ext uri="{FF2B5EF4-FFF2-40B4-BE49-F238E27FC236}">
                <a16:creationId xmlns:a16="http://schemas.microsoft.com/office/drawing/2014/main" id="{2DBF4E65-3021-AAEC-8CC0-09F25AFF2D9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727381" y="2768423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lose">
            <a:extLst>
              <a:ext uri="{FF2B5EF4-FFF2-40B4-BE49-F238E27FC236}">
                <a16:creationId xmlns:a16="http://schemas.microsoft.com/office/drawing/2014/main" id="{F6ED7733-879B-F209-B028-587CC38EDE5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81927" y="2945508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4D558FF-780D-72A0-B9C5-BA6CA6B98425}"/>
              </a:ext>
            </a:extLst>
          </p:cNvPr>
          <p:cNvSpPr/>
          <p:nvPr/>
        </p:nvSpPr>
        <p:spPr>
          <a:xfrm>
            <a:off x="5171080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25629BE-583F-FEC9-DDA9-50DD2845CB6F}"/>
              </a:ext>
            </a:extLst>
          </p:cNvPr>
          <p:cNvGrpSpPr/>
          <p:nvPr/>
        </p:nvGrpSpPr>
        <p:grpSpPr>
          <a:xfrm rot="10800000">
            <a:off x="1289409" y="978074"/>
            <a:ext cx="360000" cy="372571"/>
            <a:chOff x="3180625" y="5062589"/>
            <a:chExt cx="360000" cy="372571"/>
          </a:xfrm>
        </p:grpSpPr>
        <p:cxnSp>
          <p:nvCxnSpPr>
            <p:cNvPr id="22" name="직선 연결선 206">
              <a:extLst>
                <a:ext uri="{FF2B5EF4-FFF2-40B4-BE49-F238E27FC236}">
                  <a16:creationId xmlns:a16="http://schemas.microsoft.com/office/drawing/2014/main" id="{7A8EA543-0D38-843E-3229-CB06BC758823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E1DE521C-1B5F-BFB9-4931-078DBF01CA8C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09ED480-9858-4F65-8EB5-AEAF3E91A560}"/>
              </a:ext>
            </a:extLst>
          </p:cNvPr>
          <p:cNvGrpSpPr/>
          <p:nvPr/>
        </p:nvGrpSpPr>
        <p:grpSpPr>
          <a:xfrm>
            <a:off x="1491675" y="724347"/>
            <a:ext cx="6074772" cy="263263"/>
            <a:chOff x="1512625" y="1374043"/>
            <a:chExt cx="6074772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1E6689EC-53FF-4D4E-180D-845A6F6B5801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D457EDD0-DE3B-8B4E-6E2F-94CB945C3665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998FF6FB-90C0-5458-939D-30F721B548AD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522C2182-2BF5-DEF9-37C1-4D339BE0054D}"/>
                </a:ext>
              </a:extLst>
            </p:cNvPr>
            <p:cNvSpPr/>
            <p:nvPr/>
          </p:nvSpPr>
          <p:spPr>
            <a:xfrm>
              <a:off x="556824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2" name="양쪽 모서리가 둥근 사각형 31">
              <a:extLst>
                <a:ext uri="{FF2B5EF4-FFF2-40B4-BE49-F238E27FC236}">
                  <a16:creationId xmlns:a16="http://schemas.microsoft.com/office/drawing/2014/main" id="{477B9F4A-20CA-1C66-7077-108EA57B5B62}"/>
                </a:ext>
              </a:extLst>
            </p:cNvPr>
            <p:cNvSpPr/>
            <p:nvPr/>
          </p:nvSpPr>
          <p:spPr>
            <a:xfrm>
              <a:off x="6575714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37" name="양쪽 모서리가 둥근 사각형 36">
              <a:extLst>
                <a:ext uri="{FF2B5EF4-FFF2-40B4-BE49-F238E27FC236}">
                  <a16:creationId xmlns:a16="http://schemas.microsoft.com/office/drawing/2014/main" id="{78F57AA9-9641-0909-2E5A-44FB7B326550}"/>
                </a:ext>
              </a:extLst>
            </p:cNvPr>
            <p:cNvSpPr/>
            <p:nvPr/>
          </p:nvSpPr>
          <p:spPr>
            <a:xfrm>
              <a:off x="455325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7765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Validation check case 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rPr>
              <a:t>사용자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rPr>
              <a:t>&gt;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rPr>
              <a:t> 모바일 회원 리스트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rPr>
              <a:t>&gt;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rPr>
              <a:t> 회원정보 상세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B7D23A1-05A8-1925-BDBE-5790F9AA1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420421"/>
              </p:ext>
            </p:extLst>
          </p:nvPr>
        </p:nvGraphicFramePr>
        <p:xfrm>
          <a:off x="119336" y="548680"/>
          <a:ext cx="11876248" cy="414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필드 및 버튼을 클릭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입력을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슈퍼어드민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시스템 관리자 권한에 한함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설정 후 등록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You can register after setting the property.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체크인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체크아웃 캘린더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체크인일 보다 체크아웃일이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빠를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체크인일 보다 체크아웃일이 더 빠를 수 없습니다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 date cannot be earlier than check-in date.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체크인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체크아웃 캘린더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체크아웃일 보다 체크인일이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늦을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체크아웃일 보다 체크인일이 더 늦을 수 없습니다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check-in date cannot be later than the check-out date.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취소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OTA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외 일반예약 정상 취소일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취소 처리를 진행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취소가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proceed with the cancellation process?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cancellation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부분 취소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OTA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외 일반예약 정상 부분취소일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부분취소 처리를 진행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건의 취소가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Do you really want to proceed with the partial cancellation process?/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The cancellation of the proposal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 메모 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정상 삭제 처리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삭제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Are you sure you want to delete it/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Deleted successfully.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81379</TotalTime>
  <Words>6261</Words>
  <Application>Microsoft Macintosh PowerPoint</Application>
  <PresentationFormat>와이드스크린</PresentationFormat>
  <Paragraphs>2497</Paragraphs>
  <Slides>34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5" baseType="lpstr">
      <vt:lpstr>굴림</vt:lpstr>
      <vt:lpstr>NanumGothic</vt:lpstr>
      <vt:lpstr>NanumGothic</vt:lpstr>
      <vt:lpstr>나눔고딕OTF</vt:lpstr>
      <vt:lpstr>Malgun Gothic</vt:lpstr>
      <vt:lpstr>Malgun Gothic</vt:lpstr>
      <vt:lpstr>NanumMyeongjo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예약관리 리스트</vt:lpstr>
      <vt:lpstr>예약관리 리스트</vt:lpstr>
      <vt:lpstr>PowerPoint 프레젠테이션</vt:lpstr>
      <vt:lpstr>예약관리 등록</vt:lpstr>
      <vt:lpstr>예약관리 등록</vt:lpstr>
      <vt:lpstr>예약관리 등록</vt:lpstr>
      <vt:lpstr>예약관리 등록</vt:lpstr>
      <vt:lpstr>예약관리 등록</vt:lpstr>
      <vt:lpstr>레이트 코드 조회 팝업</vt:lpstr>
      <vt:lpstr>마켓 코드 조회 팝업</vt:lpstr>
      <vt:lpstr>객실 조회 팝업</vt:lpstr>
      <vt:lpstr>층/호수 선택 팝업</vt:lpstr>
      <vt:lpstr>유료 서비스 조회 팝업</vt:lpstr>
      <vt:lpstr>프로퍼티 조회 팝업</vt:lpstr>
      <vt:lpstr>PowerPoint 프레젠테이션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PowerPoint 프레젠테이션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14401</cp:revision>
  <cp:lastPrinted>2021-10-07T06:19:02Z</cp:lastPrinted>
  <dcterms:created xsi:type="dcterms:W3CDTF">2008-07-01T10:06:20Z</dcterms:created>
  <dcterms:modified xsi:type="dcterms:W3CDTF">2025-01-24T05:01:54Z</dcterms:modified>
</cp:coreProperties>
</file>