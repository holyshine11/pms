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9"/>
  </p:notesMasterIdLst>
  <p:handoutMasterIdLst>
    <p:handoutMasterId r:id="rId20"/>
  </p:handoutMasterIdLst>
  <p:sldIdLst>
    <p:sldId id="593" r:id="rId2"/>
    <p:sldId id="594" r:id="rId3"/>
    <p:sldId id="1243" r:id="rId4"/>
    <p:sldId id="1305" r:id="rId5"/>
    <p:sldId id="1314" r:id="rId6"/>
    <p:sldId id="1310" r:id="rId7"/>
    <p:sldId id="913" r:id="rId8"/>
    <p:sldId id="1309" r:id="rId9"/>
    <p:sldId id="1311" r:id="rId10"/>
    <p:sldId id="1312" r:id="rId11"/>
    <p:sldId id="1307" r:id="rId12"/>
    <p:sldId id="1308" r:id="rId13"/>
    <p:sldId id="1245" r:id="rId14"/>
    <p:sldId id="934" r:id="rId15"/>
    <p:sldId id="1313" r:id="rId16"/>
    <p:sldId id="1246" r:id="rId17"/>
    <p:sldId id="1306" r:id="rId18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784C42-8C41-4043-A02B-952E4EB2EEF3}">
          <p14:sldIdLst>
            <p14:sldId id="593"/>
            <p14:sldId id="594"/>
          </p14:sldIdLst>
        </p14:section>
        <p14:section name="login" id="{BD80B950-3C16-664C-8B4D-676ABF50186F}">
          <p14:sldIdLst>
            <p14:sldId id="1243"/>
            <p14:sldId id="1305"/>
            <p14:sldId id="1314"/>
          </p14:sldIdLst>
        </p14:section>
        <p14:section name="layout" id="{9EE1B44C-9F31-0345-874D-155F2D9D2028}">
          <p14:sldIdLst>
            <p14:sldId id="1310"/>
            <p14:sldId id="913"/>
            <p14:sldId id="1309"/>
            <p14:sldId id="1311"/>
            <p14:sldId id="1312"/>
            <p14:sldId id="1307"/>
            <p14:sldId id="1308"/>
          </p14:sldIdLst>
        </p14:section>
        <p14:section name="별도 페이지" id="{72923328-6CAE-DE47-8A5A-F99C4245314C}">
          <p14:sldIdLst>
            <p14:sldId id="1245"/>
            <p14:sldId id="934"/>
            <p14:sldId id="1313"/>
            <p14:sldId id="1246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8EC"/>
    <a:srgbClr val="0432FF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82" autoAdjust="0"/>
    <p:restoredTop sz="95393" autoAdjust="0"/>
  </p:normalViewPr>
  <p:slideViewPr>
    <p:cSldViewPr>
      <p:cViewPr>
        <p:scale>
          <a:sx n="144" d="100"/>
          <a:sy n="144" d="100"/>
        </p:scale>
        <p:origin x="4072" y="30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객실금액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7-1B44-B10B-06AEB87BA7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옵션금액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100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47-1B44-B10B-06AEB87BA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2025. 2. 20.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887D3-4186-F40F-00EC-41503DB9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810226-B2CB-9CFD-2531-D11D2C0DD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067CB1-F452-9A3A-FE3E-EC76F4AE8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00A37-08A0-8634-C6C1-387E4282E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435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1E93-2327-D1CF-A813-FAC39F8A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D28C62-80DA-197E-FF7E-A3D21F3E7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28B814-F912-8E6E-090A-C22901145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67B56-3A3B-3D1A-72D4-2B1176FBF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138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54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34B0F-3D8B-842E-35AA-8885C79E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1C0B88-442C-B9F2-AF59-F09F993CA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A1B9C3-17CC-8AEB-51F7-F7A5EF217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BC99A-1D2E-4A71-05CE-FCB855852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256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BF31-8311-2D04-49F3-A947A6E4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1607C-5F35-F325-68EA-F44C9D02E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3A7AF-D441-2E68-4C0B-964105CB3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51165-B945-4666-477B-203ACE87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0628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9E43-E19B-310A-D3E6-B484424E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ADB9BB-D0F9-31A9-DD6E-DAF21D374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B86C76-CBBF-F9E7-291E-0FE746C64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A67FFD-A3E4-3E9A-3BA3-B907BF996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44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5D49-AD81-2C65-1CB7-BAF05B12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53C201-03B5-3542-B792-CC37767AF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2BE53-2495-ABA2-430E-327CF21E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C96E6-646F-0BF6-7F0D-6EAD494C6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552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90E8-8EEB-B026-3647-D1CCF18F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162ED-9618-71D4-E519-09281EBCD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E0EA27-7584-3F72-BD67-FF8EE8685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4EBF2-DDF5-1B75-C24D-B8DC8310B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867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8AA9-0478-83BA-84FB-C72DE17E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0517-1C6C-883F-6DAA-787ABD9C5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E46F5-8E7B-9C9D-0A47-A6A479031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71807-84AC-5CBD-CAFD-4BDA6A9DC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00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482437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2025-01-13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수정 사항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38EB67-C95B-BE50-8BB8-0FA0ACF154B2}"/>
              </a:ext>
            </a:extLst>
          </p:cNvPr>
          <p:cNvSpPr txBox="1"/>
          <p:nvPr/>
        </p:nvSpPr>
        <p:spPr>
          <a:xfrm>
            <a:off x="6888088" y="4790559"/>
            <a:ext cx="2667718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※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로그인 버튼 클릭 시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validation check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case (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참고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3C368B-8DB5-41C0-9CC8-6C1F89BB4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925015"/>
              </p:ext>
            </p:extLst>
          </p:nvPr>
        </p:nvGraphicFramePr>
        <p:xfrm>
          <a:off x="6888088" y="5079171"/>
          <a:ext cx="51603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이상으로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숫자 외 텍스트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아이디는 영문과 숫자만 입력 가능합니다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아이디가 없는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계정이 없습니다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latin typeface="+mn-ea"/>
                        </a:rPr>
                        <a:t>비밀번호는 </a:t>
                      </a:r>
                      <a:r>
                        <a:rPr lang="en-US" altLang="ko-KR" sz="700" dirty="0">
                          <a:latin typeface="+mn-ea"/>
                        </a:rPr>
                        <a:t>10~20</a:t>
                      </a:r>
                      <a:r>
                        <a:rPr lang="ko-KR" altLang="en-US" sz="700" dirty="0">
                          <a:latin typeface="+mn-ea"/>
                        </a:rPr>
                        <a:t>자 이내 영문</a:t>
                      </a:r>
                      <a:r>
                        <a:rPr lang="en-US" altLang="ko-KR" sz="700" dirty="0">
                          <a:latin typeface="+mn-ea"/>
                        </a:rPr>
                        <a:t>, </a:t>
                      </a:r>
                      <a:r>
                        <a:rPr lang="ko-KR" altLang="en-US" sz="700" dirty="0">
                          <a:latin typeface="+mn-ea"/>
                        </a:rPr>
                        <a:t>숫자</a:t>
                      </a:r>
                      <a:r>
                        <a:rPr lang="en-US" altLang="ko-KR" sz="700" dirty="0">
                          <a:latin typeface="+mn-ea"/>
                        </a:rPr>
                        <a:t>, </a:t>
                      </a:r>
                      <a:r>
                        <a:rPr lang="ko-KR" altLang="en-US" sz="700" dirty="0">
                          <a:latin typeface="+mn-ea"/>
                        </a:rPr>
                        <a:t>특수문자로 입력 입력하세요</a:t>
                      </a:r>
                      <a:r>
                        <a:rPr lang="en-US" altLang="ko-KR" sz="700" dirty="0">
                          <a:latin typeface="+mn-ea"/>
                        </a:rPr>
                        <a:t>.</a:t>
                      </a:r>
                      <a:endParaRPr lang="ko-KR" altLang="en-US" sz="700" dirty="0"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불일치 하는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또는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일치 하지 않습니다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">
            <a:extLst>
              <a:ext uri="{FF2B5EF4-FFF2-40B4-BE49-F238E27FC236}">
                <a16:creationId xmlns:a16="http://schemas.microsoft.com/office/drawing/2014/main" id="{7A2D4E6B-0467-BAE7-38ED-C8CE6B86DDC4}"/>
              </a:ext>
            </a:extLst>
          </p:cNvPr>
          <p:cNvSpPr>
            <a:spLocks/>
          </p:cNvSpPr>
          <p:nvPr/>
        </p:nvSpPr>
        <p:spPr bwMode="auto">
          <a:xfrm>
            <a:off x="1271464" y="2930421"/>
            <a:ext cx="3168352" cy="34063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아이디를 입력하세요</a:t>
            </a:r>
            <a:r>
              <a:rPr kumimoji="0" lang="en-US" altLang="ko-KR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9E5EE4E-1F0F-C8A6-E0C7-5D3AD718BB5F}"/>
              </a:ext>
            </a:extLst>
          </p:cNvPr>
          <p:cNvSpPr/>
          <p:nvPr/>
        </p:nvSpPr>
        <p:spPr>
          <a:xfrm>
            <a:off x="839416" y="980728"/>
            <a:ext cx="4032448" cy="5112568"/>
          </a:xfrm>
          <a:prstGeom prst="roundRect">
            <a:avLst>
              <a:gd name="adj" fmla="val 8229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5E5C21C4-13A9-C965-9776-DC53A2C08037}"/>
              </a:ext>
            </a:extLst>
          </p:cNvPr>
          <p:cNvSpPr>
            <a:spLocks/>
          </p:cNvSpPr>
          <p:nvPr/>
        </p:nvSpPr>
        <p:spPr bwMode="auto">
          <a:xfrm>
            <a:off x="1271464" y="3686505"/>
            <a:ext cx="3168352" cy="34063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비밀번호를 입력하세요</a:t>
            </a:r>
            <a:r>
              <a:rPr kumimoji="0" lang="en-US" altLang="ko-KR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400CB5-4816-973C-F5B2-07A8B796ED11}"/>
              </a:ext>
            </a:extLst>
          </p:cNvPr>
          <p:cNvSpPr/>
          <p:nvPr/>
        </p:nvSpPr>
        <p:spPr>
          <a:xfrm>
            <a:off x="1290646" y="4442134"/>
            <a:ext cx="3149170" cy="25510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kern="0" spc="-90" dirty="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E521F-BB70-630E-59CA-FAEF940BC440}"/>
              </a:ext>
            </a:extLst>
          </p:cNvPr>
          <p:cNvSpPr txBox="1"/>
          <p:nvPr/>
        </p:nvSpPr>
        <p:spPr>
          <a:xfrm>
            <a:off x="1199456" y="2634647"/>
            <a:ext cx="473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아이디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E80A0-3FFB-C29D-83B3-1B4D8CFF4889}"/>
              </a:ext>
            </a:extLst>
          </p:cNvPr>
          <p:cNvSpPr txBox="1"/>
          <p:nvPr/>
        </p:nvSpPr>
        <p:spPr>
          <a:xfrm>
            <a:off x="1199456" y="3443199"/>
            <a:ext cx="864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비밀번호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19426E-DBF0-25C9-DC8F-5E2AD3D8CF56}"/>
              </a:ext>
            </a:extLst>
          </p:cNvPr>
          <p:cNvSpPr/>
          <p:nvPr/>
        </p:nvSpPr>
        <p:spPr>
          <a:xfrm>
            <a:off x="2270123" y="1691758"/>
            <a:ext cx="1190215" cy="44264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Hola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Logo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4" name="그래픽 13" descr="눈 단색으로 채워진">
            <a:extLst>
              <a:ext uri="{FF2B5EF4-FFF2-40B4-BE49-F238E27FC236}">
                <a16:creationId xmlns:a16="http://schemas.microsoft.com/office/drawing/2014/main" id="{EFE26464-E55A-45FA-5EB1-80CB529D0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776" y="3725877"/>
            <a:ext cx="291356" cy="2913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646D95-FC75-2D59-7B13-EF1ED6287A76}"/>
              </a:ext>
            </a:extLst>
          </p:cNvPr>
          <p:cNvSpPr txBox="1"/>
          <p:nvPr/>
        </p:nvSpPr>
        <p:spPr>
          <a:xfrm>
            <a:off x="1127448" y="5250686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>
                <a:latin typeface="+mn-ea"/>
                <a:ea typeface="+mn-ea"/>
              </a:rPr>
              <a:t>관리자 계정이 필요하신 경우나 아이디</a:t>
            </a:r>
            <a:r>
              <a:rPr kumimoji="1" lang="en-US" altLang="ko-KR" sz="800" dirty="0">
                <a:latin typeface="+mn-ea"/>
                <a:ea typeface="+mn-ea"/>
              </a:rPr>
              <a:t>/</a:t>
            </a:r>
            <a:r>
              <a:rPr kumimoji="1" lang="ko-KR" altLang="en-US" sz="800" dirty="0">
                <a:latin typeface="+mn-ea"/>
                <a:ea typeface="+mn-ea"/>
              </a:rPr>
              <a:t>비밀번호를 모르실 경우</a:t>
            </a:r>
            <a:endParaRPr kumimoji="1"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올라</a:t>
            </a:r>
            <a:r>
              <a:rPr lang="en-US" altLang="ko-KR" sz="800" dirty="0">
                <a:latin typeface="+mn-ea"/>
                <a:ea typeface="+mn-ea"/>
              </a:rPr>
              <a:t>PMS</a:t>
            </a:r>
            <a:r>
              <a:rPr lang="ko-KR" altLang="en-US" sz="800" dirty="0">
                <a:latin typeface="+mn-ea"/>
                <a:ea typeface="+mn-ea"/>
              </a:rPr>
              <a:t> 고객센터 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070-1234-1234</a:t>
            </a:r>
            <a:r>
              <a:rPr lang="ko-KR" altLang="en-US" sz="800" dirty="0">
                <a:latin typeface="+mn-ea"/>
                <a:ea typeface="+mn-ea"/>
              </a:rPr>
              <a:t>로 연락 주세요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D67853-D4BA-741A-9681-23D2020273CB}"/>
              </a:ext>
            </a:extLst>
          </p:cNvPr>
          <p:cNvSpPr txBox="1"/>
          <p:nvPr/>
        </p:nvSpPr>
        <p:spPr>
          <a:xfrm>
            <a:off x="4981513" y="3698463"/>
            <a:ext cx="196399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※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비밀번호 초기화 초도 로그인 비밀번호</a:t>
            </a:r>
            <a:endParaRPr lang="en-US" altLang="ko-KR" sz="800" b="1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 -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 err="1">
                <a:solidFill>
                  <a:srgbClr val="C00000"/>
                </a:solidFill>
                <a:latin typeface="+mn-ea"/>
                <a:ea typeface="+mn-ea"/>
              </a:rPr>
              <a:t>holapms1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!</a:t>
            </a:r>
            <a:endParaRPr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F862E-704D-32AD-ED3B-270F3B701AF2}"/>
              </a:ext>
            </a:extLst>
          </p:cNvPr>
          <p:cNvSpPr txBox="1"/>
          <p:nvPr/>
        </p:nvSpPr>
        <p:spPr>
          <a:xfrm>
            <a:off x="47328" y="61179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관리자 로그인 페이지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E9191C7-19A9-7206-0EE8-E5C99EDFF05F}"/>
              </a:ext>
            </a:extLst>
          </p:cNvPr>
          <p:cNvGrpSpPr/>
          <p:nvPr/>
        </p:nvGrpSpPr>
        <p:grpSpPr>
          <a:xfrm>
            <a:off x="1282993" y="4131498"/>
            <a:ext cx="2206033" cy="215444"/>
            <a:chOff x="1282993" y="4131498"/>
            <a:chExt cx="2206033" cy="21544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7FA6AA8-D722-C521-FB7B-315332E06975}"/>
                </a:ext>
              </a:extLst>
            </p:cNvPr>
            <p:cNvSpPr/>
            <p:nvPr/>
          </p:nvSpPr>
          <p:spPr>
            <a:xfrm>
              <a:off x="1282993" y="4158105"/>
              <a:ext cx="153066" cy="153066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E9F423-A342-EEFD-E3C4-3EB04C0203CF}"/>
                </a:ext>
              </a:extLst>
            </p:cNvPr>
            <p:cNvSpPr txBox="1"/>
            <p:nvPr/>
          </p:nvSpPr>
          <p:spPr>
            <a:xfrm>
              <a:off x="1445164" y="4131498"/>
              <a:ext cx="20438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>
                  <a:latin typeface="+mn-ea"/>
                  <a:ea typeface="+mn-ea"/>
                </a:rPr>
                <a:t>로그인 유지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3180108-D7D3-5985-BF1C-41EDD45AE4AE}"/>
              </a:ext>
            </a:extLst>
          </p:cNvPr>
          <p:cNvSpPr txBox="1"/>
          <p:nvPr/>
        </p:nvSpPr>
        <p:spPr>
          <a:xfrm>
            <a:off x="2041807" y="4114027"/>
            <a:ext cx="122822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← 세션 유지 시간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시간</a:t>
            </a: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17614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이상으로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ID at least 8 characters.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숫자 외 텍스트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아이디는 영문과 숫자만 입력 가능합니다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ID can only be entered in English and numbers.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ID.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아이디가 없는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계정이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There are no registered accounts.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비밀번호는 </a:t>
                      </a:r>
                      <a:r>
                        <a:rPr lang="en-US" altLang="ko-KR" sz="800" dirty="0">
                          <a:latin typeface="+mn-ea"/>
                        </a:rPr>
                        <a:t>10~20</a:t>
                      </a:r>
                      <a:r>
                        <a:rPr lang="ko-KR" altLang="en-US" sz="800" dirty="0">
                          <a:latin typeface="+mn-ea"/>
                        </a:rPr>
                        <a:t>자 이내 영문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숫자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특수문자로 입력 입력하세요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passwords in English, numbers, and special characters up to 10 to 20 characters.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passwords number.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불일치 하는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또는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일치 하지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or password does not match. Please re-enter.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 진입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세션이 끈긴 경우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 유지 시간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시간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세션이 종료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다시 로그인 해주세요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Your session has ended. Please log in again.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A220-C19B-4593-898A-8AF9E819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3A6AA6-920A-0717-FD3B-2C4AB3B789AC}"/>
              </a:ext>
            </a:extLst>
          </p:cNvPr>
          <p:cNvSpPr txBox="1"/>
          <p:nvPr/>
        </p:nvSpPr>
        <p:spPr>
          <a:xfrm>
            <a:off x="69106" y="77935"/>
            <a:ext cx="689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헤더 호텔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&gt;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메뉴 설정에 따른 메뉴 이용 가능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 도달 시 예외 처리 메시지 출력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1C2BAE-C7CE-3FE8-C0BF-7305877C6DC2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0CE9E03-5446-840D-95DC-23F68F942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698533"/>
              </p:ext>
            </p:extLst>
          </p:nvPr>
        </p:nvGraphicFramePr>
        <p:xfrm>
          <a:off x="299356" y="486962"/>
          <a:ext cx="11593288" cy="5884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063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893553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185243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01004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4074425">
                  <a:extLst>
                    <a:ext uri="{9D8B030D-6E8A-4147-A177-3AD203B41FA5}">
                      <a16:colId xmlns:a16="http://schemas.microsoft.com/office/drawing/2014/main" val="1627106649"/>
                    </a:ext>
                  </a:extLst>
                </a:gridCol>
              </a:tblGrid>
              <a:tr h="26745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메뉴 명</a:t>
                      </a:r>
                      <a:endParaRPr lang="en-US" altLang="ko-KR" sz="1000" b="1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조건</a:t>
                      </a:r>
                      <a:endParaRPr lang="en-US" altLang="ko-KR" sz="1000" b="1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예외 처리 메시지</a:t>
                      </a:r>
                      <a:endParaRPr kumimoji="0" lang="en-US" altLang="ko-KR" sz="10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927474"/>
                  </a:ext>
                </a:extLst>
              </a:tr>
              <a:tr h="2674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선택</a:t>
                      </a:r>
                      <a:endParaRPr lang="en-US" altLang="ko-KR" sz="1000" b="1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선택</a:t>
                      </a:r>
                      <a:endParaRPr kumimoji="0" lang="en-US" altLang="ko-KR" sz="10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</a:t>
                      </a:r>
                      <a:endParaRPr kumimoji="0" lang="en-US" altLang="ko-KR" sz="10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영문</a:t>
                      </a:r>
                      <a:endParaRPr kumimoji="0" lang="en-US" altLang="ko-KR" sz="10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마켓 코드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32084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층 코드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000" b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It can be used when choosing a hotel and property.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호수 코드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It can be used when choosing a hotel and property.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호텔을 반드시 선택해야 사용 가능 합니다</a:t>
                      </a:r>
                      <a:r>
                        <a:rPr lang="en-US" altLang="ko-KR" sz="10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관리자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It can be used when choosing a hotel and property.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블루웨이브 관리자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 권한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호텔을 반드시 선택해야 사용 가능 합니다</a:t>
                      </a:r>
                      <a:r>
                        <a:rPr lang="en-US" altLang="ko-KR" sz="10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You must choose a hotel to use it.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관리자 권한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호텔을 반드시 선택해야 사용 가능 합니다</a:t>
                      </a:r>
                      <a:r>
                        <a:rPr lang="en-US" altLang="ko-KR" sz="10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You must choose a hotel to use it.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블루웨이브 관리자 권한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그룹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198094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무료 옵션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993237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유료 요금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70731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090525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프로모션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909711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예약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호텔과 프로퍼티를 선택 시 사용 가능 합니다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It can be used when choosing a hotel and property.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그룹코드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905447"/>
                  </a:ext>
                </a:extLst>
              </a:tr>
              <a:tr h="267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공통코드 관리</a:t>
                      </a:r>
                      <a:endParaRPr kumimoji="0" lang="en-US" altLang="ko-KR" sz="10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5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07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8743-88E9-F8B3-8AC8-F61516A8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A7DF140B-53AA-5FE5-907B-ACBCD66AB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952068"/>
              </p:ext>
            </p:extLst>
          </p:nvPr>
        </p:nvGraphicFramePr>
        <p:xfrm>
          <a:off x="643108" y="2325952"/>
          <a:ext cx="10825039" cy="600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36972616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7463335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4118305075"/>
                    </a:ext>
                  </a:extLst>
                </a:gridCol>
                <a:gridCol w="1614091">
                  <a:extLst>
                    <a:ext uri="{9D8B030D-6E8A-4147-A177-3AD203B41FA5}">
                      <a16:colId xmlns:a16="http://schemas.microsoft.com/office/drawing/2014/main" val="998102763"/>
                    </a:ext>
                  </a:extLst>
                </a:gridCol>
              </a:tblGrid>
              <a:tr h="240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휴대폰 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59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검색된 데이터가 없습니다</a:t>
                      </a:r>
                      <a:r>
                        <a:rPr lang="en-US" altLang="ko-KR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.  (</a:t>
                      </a:r>
                      <a:r>
                        <a:rPr lang="ko-KR" altLang="en-US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페이지 진입 시</a:t>
                      </a:r>
                      <a:r>
                        <a:rPr lang="en-US" altLang="ko-KR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spc="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spc="-1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D27A2D68-B0FC-C457-0118-2AA40193BD3D}"/>
              </a:ext>
            </a:extLst>
          </p:cNvPr>
          <p:cNvSpPr txBox="1"/>
          <p:nvPr/>
        </p:nvSpPr>
        <p:spPr>
          <a:xfrm>
            <a:off x="7396696" y="2626401"/>
            <a:ext cx="3259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디폴트 조회 조건이 없거나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,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검색 결과가 없는 경우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0" name="Pagination">
            <a:extLst>
              <a:ext uri="{FF2B5EF4-FFF2-40B4-BE49-F238E27FC236}">
                <a16:creationId xmlns:a16="http://schemas.microsoft.com/office/drawing/2014/main" id="{AC9A612E-1A6C-2B67-BADA-986D8B0DC9BF}"/>
              </a:ext>
            </a:extLst>
          </p:cNvPr>
          <p:cNvSpPr txBox="1"/>
          <p:nvPr/>
        </p:nvSpPr>
        <p:spPr>
          <a:xfrm>
            <a:off x="4675999" y="3326207"/>
            <a:ext cx="1851725" cy="235449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0" u="sng" dirty="0">
                <a:latin typeface="+mn-ea"/>
                <a:cs typeface="Segoe UI" panose="020B0502040204020203" pitchFamily="34" charset="0"/>
              </a:rPr>
              <a:t>&lt;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1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2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3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4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…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9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10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62DD9C-0F2F-F6B6-B0BC-04452ED4A356}"/>
              </a:ext>
            </a:extLst>
          </p:cNvPr>
          <p:cNvSpPr txBox="1"/>
          <p:nvPr/>
        </p:nvSpPr>
        <p:spPr>
          <a:xfrm>
            <a:off x="1545999" y="2024929"/>
            <a:ext cx="90601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+mn-ea"/>
                <a:ea typeface="+mn-ea"/>
              </a:rPr>
              <a:t>검색 </a:t>
            </a:r>
            <a:r>
              <a:rPr kumimoji="1" lang="ko-KR" altLang="en-US" sz="700" dirty="0">
                <a:latin typeface="+mn-ea"/>
                <a:ea typeface="+mn-ea"/>
              </a:rPr>
              <a:t>결과 총 </a:t>
            </a:r>
            <a:r>
              <a:rPr lang="en-US" altLang="ko-KR" sz="700" dirty="0">
                <a:latin typeface="+mn-ea"/>
                <a:ea typeface="+mn-ea"/>
              </a:rPr>
              <a:t>2</a:t>
            </a:r>
            <a:r>
              <a:rPr kumimoji="1" lang="en-US" altLang="ko-KR" sz="700" dirty="0">
                <a:latin typeface="+mn-ea"/>
                <a:ea typeface="+mn-ea"/>
              </a:rPr>
              <a:t>0</a:t>
            </a:r>
            <a:r>
              <a:rPr kumimoji="1" lang="ko-KR" altLang="en-US" sz="700" dirty="0">
                <a:latin typeface="+mn-ea"/>
                <a:ea typeface="+mn-ea"/>
              </a:rPr>
              <a:t> 개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92DF5BD-E768-AF77-D5D6-B36C4AE2538F}"/>
              </a:ext>
            </a:extLst>
          </p:cNvPr>
          <p:cNvSpPr txBox="1"/>
          <p:nvPr/>
        </p:nvSpPr>
        <p:spPr>
          <a:xfrm>
            <a:off x="2417290" y="2018870"/>
            <a:ext cx="1895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20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디폴트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 / 50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/ 100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136ED8D-9956-348B-02D7-1BFB022C4B3C}"/>
              </a:ext>
            </a:extLst>
          </p:cNvPr>
          <p:cNvSpPr txBox="1"/>
          <p:nvPr/>
        </p:nvSpPr>
        <p:spPr>
          <a:xfrm>
            <a:off x="4925100" y="2027923"/>
            <a:ext cx="2371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#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리스트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공통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최신 순 상위 소트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46AB6-A9CE-1BC4-2A6C-30F64BDD8227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Layout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7A1D2C-1ECC-7911-EBA1-78A529963335}"/>
              </a:ext>
            </a:extLst>
          </p:cNvPr>
          <p:cNvSpPr/>
          <p:nvPr/>
        </p:nvSpPr>
        <p:spPr>
          <a:xfrm>
            <a:off x="36005" y="675874"/>
            <a:ext cx="1019435" cy="41475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2BC834-A47A-1401-8D66-F83960984D4F}"/>
              </a:ext>
            </a:extLst>
          </p:cNvPr>
          <p:cNvSpPr txBox="1"/>
          <p:nvPr/>
        </p:nvSpPr>
        <p:spPr>
          <a:xfrm>
            <a:off x="11122" y="429731"/>
            <a:ext cx="4411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HOME (</a:t>
            </a:r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빈화면</a:t>
            </a:r>
            <a:r>
              <a:rPr lang="en-US" altLang="ko-KR" sz="1100" i="1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11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ACFBBB6-AB65-1353-6606-E905D8D21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616" y="647683"/>
            <a:ext cx="254000" cy="2540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4ABFC844-078F-FCEC-A9EE-BA436CAB21E3}"/>
              </a:ext>
            </a:extLst>
          </p:cNvPr>
          <p:cNvSpPr txBox="1"/>
          <p:nvPr/>
        </p:nvSpPr>
        <p:spPr>
          <a:xfrm>
            <a:off x="32214" y="1262955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latin typeface="+mn-ea"/>
                <a:ea typeface="+mn-ea"/>
              </a:rPr>
              <a:t>메뉴 타이틀 출력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645744-29F7-CE0B-5623-CE5ABC5B7C69}"/>
              </a:ext>
            </a:extLst>
          </p:cNvPr>
          <p:cNvSpPr txBox="1"/>
          <p:nvPr/>
        </p:nvSpPr>
        <p:spPr>
          <a:xfrm>
            <a:off x="1299182" y="389624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en-US" altLang="ko-KR" sz="11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전체 펼침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숨김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6CD87D-B0E9-070D-A710-68BBA8921CC6}"/>
              </a:ext>
            </a:extLst>
          </p:cNvPr>
          <p:cNvSpPr txBox="1"/>
          <p:nvPr/>
        </p:nvSpPr>
        <p:spPr>
          <a:xfrm>
            <a:off x="9692708" y="90168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로그아웃 버튼 ↑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F011C7-B378-1E4B-B4D1-4CC2DFBAAFC8}"/>
              </a:ext>
            </a:extLst>
          </p:cNvPr>
          <p:cNvSpPr txBox="1"/>
          <p:nvPr/>
        </p:nvSpPr>
        <p:spPr>
          <a:xfrm>
            <a:off x="6547611" y="3348867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페이지 </a:t>
            </a:r>
            <a:r>
              <a:rPr lang="ko-KR" altLang="en-US" sz="1000" b="0" i="1" dirty="0" err="1">
                <a:solidFill>
                  <a:srgbClr val="C00000"/>
                </a:solidFill>
                <a:latin typeface="+mn-ea"/>
                <a:ea typeface="+mn-ea"/>
              </a:rPr>
              <a:t>네이션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42989-A2A4-D480-6B56-F23A276AD128}"/>
              </a:ext>
            </a:extLst>
          </p:cNvPr>
          <p:cNvSpPr txBox="1"/>
          <p:nvPr/>
        </p:nvSpPr>
        <p:spPr>
          <a:xfrm>
            <a:off x="10722009" y="686239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E7538-8141-BA4E-3B9B-C6AD39AD4279}"/>
              </a:ext>
            </a:extLst>
          </p:cNvPr>
          <p:cNvSpPr txBox="1"/>
          <p:nvPr/>
        </p:nvSpPr>
        <p:spPr>
          <a:xfrm>
            <a:off x="9266239" y="42425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개인정보 수정 링크 ↓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3D34480-A291-C06B-E3ED-14DE759664AC}"/>
              </a:ext>
            </a:extLst>
          </p:cNvPr>
          <p:cNvGrpSpPr/>
          <p:nvPr/>
        </p:nvGrpSpPr>
        <p:grpSpPr>
          <a:xfrm>
            <a:off x="609895" y="2024929"/>
            <a:ext cx="891233" cy="174800"/>
            <a:chOff x="1244327" y="2887118"/>
            <a:chExt cx="891233" cy="174800"/>
          </a:xfrm>
        </p:grpSpPr>
        <p:sp>
          <p:nvSpPr>
            <p:cNvPr id="91" name="Text Box">
              <a:extLst>
                <a:ext uri="{FF2B5EF4-FFF2-40B4-BE49-F238E27FC236}">
                  <a16:creationId xmlns:a16="http://schemas.microsoft.com/office/drawing/2014/main" id="{39B80AC8-6200-FC48-7760-B6075E270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20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 개씩 보기   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1BCA9D1D-6A21-89D9-A5D4-B8F2BFCED9E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80F5743-206B-DBCD-A537-7B0ABDA884F3}"/>
              </a:ext>
            </a:extLst>
          </p:cNvPr>
          <p:cNvSpPr txBox="1"/>
          <p:nvPr/>
        </p:nvSpPr>
        <p:spPr>
          <a:xfrm>
            <a:off x="1724700" y="3126447"/>
            <a:ext cx="16706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#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리스트 </a:t>
            </a:r>
            <a:r>
              <a:rPr lang="ko-KR" altLang="en-US" sz="1000" b="0" i="1" dirty="0" err="1">
                <a:solidFill>
                  <a:srgbClr val="C00000"/>
                </a:solidFill>
                <a:latin typeface="+mn-ea"/>
                <a:ea typeface="+mn-ea"/>
              </a:rPr>
              <a:t>마스킹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정책 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1.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이름 뒤에서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2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번째 자리 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선우*아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홍*동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2.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이메일 아이디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@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앞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4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자리 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user****@</a:t>
            </a:r>
          </a:p>
          <a:p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3.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휴대폰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전화번호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가운데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4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자리 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010-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****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-1234</a:t>
            </a: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070-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****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-5678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E883D68-AED8-D1D1-5D27-34487B17986A}"/>
              </a:ext>
            </a:extLst>
          </p:cNvPr>
          <p:cNvGrpSpPr/>
          <p:nvPr/>
        </p:nvGrpSpPr>
        <p:grpSpPr>
          <a:xfrm>
            <a:off x="9736749" y="707150"/>
            <a:ext cx="806902" cy="162302"/>
            <a:chOff x="9264352" y="746418"/>
            <a:chExt cx="806902" cy="162302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927DBBB2-F6B5-2048-9AD8-71D69128D299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4580D44F-556B-674C-8C5C-A1BF73D9771F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EABC8F4-6930-A9BD-DBCD-0CBFC5CA76B2}"/>
              </a:ext>
            </a:extLst>
          </p:cNvPr>
          <p:cNvSpPr txBox="1"/>
          <p:nvPr/>
        </p:nvSpPr>
        <p:spPr>
          <a:xfrm>
            <a:off x="7894881" y="42425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언어 설정 </a:t>
            </a:r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토글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↓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06F8971B-EE22-DF99-1A60-34B3EC7BE950}"/>
              </a:ext>
            </a:extLst>
          </p:cNvPr>
          <p:cNvCxnSpPr/>
          <p:nvPr/>
        </p:nvCxnSpPr>
        <p:spPr>
          <a:xfrm>
            <a:off x="1309255" y="1176284"/>
            <a:ext cx="10619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52E952-D34B-8305-DD6A-CB21F35C1297}"/>
              </a:ext>
            </a:extLst>
          </p:cNvPr>
          <p:cNvSpPr txBox="1"/>
          <p:nvPr/>
        </p:nvSpPr>
        <p:spPr>
          <a:xfrm>
            <a:off x="2801456" y="419510"/>
            <a:ext cx="927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해더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영역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3DE6D88-C90C-D575-E3D7-2D987AE8056E}"/>
              </a:ext>
            </a:extLst>
          </p:cNvPr>
          <p:cNvSpPr/>
          <p:nvPr/>
        </p:nvSpPr>
        <p:spPr>
          <a:xfrm>
            <a:off x="1799676" y="707150"/>
            <a:ext cx="3216204" cy="325338"/>
          </a:xfrm>
          <a:prstGeom prst="round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rgbClr val="FF0000"/>
                </a:solidFill>
              </a:rPr>
              <a:t>호텔</a:t>
            </a:r>
            <a:r>
              <a:rPr kumimoji="1" lang="en-US" altLang="ko-KR" sz="1200" b="1" dirty="0">
                <a:solidFill>
                  <a:srgbClr val="FF0000"/>
                </a:solidFill>
              </a:rPr>
              <a:t>/</a:t>
            </a:r>
            <a:r>
              <a:rPr kumimoji="1" lang="ko-KR" altLang="en-US" sz="1200" b="1" dirty="0">
                <a:solidFill>
                  <a:srgbClr val="FF0000"/>
                </a:solidFill>
              </a:rPr>
              <a:t>프로퍼티 선택 영역</a:t>
            </a:r>
          </a:p>
        </p:txBody>
      </p:sp>
      <p:pic>
        <p:nvPicPr>
          <p:cNvPr id="18" name="그래픽 17" descr="햄버거 메뉴 아이콘 단색으로 채워진">
            <a:extLst>
              <a:ext uri="{FF2B5EF4-FFF2-40B4-BE49-F238E27FC236}">
                <a16:creationId xmlns:a16="http://schemas.microsoft.com/office/drawing/2014/main" id="{BC042647-9CE1-E81D-47E7-77CD0A9696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1179" y="717490"/>
            <a:ext cx="291356" cy="2913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566005-22C1-5C9E-4E14-87D44F87DA19}"/>
              </a:ext>
            </a:extLst>
          </p:cNvPr>
          <p:cNvSpPr txBox="1"/>
          <p:nvPr/>
        </p:nvSpPr>
        <p:spPr>
          <a:xfrm>
            <a:off x="221647" y="1535008"/>
            <a:ext cx="2453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latin typeface="+mn-ea"/>
                <a:ea typeface="+mn-ea"/>
              </a:rPr>
              <a:t>서브 타이틀 </a:t>
            </a:r>
            <a:r>
              <a:rPr kumimoji="1" lang="en-US" altLang="ko-KR" sz="1200" b="1" dirty="0">
                <a:latin typeface="+mn-ea"/>
                <a:ea typeface="+mn-ea"/>
              </a:rPr>
              <a:t>or </a:t>
            </a:r>
            <a:r>
              <a:rPr lang="ko-KR" altLang="en-US" sz="1200" b="1" dirty="0">
                <a:latin typeface="+mn-ea"/>
                <a:ea typeface="+mn-ea"/>
              </a:rPr>
              <a:t>메뉴 </a:t>
            </a:r>
            <a:r>
              <a:rPr kumimoji="1" lang="en-US" altLang="ko-KR" sz="1200" b="1" dirty="0">
                <a:latin typeface="+mn-ea"/>
                <a:ea typeface="+mn-ea"/>
              </a:rPr>
              <a:t>TAB</a:t>
            </a:r>
            <a:r>
              <a:rPr kumimoji="1" lang="ko-KR" altLang="en-US" sz="1200" b="1" dirty="0">
                <a:latin typeface="+mn-ea"/>
                <a:ea typeface="+mn-ea"/>
              </a:rPr>
              <a:t> 출력 영역</a:t>
            </a:r>
          </a:p>
        </p:txBody>
      </p:sp>
    </p:spTree>
    <p:extLst>
      <p:ext uri="{BB962C8B-B14F-4D97-AF65-F5344CB8AC3E}">
        <p14:creationId xmlns:p14="http://schemas.microsoft.com/office/powerpoint/2010/main" val="39492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159FF-1180-5A8B-0568-92443B6C038F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GNB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BF93F62-7308-7303-F3A2-B94889510035}"/>
              </a:ext>
            </a:extLst>
          </p:cNvPr>
          <p:cNvSpPr/>
          <p:nvPr/>
        </p:nvSpPr>
        <p:spPr>
          <a:xfrm>
            <a:off x="1127448" y="686898"/>
            <a:ext cx="10729192" cy="352541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5EA776D-8863-EAD1-5348-52B2288B6C8D}"/>
              </a:ext>
            </a:extLst>
          </p:cNvPr>
          <p:cNvSpPr/>
          <p:nvPr/>
        </p:nvSpPr>
        <p:spPr>
          <a:xfrm>
            <a:off x="1127448" y="1124744"/>
            <a:ext cx="10729192" cy="2564676"/>
          </a:xfrm>
          <a:prstGeom prst="roundRect">
            <a:avLst>
              <a:gd name="adj" fmla="val 1928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래픽 28" descr="닫기 단색으로 채워진">
            <a:extLst>
              <a:ext uri="{FF2B5EF4-FFF2-40B4-BE49-F238E27FC236}">
                <a16:creationId xmlns:a16="http://schemas.microsoft.com/office/drawing/2014/main" id="{B4ADDF75-343F-3BB4-97DF-9C0B90348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14237" y="1206530"/>
            <a:ext cx="291356" cy="291356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2429F7-DE51-B8B2-C70B-A01E8C309714}"/>
              </a:ext>
            </a:extLst>
          </p:cNvPr>
          <p:cNvSpPr/>
          <p:nvPr/>
        </p:nvSpPr>
        <p:spPr>
          <a:xfrm>
            <a:off x="1234021" y="1067164"/>
            <a:ext cx="1770943" cy="188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회원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호텔 관리자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프로퍼티 관리자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블루웨이브 관리자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1834E91-5205-F5D7-96BD-18F4E6516AA2}"/>
              </a:ext>
            </a:extLst>
          </p:cNvPr>
          <p:cNvSpPr/>
          <p:nvPr/>
        </p:nvSpPr>
        <p:spPr>
          <a:xfrm>
            <a:off x="4733572" y="1067164"/>
            <a:ext cx="1445915" cy="188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상품관리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객실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옵션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레이트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프로모션 관리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FB4CA5-E1E3-C012-11E8-2B7061727321}"/>
              </a:ext>
            </a:extLst>
          </p:cNvPr>
          <p:cNvSpPr/>
          <p:nvPr/>
        </p:nvSpPr>
        <p:spPr>
          <a:xfrm>
            <a:off x="6489821" y="1067164"/>
            <a:ext cx="1437015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시스템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그룹 코드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공통 코드 관리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B825C15-4DBC-7345-6B1D-3DDDA2B02D5F}"/>
              </a:ext>
            </a:extLst>
          </p:cNvPr>
          <p:cNvSpPr/>
          <p:nvPr/>
        </p:nvSpPr>
        <p:spPr>
          <a:xfrm>
            <a:off x="8205496" y="1067164"/>
            <a:ext cx="1031239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예약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예약 내역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취소 내역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60402F0-D8A2-9F13-94B4-5ECB28DBE4F0}"/>
              </a:ext>
            </a:extLst>
          </p:cNvPr>
          <p:cNvSpPr/>
          <p:nvPr/>
        </p:nvSpPr>
        <p:spPr>
          <a:xfrm>
            <a:off x="3052335" y="1067164"/>
            <a:ext cx="1445914" cy="262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호텔 관리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ko-KR" altLang="en-US" sz="12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호텔 관리</a:t>
            </a:r>
            <a:endParaRPr lang="en-US" altLang="ko-KR" sz="12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프로퍼티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호텔 콘텐츠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마켓 코드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층 코드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호수 코드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BBDD4D-6F8E-2C16-9417-9EBE5B9097F2}"/>
              </a:ext>
            </a:extLst>
          </p:cNvPr>
          <p:cNvSpPr/>
          <p:nvPr/>
        </p:nvSpPr>
        <p:spPr>
          <a:xfrm>
            <a:off x="9578408" y="1067164"/>
            <a:ext cx="1774176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권한 관리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호텔 관리자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프로퍼티 관리자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블루웨이브 관리자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949BFF21-68CC-8A4E-D3B1-76DA7D96A948}"/>
              </a:ext>
            </a:extLst>
          </p:cNvPr>
          <p:cNvSpPr/>
          <p:nvPr/>
        </p:nvSpPr>
        <p:spPr>
          <a:xfrm>
            <a:off x="263352" y="1187120"/>
            <a:ext cx="11161240" cy="325338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rgbClr val="FF0000"/>
                </a:solidFill>
              </a:rPr>
              <a:t>1</a:t>
            </a:r>
            <a:r>
              <a:rPr kumimoji="1" lang="ko-KR" altLang="en-US" sz="1200" b="1" dirty="0">
                <a:solidFill>
                  <a:srgbClr val="FF0000"/>
                </a:solidFill>
              </a:rPr>
              <a:t> </a:t>
            </a:r>
            <a:r>
              <a:rPr kumimoji="1" lang="en-US" altLang="ko-KR" sz="1200" b="1" dirty="0">
                <a:solidFill>
                  <a:srgbClr val="FF0000"/>
                </a:solidFill>
              </a:rPr>
              <a:t>D</a:t>
            </a:r>
            <a:r>
              <a:rPr kumimoji="1" lang="en" altLang="ko-KR" sz="1200" b="1" dirty="0" err="1">
                <a:solidFill>
                  <a:srgbClr val="FF0000"/>
                </a:solidFill>
              </a:rPr>
              <a:t>epth</a:t>
            </a:r>
            <a:endParaRPr kumimoji="1"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C156FBDA-87A4-E460-E76A-1F61B2DB7803}"/>
              </a:ext>
            </a:extLst>
          </p:cNvPr>
          <p:cNvSpPr/>
          <p:nvPr/>
        </p:nvSpPr>
        <p:spPr>
          <a:xfrm>
            <a:off x="263352" y="1563854"/>
            <a:ext cx="11161240" cy="2125566"/>
          </a:xfrm>
          <a:prstGeom prst="roundRect">
            <a:avLst>
              <a:gd name="adj" fmla="val 5415"/>
            </a:avLst>
          </a:prstGeom>
          <a:noFill/>
          <a:ln w="12700">
            <a:solidFill>
              <a:srgbClr val="1588E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rgbClr val="1588EC"/>
                </a:solidFill>
              </a:rPr>
              <a:t>2 Depth</a:t>
            </a:r>
          </a:p>
        </p:txBody>
      </p:sp>
    </p:spTree>
    <p:extLst>
      <p:ext uri="{BB962C8B-B14F-4D97-AF65-F5344CB8AC3E}">
        <p14:creationId xmlns:p14="http://schemas.microsoft.com/office/powerpoint/2010/main" val="95406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90AC-021B-64D8-46C1-523BCCAF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D240E2-1008-F442-072F-F1436819AC99}"/>
              </a:ext>
            </a:extLst>
          </p:cNvPr>
          <p:cNvSpPr txBox="1"/>
          <p:nvPr/>
        </p:nvSpPr>
        <p:spPr>
          <a:xfrm>
            <a:off x="69106" y="77935"/>
            <a:ext cx="5234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계정 유형에 따른 공통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출력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슈퍼어드민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561FD4-294F-DBBC-951D-4A65634F93BF}"/>
              </a:ext>
            </a:extLst>
          </p:cNvPr>
          <p:cNvSpPr/>
          <p:nvPr/>
        </p:nvSpPr>
        <p:spPr>
          <a:xfrm>
            <a:off x="259166" y="836712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3C383EE2-1A0F-9466-11BA-B4A7FE572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616" y="888044"/>
            <a:ext cx="254000" cy="254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A4A59-9AAB-A70C-65D3-0C1E27805954}"/>
              </a:ext>
            </a:extLst>
          </p:cNvPr>
          <p:cNvSpPr txBox="1"/>
          <p:nvPr/>
        </p:nvSpPr>
        <p:spPr>
          <a:xfrm>
            <a:off x="10683601" y="909917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601365-55C9-506D-4675-7A40951202FE}"/>
              </a:ext>
            </a:extLst>
          </p:cNvPr>
          <p:cNvGrpSpPr/>
          <p:nvPr/>
        </p:nvGrpSpPr>
        <p:grpSpPr>
          <a:xfrm>
            <a:off x="9795181" y="930828"/>
            <a:ext cx="806902" cy="162302"/>
            <a:chOff x="9264352" y="746418"/>
            <a:chExt cx="806902" cy="162302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A719D848-E178-FDAD-A9B6-550E467272F6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DF1190F6-6420-6369-B5D9-57B66E17D80E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00EE0188-AC8F-E6F6-1395-1795BEEC32DE}"/>
              </a:ext>
            </a:extLst>
          </p:cNvPr>
          <p:cNvCxnSpPr>
            <a:cxnSpLocks/>
          </p:cNvCxnSpPr>
          <p:nvPr/>
        </p:nvCxnSpPr>
        <p:spPr>
          <a:xfrm>
            <a:off x="259166" y="1325235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4C742B-3DE5-7B5D-9FD7-27402032F4CF}"/>
              </a:ext>
            </a:extLst>
          </p:cNvPr>
          <p:cNvSpPr txBox="1"/>
          <p:nvPr/>
        </p:nvSpPr>
        <p:spPr>
          <a:xfrm>
            <a:off x="191344" y="452937"/>
            <a:ext cx="1284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선택 전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B949926-34D2-F012-A514-2D7CF5312B62}"/>
              </a:ext>
            </a:extLst>
          </p:cNvPr>
          <p:cNvSpPr/>
          <p:nvPr/>
        </p:nvSpPr>
        <p:spPr>
          <a:xfrm>
            <a:off x="2670390" y="906462"/>
            <a:ext cx="1045759" cy="841643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 프로퍼티 선택</a:t>
            </a:r>
            <a:endParaRPr kumimoji="1"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--------------------</a:t>
            </a:r>
          </a:p>
          <a:p>
            <a:r>
              <a:rPr lang="ko-KR" altLang="en-US" sz="900" b="1" dirty="0">
                <a:solidFill>
                  <a:schemeClr val="tx1"/>
                </a:solidFill>
              </a:rPr>
              <a:t>프로퍼티 </a:t>
            </a:r>
            <a:r>
              <a:rPr lang="en-US" altLang="ko-KR" sz="900" b="1" dirty="0">
                <a:solidFill>
                  <a:schemeClr val="tx1"/>
                </a:solidFill>
              </a:rPr>
              <a:t>1</a:t>
            </a:r>
          </a:p>
          <a:p>
            <a:r>
              <a:rPr lang="ko-KR" altLang="en-US" sz="900" b="1" dirty="0">
                <a:solidFill>
                  <a:schemeClr val="tx1"/>
                </a:solidFill>
              </a:rPr>
              <a:t>프로퍼티 </a:t>
            </a:r>
            <a:r>
              <a:rPr lang="en-US" altLang="ko-KR" sz="900" b="1" dirty="0">
                <a:solidFill>
                  <a:schemeClr val="tx1"/>
                </a:solidFill>
              </a:rPr>
              <a:t>2</a:t>
            </a:r>
          </a:p>
          <a:p>
            <a:r>
              <a:rPr lang="ko-KR" altLang="en-US" sz="900" b="1" dirty="0">
                <a:solidFill>
                  <a:schemeClr val="tx1"/>
                </a:solidFill>
              </a:rPr>
              <a:t>미 선택</a:t>
            </a:r>
            <a:endParaRPr kumimoji="1"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4" name="Chevron Left">
            <a:extLst>
              <a:ext uri="{FF2B5EF4-FFF2-40B4-BE49-F238E27FC236}">
                <a16:creationId xmlns:a16="http://schemas.microsoft.com/office/drawing/2014/main" id="{BA1765D6-85D0-6433-8CE2-01CDAD873CC9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3554233" y="976893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5" name="Cutout">
            <a:extLst>
              <a:ext uri="{FF2B5EF4-FFF2-40B4-BE49-F238E27FC236}">
                <a16:creationId xmlns:a16="http://schemas.microsoft.com/office/drawing/2014/main" id="{AF55F006-7A14-EFE9-7711-EA53BA9E250D}"/>
              </a:ext>
            </a:extLst>
          </p:cNvPr>
          <p:cNvGrpSpPr/>
          <p:nvPr/>
        </p:nvGrpSpPr>
        <p:grpSpPr>
          <a:xfrm rot="16200000">
            <a:off x="5924638" y="-3886686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6" name="Fill">
              <a:extLst>
                <a:ext uri="{FF2B5EF4-FFF2-40B4-BE49-F238E27FC236}">
                  <a16:creationId xmlns:a16="http://schemas.microsoft.com/office/drawing/2014/main" id="{46069A7A-0654-3C33-E901-FBDE12608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Border">
              <a:extLst>
                <a:ext uri="{FF2B5EF4-FFF2-40B4-BE49-F238E27FC236}">
                  <a16:creationId xmlns:a16="http://schemas.microsoft.com/office/drawing/2014/main" id="{17CEDF50-51C7-7027-5FA6-D8CA9D8A2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7790C7-D8C9-7C03-3917-BD435CE7AAF2}"/>
              </a:ext>
            </a:extLst>
          </p:cNvPr>
          <p:cNvSpPr/>
          <p:nvPr/>
        </p:nvSpPr>
        <p:spPr>
          <a:xfrm>
            <a:off x="259166" y="2386306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7C813D6-3E27-9174-A5C3-26EB3A482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616" y="2437638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F35D0B3-ADFA-CED5-D3AA-31443673A8C9}"/>
              </a:ext>
            </a:extLst>
          </p:cNvPr>
          <p:cNvSpPr txBox="1"/>
          <p:nvPr/>
        </p:nvSpPr>
        <p:spPr>
          <a:xfrm>
            <a:off x="10683601" y="2459511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1BFEABB-8BDE-D910-8F3E-8C9D5C0F5222}"/>
              </a:ext>
            </a:extLst>
          </p:cNvPr>
          <p:cNvGrpSpPr/>
          <p:nvPr/>
        </p:nvGrpSpPr>
        <p:grpSpPr>
          <a:xfrm>
            <a:off x="9795181" y="2480422"/>
            <a:ext cx="806902" cy="162302"/>
            <a:chOff x="9264352" y="746418"/>
            <a:chExt cx="806902" cy="16230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E06BCEEC-E45F-0086-BA41-CD99A00F35BE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4C969C6B-127B-5ADE-0FBD-700F6E0D26CE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708A2273-E8D8-57C7-5823-E40AEE12D36E}"/>
              </a:ext>
            </a:extLst>
          </p:cNvPr>
          <p:cNvCxnSpPr>
            <a:cxnSpLocks/>
          </p:cNvCxnSpPr>
          <p:nvPr/>
        </p:nvCxnSpPr>
        <p:spPr>
          <a:xfrm>
            <a:off x="259166" y="2874829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EC126A1-C1A7-3FB1-2DA4-36331162869E}"/>
              </a:ext>
            </a:extLst>
          </p:cNvPr>
          <p:cNvSpPr txBox="1"/>
          <p:nvPr/>
        </p:nvSpPr>
        <p:spPr>
          <a:xfrm>
            <a:off x="191344" y="1940254"/>
            <a:ext cx="1284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선택 후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693947E-25A2-7647-BBE7-2D4BA3C05FFB}"/>
              </a:ext>
            </a:extLst>
          </p:cNvPr>
          <p:cNvGrpSpPr/>
          <p:nvPr/>
        </p:nvGrpSpPr>
        <p:grpSpPr>
          <a:xfrm>
            <a:off x="1652344" y="2472837"/>
            <a:ext cx="897718" cy="216023"/>
            <a:chOff x="1355625" y="2472837"/>
            <a:chExt cx="897718" cy="216023"/>
          </a:xfrm>
        </p:grpSpPr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EA2959CF-82B0-E665-FD18-4ACCE8854A5E}"/>
                </a:ext>
              </a:extLst>
            </p:cNvPr>
            <p:cNvSpPr/>
            <p:nvPr/>
          </p:nvSpPr>
          <p:spPr>
            <a:xfrm>
              <a:off x="1355625" y="2472837"/>
              <a:ext cx="897718" cy="216023"/>
            </a:xfrm>
            <a:prstGeom prst="roundRect">
              <a:avLst>
                <a:gd name="adj" fmla="val 1737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 err="1">
                  <a:solidFill>
                    <a:schemeClr val="tx1"/>
                  </a:solidFill>
                </a:rPr>
                <a:t>글래드</a:t>
              </a:r>
              <a:r>
                <a:rPr kumimoji="1" lang="ko-KR" altLang="en-US" sz="900" b="1" dirty="0">
                  <a:solidFill>
                    <a:schemeClr val="tx1"/>
                  </a:solidFill>
                </a:rPr>
                <a:t> 호텔</a:t>
              </a: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618EE19A-C2EA-058C-E370-0FEE801F8CB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02578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DD08DA96-2F3E-A1A5-BE82-340FD8336B0E}"/>
              </a:ext>
            </a:extLst>
          </p:cNvPr>
          <p:cNvSpPr/>
          <p:nvPr/>
        </p:nvSpPr>
        <p:spPr>
          <a:xfrm>
            <a:off x="2624955" y="2472201"/>
            <a:ext cx="1264583" cy="866167"/>
          </a:xfrm>
          <a:prstGeom prst="roundRect">
            <a:avLst>
              <a:gd name="adj" fmla="val 470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프로퍼티 선택</a:t>
            </a:r>
            <a:endParaRPr kumimoji="1"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-------------------------</a:t>
            </a: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마포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여의도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메종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제주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4" name="Chevron Left">
            <a:extLst>
              <a:ext uri="{FF2B5EF4-FFF2-40B4-BE49-F238E27FC236}">
                <a16:creationId xmlns:a16="http://schemas.microsoft.com/office/drawing/2014/main" id="{6836FF04-0688-67A4-0099-F311DF2090E3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3734248" y="2547163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5" name="Cutout">
            <a:extLst>
              <a:ext uri="{FF2B5EF4-FFF2-40B4-BE49-F238E27FC236}">
                <a16:creationId xmlns:a16="http://schemas.microsoft.com/office/drawing/2014/main" id="{1AA4A043-42A8-9616-1379-76006C0E272F}"/>
              </a:ext>
            </a:extLst>
          </p:cNvPr>
          <p:cNvGrpSpPr/>
          <p:nvPr/>
        </p:nvGrpSpPr>
        <p:grpSpPr>
          <a:xfrm rot="16200000">
            <a:off x="5924638" y="-2249429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46" name="Fill">
              <a:extLst>
                <a:ext uri="{FF2B5EF4-FFF2-40B4-BE49-F238E27FC236}">
                  <a16:creationId xmlns:a16="http://schemas.microsoft.com/office/drawing/2014/main" id="{1A014A26-0EB9-C737-3B45-BE6DB6012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Border">
              <a:extLst>
                <a:ext uri="{FF2B5EF4-FFF2-40B4-BE49-F238E27FC236}">
                  <a16:creationId xmlns:a16="http://schemas.microsoft.com/office/drawing/2014/main" id="{CD7BC0B8-B489-25C1-0516-386E7D0B3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22B2798-4CB2-086D-1C99-5A654F849745}"/>
              </a:ext>
            </a:extLst>
          </p:cNvPr>
          <p:cNvSpPr txBox="1"/>
          <p:nvPr/>
        </p:nvSpPr>
        <p:spPr>
          <a:xfrm>
            <a:off x="3761355" y="2527326"/>
            <a:ext cx="2430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선택 후 해당 호텔에 매핑 된 프로퍼티 출력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9B847A-592E-0D2A-DF54-98894E5C3986}"/>
              </a:ext>
            </a:extLst>
          </p:cNvPr>
          <p:cNvSpPr txBox="1"/>
          <p:nvPr/>
        </p:nvSpPr>
        <p:spPr>
          <a:xfrm>
            <a:off x="3761355" y="2955165"/>
            <a:ext cx="1962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조건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abc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~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가나다 오름차 순</a:t>
            </a:r>
            <a:endParaRPr kumimoji="1"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4E56609-868E-1DCF-3EB0-B16A22A9E887}"/>
              </a:ext>
            </a:extLst>
          </p:cNvPr>
          <p:cNvSpPr/>
          <p:nvPr/>
        </p:nvSpPr>
        <p:spPr>
          <a:xfrm>
            <a:off x="259166" y="4550665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0554A96D-DE6C-81FA-214E-561850A25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616" y="4601997"/>
            <a:ext cx="254000" cy="254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65CDE86-4D4A-D3B0-69B2-5CE5C023C34F}"/>
              </a:ext>
            </a:extLst>
          </p:cNvPr>
          <p:cNvSpPr txBox="1"/>
          <p:nvPr/>
        </p:nvSpPr>
        <p:spPr>
          <a:xfrm>
            <a:off x="10683601" y="4623870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46D977E-9AD3-0D72-C750-2A30B82F2F33}"/>
              </a:ext>
            </a:extLst>
          </p:cNvPr>
          <p:cNvGrpSpPr/>
          <p:nvPr/>
        </p:nvGrpSpPr>
        <p:grpSpPr>
          <a:xfrm>
            <a:off x="9795181" y="4644781"/>
            <a:ext cx="806902" cy="162302"/>
            <a:chOff x="9264352" y="746418"/>
            <a:chExt cx="806902" cy="162302"/>
          </a:xfrm>
        </p:grpSpPr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2ACD4BFB-092C-50D3-5157-648FA935ECE7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B185D762-C372-8B7D-3C29-313D38BA3205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EC481168-18B7-E894-A76B-ACD1CD518576}"/>
              </a:ext>
            </a:extLst>
          </p:cNvPr>
          <p:cNvCxnSpPr>
            <a:cxnSpLocks/>
          </p:cNvCxnSpPr>
          <p:nvPr/>
        </p:nvCxnSpPr>
        <p:spPr>
          <a:xfrm>
            <a:off x="259166" y="5039188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40911B8-8927-2284-30EB-86291DA87886}"/>
              </a:ext>
            </a:extLst>
          </p:cNvPr>
          <p:cNvSpPr txBox="1"/>
          <p:nvPr/>
        </p:nvSpPr>
        <p:spPr>
          <a:xfrm>
            <a:off x="191344" y="4007317"/>
            <a:ext cx="4674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및 프로퍼티가 없는 경우 또는 미 선택 시 </a:t>
            </a:r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초도 상태</a:t>
            </a:r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kumimoji="1" lang="ko-KR" altLang="en-US" sz="14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4" name="Cutout">
            <a:extLst>
              <a:ext uri="{FF2B5EF4-FFF2-40B4-BE49-F238E27FC236}">
                <a16:creationId xmlns:a16="http://schemas.microsoft.com/office/drawing/2014/main" id="{D08828D2-FE0C-BF2B-ED92-367565F1508C}"/>
              </a:ext>
            </a:extLst>
          </p:cNvPr>
          <p:cNvGrpSpPr/>
          <p:nvPr/>
        </p:nvGrpSpPr>
        <p:grpSpPr>
          <a:xfrm rot="16200000">
            <a:off x="5924638" y="-85070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5" name="Fill">
              <a:extLst>
                <a:ext uri="{FF2B5EF4-FFF2-40B4-BE49-F238E27FC236}">
                  <a16:creationId xmlns:a16="http://schemas.microsoft.com/office/drawing/2014/main" id="{C8B96F0D-EFBD-1093-110C-D5B13832F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Border">
              <a:extLst>
                <a:ext uri="{FF2B5EF4-FFF2-40B4-BE49-F238E27FC236}">
                  <a16:creationId xmlns:a16="http://schemas.microsoft.com/office/drawing/2014/main" id="{FF5A8CF8-8295-F969-1759-8842E951B2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21EAA0D-2EFD-F7FD-1676-B32BF178467E}"/>
              </a:ext>
            </a:extLst>
          </p:cNvPr>
          <p:cNvSpPr txBox="1"/>
          <p:nvPr/>
        </p:nvSpPr>
        <p:spPr>
          <a:xfrm>
            <a:off x="3761355" y="4382560"/>
            <a:ext cx="5029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메뉴 진입 시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validation check</a:t>
            </a:r>
          </a:p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1.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호텔이 없는 경우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: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클릭 시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alert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출력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호텔 등록 페이지 유도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  <a:p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2.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프로퍼티가 없는 경우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: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클릭 시 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alert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출력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프로퍼티 등록 페이지 유도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3.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초기 등록이 안된 경우 </a:t>
            </a:r>
            <a:r>
              <a:rPr kumimoji="1" lang="ko-KR" altLang="en-US" sz="9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박스 비활성화 처리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F1B5B8A-A31C-9144-6608-55013548A6AC}"/>
              </a:ext>
            </a:extLst>
          </p:cNvPr>
          <p:cNvGrpSpPr/>
          <p:nvPr/>
        </p:nvGrpSpPr>
        <p:grpSpPr>
          <a:xfrm>
            <a:off x="1674602" y="4610919"/>
            <a:ext cx="897718" cy="216023"/>
            <a:chOff x="1355625" y="2472837"/>
            <a:chExt cx="897718" cy="216023"/>
          </a:xfrm>
        </p:grpSpPr>
        <p:sp>
          <p:nvSpPr>
            <p:cNvPr id="72" name="모서리가 둥근 직사각형 71">
              <a:extLst>
                <a:ext uri="{FF2B5EF4-FFF2-40B4-BE49-F238E27FC236}">
                  <a16:creationId xmlns:a16="http://schemas.microsoft.com/office/drawing/2014/main" id="{D7A5B9D5-8140-4849-598F-4E248225D2A3}"/>
                </a:ext>
              </a:extLst>
            </p:cNvPr>
            <p:cNvSpPr/>
            <p:nvPr/>
          </p:nvSpPr>
          <p:spPr>
            <a:xfrm>
              <a:off x="1355625" y="2472837"/>
              <a:ext cx="897718" cy="216023"/>
            </a:xfrm>
            <a:prstGeom prst="roundRect">
              <a:avLst>
                <a:gd name="adj" fmla="val 961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>
                  <a:solidFill>
                    <a:schemeClr val="tx1"/>
                  </a:solidFill>
                </a:rPr>
                <a:t>호텔 선택</a:t>
              </a:r>
            </a:p>
          </p:txBody>
        </p:sp>
        <p:sp>
          <p:nvSpPr>
            <p:cNvPr id="73" name="Chevron Left">
              <a:extLst>
                <a:ext uri="{FF2B5EF4-FFF2-40B4-BE49-F238E27FC236}">
                  <a16:creationId xmlns:a16="http://schemas.microsoft.com/office/drawing/2014/main" id="{085715D9-887D-761C-3E1E-38814697F94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02578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95D8B8B-8A06-79FB-732C-FA362779710D}"/>
              </a:ext>
            </a:extLst>
          </p:cNvPr>
          <p:cNvGrpSpPr/>
          <p:nvPr/>
        </p:nvGrpSpPr>
        <p:grpSpPr>
          <a:xfrm>
            <a:off x="2647213" y="4610919"/>
            <a:ext cx="1032624" cy="216023"/>
            <a:chOff x="1355625" y="2472837"/>
            <a:chExt cx="1032624" cy="216023"/>
          </a:xfrm>
        </p:grpSpPr>
        <p:sp>
          <p:nvSpPr>
            <p:cNvPr id="75" name="모서리가 둥근 직사각형 74">
              <a:extLst>
                <a:ext uri="{FF2B5EF4-FFF2-40B4-BE49-F238E27FC236}">
                  <a16:creationId xmlns:a16="http://schemas.microsoft.com/office/drawing/2014/main" id="{2A7B7B2C-7734-6496-652D-B6A7F5FAE4C7}"/>
                </a:ext>
              </a:extLst>
            </p:cNvPr>
            <p:cNvSpPr/>
            <p:nvPr/>
          </p:nvSpPr>
          <p:spPr>
            <a:xfrm>
              <a:off x="1355625" y="2472837"/>
              <a:ext cx="1032624" cy="216023"/>
            </a:xfrm>
            <a:prstGeom prst="roundRect">
              <a:avLst>
                <a:gd name="adj" fmla="val 961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>
                  <a:solidFill>
                    <a:schemeClr val="tx1"/>
                  </a:solidFill>
                </a:rPr>
                <a:t>프로퍼티 선택</a:t>
              </a:r>
            </a:p>
          </p:txBody>
        </p:sp>
        <p:sp>
          <p:nvSpPr>
            <p:cNvPr id="81" name="Chevron Left">
              <a:extLst>
                <a:ext uri="{FF2B5EF4-FFF2-40B4-BE49-F238E27FC236}">
                  <a16:creationId xmlns:a16="http://schemas.microsoft.com/office/drawing/2014/main" id="{3B202D68-24F2-3805-8B60-28669C8862A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218940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2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D09A0FAA-5480-C765-6B49-C2C0759ECD2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079776" y="5202552"/>
            <a:ext cx="2193637" cy="1154545"/>
            <a:chOff x="595686" y="1261242"/>
            <a:chExt cx="3222246" cy="1507358"/>
          </a:xfrm>
        </p:grpSpPr>
        <p:sp>
          <p:nvSpPr>
            <p:cNvPr id="83" name="Window Body">
              <a:extLst>
                <a:ext uri="{FF2B5EF4-FFF2-40B4-BE49-F238E27FC236}">
                  <a16:creationId xmlns:a16="http://schemas.microsoft.com/office/drawing/2014/main" id="{1962075D-6929-82D4-BDF3-5B2263E6676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ext">
              <a:extLst>
                <a:ext uri="{FF2B5EF4-FFF2-40B4-BE49-F238E27FC236}">
                  <a16:creationId xmlns:a16="http://schemas.microsoft.com/office/drawing/2014/main" id="{D9EBF0CB-6955-D41E-6951-05C37C8F7BEB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호텔 등록 또는 선택이 필요 합니다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Title Bar">
              <a:extLst>
                <a:ext uri="{FF2B5EF4-FFF2-40B4-BE49-F238E27FC236}">
                  <a16:creationId xmlns:a16="http://schemas.microsoft.com/office/drawing/2014/main" id="{391EFAE0-6FE7-EDFE-4A87-870509ED411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86" name="Close Button">
              <a:extLst>
                <a:ext uri="{FF2B5EF4-FFF2-40B4-BE49-F238E27FC236}">
                  <a16:creationId xmlns:a16="http://schemas.microsoft.com/office/drawing/2014/main" id="{0BCF30E5-7660-5D31-E517-D1EFEBB45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7" name="Icons">
              <a:extLst>
                <a:ext uri="{FF2B5EF4-FFF2-40B4-BE49-F238E27FC236}">
                  <a16:creationId xmlns:a16="http://schemas.microsoft.com/office/drawing/2014/main" id="{8BF10404-3599-7556-F9C7-2869A4BB4116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100" name="Info Icon" hidden="1">
                <a:extLst>
                  <a:ext uri="{FF2B5EF4-FFF2-40B4-BE49-F238E27FC236}">
                    <a16:creationId xmlns:a16="http://schemas.microsoft.com/office/drawing/2014/main" id="{408CF8A0-F274-16A6-18D6-EB041720E4A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1" name="Error Icon" hidden="1">
                <a:extLst>
                  <a:ext uri="{FF2B5EF4-FFF2-40B4-BE49-F238E27FC236}">
                    <a16:creationId xmlns:a16="http://schemas.microsoft.com/office/drawing/2014/main" id="{CD580A83-DBF5-1D25-FC63-B407479D782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" name="Question Icon" hidden="1">
                <a:extLst>
                  <a:ext uri="{FF2B5EF4-FFF2-40B4-BE49-F238E27FC236}">
                    <a16:creationId xmlns:a16="http://schemas.microsoft.com/office/drawing/2014/main" id="{500F2FD2-6A03-A349-827B-66077B979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6" name="Buttons">
              <a:extLst>
                <a:ext uri="{FF2B5EF4-FFF2-40B4-BE49-F238E27FC236}">
                  <a16:creationId xmlns:a16="http://schemas.microsoft.com/office/drawing/2014/main" id="{65DB301C-87DA-B51C-F848-9517C6955AB7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97" name="Button 1">
                <a:extLst>
                  <a:ext uri="{FF2B5EF4-FFF2-40B4-BE49-F238E27FC236}">
                    <a16:creationId xmlns:a16="http://schemas.microsoft.com/office/drawing/2014/main" id="{D4D98250-525B-7D67-F748-784092919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651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Button 2" hidden="1">
                <a:extLst>
                  <a:ext uri="{FF2B5EF4-FFF2-40B4-BE49-F238E27FC236}">
                    <a16:creationId xmlns:a16="http://schemas.microsoft.com/office/drawing/2014/main" id="{DE91052B-01AF-5FCE-857C-F62328FAF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Button 3" hidden="1">
                <a:extLst>
                  <a:ext uri="{FF2B5EF4-FFF2-40B4-BE49-F238E27FC236}">
                    <a16:creationId xmlns:a16="http://schemas.microsoft.com/office/drawing/2014/main" id="{E2536686-B318-D1B8-2DE9-55E03A034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0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D4F8113E-C9ED-3807-F440-FB85F73ACD4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528048" y="5202552"/>
            <a:ext cx="2193637" cy="1154545"/>
            <a:chOff x="595686" y="1261242"/>
            <a:chExt cx="3222246" cy="1507358"/>
          </a:xfrm>
        </p:grpSpPr>
        <p:sp>
          <p:nvSpPr>
            <p:cNvPr id="104" name="Window Body">
              <a:extLst>
                <a:ext uri="{FF2B5EF4-FFF2-40B4-BE49-F238E27FC236}">
                  <a16:creationId xmlns:a16="http://schemas.microsoft.com/office/drawing/2014/main" id="{EBB980D1-0BEF-14FC-597D-3EE7F18B38D2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Text">
              <a:extLst>
                <a:ext uri="{FF2B5EF4-FFF2-40B4-BE49-F238E27FC236}">
                  <a16:creationId xmlns:a16="http://schemas.microsoft.com/office/drawing/2014/main" id="{0AF75E8B-1E5B-EA09-D069-0AD178393C63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프로퍼티 등록 또는 선택이 필요 합니다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>
              <a:extLst>
                <a:ext uri="{FF2B5EF4-FFF2-40B4-BE49-F238E27FC236}">
                  <a16:creationId xmlns:a16="http://schemas.microsoft.com/office/drawing/2014/main" id="{61D71299-20DA-408E-1231-754BE5B1C0E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107" name="Close Button">
              <a:extLst>
                <a:ext uri="{FF2B5EF4-FFF2-40B4-BE49-F238E27FC236}">
                  <a16:creationId xmlns:a16="http://schemas.microsoft.com/office/drawing/2014/main" id="{B42B3E19-933C-D1C2-359E-0CC1F040F8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8" name="Icons">
              <a:extLst>
                <a:ext uri="{FF2B5EF4-FFF2-40B4-BE49-F238E27FC236}">
                  <a16:creationId xmlns:a16="http://schemas.microsoft.com/office/drawing/2014/main" id="{8F2017F5-1B35-455A-3DA5-4E24CF8EA5C3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113" name="Info Icon" hidden="1">
                <a:extLst>
                  <a:ext uri="{FF2B5EF4-FFF2-40B4-BE49-F238E27FC236}">
                    <a16:creationId xmlns:a16="http://schemas.microsoft.com/office/drawing/2014/main" id="{0CB6C896-EDFD-6514-4B22-AC954A00704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" name="Error Icon" hidden="1">
                <a:extLst>
                  <a:ext uri="{FF2B5EF4-FFF2-40B4-BE49-F238E27FC236}">
                    <a16:creationId xmlns:a16="http://schemas.microsoft.com/office/drawing/2014/main" id="{EC1DFAD3-CFEE-D6AC-F2FD-A61535391DF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Question Icon" hidden="1">
                <a:extLst>
                  <a:ext uri="{FF2B5EF4-FFF2-40B4-BE49-F238E27FC236}">
                    <a16:creationId xmlns:a16="http://schemas.microsoft.com/office/drawing/2014/main" id="{FBD0E2BF-9D88-154D-88A5-A25C6BB3538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9" name="Buttons">
              <a:extLst>
                <a:ext uri="{FF2B5EF4-FFF2-40B4-BE49-F238E27FC236}">
                  <a16:creationId xmlns:a16="http://schemas.microsoft.com/office/drawing/2014/main" id="{27E217E4-D74C-7F2F-AAF4-DE46F2E5EA88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110" name="Button 1">
                <a:extLst>
                  <a:ext uri="{FF2B5EF4-FFF2-40B4-BE49-F238E27FC236}">
                    <a16:creationId xmlns:a16="http://schemas.microsoft.com/office/drawing/2014/main" id="{7EDB0023-41F9-E36B-3ECF-00586ABDC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651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" name="Button 2" hidden="1">
                <a:extLst>
                  <a:ext uri="{FF2B5EF4-FFF2-40B4-BE49-F238E27FC236}">
                    <a16:creationId xmlns:a16="http://schemas.microsoft.com/office/drawing/2014/main" id="{F62EE7C7-7F6C-AE77-BB59-90861CE37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2" name="Button 3" hidden="1">
                <a:extLst>
                  <a:ext uri="{FF2B5EF4-FFF2-40B4-BE49-F238E27FC236}">
                    <a16:creationId xmlns:a16="http://schemas.microsoft.com/office/drawing/2014/main" id="{246DB580-00D0-6DD8-B191-5F8733505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16" name="그래픽 115" descr="햄버거 메뉴 아이콘 단색으로 채워진">
            <a:extLst>
              <a:ext uri="{FF2B5EF4-FFF2-40B4-BE49-F238E27FC236}">
                <a16:creationId xmlns:a16="http://schemas.microsoft.com/office/drawing/2014/main" id="{ECF21184-53CC-7F79-D5AF-0CA216D439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2348" y="868795"/>
            <a:ext cx="291356" cy="291356"/>
          </a:xfrm>
          <a:prstGeom prst="rect">
            <a:avLst/>
          </a:prstGeom>
        </p:spPr>
      </p:pic>
      <p:pic>
        <p:nvPicPr>
          <p:cNvPr id="117" name="그래픽 116" descr="햄버거 메뉴 아이콘 단색으로 채워진">
            <a:extLst>
              <a:ext uri="{FF2B5EF4-FFF2-40B4-BE49-F238E27FC236}">
                <a16:creationId xmlns:a16="http://schemas.microsoft.com/office/drawing/2014/main" id="{12E4CFCF-E2AE-399F-B5F9-46DDF776CB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2348" y="2420758"/>
            <a:ext cx="291356" cy="291356"/>
          </a:xfrm>
          <a:prstGeom prst="rect">
            <a:avLst/>
          </a:prstGeom>
        </p:spPr>
      </p:pic>
      <p:pic>
        <p:nvPicPr>
          <p:cNvPr id="118" name="그래픽 117" descr="햄버거 메뉴 아이콘 단색으로 채워진">
            <a:extLst>
              <a:ext uri="{FF2B5EF4-FFF2-40B4-BE49-F238E27FC236}">
                <a16:creationId xmlns:a16="http://schemas.microsoft.com/office/drawing/2014/main" id="{09F3E2B3-955B-D81A-603F-B140EEFA97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2348" y="4576729"/>
            <a:ext cx="291356" cy="291356"/>
          </a:xfrm>
          <a:prstGeom prst="rect">
            <a:avLst/>
          </a:prstGeom>
        </p:spPr>
      </p:pic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ABAEDD9-A08D-534B-12EA-DD1E6D79F21C}"/>
              </a:ext>
            </a:extLst>
          </p:cNvPr>
          <p:cNvSpPr/>
          <p:nvPr/>
        </p:nvSpPr>
        <p:spPr>
          <a:xfrm>
            <a:off x="1654378" y="906462"/>
            <a:ext cx="930538" cy="842275"/>
          </a:xfrm>
          <a:prstGeom prst="roundRect">
            <a:avLst>
              <a:gd name="adj" fmla="val 7945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 호텔 선택</a:t>
            </a:r>
            <a:endParaRPr kumimoji="1"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----------------</a:t>
            </a:r>
          </a:p>
          <a:p>
            <a:r>
              <a:rPr kumimoji="1" lang="ko-KR" altLang="en-US" sz="900" b="1" dirty="0">
                <a:solidFill>
                  <a:schemeClr val="tx1"/>
                </a:solidFill>
              </a:rPr>
              <a:t>호텔 </a:t>
            </a:r>
            <a:r>
              <a:rPr kumimoji="1" lang="en-US" altLang="ko-KR" sz="900" b="1" dirty="0">
                <a:solidFill>
                  <a:schemeClr val="tx1"/>
                </a:solidFill>
              </a:rPr>
              <a:t>1</a:t>
            </a:r>
          </a:p>
          <a:p>
            <a:r>
              <a:rPr lang="ko-KR" altLang="en-US" sz="900" b="1" dirty="0">
                <a:solidFill>
                  <a:schemeClr val="tx1"/>
                </a:solidFill>
              </a:rPr>
              <a:t>호텔 </a:t>
            </a:r>
            <a:r>
              <a:rPr lang="en-US" altLang="ko-KR" sz="900" b="1" dirty="0">
                <a:solidFill>
                  <a:schemeClr val="tx1"/>
                </a:solidFill>
              </a:rPr>
              <a:t>2</a:t>
            </a:r>
          </a:p>
          <a:p>
            <a:r>
              <a:rPr kumimoji="1" lang="ko-KR" altLang="en-US" sz="900" b="1" dirty="0">
                <a:solidFill>
                  <a:schemeClr val="tx1"/>
                </a:solidFill>
              </a:rPr>
              <a:t>미 선택</a:t>
            </a:r>
          </a:p>
        </p:txBody>
      </p:sp>
      <p:sp>
        <p:nvSpPr>
          <p:cNvPr id="21" name="Chevron Left">
            <a:extLst>
              <a:ext uri="{FF2B5EF4-FFF2-40B4-BE49-F238E27FC236}">
                <a16:creationId xmlns:a16="http://schemas.microsoft.com/office/drawing/2014/main" id="{7A514799-0937-9158-6491-B8AF1D3F5F25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2413929" y="976893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07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6B33C-9B61-68F9-5F3A-B0C5B980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96C9D-6510-4A33-598B-4B3D63CBBEFD}"/>
              </a:ext>
            </a:extLst>
          </p:cNvPr>
          <p:cNvSpPr txBox="1"/>
          <p:nvPr/>
        </p:nvSpPr>
        <p:spPr>
          <a:xfrm>
            <a:off x="69106" y="77935"/>
            <a:ext cx="415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계정 유형에 따른 공통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출력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6315AA-E84D-EFEF-816B-528CCB0B372A}"/>
              </a:ext>
            </a:extLst>
          </p:cNvPr>
          <p:cNvSpPr/>
          <p:nvPr/>
        </p:nvSpPr>
        <p:spPr>
          <a:xfrm>
            <a:off x="259166" y="1140277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FB239E7-DE8A-E929-03C6-C9A6705F6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3616" y="1191609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34D617-F2B2-1D22-B1C6-EF7472907B25}"/>
              </a:ext>
            </a:extLst>
          </p:cNvPr>
          <p:cNvSpPr txBox="1"/>
          <p:nvPr/>
        </p:nvSpPr>
        <p:spPr>
          <a:xfrm>
            <a:off x="10683601" y="1213482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7AE6143-A313-236C-8D0B-48F9F15E31B3}"/>
              </a:ext>
            </a:extLst>
          </p:cNvPr>
          <p:cNvGrpSpPr/>
          <p:nvPr/>
        </p:nvGrpSpPr>
        <p:grpSpPr>
          <a:xfrm>
            <a:off x="9795181" y="1234393"/>
            <a:ext cx="806902" cy="162302"/>
            <a:chOff x="9264352" y="746418"/>
            <a:chExt cx="806902" cy="16230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B7D13004-8A56-3FA1-543E-68FAFD00A3A8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CD9373D4-5E14-E734-CBFB-C78D93B8BE51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AC9540DF-485D-D7E5-F129-FC14EE8A8101}"/>
              </a:ext>
            </a:extLst>
          </p:cNvPr>
          <p:cNvCxnSpPr>
            <a:cxnSpLocks/>
          </p:cNvCxnSpPr>
          <p:nvPr/>
        </p:nvCxnSpPr>
        <p:spPr>
          <a:xfrm>
            <a:off x="259166" y="1628800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16C876E-1D06-3C0E-368B-3B754B60FC54}"/>
              </a:ext>
            </a:extLst>
          </p:cNvPr>
          <p:cNvSpPr txBox="1"/>
          <p:nvPr/>
        </p:nvSpPr>
        <p:spPr>
          <a:xfrm>
            <a:off x="191344" y="694225"/>
            <a:ext cx="1452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</a:t>
            </a:r>
            <a:r>
              <a:rPr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자동 선택</a:t>
            </a:r>
            <a:endParaRPr kumimoji="1" lang="ko-KR" altLang="en-US" sz="14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285A62A-DFFE-B934-2A71-40F29269AEEA}"/>
              </a:ext>
            </a:extLst>
          </p:cNvPr>
          <p:cNvSpPr/>
          <p:nvPr/>
        </p:nvSpPr>
        <p:spPr>
          <a:xfrm>
            <a:off x="1652344" y="1226808"/>
            <a:ext cx="897718" cy="216023"/>
          </a:xfrm>
          <a:prstGeom prst="roundRect">
            <a:avLst>
              <a:gd name="adj" fmla="val 173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kumimoji="1" lang="ko-KR" altLang="en-US" sz="900" b="1" dirty="0">
                <a:solidFill>
                  <a:schemeClr val="tx1"/>
                </a:solidFill>
              </a:rPr>
              <a:t> 호텔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8BB510A2-7A31-9F1A-98F4-6DEA9A00FBF2}"/>
              </a:ext>
            </a:extLst>
          </p:cNvPr>
          <p:cNvSpPr/>
          <p:nvPr/>
        </p:nvSpPr>
        <p:spPr>
          <a:xfrm>
            <a:off x="2624955" y="1226172"/>
            <a:ext cx="1264583" cy="866167"/>
          </a:xfrm>
          <a:prstGeom prst="roundRect">
            <a:avLst>
              <a:gd name="adj" fmla="val 470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프로퍼티 선택</a:t>
            </a:r>
            <a:endParaRPr kumimoji="1"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-------------------------</a:t>
            </a: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마포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여의도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메종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제주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4" name="Chevron Left">
            <a:extLst>
              <a:ext uri="{FF2B5EF4-FFF2-40B4-BE49-F238E27FC236}">
                <a16:creationId xmlns:a16="http://schemas.microsoft.com/office/drawing/2014/main" id="{7323056B-6411-06AA-D855-36292CA311DB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3734248" y="1301134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5" name="Cutout">
            <a:extLst>
              <a:ext uri="{FF2B5EF4-FFF2-40B4-BE49-F238E27FC236}">
                <a16:creationId xmlns:a16="http://schemas.microsoft.com/office/drawing/2014/main" id="{9BCCBC2D-E8CC-1F7E-DF35-FB40F6DC4157}"/>
              </a:ext>
            </a:extLst>
          </p:cNvPr>
          <p:cNvGrpSpPr/>
          <p:nvPr/>
        </p:nvGrpSpPr>
        <p:grpSpPr>
          <a:xfrm rot="16200000">
            <a:off x="5924638" y="-3495458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46" name="Fill">
              <a:extLst>
                <a:ext uri="{FF2B5EF4-FFF2-40B4-BE49-F238E27FC236}">
                  <a16:creationId xmlns:a16="http://schemas.microsoft.com/office/drawing/2014/main" id="{29B6584B-1643-B24F-887E-FA11ABEA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Border">
              <a:extLst>
                <a:ext uri="{FF2B5EF4-FFF2-40B4-BE49-F238E27FC236}">
                  <a16:creationId xmlns:a16="http://schemas.microsoft.com/office/drawing/2014/main" id="{5F830259-D794-95A3-A54C-F3F5352472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1A4F7B6-295A-59E6-7540-90035D38EA63}"/>
              </a:ext>
            </a:extLst>
          </p:cNvPr>
          <p:cNvSpPr txBox="1"/>
          <p:nvPr/>
        </p:nvSpPr>
        <p:spPr>
          <a:xfrm>
            <a:off x="3761355" y="1281297"/>
            <a:ext cx="2430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선택 후 해당 호텔에 매핑 된 프로퍼티 출력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03F949-4E8F-D3CB-C5B9-8E4F0726B090}"/>
              </a:ext>
            </a:extLst>
          </p:cNvPr>
          <p:cNvSpPr txBox="1"/>
          <p:nvPr/>
        </p:nvSpPr>
        <p:spPr>
          <a:xfrm>
            <a:off x="3761355" y="1709136"/>
            <a:ext cx="1962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조건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abc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~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가나다 오름차 순</a:t>
            </a:r>
            <a:endParaRPr kumimoji="1"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41C0E87-E821-DE08-3ECE-507C6D8E5DD6}"/>
              </a:ext>
            </a:extLst>
          </p:cNvPr>
          <p:cNvSpPr/>
          <p:nvPr/>
        </p:nvSpPr>
        <p:spPr>
          <a:xfrm>
            <a:off x="259166" y="3304636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8ACCBD1F-60C7-ED75-89B8-02C4B5CFB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3616" y="3355968"/>
            <a:ext cx="254000" cy="254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9A17760-8277-E972-1367-D16991C782E8}"/>
              </a:ext>
            </a:extLst>
          </p:cNvPr>
          <p:cNvSpPr txBox="1"/>
          <p:nvPr/>
        </p:nvSpPr>
        <p:spPr>
          <a:xfrm>
            <a:off x="10683601" y="3377841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F9D179-1B36-5127-B56B-4C3D2031C391}"/>
              </a:ext>
            </a:extLst>
          </p:cNvPr>
          <p:cNvGrpSpPr/>
          <p:nvPr/>
        </p:nvGrpSpPr>
        <p:grpSpPr>
          <a:xfrm>
            <a:off x="9795181" y="3398752"/>
            <a:ext cx="806902" cy="162302"/>
            <a:chOff x="9264352" y="746418"/>
            <a:chExt cx="806902" cy="162302"/>
          </a:xfrm>
        </p:grpSpPr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3EF54B75-9B87-CC27-D2B4-38050774479C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901614F8-AD9E-9E72-601F-3344FF934B80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4B525C59-E6F8-57DE-1A6C-CABAA3E5B471}"/>
              </a:ext>
            </a:extLst>
          </p:cNvPr>
          <p:cNvCxnSpPr>
            <a:cxnSpLocks/>
          </p:cNvCxnSpPr>
          <p:nvPr/>
        </p:nvCxnSpPr>
        <p:spPr>
          <a:xfrm>
            <a:off x="259166" y="3793159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FCE0564-AA21-B06E-DB75-E0A8F4DA16B9}"/>
              </a:ext>
            </a:extLst>
          </p:cNvPr>
          <p:cNvSpPr txBox="1"/>
          <p:nvPr/>
        </p:nvSpPr>
        <p:spPr>
          <a:xfrm>
            <a:off x="191344" y="2761288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프로퍼티가  미 선택 시</a:t>
            </a:r>
          </a:p>
        </p:txBody>
      </p:sp>
      <p:grpSp>
        <p:nvGrpSpPr>
          <p:cNvPr id="64" name="Cutout">
            <a:extLst>
              <a:ext uri="{FF2B5EF4-FFF2-40B4-BE49-F238E27FC236}">
                <a16:creationId xmlns:a16="http://schemas.microsoft.com/office/drawing/2014/main" id="{61904DFD-AF4C-9D88-5AFC-9305348BBC39}"/>
              </a:ext>
            </a:extLst>
          </p:cNvPr>
          <p:cNvGrpSpPr/>
          <p:nvPr/>
        </p:nvGrpSpPr>
        <p:grpSpPr>
          <a:xfrm rot="16200000">
            <a:off x="5924638" y="-1331099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5" name="Fill">
              <a:extLst>
                <a:ext uri="{FF2B5EF4-FFF2-40B4-BE49-F238E27FC236}">
                  <a16:creationId xmlns:a16="http://schemas.microsoft.com/office/drawing/2014/main" id="{DCE9E38F-4C01-7AEC-43FC-550A7C765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Border">
              <a:extLst>
                <a:ext uri="{FF2B5EF4-FFF2-40B4-BE49-F238E27FC236}">
                  <a16:creationId xmlns:a16="http://schemas.microsoft.com/office/drawing/2014/main" id="{B7FE862E-931F-19A4-0ADA-AE52ABA193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CCA3E47-2029-4178-9F6E-78D0337A230E}"/>
              </a:ext>
            </a:extLst>
          </p:cNvPr>
          <p:cNvSpPr txBox="1"/>
          <p:nvPr/>
        </p:nvSpPr>
        <p:spPr>
          <a:xfrm>
            <a:off x="3761355" y="3136531"/>
            <a:ext cx="502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메뉴 진입 시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validation check</a:t>
            </a:r>
            <a:endParaRPr lang="en-US" altLang="ko-KR" sz="9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1.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프로퍼티가 없는 경우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: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클릭 시 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alert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출력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프로퍼티 등록 페이지 유도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A584F6E-6DAD-BD60-AE54-2D45854E89E9}"/>
              </a:ext>
            </a:extLst>
          </p:cNvPr>
          <p:cNvGrpSpPr/>
          <p:nvPr/>
        </p:nvGrpSpPr>
        <p:grpSpPr>
          <a:xfrm>
            <a:off x="2647213" y="3364890"/>
            <a:ext cx="1032624" cy="216023"/>
            <a:chOff x="1355625" y="2472837"/>
            <a:chExt cx="1032624" cy="216023"/>
          </a:xfrm>
        </p:grpSpPr>
        <p:sp>
          <p:nvSpPr>
            <p:cNvPr id="75" name="모서리가 둥근 직사각형 74">
              <a:extLst>
                <a:ext uri="{FF2B5EF4-FFF2-40B4-BE49-F238E27FC236}">
                  <a16:creationId xmlns:a16="http://schemas.microsoft.com/office/drawing/2014/main" id="{EDDE6219-7DE6-7060-412F-E27E076A7566}"/>
                </a:ext>
              </a:extLst>
            </p:cNvPr>
            <p:cNvSpPr/>
            <p:nvPr/>
          </p:nvSpPr>
          <p:spPr>
            <a:xfrm>
              <a:off x="1355625" y="2472837"/>
              <a:ext cx="1032624" cy="216023"/>
            </a:xfrm>
            <a:prstGeom prst="roundRect">
              <a:avLst>
                <a:gd name="adj" fmla="val 15993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>
                  <a:solidFill>
                    <a:schemeClr val="tx1"/>
                  </a:solidFill>
                </a:rPr>
                <a:t>프로퍼티 선택</a:t>
              </a:r>
            </a:p>
          </p:txBody>
        </p:sp>
        <p:sp>
          <p:nvSpPr>
            <p:cNvPr id="81" name="Chevron Left">
              <a:extLst>
                <a:ext uri="{FF2B5EF4-FFF2-40B4-BE49-F238E27FC236}">
                  <a16:creationId xmlns:a16="http://schemas.microsoft.com/office/drawing/2014/main" id="{60CD3A3E-B6B7-E652-988D-A26BF8DE78C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218940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9BAA845C-F09C-340D-1C2C-A32AE796C51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871864" y="3956523"/>
            <a:ext cx="2193637" cy="1154545"/>
            <a:chOff x="595686" y="1261242"/>
            <a:chExt cx="3222246" cy="1507358"/>
          </a:xfrm>
        </p:grpSpPr>
        <p:sp>
          <p:nvSpPr>
            <p:cNvPr id="104" name="Window Body">
              <a:extLst>
                <a:ext uri="{FF2B5EF4-FFF2-40B4-BE49-F238E27FC236}">
                  <a16:creationId xmlns:a16="http://schemas.microsoft.com/office/drawing/2014/main" id="{99E23D4A-4E58-6424-3FA9-481E6FBFAB7B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Text">
              <a:extLst>
                <a:ext uri="{FF2B5EF4-FFF2-40B4-BE49-F238E27FC236}">
                  <a16:creationId xmlns:a16="http://schemas.microsoft.com/office/drawing/2014/main" id="{0D1FD345-1388-30BA-F858-C04CB199E7CA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프로퍼티 등록 또는 선택이 필요 합니다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>
              <a:extLst>
                <a:ext uri="{FF2B5EF4-FFF2-40B4-BE49-F238E27FC236}">
                  <a16:creationId xmlns:a16="http://schemas.microsoft.com/office/drawing/2014/main" id="{9B18926E-6C4B-5489-59A5-060EEB702D0D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107" name="Close Button">
              <a:extLst>
                <a:ext uri="{FF2B5EF4-FFF2-40B4-BE49-F238E27FC236}">
                  <a16:creationId xmlns:a16="http://schemas.microsoft.com/office/drawing/2014/main" id="{D760A1D6-1FB3-A3C6-F840-DB90AC720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8" name="Icons">
              <a:extLst>
                <a:ext uri="{FF2B5EF4-FFF2-40B4-BE49-F238E27FC236}">
                  <a16:creationId xmlns:a16="http://schemas.microsoft.com/office/drawing/2014/main" id="{6D2E58F3-F569-831A-8473-3583DAD48663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113" name="Info Icon" hidden="1">
                <a:extLst>
                  <a:ext uri="{FF2B5EF4-FFF2-40B4-BE49-F238E27FC236}">
                    <a16:creationId xmlns:a16="http://schemas.microsoft.com/office/drawing/2014/main" id="{E1C5312C-10D6-B43D-CAC9-853EE5C36E9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" name="Error Icon" hidden="1">
                <a:extLst>
                  <a:ext uri="{FF2B5EF4-FFF2-40B4-BE49-F238E27FC236}">
                    <a16:creationId xmlns:a16="http://schemas.microsoft.com/office/drawing/2014/main" id="{B8B2B02D-A3AD-CF3A-B338-C3620409D36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Question Icon" hidden="1">
                <a:extLst>
                  <a:ext uri="{FF2B5EF4-FFF2-40B4-BE49-F238E27FC236}">
                    <a16:creationId xmlns:a16="http://schemas.microsoft.com/office/drawing/2014/main" id="{A6F739A2-91E5-BDA6-003A-446D159D715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9" name="Buttons">
              <a:extLst>
                <a:ext uri="{FF2B5EF4-FFF2-40B4-BE49-F238E27FC236}">
                  <a16:creationId xmlns:a16="http://schemas.microsoft.com/office/drawing/2014/main" id="{5AE70F99-E920-907B-D07C-AD22C2BEE301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110" name="Button 1">
                <a:extLst>
                  <a:ext uri="{FF2B5EF4-FFF2-40B4-BE49-F238E27FC236}">
                    <a16:creationId xmlns:a16="http://schemas.microsoft.com/office/drawing/2014/main" id="{07460381-AF54-9758-C308-020561BAF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651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" name="Button 2" hidden="1">
                <a:extLst>
                  <a:ext uri="{FF2B5EF4-FFF2-40B4-BE49-F238E27FC236}">
                    <a16:creationId xmlns:a16="http://schemas.microsoft.com/office/drawing/2014/main" id="{40E7BC88-5129-0A8B-F1AF-F880970C5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2" name="Button 3" hidden="1">
                <a:extLst>
                  <a:ext uri="{FF2B5EF4-FFF2-40B4-BE49-F238E27FC236}">
                    <a16:creationId xmlns:a16="http://schemas.microsoft.com/office/drawing/2014/main" id="{47C25DEC-9D13-ADDC-BE62-FDEEE5918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17" name="그래픽 116" descr="햄버거 메뉴 아이콘 단색으로 채워진">
            <a:extLst>
              <a:ext uri="{FF2B5EF4-FFF2-40B4-BE49-F238E27FC236}">
                <a16:creationId xmlns:a16="http://schemas.microsoft.com/office/drawing/2014/main" id="{569AF6BC-5C33-83CC-362F-B6B0FF59C4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348" y="1174729"/>
            <a:ext cx="291356" cy="291356"/>
          </a:xfrm>
          <a:prstGeom prst="rect">
            <a:avLst/>
          </a:prstGeom>
        </p:spPr>
      </p:pic>
      <p:pic>
        <p:nvPicPr>
          <p:cNvPr id="118" name="그래픽 117" descr="햄버거 메뉴 아이콘 단색으로 채워진">
            <a:extLst>
              <a:ext uri="{FF2B5EF4-FFF2-40B4-BE49-F238E27FC236}">
                <a16:creationId xmlns:a16="http://schemas.microsoft.com/office/drawing/2014/main" id="{9C6DF2AC-A0B3-EAD0-F1C9-1B6767C559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348" y="3330700"/>
            <a:ext cx="291356" cy="291356"/>
          </a:xfrm>
          <a:prstGeom prst="rect">
            <a:avLst/>
          </a:prstGeom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2390AF9-9F35-202F-ED34-104D20E44F98}"/>
              </a:ext>
            </a:extLst>
          </p:cNvPr>
          <p:cNvSpPr/>
          <p:nvPr/>
        </p:nvSpPr>
        <p:spPr>
          <a:xfrm>
            <a:off x="1652344" y="3360408"/>
            <a:ext cx="897718" cy="216023"/>
          </a:xfrm>
          <a:prstGeom prst="roundRect">
            <a:avLst>
              <a:gd name="adj" fmla="val 173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kumimoji="1" lang="ko-KR" altLang="en-US" sz="900" b="1" dirty="0">
                <a:solidFill>
                  <a:schemeClr val="tx1"/>
                </a:solidFill>
              </a:rPr>
              <a:t> 호텔</a:t>
            </a:r>
          </a:p>
        </p:txBody>
      </p:sp>
    </p:spTree>
    <p:extLst>
      <p:ext uri="{BB962C8B-B14F-4D97-AF65-F5344CB8AC3E}">
        <p14:creationId xmlns:p14="http://schemas.microsoft.com/office/powerpoint/2010/main" val="51701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8AB54-2262-D9C8-F9B1-B9AEE8AF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D89744-D629-BBF5-E1C3-BACB814181AC}"/>
              </a:ext>
            </a:extLst>
          </p:cNvPr>
          <p:cNvSpPr txBox="1"/>
          <p:nvPr/>
        </p:nvSpPr>
        <p:spPr>
          <a:xfrm>
            <a:off x="69106" y="77935"/>
            <a:ext cx="415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계정 유형에 따른 공통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출력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F2A053-F03E-48D2-6448-EAFB04C21C29}"/>
              </a:ext>
            </a:extLst>
          </p:cNvPr>
          <p:cNvSpPr/>
          <p:nvPr/>
        </p:nvSpPr>
        <p:spPr>
          <a:xfrm>
            <a:off x="259166" y="1140277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976C024-A554-42E2-8155-FA4855CF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616" y="1191609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03CF992-E145-7314-AF08-C289F65F49C9}"/>
              </a:ext>
            </a:extLst>
          </p:cNvPr>
          <p:cNvSpPr txBox="1"/>
          <p:nvPr/>
        </p:nvSpPr>
        <p:spPr>
          <a:xfrm>
            <a:off x="10683601" y="1213482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A22DFDE-62D9-A96F-AD38-7BA799D121F4}"/>
              </a:ext>
            </a:extLst>
          </p:cNvPr>
          <p:cNvGrpSpPr/>
          <p:nvPr/>
        </p:nvGrpSpPr>
        <p:grpSpPr>
          <a:xfrm>
            <a:off x="9795181" y="1234393"/>
            <a:ext cx="806902" cy="162302"/>
            <a:chOff x="9264352" y="746418"/>
            <a:chExt cx="806902" cy="16230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163AF22C-6F48-1639-5A70-69DF6539989F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545A6A3E-A329-5077-AD0E-D8C1223BCD96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E40BAE19-4AB1-AD87-E2DA-611A5DD84752}"/>
              </a:ext>
            </a:extLst>
          </p:cNvPr>
          <p:cNvCxnSpPr>
            <a:cxnSpLocks/>
          </p:cNvCxnSpPr>
          <p:nvPr/>
        </p:nvCxnSpPr>
        <p:spPr>
          <a:xfrm>
            <a:off x="259166" y="1628800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691AAA9-90A1-5250-C193-99E4ABF75953}"/>
              </a:ext>
            </a:extLst>
          </p:cNvPr>
          <p:cNvSpPr txBox="1"/>
          <p:nvPr/>
        </p:nvSpPr>
        <p:spPr>
          <a:xfrm>
            <a:off x="191344" y="694225"/>
            <a:ext cx="2372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 </a:t>
            </a:r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&gt;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프로퍼티 </a:t>
            </a:r>
            <a:r>
              <a:rPr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자동 선택</a:t>
            </a:r>
            <a:endParaRPr kumimoji="1" lang="ko-KR" altLang="en-US" sz="14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95657EFD-E1D7-FCF7-DDC8-D576CA1F188F}"/>
              </a:ext>
            </a:extLst>
          </p:cNvPr>
          <p:cNvSpPr/>
          <p:nvPr/>
        </p:nvSpPr>
        <p:spPr>
          <a:xfrm>
            <a:off x="1652344" y="1226808"/>
            <a:ext cx="897718" cy="216023"/>
          </a:xfrm>
          <a:prstGeom prst="roundRect">
            <a:avLst>
              <a:gd name="adj" fmla="val 173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kumimoji="1" lang="ko-KR" altLang="en-US" sz="900" b="1" dirty="0">
                <a:solidFill>
                  <a:schemeClr val="tx1"/>
                </a:solidFill>
              </a:rPr>
              <a:t> 호텔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179676CB-2394-C307-24A9-5CA006C7639A}"/>
              </a:ext>
            </a:extLst>
          </p:cNvPr>
          <p:cNvSpPr/>
          <p:nvPr/>
        </p:nvSpPr>
        <p:spPr>
          <a:xfrm>
            <a:off x="2624956" y="1226172"/>
            <a:ext cx="1054882" cy="215445"/>
          </a:xfrm>
          <a:prstGeom prst="roundRect">
            <a:avLst>
              <a:gd name="adj" fmla="val 2004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</a:rPr>
              <a:t>메종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제주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936FF8-E6A0-E594-A65A-0AB655AC7740}"/>
              </a:ext>
            </a:extLst>
          </p:cNvPr>
          <p:cNvSpPr txBox="1"/>
          <p:nvPr/>
        </p:nvSpPr>
        <p:spPr>
          <a:xfrm>
            <a:off x="3621469" y="1213482"/>
            <a:ext cx="25763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로그인 기준 호텔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&gt;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프로퍼티 출력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수정 불가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kumimoji="1"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pic>
        <p:nvPicPr>
          <p:cNvPr id="117" name="그래픽 116" descr="햄버거 메뉴 아이콘 단색으로 채워진">
            <a:extLst>
              <a:ext uri="{FF2B5EF4-FFF2-40B4-BE49-F238E27FC236}">
                <a16:creationId xmlns:a16="http://schemas.microsoft.com/office/drawing/2014/main" id="{96F03243-DBF9-496D-627E-72B096C88E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2348" y="1174729"/>
            <a:ext cx="291356" cy="29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12DD-DD08-EA83-6B20-9D951AF3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1065E-5E26-77A7-AE6F-16A2757E5304}"/>
              </a:ext>
            </a:extLst>
          </p:cNvPr>
          <p:cNvSpPr txBox="1"/>
          <p:nvPr/>
        </p:nvSpPr>
        <p:spPr>
          <a:xfrm>
            <a:off x="69106" y="77935"/>
            <a:ext cx="24738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대시보드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(</a:t>
            </a:r>
            <a:r>
              <a:rPr lang="ko-KR" altLang="en-US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슈퍼어드민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CD9F29-10B4-BE14-B407-D9D6B5AA3030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90CF73-9F86-4DA1-82B2-DB086AA87B99}"/>
              </a:ext>
            </a:extLst>
          </p:cNvPr>
          <p:cNvSpPr/>
          <p:nvPr/>
        </p:nvSpPr>
        <p:spPr>
          <a:xfrm>
            <a:off x="0" y="428305"/>
            <a:ext cx="12192000" cy="3363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ko-KR" sz="12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D08030-1154-0695-3328-03E1151C5055}"/>
              </a:ext>
            </a:extLst>
          </p:cNvPr>
          <p:cNvSpPr txBox="1"/>
          <p:nvPr/>
        </p:nvSpPr>
        <p:spPr>
          <a:xfrm>
            <a:off x="1415480" y="980728"/>
            <a:ext cx="2986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&lt;</a:t>
            </a:r>
            <a:r>
              <a:rPr lang="en-US" altLang="ko-KR" sz="1200" dirty="0" err="1">
                <a:latin typeface="+mn-ea"/>
                <a:ea typeface="+mn-ea"/>
              </a:rPr>
              <a:t>H1</a:t>
            </a:r>
            <a:r>
              <a:rPr lang="en-US" altLang="ko-KR" sz="1200" dirty="0">
                <a:latin typeface="+mn-ea"/>
                <a:ea typeface="+mn-ea"/>
              </a:rPr>
              <a:t>&gt; </a:t>
            </a:r>
            <a:r>
              <a:rPr lang="ko-KR" altLang="en-US" sz="1200" dirty="0">
                <a:latin typeface="+mn-ea"/>
                <a:ea typeface="+mn-ea"/>
              </a:rPr>
              <a:t>관리자님 방문을 환영 합니다</a:t>
            </a:r>
            <a:r>
              <a:rPr lang="en-US" altLang="ko-KR" sz="1200" dirty="0">
                <a:latin typeface="+mn-ea"/>
                <a:ea typeface="+mn-ea"/>
              </a:rPr>
              <a:t>. &lt;/</a:t>
            </a:r>
            <a:r>
              <a:rPr lang="en-US" altLang="ko-KR" sz="1200" dirty="0" err="1">
                <a:latin typeface="+mn-ea"/>
                <a:ea typeface="+mn-ea"/>
              </a:rPr>
              <a:t>H1</a:t>
            </a:r>
            <a:r>
              <a:rPr lang="en-US" altLang="ko-KR" sz="1200" dirty="0">
                <a:latin typeface="+mn-ea"/>
                <a:ea typeface="+mn-ea"/>
              </a:rPr>
              <a:t>&gt;</a:t>
            </a:r>
            <a:endParaRPr kumimoji="1" lang="ko-Kore-KR" altLang="en-US" sz="1200" dirty="0">
              <a:latin typeface="+mn-ea"/>
              <a:ea typeface="+mn-ea"/>
            </a:endParaRPr>
          </a:p>
        </p:txBody>
      </p:sp>
      <p:graphicFrame>
        <p:nvGraphicFramePr>
          <p:cNvPr id="21" name="Table 7">
            <a:extLst>
              <a:ext uri="{FF2B5EF4-FFF2-40B4-BE49-F238E27FC236}">
                <a16:creationId xmlns:a16="http://schemas.microsoft.com/office/drawing/2014/main" id="{CBEF4450-8E9E-EF88-72FA-F50B6DC2C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902164"/>
              </p:ext>
            </p:extLst>
          </p:nvPr>
        </p:nvGraphicFramePr>
        <p:xfrm>
          <a:off x="9406740" y="764704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116DA0B-8374-51FB-226E-4A18F0FAD38F}"/>
              </a:ext>
            </a:extLst>
          </p:cNvPr>
          <p:cNvSpPr txBox="1"/>
          <p:nvPr/>
        </p:nvSpPr>
        <p:spPr>
          <a:xfrm>
            <a:off x="1415480" y="1335251"/>
            <a:ext cx="3191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&lt;p&gt; </a:t>
            </a:r>
            <a:r>
              <a:rPr lang="ko-KR" altLang="en-US" sz="1200" dirty="0">
                <a:latin typeface="+mn-ea"/>
                <a:ea typeface="+mn-ea"/>
              </a:rPr>
              <a:t>호텔 또는 프로퍼티를 선택해 주세요</a:t>
            </a:r>
            <a:r>
              <a:rPr lang="en-US" altLang="ko-KR" sz="1200" dirty="0">
                <a:latin typeface="+mn-ea"/>
                <a:ea typeface="+mn-ea"/>
              </a:rPr>
              <a:t> &lt;/p&gt;</a:t>
            </a:r>
            <a:endParaRPr kumimoji="1" lang="ko-Kore-KR" altLang="en-US" sz="1200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98E2A-5EE5-FDEF-AE02-FA1CDD50F2C1}"/>
              </a:ext>
            </a:extLst>
          </p:cNvPr>
          <p:cNvSpPr txBox="1"/>
          <p:nvPr/>
        </p:nvSpPr>
        <p:spPr>
          <a:xfrm>
            <a:off x="4328122" y="1358334"/>
            <a:ext cx="4000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호텔 또는 프로퍼티 미 선택 시 대시보드 디폴트 화면 출력 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D79D28-66C1-BC8E-3DE4-647D0E343DE5}"/>
              </a:ext>
            </a:extLst>
          </p:cNvPr>
          <p:cNvSpPr/>
          <p:nvPr/>
        </p:nvSpPr>
        <p:spPr>
          <a:xfrm>
            <a:off x="0" y="764703"/>
            <a:ext cx="9348867" cy="5664991"/>
          </a:xfrm>
          <a:prstGeom prst="rect">
            <a:avLst/>
          </a:prstGeom>
          <a:solidFill>
            <a:schemeClr val="accent4">
              <a:lumMod val="20000"/>
              <a:lumOff val="80000"/>
              <a:alpha val="41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3200" b="1" dirty="0">
                <a:solidFill>
                  <a:srgbClr val="FF0000"/>
                </a:solidFill>
              </a:rPr>
              <a:t>추후 고도화 예정</a:t>
            </a:r>
          </a:p>
        </p:txBody>
      </p:sp>
    </p:spTree>
    <p:extLst>
      <p:ext uri="{BB962C8B-B14F-4D97-AF65-F5344CB8AC3E}">
        <p14:creationId xmlns:p14="http://schemas.microsoft.com/office/powerpoint/2010/main" val="354174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FF1C-226B-1276-828E-117B879C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147ACB-BE12-B4E8-1B8F-BCE0E5522FA1}"/>
              </a:ext>
            </a:extLst>
          </p:cNvPr>
          <p:cNvSpPr txBox="1"/>
          <p:nvPr/>
        </p:nvSpPr>
        <p:spPr>
          <a:xfrm>
            <a:off x="69106" y="77935"/>
            <a:ext cx="2786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대시보드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9980EC-C463-6D26-9918-F71DAD2FB7F9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C2C7318-EEF8-7755-BD5F-275227AE43A1}"/>
              </a:ext>
            </a:extLst>
          </p:cNvPr>
          <p:cNvSpPr/>
          <p:nvPr/>
        </p:nvSpPr>
        <p:spPr>
          <a:xfrm>
            <a:off x="0" y="428305"/>
            <a:ext cx="12192000" cy="3363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ko-KR" sz="12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C5288-A98A-02E7-602D-300EDD34A949}"/>
              </a:ext>
            </a:extLst>
          </p:cNvPr>
          <p:cNvSpPr txBox="1"/>
          <p:nvPr/>
        </p:nvSpPr>
        <p:spPr>
          <a:xfrm>
            <a:off x="623392" y="980728"/>
            <a:ext cx="3776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예약 건수</a:t>
            </a:r>
            <a:r>
              <a:rPr lang="en" altLang="ko-KR" sz="1100" b="1" dirty="0">
                <a:latin typeface="+mn-ea"/>
                <a:ea typeface="+mn-ea"/>
              </a:rPr>
              <a:t>{</a:t>
            </a:r>
            <a:r>
              <a:rPr lang="en" altLang="ko-KR" sz="1100" b="1" dirty="0" err="1">
                <a:latin typeface="+mn-ea"/>
                <a:ea typeface="+mn-ea"/>
              </a:rPr>
              <a:t>YYYY</a:t>
            </a:r>
            <a:r>
              <a:rPr lang="en" altLang="ko-KR" sz="1100" b="1" dirty="0">
                <a:latin typeface="+mn-ea"/>
                <a:ea typeface="+mn-ea"/>
              </a:rPr>
              <a:t>-MM} </a:t>
            </a:r>
            <a:r>
              <a:rPr lang="ko-KR" altLang="en-US" sz="1100" b="1" dirty="0">
                <a:latin typeface="+mn-ea"/>
                <a:ea typeface="+mn-ea"/>
              </a:rPr>
              <a:t>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09803-E025-69D6-D18D-A606AE94801E}"/>
              </a:ext>
            </a:extLst>
          </p:cNvPr>
          <p:cNvSpPr txBox="1"/>
          <p:nvPr/>
        </p:nvSpPr>
        <p:spPr>
          <a:xfrm>
            <a:off x="4474783" y="980728"/>
            <a:ext cx="4593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취소 건수 </a:t>
            </a:r>
            <a:r>
              <a:rPr lang="en-US" altLang="ko-KR" sz="1100" b="1" dirty="0">
                <a:latin typeface="+mn-ea"/>
                <a:ea typeface="+mn-ea"/>
              </a:rPr>
              <a:t>(</a:t>
            </a:r>
            <a:r>
              <a:rPr lang="en-US" altLang="ko-KR" sz="1100" b="1" dirty="0" err="1">
                <a:latin typeface="+mn-ea"/>
                <a:ea typeface="+mn-ea"/>
              </a:rPr>
              <a:t>YYYY</a:t>
            </a:r>
            <a:r>
              <a:rPr lang="en-US" altLang="ko-KR" sz="1100" b="1" dirty="0">
                <a:latin typeface="+mn-ea"/>
                <a:ea typeface="+mn-ea"/>
              </a:rPr>
              <a:t>-MM </a:t>
            </a:r>
            <a:r>
              <a:rPr lang="ko-KR" altLang="en-US" sz="1100" b="1" dirty="0">
                <a:latin typeface="+mn-ea"/>
                <a:ea typeface="+mn-ea"/>
              </a:rPr>
              <a:t>기준</a:t>
            </a:r>
            <a:r>
              <a:rPr lang="en-US" altLang="ko-KR" sz="1100" b="1" dirty="0">
                <a:latin typeface="+mn-ea"/>
                <a:ea typeface="+mn-ea"/>
              </a:rPr>
              <a:t>)</a:t>
            </a:r>
            <a:endParaRPr kumimoji="1" lang="ko-KR" altLang="en-US" sz="1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32C3A-09BA-4F26-11F2-78086717D4D0}"/>
              </a:ext>
            </a:extLst>
          </p:cNvPr>
          <p:cNvSpPr txBox="1"/>
          <p:nvPr/>
        </p:nvSpPr>
        <p:spPr>
          <a:xfrm>
            <a:off x="623391" y="3383303"/>
            <a:ext cx="3274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총 매출금액</a:t>
            </a:r>
            <a:r>
              <a:rPr lang="en-US" altLang="ko-KR" sz="1100" b="1" dirty="0">
                <a:latin typeface="+mn-ea"/>
                <a:ea typeface="+mn-ea"/>
              </a:rPr>
              <a:t> {</a:t>
            </a:r>
            <a:r>
              <a:rPr lang="en-US" altLang="ko-KR" sz="1100" b="1" dirty="0" err="1">
                <a:latin typeface="+mn-ea"/>
                <a:ea typeface="+mn-ea"/>
              </a:rPr>
              <a:t>YYYY</a:t>
            </a:r>
            <a:r>
              <a:rPr lang="en-US" altLang="ko-KR" sz="1100" b="1" dirty="0">
                <a:latin typeface="+mn-ea"/>
                <a:ea typeface="+mn-ea"/>
              </a:rPr>
              <a:t>-MM}</a:t>
            </a:r>
            <a:r>
              <a:rPr lang="ko-KR" altLang="en-US" sz="1100" b="1" dirty="0">
                <a:latin typeface="+mn-ea"/>
                <a:ea typeface="+mn-ea"/>
              </a:rPr>
              <a:t> 기준</a:t>
            </a:r>
            <a:endParaRPr kumimoji="1" lang="ko-KR" altLang="en-US" sz="1100" b="1" dirty="0">
              <a:latin typeface="+mn-ea"/>
              <a:ea typeface="+mn-ea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C7CB649C-F4B7-2866-4111-6BA3A94A5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2778877"/>
              </p:ext>
            </p:extLst>
          </p:nvPr>
        </p:nvGraphicFramePr>
        <p:xfrm>
          <a:off x="623468" y="1340768"/>
          <a:ext cx="3761639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DCBCD041-0794-DF0A-FA13-B9DAD2490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1806"/>
              </p:ext>
            </p:extLst>
          </p:nvPr>
        </p:nvGraphicFramePr>
        <p:xfrm>
          <a:off x="4410088" y="1340768"/>
          <a:ext cx="3761639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1BA5902-04D9-96DE-761B-F82D7909A8C1}"/>
              </a:ext>
            </a:extLst>
          </p:cNvPr>
          <p:cNvSpPr txBox="1"/>
          <p:nvPr/>
        </p:nvSpPr>
        <p:spPr>
          <a:xfrm>
            <a:off x="4943872" y="2070217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18751F-0553-BA45-A1B2-16817A2EC664}"/>
              </a:ext>
            </a:extLst>
          </p:cNvPr>
          <p:cNvSpPr txBox="1"/>
          <p:nvPr/>
        </p:nvSpPr>
        <p:spPr>
          <a:xfrm>
            <a:off x="6087967" y="1496059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40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79F4C-E473-10CF-D78B-4A3D5879EEF2}"/>
              </a:ext>
            </a:extLst>
          </p:cNvPr>
          <p:cNvSpPr txBox="1"/>
          <p:nvPr/>
        </p:nvSpPr>
        <p:spPr>
          <a:xfrm>
            <a:off x="7248128" y="1793771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34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91270-0D6A-7F46-DF8D-2F332F3082AC}"/>
              </a:ext>
            </a:extLst>
          </p:cNvPr>
          <p:cNvSpPr txBox="1"/>
          <p:nvPr/>
        </p:nvSpPr>
        <p:spPr>
          <a:xfrm>
            <a:off x="1115668" y="1449811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230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5D417D-5710-E930-99D5-8B73DD042E69}"/>
              </a:ext>
            </a:extLst>
          </p:cNvPr>
          <p:cNvSpPr txBox="1"/>
          <p:nvPr/>
        </p:nvSpPr>
        <p:spPr>
          <a:xfrm>
            <a:off x="2284569" y="1857029"/>
            <a:ext cx="4683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100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F6230-5A3D-39F9-3E66-9E856ADEE561}"/>
              </a:ext>
            </a:extLst>
          </p:cNvPr>
          <p:cNvSpPr txBox="1"/>
          <p:nvPr/>
        </p:nvSpPr>
        <p:spPr>
          <a:xfrm>
            <a:off x="3429231" y="1629297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180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aphicFrame>
        <p:nvGraphicFramePr>
          <p:cNvPr id="23" name="Table 7">
            <a:extLst>
              <a:ext uri="{FF2B5EF4-FFF2-40B4-BE49-F238E27FC236}">
                <a16:creationId xmlns:a16="http://schemas.microsoft.com/office/drawing/2014/main" id="{498CC9C1-5E58-4182-23EB-29E45926B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98704"/>
              </p:ext>
            </p:extLst>
          </p:nvPr>
        </p:nvGraphicFramePr>
        <p:xfrm>
          <a:off x="9406740" y="764704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오늘 기준 직전 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-3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개월 합산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포함 전체 예약 건 수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건수만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예약상태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CHECKED-OUT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기준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옵션 금액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4" name="Teardrop 1">
            <a:extLst>
              <a:ext uri="{FF2B5EF4-FFF2-40B4-BE49-F238E27FC236}">
                <a16:creationId xmlns:a16="http://schemas.microsoft.com/office/drawing/2014/main" id="{4068E1E5-D9B7-B6D9-74E5-91E132F4ABA2}"/>
              </a:ext>
            </a:extLst>
          </p:cNvPr>
          <p:cNvSpPr/>
          <p:nvPr/>
        </p:nvSpPr>
        <p:spPr>
          <a:xfrm rot="16200000" flipH="1" flipV="1">
            <a:off x="2073427" y="8648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EF2C52D0-4699-A253-C531-EFC9A1D48B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95012"/>
              </p:ext>
            </p:extLst>
          </p:nvPr>
        </p:nvGraphicFramePr>
        <p:xfrm>
          <a:off x="623468" y="3695732"/>
          <a:ext cx="7416748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1530BF4-A745-F8E8-55E3-60B545EDFC24}"/>
              </a:ext>
            </a:extLst>
          </p:cNvPr>
          <p:cNvSpPr txBox="1"/>
          <p:nvPr/>
        </p:nvSpPr>
        <p:spPr>
          <a:xfrm>
            <a:off x="1236047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7FD90F-4C92-EC2F-27EC-210C0101DED3}"/>
              </a:ext>
            </a:extLst>
          </p:cNvPr>
          <p:cNvSpPr txBox="1"/>
          <p:nvPr/>
        </p:nvSpPr>
        <p:spPr>
          <a:xfrm>
            <a:off x="1688780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25CCB3-82C3-6567-AA61-FCADBB65CD9F}"/>
              </a:ext>
            </a:extLst>
          </p:cNvPr>
          <p:cNvSpPr txBox="1"/>
          <p:nvPr/>
        </p:nvSpPr>
        <p:spPr>
          <a:xfrm>
            <a:off x="2200715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2A49FA-4896-A4B8-1C19-12460B9CC628}"/>
              </a:ext>
            </a:extLst>
          </p:cNvPr>
          <p:cNvSpPr txBox="1"/>
          <p:nvPr/>
        </p:nvSpPr>
        <p:spPr>
          <a:xfrm>
            <a:off x="3618638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C73A6-377F-9116-C6FF-93E70BA5A9FE}"/>
              </a:ext>
            </a:extLst>
          </p:cNvPr>
          <p:cNvSpPr txBox="1"/>
          <p:nvPr/>
        </p:nvSpPr>
        <p:spPr>
          <a:xfrm>
            <a:off x="4071371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DB3F12-B0B1-DD4C-2823-9E0151905C71}"/>
              </a:ext>
            </a:extLst>
          </p:cNvPr>
          <p:cNvSpPr txBox="1"/>
          <p:nvPr/>
        </p:nvSpPr>
        <p:spPr>
          <a:xfrm>
            <a:off x="4583306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6F920A-1D6A-F980-DFBB-E33DB6405E3A}"/>
              </a:ext>
            </a:extLst>
          </p:cNvPr>
          <p:cNvSpPr txBox="1"/>
          <p:nvPr/>
        </p:nvSpPr>
        <p:spPr>
          <a:xfrm>
            <a:off x="6020548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AE68E9-A8DC-4B79-56BA-D38346E98E6B}"/>
              </a:ext>
            </a:extLst>
          </p:cNvPr>
          <p:cNvSpPr txBox="1"/>
          <p:nvPr/>
        </p:nvSpPr>
        <p:spPr>
          <a:xfrm>
            <a:off x="6473281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1D9EC9-CC42-8FE2-6ADB-8676B990450C}"/>
              </a:ext>
            </a:extLst>
          </p:cNvPr>
          <p:cNvSpPr txBox="1"/>
          <p:nvPr/>
        </p:nvSpPr>
        <p:spPr>
          <a:xfrm>
            <a:off x="6985216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B196F2-94C4-BFCF-89C5-835031E6670D}"/>
              </a:ext>
            </a:extLst>
          </p:cNvPr>
          <p:cNvSpPr txBox="1"/>
          <p:nvPr/>
        </p:nvSpPr>
        <p:spPr>
          <a:xfrm>
            <a:off x="1130248" y="4289720"/>
            <a:ext cx="5661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10,00,00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CF008-3E28-6DAF-CBB4-8C62C48BC190}"/>
              </a:ext>
            </a:extLst>
          </p:cNvPr>
          <p:cNvSpPr txBox="1"/>
          <p:nvPr/>
        </p:nvSpPr>
        <p:spPr>
          <a:xfrm>
            <a:off x="3458337" y="3852468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20,000,000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582821-3CC8-C0FB-6844-D63A3D078B80}"/>
              </a:ext>
            </a:extLst>
          </p:cNvPr>
          <p:cNvSpPr txBox="1"/>
          <p:nvPr/>
        </p:nvSpPr>
        <p:spPr>
          <a:xfrm>
            <a:off x="3996030" y="4289720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11B6DB-767A-36C0-1674-099EEB8BED7C}"/>
              </a:ext>
            </a:extLst>
          </p:cNvPr>
          <p:cNvSpPr txBox="1"/>
          <p:nvPr/>
        </p:nvSpPr>
        <p:spPr>
          <a:xfrm>
            <a:off x="4507965" y="4289720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F205F6-0A5B-9EAE-9420-78E7A8435174}"/>
              </a:ext>
            </a:extLst>
          </p:cNvPr>
          <p:cNvSpPr txBox="1"/>
          <p:nvPr/>
        </p:nvSpPr>
        <p:spPr>
          <a:xfrm>
            <a:off x="5846480" y="4089665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15,000,000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F267C7-F0FE-29E3-5BFB-AFA45A6AD396}"/>
              </a:ext>
            </a:extLst>
          </p:cNvPr>
          <p:cNvSpPr txBox="1"/>
          <p:nvPr/>
        </p:nvSpPr>
        <p:spPr>
          <a:xfrm>
            <a:off x="6348381" y="4302555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065205-75C5-EF56-5AA3-0A5BB05D07A3}"/>
              </a:ext>
            </a:extLst>
          </p:cNvPr>
          <p:cNvSpPr txBox="1"/>
          <p:nvPr/>
        </p:nvSpPr>
        <p:spPr>
          <a:xfrm>
            <a:off x="6937127" y="4536737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5,000,000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D4A8E4-4152-630D-5791-6B45B1C36563}"/>
              </a:ext>
            </a:extLst>
          </p:cNvPr>
          <p:cNvSpPr txBox="1"/>
          <p:nvPr/>
        </p:nvSpPr>
        <p:spPr>
          <a:xfrm>
            <a:off x="1640691" y="4402583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8,000,000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FCCC47-4E79-4E9A-6768-410C2E2E15C0}"/>
              </a:ext>
            </a:extLst>
          </p:cNvPr>
          <p:cNvSpPr txBox="1"/>
          <p:nvPr/>
        </p:nvSpPr>
        <p:spPr>
          <a:xfrm>
            <a:off x="2152627" y="4664806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2,000,000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55A8425A-280C-A6D8-1B52-9DCE0BF4331D}"/>
              </a:ext>
            </a:extLst>
          </p:cNvPr>
          <p:cNvSpPr/>
          <p:nvPr/>
        </p:nvSpPr>
        <p:spPr>
          <a:xfrm rot="16200000" flipH="1" flipV="1">
            <a:off x="832912" y="1267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ardrop 1">
            <a:extLst>
              <a:ext uri="{FF2B5EF4-FFF2-40B4-BE49-F238E27FC236}">
                <a16:creationId xmlns:a16="http://schemas.microsoft.com/office/drawing/2014/main" id="{B4EB3367-6D62-3B57-027E-9FCF9234A918}"/>
              </a:ext>
            </a:extLst>
          </p:cNvPr>
          <p:cNvSpPr/>
          <p:nvPr/>
        </p:nvSpPr>
        <p:spPr>
          <a:xfrm rot="16200000" flipH="1" flipV="1">
            <a:off x="4490512" y="1267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ardrop 1">
            <a:extLst>
              <a:ext uri="{FF2B5EF4-FFF2-40B4-BE49-F238E27FC236}">
                <a16:creationId xmlns:a16="http://schemas.microsoft.com/office/drawing/2014/main" id="{8E4BE65E-C5E2-F2D9-4FB1-25FF7D81D0A0}"/>
              </a:ext>
            </a:extLst>
          </p:cNvPr>
          <p:cNvSpPr/>
          <p:nvPr/>
        </p:nvSpPr>
        <p:spPr>
          <a:xfrm rot="16200000" flipH="1" flipV="1">
            <a:off x="557317" y="33179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41DC99-6CF1-7FEE-196A-3E09977A2519}"/>
              </a:ext>
            </a:extLst>
          </p:cNvPr>
          <p:cNvSpPr/>
          <p:nvPr/>
        </p:nvSpPr>
        <p:spPr>
          <a:xfrm>
            <a:off x="0" y="764703"/>
            <a:ext cx="9348867" cy="5664991"/>
          </a:xfrm>
          <a:prstGeom prst="rect">
            <a:avLst/>
          </a:prstGeom>
          <a:solidFill>
            <a:schemeClr val="accent4">
              <a:lumMod val="20000"/>
              <a:lumOff val="80000"/>
              <a:alpha val="41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3200" b="1" dirty="0">
                <a:solidFill>
                  <a:srgbClr val="FF0000"/>
                </a:solidFill>
              </a:rPr>
              <a:t>추후 고도화 예정</a:t>
            </a:r>
          </a:p>
        </p:txBody>
      </p:sp>
    </p:spTree>
    <p:extLst>
      <p:ext uri="{BB962C8B-B14F-4D97-AF65-F5344CB8AC3E}">
        <p14:creationId xmlns:p14="http://schemas.microsoft.com/office/powerpoint/2010/main" val="1277532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9D7F-FD29-9C61-9861-93CF7E11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C7E08-14E6-A544-FA14-504F84127C02}"/>
              </a:ext>
            </a:extLst>
          </p:cNvPr>
          <p:cNvSpPr txBox="1"/>
          <p:nvPr/>
        </p:nvSpPr>
        <p:spPr>
          <a:xfrm>
            <a:off x="69106" y="77935"/>
            <a:ext cx="3434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PC 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반응형 사이즈 </a:t>
            </a:r>
            <a:r>
              <a:rPr lang="en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Breakpoint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정의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7919E2F-308C-1A99-1DD8-58BCF2D7034A}"/>
              </a:ext>
            </a:extLst>
          </p:cNvPr>
          <p:cNvSpPr/>
          <p:nvPr/>
        </p:nvSpPr>
        <p:spPr>
          <a:xfrm>
            <a:off x="772914" y="2276872"/>
            <a:ext cx="2434416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3575A2D-6366-2611-42A4-503229332560}"/>
              </a:ext>
            </a:extLst>
          </p:cNvPr>
          <p:cNvSpPr/>
          <p:nvPr/>
        </p:nvSpPr>
        <p:spPr>
          <a:xfrm>
            <a:off x="3944229" y="2276872"/>
            <a:ext cx="3318570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0DFCDEC-1BC4-4829-AE03-8B682D218787}"/>
              </a:ext>
            </a:extLst>
          </p:cNvPr>
          <p:cNvSpPr/>
          <p:nvPr/>
        </p:nvSpPr>
        <p:spPr>
          <a:xfrm>
            <a:off x="7760565" y="2276872"/>
            <a:ext cx="3899744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AB00984-FCBB-A49B-8FAC-774789702EB1}"/>
              </a:ext>
            </a:extLst>
          </p:cNvPr>
          <p:cNvCxnSpPr/>
          <p:nvPr/>
        </p:nvCxnSpPr>
        <p:spPr>
          <a:xfrm flipV="1">
            <a:off x="843780" y="2420888"/>
            <a:ext cx="2232248" cy="14401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9FFAEC-3019-F837-9711-7507AC7D2113}"/>
              </a:ext>
            </a:extLst>
          </p:cNvPr>
          <p:cNvSpPr txBox="1"/>
          <p:nvPr/>
        </p:nvSpPr>
        <p:spPr>
          <a:xfrm>
            <a:off x="860141" y="3021437"/>
            <a:ext cx="2366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100" b="0" i="0" dirty="0" err="1">
                <a:effectLst/>
                <a:latin typeface="+mn-ea"/>
                <a:ea typeface="+mn-ea"/>
              </a:rPr>
              <a:t>1280×1024px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(5:4 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비율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ko-KR" sz="1100" b="0" i="0" dirty="0">
                <a:effectLst/>
                <a:latin typeface="+mn-ea"/>
                <a:ea typeface="+mn-ea"/>
              </a:rPr>
              <a:t>2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100" b="0" i="0" dirty="0" err="1">
                <a:effectLst/>
                <a:latin typeface="+mn-ea"/>
                <a:ea typeface="+mn-ea"/>
              </a:rPr>
              <a:t>1440×900px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(16:10 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비율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)  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EEF53BF-1B44-68E9-53AC-CB8915339187}"/>
              </a:ext>
            </a:extLst>
          </p:cNvPr>
          <p:cNvCxnSpPr>
            <a:cxnSpLocks/>
          </p:cNvCxnSpPr>
          <p:nvPr/>
        </p:nvCxnSpPr>
        <p:spPr>
          <a:xfrm flipV="1">
            <a:off x="4162156" y="2420888"/>
            <a:ext cx="2950425" cy="14401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A5FE25-98D4-8B2B-235E-4AC79F5E49CA}"/>
              </a:ext>
            </a:extLst>
          </p:cNvPr>
          <p:cNvSpPr txBox="1"/>
          <p:nvPr/>
        </p:nvSpPr>
        <p:spPr>
          <a:xfrm>
            <a:off x="4769181" y="3021437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순위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 :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1280x1439px</a:t>
            </a:r>
            <a:endParaRPr lang="en-US" altLang="ko-KR" sz="1200" b="0" i="0" dirty="0">
              <a:effectLst/>
              <a:latin typeface="+mn-ea"/>
              <a:ea typeface="+mn-ea"/>
            </a:endParaRPr>
          </a:p>
          <a:p>
            <a:pPr algn="ctr"/>
            <a:r>
              <a:rPr lang="en-US" altLang="ko-KR" sz="1200" dirty="0">
                <a:latin typeface="+mn-ea"/>
                <a:ea typeface="+mn-ea"/>
              </a:rPr>
              <a:t>2</a:t>
            </a:r>
            <a:r>
              <a:rPr lang="ko-KR" altLang="en-US" sz="1200" dirty="0">
                <a:latin typeface="+mn-ea"/>
                <a:ea typeface="+mn-ea"/>
              </a:rPr>
              <a:t>순위</a:t>
            </a:r>
            <a:r>
              <a:rPr lang="en-US" altLang="ko-KR" sz="1200" dirty="0">
                <a:latin typeface="+mn-ea"/>
                <a:ea typeface="+mn-ea"/>
              </a:rPr>
              <a:t> : </a:t>
            </a:r>
            <a:r>
              <a:rPr lang="en-US" altLang="ko-KR" sz="1200" dirty="0" err="1">
                <a:latin typeface="+mn-ea"/>
                <a:ea typeface="+mn-ea"/>
              </a:rPr>
              <a:t>1920x1080px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 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A6DF15E-9AFA-58C8-95E0-0C00A7EE3025}"/>
              </a:ext>
            </a:extLst>
          </p:cNvPr>
          <p:cNvCxnSpPr>
            <a:cxnSpLocks/>
          </p:cNvCxnSpPr>
          <p:nvPr/>
        </p:nvCxnSpPr>
        <p:spPr>
          <a:xfrm flipV="1">
            <a:off x="7976589" y="2420888"/>
            <a:ext cx="3528392" cy="14719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B24B6B-AC2D-7B14-07AE-252282C49C92}"/>
              </a:ext>
            </a:extLst>
          </p:cNvPr>
          <p:cNvSpPr txBox="1"/>
          <p:nvPr/>
        </p:nvSpPr>
        <p:spPr>
          <a:xfrm>
            <a:off x="8896368" y="2926012"/>
            <a:ext cx="161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1440×900px</a:t>
            </a:r>
            <a:endParaRPr lang="en-US" altLang="ko-KR" sz="1200" b="0" i="0" dirty="0">
              <a:effectLst/>
              <a:latin typeface="+mn-ea"/>
              <a:ea typeface="+mn-ea"/>
            </a:endParaRPr>
          </a:p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2</a:t>
            </a:r>
            <a:r>
              <a:rPr lang="ko-KR" altLang="en-US" sz="1200" dirty="0">
                <a:latin typeface="+mn-ea"/>
                <a:ea typeface="+mn-ea"/>
              </a:rPr>
              <a:t>순위 </a:t>
            </a:r>
            <a:r>
              <a:rPr lang="en-US" altLang="ko-KR" sz="1200" dirty="0">
                <a:latin typeface="+mn-ea"/>
                <a:ea typeface="+mn-ea"/>
              </a:rPr>
              <a:t>: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1600×900</a:t>
            </a:r>
            <a:r>
              <a:rPr lang="en-US" altLang="ko-KR" sz="1200" dirty="0" err="1">
                <a:latin typeface="+mn-ea"/>
                <a:ea typeface="+mn-ea"/>
              </a:rPr>
              <a:t>px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1CFE89-9369-2453-051B-CCD8FD7A841E}"/>
              </a:ext>
            </a:extLst>
          </p:cNvPr>
          <p:cNvSpPr txBox="1"/>
          <p:nvPr/>
        </p:nvSpPr>
        <p:spPr>
          <a:xfrm>
            <a:off x="5260313" y="195743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normal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074B7C-4F48-1488-67C2-B8EB570FC498}"/>
              </a:ext>
            </a:extLst>
          </p:cNvPr>
          <p:cNvSpPr txBox="1"/>
          <p:nvPr/>
        </p:nvSpPr>
        <p:spPr>
          <a:xfrm>
            <a:off x="1686328" y="195743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Small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588D0-EDB4-77E3-2E5E-A35862EB57FF}"/>
              </a:ext>
            </a:extLst>
          </p:cNvPr>
          <p:cNvSpPr txBox="1"/>
          <p:nvPr/>
        </p:nvSpPr>
        <p:spPr>
          <a:xfrm>
            <a:off x="9501906" y="1957439"/>
            <a:ext cx="556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Wide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ED09D8D9-4B01-3D98-8870-5D8C8B97D1E5}"/>
              </a:ext>
            </a:extLst>
          </p:cNvPr>
          <p:cNvSpPr/>
          <p:nvPr/>
        </p:nvSpPr>
        <p:spPr>
          <a:xfrm>
            <a:off x="950229" y="2425791"/>
            <a:ext cx="73609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bg1"/>
                </a:solidFill>
                <a:latin typeface="+mn-ea"/>
              </a:rPr>
              <a:t>19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CB8C5021-0A0C-B73D-25D3-A354E9159C49}"/>
              </a:ext>
            </a:extLst>
          </p:cNvPr>
          <p:cNvSpPr/>
          <p:nvPr/>
        </p:nvSpPr>
        <p:spPr>
          <a:xfrm>
            <a:off x="4210369" y="2425791"/>
            <a:ext cx="1049944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bg1"/>
                </a:solidFill>
                <a:latin typeface="+mn-ea"/>
              </a:rPr>
              <a:t>14~16.5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 노트북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FF4A38-BA15-5A5F-BC30-E1F0A72AB102}"/>
              </a:ext>
            </a:extLst>
          </p:cNvPr>
          <p:cNvSpPr txBox="1"/>
          <p:nvPr/>
        </p:nvSpPr>
        <p:spPr>
          <a:xfrm>
            <a:off x="487907" y="1072548"/>
            <a:ext cx="691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 </a:t>
            </a:r>
            <a:r>
              <a:rPr lang="en" altLang="ko-KR" sz="1800" b="1" dirty="0">
                <a:solidFill>
                  <a:srgbClr val="FF0000"/>
                </a:solidFill>
                <a:latin typeface="+mn-ea"/>
                <a:ea typeface="+mn-ea"/>
              </a:rPr>
              <a:t> Breakpoint 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 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1280×1024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1853ECA-839C-BB47-3C36-9B8891443B54}"/>
              </a:ext>
            </a:extLst>
          </p:cNvPr>
          <p:cNvSpPr/>
          <p:nvPr/>
        </p:nvSpPr>
        <p:spPr>
          <a:xfrm>
            <a:off x="5331319" y="2425791"/>
            <a:ext cx="95076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19 ~ 21.5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EDEBF663-6E80-269D-B40F-4070B199B564}"/>
              </a:ext>
            </a:extLst>
          </p:cNvPr>
          <p:cNvSpPr/>
          <p:nvPr/>
        </p:nvSpPr>
        <p:spPr>
          <a:xfrm>
            <a:off x="7930140" y="2425791"/>
            <a:ext cx="95076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29~ 32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</p:spTree>
    <p:extLst>
      <p:ext uri="{BB962C8B-B14F-4D97-AF65-F5344CB8AC3E}">
        <p14:creationId xmlns:p14="http://schemas.microsoft.com/office/powerpoint/2010/main" val="189750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EB4A-E729-29AC-63E1-C6267A5E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D4FC2299-C981-40D0-BF84-9B4911764A6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352" y="550005"/>
            <a:ext cx="8134044" cy="4175138"/>
            <a:chOff x="353401" y="1261242"/>
            <a:chExt cx="6910750" cy="2819514"/>
          </a:xfrm>
        </p:grpSpPr>
        <p:sp>
          <p:nvSpPr>
            <p:cNvPr id="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EF38EA7-A468-56AB-7D25-39D1899E75A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0E5EF2F-14A8-88B8-0FD5-CBFC9CCB30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C2C5F7C-44C7-E7BE-CB51-09C54D32A389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4EA48D-7D60-271B-11A2-F823EBC3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프로퍼티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407FD457-E543-CE45-E5A0-0B9D340E9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9374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본인 계정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6AC25E-851C-7943-5BE4-83262CC096BC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BF63-5C87-C660-02FE-9D8822A95A61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025F6792-B0F4-41CC-5186-A1609ABE1D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88E623-328F-A203-CE52-6CA0C325D663}"/>
              </a:ext>
            </a:extLst>
          </p:cNvPr>
          <p:cNvSpPr txBox="1"/>
          <p:nvPr/>
        </p:nvSpPr>
        <p:spPr>
          <a:xfrm>
            <a:off x="407368" y="987184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FDD98D86-7726-911E-8ABD-3FC45854DF81}"/>
              </a:ext>
            </a:extLst>
          </p:cNvPr>
          <p:cNvCxnSpPr/>
          <p:nvPr/>
        </p:nvCxnSpPr>
        <p:spPr>
          <a:xfrm>
            <a:off x="414811" y="1013318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A5FCCEF-2798-E256-7AE6-AA2478339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66234"/>
              </p:ext>
            </p:extLst>
          </p:nvPr>
        </p:nvGraphicFramePr>
        <p:xfrm>
          <a:off x="504996" y="1673432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여의도 프로퍼티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2558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07768E2-C35A-C141-F411-50EBCD2D1EA0}"/>
              </a:ext>
            </a:extLst>
          </p:cNvPr>
          <p:cNvSpPr txBox="1"/>
          <p:nvPr/>
        </p:nvSpPr>
        <p:spPr>
          <a:xfrm>
            <a:off x="419772" y="1360504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93E0C-CDF7-83DB-D925-0CB1CFC2BFC2}"/>
              </a:ext>
            </a:extLst>
          </p:cNvPr>
          <p:cNvSpPr txBox="1"/>
          <p:nvPr/>
        </p:nvSpPr>
        <p:spPr>
          <a:xfrm>
            <a:off x="6793854" y="1360504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DA32502-5616-EE16-3BBB-1184468F823D}"/>
              </a:ext>
            </a:extLst>
          </p:cNvPr>
          <p:cNvSpPr/>
          <p:nvPr/>
        </p:nvSpPr>
        <p:spPr>
          <a:xfrm>
            <a:off x="1626459" y="322252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FE8778-F509-FB04-0DED-B98DF9B70BDA}"/>
              </a:ext>
            </a:extLst>
          </p:cNvPr>
          <p:cNvSpPr/>
          <p:nvPr/>
        </p:nvSpPr>
        <p:spPr>
          <a:xfrm>
            <a:off x="1626459" y="3518359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4F0459F-8114-8352-D684-90A1AACF5AF9}"/>
              </a:ext>
            </a:extLst>
          </p:cNvPr>
          <p:cNvSpPr/>
          <p:nvPr/>
        </p:nvSpPr>
        <p:spPr>
          <a:xfrm>
            <a:off x="5364741" y="351835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5DA5F5-CEB9-8978-AD09-6D0A2B68F594}"/>
              </a:ext>
            </a:extLst>
          </p:cNvPr>
          <p:cNvSpPr/>
          <p:nvPr/>
        </p:nvSpPr>
        <p:spPr>
          <a:xfrm>
            <a:off x="1626459" y="294314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A04E5C3-3DBF-A19E-7ABF-C10CA2881FE3}"/>
              </a:ext>
            </a:extLst>
          </p:cNvPr>
          <p:cNvGrpSpPr/>
          <p:nvPr/>
        </p:nvGrpSpPr>
        <p:grpSpPr>
          <a:xfrm>
            <a:off x="5364741" y="2914678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2042688-6142-C2EE-1DB9-F269ECFB8B4E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86186DF-57C6-997C-0546-9379C7D981BE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C93B2C27-C736-0B9A-722F-346AF58A66E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9BAC5B7-BBFF-10EB-7D23-FA45539F92D1}"/>
              </a:ext>
            </a:extLst>
          </p:cNvPr>
          <p:cNvGrpSpPr/>
          <p:nvPr/>
        </p:nvGrpSpPr>
        <p:grpSpPr>
          <a:xfrm>
            <a:off x="5364741" y="3210819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0A0B85D-07E9-1859-D4E0-2130FABCD29B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E19DA15-FF62-0A6D-6D06-61D8D1408E96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CED310E7-E817-1540-6F6F-C2C211F4E2E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E00BBA-2656-1AB3-FDFD-3E2765C112FF}"/>
              </a:ext>
            </a:extLst>
          </p:cNvPr>
          <p:cNvSpPr/>
          <p:nvPr/>
        </p:nvSpPr>
        <p:spPr>
          <a:xfrm>
            <a:off x="3640278" y="436627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657F34-CF0D-1768-DB64-647BB8BF51EF}"/>
              </a:ext>
            </a:extLst>
          </p:cNvPr>
          <p:cNvSpPr/>
          <p:nvPr/>
        </p:nvSpPr>
        <p:spPr>
          <a:xfrm>
            <a:off x="4251585" y="436627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8A05B-9F2A-17CE-907E-7940583EEC90}"/>
              </a:ext>
            </a:extLst>
          </p:cNvPr>
          <p:cNvSpPr/>
          <p:nvPr/>
        </p:nvSpPr>
        <p:spPr>
          <a:xfrm>
            <a:off x="5364741" y="231233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261492D-3C0D-64A2-FFCD-B741631A5405}"/>
              </a:ext>
            </a:extLst>
          </p:cNvPr>
          <p:cNvSpPr/>
          <p:nvPr/>
        </p:nvSpPr>
        <p:spPr>
          <a:xfrm>
            <a:off x="5364741" y="2613844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</a:p>
        </p:txBody>
      </p:sp>
    </p:spTree>
    <p:extLst>
      <p:ext uri="{BB962C8B-B14F-4D97-AF65-F5344CB8AC3E}">
        <p14:creationId xmlns:p14="http://schemas.microsoft.com/office/powerpoint/2010/main" val="2873560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C3C6-3566-3E07-FCA9-8CF7F9B4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BA8AA5F0-9D76-DF09-BA59-DEBA651557C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352" y="550005"/>
            <a:ext cx="8134044" cy="4463170"/>
            <a:chOff x="353401" y="1261242"/>
            <a:chExt cx="6910750" cy="3014025"/>
          </a:xfrm>
        </p:grpSpPr>
        <p:sp>
          <p:nvSpPr>
            <p:cNvPr id="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47448E1-BB4B-1B2E-4143-BC3C9E62791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7789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4135B93-83B0-1800-0EEC-E8E7B743CF6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B8AF975-195C-02C5-DA31-90C84023AEF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06C9DB-FD3A-113F-5BB1-7CA05222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호텔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FE754848-4DEB-EB93-41C2-B353AF066C1C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본인 계정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0EB69B-F735-0ED4-0562-281EE3E9484F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517730-A3CC-363A-633A-8E054299FDB7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D8752391-C338-6799-C064-7D6483CDC0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F62234-8002-BB0E-D9E6-C7E00FA53B60}"/>
              </a:ext>
            </a:extLst>
          </p:cNvPr>
          <p:cNvSpPr txBox="1"/>
          <p:nvPr/>
        </p:nvSpPr>
        <p:spPr>
          <a:xfrm>
            <a:off x="407368" y="987184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BA422F14-C516-86A4-E58E-69DC4072CC43}"/>
              </a:ext>
            </a:extLst>
          </p:cNvPr>
          <p:cNvCxnSpPr/>
          <p:nvPr/>
        </p:nvCxnSpPr>
        <p:spPr>
          <a:xfrm>
            <a:off x="414811" y="1013318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85BA5B3-5B22-F936-622B-62B3CDF38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6206"/>
              </p:ext>
            </p:extLst>
          </p:nvPr>
        </p:nvGraphicFramePr>
        <p:xfrm>
          <a:off x="504996" y="1673432"/>
          <a:ext cx="7746198" cy="287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마포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제주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호텔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2558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0C7EE18-70A2-F16B-485D-B7CCFBE7A8E6}"/>
              </a:ext>
            </a:extLst>
          </p:cNvPr>
          <p:cNvSpPr txBox="1"/>
          <p:nvPr/>
        </p:nvSpPr>
        <p:spPr>
          <a:xfrm>
            <a:off x="419772" y="1360504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4D0F3-13D6-1F1E-440F-25A13F5522FA}"/>
              </a:ext>
            </a:extLst>
          </p:cNvPr>
          <p:cNvSpPr txBox="1"/>
          <p:nvPr/>
        </p:nvSpPr>
        <p:spPr>
          <a:xfrm>
            <a:off x="6793854" y="1360504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BC56B8-B8DA-F22A-C4DE-BC9436EAEB82}"/>
              </a:ext>
            </a:extLst>
          </p:cNvPr>
          <p:cNvSpPr/>
          <p:nvPr/>
        </p:nvSpPr>
        <p:spPr>
          <a:xfrm>
            <a:off x="1626459" y="3577795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C32A26-34ED-8694-92F3-CB523BADE24A}"/>
              </a:ext>
            </a:extLst>
          </p:cNvPr>
          <p:cNvSpPr/>
          <p:nvPr/>
        </p:nvSpPr>
        <p:spPr>
          <a:xfrm>
            <a:off x="1626459" y="391796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CD30949-56C7-C184-B0F7-6BE2A5EC3E7F}"/>
              </a:ext>
            </a:extLst>
          </p:cNvPr>
          <p:cNvSpPr/>
          <p:nvPr/>
        </p:nvSpPr>
        <p:spPr>
          <a:xfrm>
            <a:off x="5364741" y="3917968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D0F1102-1A5C-D7EB-A462-F56E309D7C44}"/>
              </a:ext>
            </a:extLst>
          </p:cNvPr>
          <p:cNvSpPr/>
          <p:nvPr/>
        </p:nvSpPr>
        <p:spPr>
          <a:xfrm>
            <a:off x="1626459" y="3234381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17B3FD2-3C52-FC41-EFFC-D31FF7388C34}"/>
              </a:ext>
            </a:extLst>
          </p:cNvPr>
          <p:cNvGrpSpPr/>
          <p:nvPr/>
        </p:nvGrpSpPr>
        <p:grpSpPr>
          <a:xfrm>
            <a:off x="5364741" y="3239327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E94985C-ED9D-7694-C155-00405EC64572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2F2BF80-D3FB-6389-D46A-7B79C95ABA67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95680AC4-EFE6-66B1-2821-7FF122A4129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1DB80FC-8DDA-7AB0-2A99-ABB461D61823}"/>
              </a:ext>
            </a:extLst>
          </p:cNvPr>
          <p:cNvGrpSpPr/>
          <p:nvPr/>
        </p:nvGrpSpPr>
        <p:grpSpPr>
          <a:xfrm>
            <a:off x="5364741" y="3576269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E3CCA06-F4AE-81F5-FDC6-7700D4A4F130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4579361-82A6-21C4-17AD-3ECBCE9C2805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8DA54077-5277-D42F-6644-F7595AC3D66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7DA499A-580A-FE98-2B61-5B2B698161AF}"/>
              </a:ext>
            </a:extLst>
          </p:cNvPr>
          <p:cNvSpPr/>
          <p:nvPr/>
        </p:nvSpPr>
        <p:spPr>
          <a:xfrm>
            <a:off x="3640278" y="475658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E9AF320-CA4C-62B6-D67E-109930EAD45C}"/>
              </a:ext>
            </a:extLst>
          </p:cNvPr>
          <p:cNvSpPr/>
          <p:nvPr/>
        </p:nvSpPr>
        <p:spPr>
          <a:xfrm>
            <a:off x="4251585" y="475658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EF2B8C7-183D-036D-5B8F-6ADD7E6CBCC7}"/>
              </a:ext>
            </a:extLst>
          </p:cNvPr>
          <p:cNvSpPr/>
          <p:nvPr/>
        </p:nvSpPr>
        <p:spPr>
          <a:xfrm>
            <a:off x="5364741" y="248938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5662F9-B0A4-182B-239D-3BDE82B15764}"/>
              </a:ext>
            </a:extLst>
          </p:cNvPr>
          <p:cNvSpPr/>
          <p:nvPr/>
        </p:nvSpPr>
        <p:spPr>
          <a:xfrm>
            <a:off x="5364741" y="2876387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</a:p>
        </p:txBody>
      </p:sp>
    </p:spTree>
    <p:extLst>
      <p:ext uri="{BB962C8B-B14F-4D97-AF65-F5344CB8AC3E}">
        <p14:creationId xmlns:p14="http://schemas.microsoft.com/office/powerpoint/2010/main" val="4067946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2BBD-7B6B-D901-0FE3-0F090E66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24B2495-B05F-697D-C2D9-65852C8F98F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54244" y="910046"/>
            <a:ext cx="8134044" cy="4175138"/>
            <a:chOff x="353401" y="1261242"/>
            <a:chExt cx="6910750" cy="2819514"/>
          </a:xfrm>
        </p:grpSpPr>
        <p:sp>
          <p:nvSpPr>
            <p:cNvPr id="1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3DCBF21-B8BF-3D18-B205-9D0319A5769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D5578EB-E790-1522-CDE4-488C570E32B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14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DE99735-FB7F-60E2-EDE1-D567494A6730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A0FD46-E24E-B650-862C-1BFE8EF4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블루웨이브</a:t>
            </a:r>
            <a:r>
              <a:rPr lang="en-US" altLang="ko-KR" dirty="0"/>
              <a:t>/</a:t>
            </a:r>
            <a:r>
              <a:rPr lang="ko-KR" altLang="en-US" dirty="0" err="1"/>
              <a:t>슈퍼어드민</a:t>
            </a:r>
            <a:r>
              <a:rPr lang="ko-KR" altLang="en-US" dirty="0"/>
              <a:t>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02F6D707-11E6-3DCF-D2B8-DE49C4A1F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242510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본인 계정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17CE8-F9E2-4D6C-EC38-F9AF845C8FBE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5DD1A7-0E14-6736-F70A-8701247DF012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12A654F4-8AB0-3737-0346-123B9F2EC4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500D39-9752-336F-F133-2782CF9AA223}"/>
              </a:ext>
            </a:extLst>
          </p:cNvPr>
          <p:cNvSpPr txBox="1"/>
          <p:nvPr/>
        </p:nvSpPr>
        <p:spPr>
          <a:xfrm>
            <a:off x="695400" y="1347225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회원정보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8AA7BCB3-0EA0-9A01-786D-CABAF0168790}"/>
              </a:ext>
            </a:extLst>
          </p:cNvPr>
          <p:cNvCxnSpPr/>
          <p:nvPr/>
        </p:nvCxnSpPr>
        <p:spPr>
          <a:xfrm>
            <a:off x="702843" y="1373359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354BE6E-C36F-6145-40EA-40EBCEB1C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251924"/>
              </p:ext>
            </p:extLst>
          </p:nvPr>
        </p:nvGraphicFramePr>
        <p:xfrm>
          <a:off x="793028" y="2033473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블루웨이브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7168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F944915-C54B-7C16-820E-A55498A03434}"/>
              </a:ext>
            </a:extLst>
          </p:cNvPr>
          <p:cNvSpPr txBox="1"/>
          <p:nvPr/>
        </p:nvSpPr>
        <p:spPr>
          <a:xfrm>
            <a:off x="707804" y="172054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615E50-B763-A328-7DAF-7FEAA27AB0D6}"/>
              </a:ext>
            </a:extLst>
          </p:cNvPr>
          <p:cNvSpPr txBox="1"/>
          <p:nvPr/>
        </p:nvSpPr>
        <p:spPr>
          <a:xfrm>
            <a:off x="7081886" y="172054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7851F3-F4BE-3D20-E1CA-4F892029D7FD}"/>
              </a:ext>
            </a:extLst>
          </p:cNvPr>
          <p:cNvSpPr/>
          <p:nvPr/>
        </p:nvSpPr>
        <p:spPr>
          <a:xfrm>
            <a:off x="1914491" y="358256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37ECE77-7E3A-C4D9-BC0D-AE6D023173C7}"/>
              </a:ext>
            </a:extLst>
          </p:cNvPr>
          <p:cNvSpPr/>
          <p:nvPr/>
        </p:nvSpPr>
        <p:spPr>
          <a:xfrm>
            <a:off x="1914491" y="387840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A86592-3E39-14DD-E059-6EEE6EC12DC3}"/>
              </a:ext>
            </a:extLst>
          </p:cNvPr>
          <p:cNvSpPr/>
          <p:nvPr/>
        </p:nvSpPr>
        <p:spPr>
          <a:xfrm>
            <a:off x="5652773" y="387840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11C211-A23A-8131-C506-892862BBAD46}"/>
              </a:ext>
            </a:extLst>
          </p:cNvPr>
          <p:cNvSpPr/>
          <p:nvPr/>
        </p:nvSpPr>
        <p:spPr>
          <a:xfrm>
            <a:off x="1914491" y="3303185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박블루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B9D4D8-B427-C924-B341-0D699A60D04F}"/>
              </a:ext>
            </a:extLst>
          </p:cNvPr>
          <p:cNvGrpSpPr/>
          <p:nvPr/>
        </p:nvGrpSpPr>
        <p:grpSpPr>
          <a:xfrm>
            <a:off x="5652773" y="3274719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34374F4-B282-C805-6939-C39459675A71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073642C-914E-DD4C-0F08-AD45B10236E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5D4EE352-D85B-138B-E04E-76D4FBBF4E2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9B1649B-FE46-4347-A8B7-822769BD2A7E}"/>
              </a:ext>
            </a:extLst>
          </p:cNvPr>
          <p:cNvGrpSpPr/>
          <p:nvPr/>
        </p:nvGrpSpPr>
        <p:grpSpPr>
          <a:xfrm>
            <a:off x="5652773" y="3570860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CB5B7B9-3D18-BC8A-B76F-AEB5026B733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1330F65-887C-2740-E5E3-D50165B143D0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81759FED-7E4C-070F-804E-BE9FB43A7F3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65B4A4-B554-B9B3-B09B-9D5B55D04B08}"/>
              </a:ext>
            </a:extLst>
          </p:cNvPr>
          <p:cNvSpPr/>
          <p:nvPr/>
        </p:nvSpPr>
        <p:spPr>
          <a:xfrm>
            <a:off x="3869202" y="462896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7F18301-74A8-E1CB-ECD0-53B3E4E20E45}"/>
              </a:ext>
            </a:extLst>
          </p:cNvPr>
          <p:cNvSpPr/>
          <p:nvPr/>
        </p:nvSpPr>
        <p:spPr>
          <a:xfrm>
            <a:off x="4480509" y="462896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51930F-8FBD-45E5-ABFD-73A25F3BB2AE}"/>
              </a:ext>
            </a:extLst>
          </p:cNvPr>
          <p:cNvSpPr/>
          <p:nvPr/>
        </p:nvSpPr>
        <p:spPr>
          <a:xfrm>
            <a:off x="5652773" y="267238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411B71-3437-FEA0-1FA5-7C51FD95DC32}"/>
              </a:ext>
            </a:extLst>
          </p:cNvPr>
          <p:cNvSpPr/>
          <p:nvPr/>
        </p:nvSpPr>
        <p:spPr>
          <a:xfrm>
            <a:off x="1908773" y="267238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03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97544"/>
              </p:ext>
            </p:extLst>
          </p:nvPr>
        </p:nvGraphicFramePr>
        <p:xfrm>
          <a:off x="119336" y="548680"/>
          <a:ext cx="11876248" cy="397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국가번호를 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국가번호를 선택해주세요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select a country code.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287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Your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항목이 누락된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entry.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담당자 등록 저장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초기 비밀번호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로 로그인 후 비밀번호를 수정하세요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Your registration is complete. Please login with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 and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376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78925</TotalTime>
  <Words>2165</Words>
  <Application>Microsoft Macintosh PowerPoint</Application>
  <PresentationFormat>와이드스크린</PresentationFormat>
  <Paragraphs>695</Paragraphs>
  <Slides>17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굴림</vt:lpstr>
      <vt:lpstr>나눔고딕</vt:lpstr>
      <vt:lpstr>나눔고딕</vt:lpstr>
      <vt:lpstr>나눔고딕OTF</vt:lpstr>
      <vt:lpstr>Malgun Gothic</vt:lpstr>
      <vt:lpstr>Malgun Gothic</vt:lpstr>
      <vt:lpstr>Arial</vt:lpstr>
      <vt:lpstr>Segoe UI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프로퍼티 관리자 정보 수정</vt:lpstr>
      <vt:lpstr>호텔 관리자 정보 수정</vt:lpstr>
      <vt:lpstr>블루웨이브/슈퍼어드민 관리자 정보 수정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11437</cp:revision>
  <cp:lastPrinted>2021-10-07T06:19:02Z</cp:lastPrinted>
  <dcterms:created xsi:type="dcterms:W3CDTF">2008-07-01T10:06:20Z</dcterms:created>
  <dcterms:modified xsi:type="dcterms:W3CDTF">2025-02-20T07:57:43Z</dcterms:modified>
</cp:coreProperties>
</file>