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0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1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4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7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8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9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0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31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32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42"/>
  </p:notesMasterIdLst>
  <p:handoutMasterIdLst>
    <p:handoutMasterId r:id="rId43"/>
  </p:handoutMasterIdLst>
  <p:sldIdLst>
    <p:sldId id="593" r:id="rId2"/>
    <p:sldId id="594" r:id="rId3"/>
    <p:sldId id="1281" r:id="rId4"/>
    <p:sldId id="1320" r:id="rId5"/>
    <p:sldId id="1368" r:id="rId6"/>
    <p:sldId id="1369" r:id="rId7"/>
    <p:sldId id="1366" r:id="rId8"/>
    <p:sldId id="1367" r:id="rId9"/>
    <p:sldId id="1307" r:id="rId10"/>
    <p:sldId id="1309" r:id="rId11"/>
    <p:sldId id="1308" r:id="rId12"/>
    <p:sldId id="1370" r:id="rId13"/>
    <p:sldId id="1310" r:id="rId14"/>
    <p:sldId id="1312" r:id="rId15"/>
    <p:sldId id="1313" r:id="rId16"/>
    <p:sldId id="1314" r:id="rId17"/>
    <p:sldId id="1283" r:id="rId18"/>
    <p:sldId id="1284" r:id="rId19"/>
    <p:sldId id="1315" r:id="rId20"/>
    <p:sldId id="1316" r:id="rId21"/>
    <p:sldId id="1325" r:id="rId22"/>
    <p:sldId id="1326" r:id="rId23"/>
    <p:sldId id="1327" r:id="rId24"/>
    <p:sldId id="1328" r:id="rId25"/>
    <p:sldId id="1317" r:id="rId26"/>
    <p:sldId id="1337" r:id="rId27"/>
    <p:sldId id="1319" r:id="rId28"/>
    <p:sldId id="1332" r:id="rId29"/>
    <p:sldId id="1333" r:id="rId30"/>
    <p:sldId id="1334" r:id="rId31"/>
    <p:sldId id="1335" r:id="rId32"/>
    <p:sldId id="1336" r:id="rId33"/>
    <p:sldId id="1346" r:id="rId34"/>
    <p:sldId id="1347" r:id="rId35"/>
    <p:sldId id="1330" r:id="rId36"/>
    <p:sldId id="1348" r:id="rId37"/>
    <p:sldId id="1349" r:id="rId38"/>
    <p:sldId id="1351" r:id="rId39"/>
    <p:sldId id="1353" r:id="rId40"/>
    <p:sldId id="1359" r:id="rId41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객실 그룹 관리" id="{6FEED677-355B-EA42-BB9B-49E68D9AD91E}">
          <p14:sldIdLst>
            <p14:sldId id="1281"/>
            <p14:sldId id="1320"/>
            <p14:sldId id="1368"/>
            <p14:sldId id="1369"/>
          </p14:sldIdLst>
        </p14:section>
        <p14:section name="객실 타입 관리" id="{1906ABCF-3BA9-A746-AB53-5990BC5136F4}">
          <p14:sldIdLst>
            <p14:sldId id="1366"/>
            <p14:sldId id="1367"/>
            <p14:sldId id="1307"/>
            <p14:sldId id="1309"/>
            <p14:sldId id="1308"/>
            <p14:sldId id="1370"/>
            <p14:sldId id="1310"/>
            <p14:sldId id="1312"/>
            <p14:sldId id="1313"/>
            <p14:sldId id="1314"/>
          </p14:sldIdLst>
        </p14:section>
        <p14:section name="서비스 옵션 관리" id="{AC39AD00-3602-984D-8A2D-C15E131B8DA9}">
          <p14:sldIdLst>
            <p14:sldId id="1283"/>
            <p14:sldId id="1284"/>
            <p14:sldId id="1315"/>
            <p14:sldId id="1316"/>
            <p14:sldId id="1325"/>
            <p14:sldId id="1326"/>
            <p14:sldId id="1327"/>
            <p14:sldId id="1328"/>
          </p14:sldIdLst>
        </p14:section>
        <p14:section name="레이트 관리" id="{5F755870-0684-BF4A-A9CF-30E6FAD42762}">
          <p14:sldIdLst>
            <p14:sldId id="1317"/>
            <p14:sldId id="1337"/>
            <p14:sldId id="1319"/>
            <p14:sldId id="1332"/>
            <p14:sldId id="1333"/>
            <p14:sldId id="1334"/>
            <p14:sldId id="1335"/>
            <p14:sldId id="1336"/>
            <p14:sldId id="1346"/>
            <p14:sldId id="1347"/>
            <p14:sldId id="1330"/>
          </p14:sldIdLst>
        </p14:section>
        <p14:section name="프로모션 관리" id="{A21749E7-8B78-6F4A-B1B7-DB00CD108824}">
          <p14:sldIdLst>
            <p14:sldId id="1348"/>
            <p14:sldId id="1349"/>
            <p14:sldId id="1351"/>
            <p14:sldId id="1353"/>
            <p14:sldId id="13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0E0"/>
    <a:srgbClr val="F1FF47"/>
    <a:srgbClr val="F3EC1B"/>
    <a:srgbClr val="0432FF"/>
    <a:srgbClr val="1588EC"/>
    <a:srgbClr val="E4E4E4"/>
    <a:srgbClr val="0971CE"/>
    <a:srgbClr val="BEDDFA"/>
    <a:srgbClr val="21AB7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45" autoAdjust="0"/>
    <p:restoredTop sz="96966" autoAdjust="0"/>
  </p:normalViewPr>
  <p:slideViewPr>
    <p:cSldViewPr>
      <p:cViewPr>
        <p:scale>
          <a:sx n="122" d="100"/>
          <a:sy n="122" d="100"/>
        </p:scale>
        <p:origin x="760" y="46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59" d="100"/>
          <a:sy n="159" d="100"/>
        </p:scale>
        <p:origin x="5288" y="192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2026. 3. 7.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2026. 3. 6.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653BA-71E6-2D47-16EA-A0056523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FA2273-37E0-7F1C-B610-4DD01CF02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16D20A-6E2B-A618-2AB9-AC17E8786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E0A8D-2823-B0A4-754D-BB1411D54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8369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2C3B-7404-F4BE-27B8-A0080E21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2011FC-9F64-65F7-4631-A1F7CFDF9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6E6B4E-19DF-9E87-68A8-D9C43E169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80E8C-CECB-04F7-BAA6-C32785AA1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4952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A4C7-EA25-2B42-34B1-BB9A64F6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68A4C7-F79C-69CC-CA19-9BB8207AD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36B141-1B82-7C93-4003-2423B7052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8D431-1C1C-8A68-6C6A-F0B8CC173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3306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C03F-2B9E-7044-D36E-4AF7804D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35369-EF3A-5C25-4A54-BC4B306CF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1C82C0-74CB-487B-17BD-E0AF04856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C6486-60B3-748C-D080-DC90F3488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840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B4DE0-10C1-FA72-9F17-FEBF83B61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F5BBA2-9214-1A14-BBA9-11B239CD5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B7DA84-5BCD-851D-C37E-F75A5F6A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2865AC-3473-3C9D-75CD-9AA062E92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2786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9B58-F486-F017-E6BF-301F4B8A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3EE22-5E94-38C9-477D-FAC3B2215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B7CFB0-304F-39CD-86DF-EFA080A5A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C7F87E-E946-B1EC-A5D9-DA75AAD99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9353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8E6E-26BC-1D53-EE4C-90010F11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1A7ABB-EE4A-0F92-9E82-98E4CD68C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A310DA-A59E-E65A-59A3-82D402510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F8C07D-67C4-4FCB-740D-8ED0128F9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1723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6FDA6-4AE6-BF47-A02D-8803A11C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7EA75A-10C5-CAD5-A886-7ED815E5E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22203B-3E16-E029-DA84-4622A1FE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C050D-894F-9CBB-BD64-5BCDFEBE1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4848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30ACF-94F6-093E-5B8F-0FC0B2F5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6A49E6-88CB-74BA-2F30-2F7D341EB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3C9232-C014-BE24-ED28-A30C3548D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253FBF-A8C8-0FDE-0093-C18712AB1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2277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0FC7-DABE-82D3-FE54-CD143598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45330-183D-E50F-E56B-27EF40895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BCC2EA-B2F7-F801-D850-E8E9F53A4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F7169-00A0-A1C8-F680-5135AA556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0668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9A14D-294C-F662-F385-1F60818F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4B33AA-6B4C-6806-7354-D6DCDB0DB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FEBC7D-C36B-6A57-2EEA-210368903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C1B7C0-C714-4E3B-034D-479D4EDCD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8188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9C1D-AFB1-66AA-B375-EC33DD3D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E867BE-CB12-701B-C479-FF615E1F7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7C5580-6A18-D7F9-3876-B1B871811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E01E50-4779-91FB-096A-D1F2756E2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5896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FBC0F-B283-BC54-B102-4B7185A0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5BFBFD-9BD2-027B-B87C-B33E741C3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F2C0F8-6F9D-33C8-D061-DC5FD4F03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75E95-E300-221F-0994-BBFA30E41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5903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1479-E2E8-DA77-60FF-802DE45F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47F93F-71B2-D6A2-C585-E4F825D6F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17826F-E37B-6EF6-8B7E-9A107251B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63CE67-8675-2762-5930-EF7740822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222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21DF-AD0A-5A00-97D0-B89D14C6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84E680-2437-C0AB-F286-3B9049714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27FDD-7459-B3A6-EF9E-30B908A9F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1B8E6F-982F-F7AB-31FA-00AC81E1B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409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C18A4-2B76-78A3-8D0B-A5B723B1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D159E4-4EAC-4DB1-819D-84E562F9A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2CF027-E138-E2C4-A458-9EAE4AFBF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93DFA-9132-A0AA-63A6-5509CB991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2789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3587-E6E5-9ED2-88EB-AEEF570E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6622CC-6225-5724-8485-4B5F92AFD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FC6C9E-6D42-0C98-75BC-6347A64D3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D5384-9749-CBF8-F314-E960A579D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71795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7E58-CC6C-67F5-D0EC-317F141C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EF98DB-DB67-BEA7-BA6E-163A0D85C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A2C2FA-11A3-8BEE-B5C3-F367C3BEC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50D4CB-C82E-EFA8-2A44-B384E60DF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937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89EDA-E6DA-DD26-5A94-B6407431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339CE6-0055-458F-5868-ABD3552E4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29DB09-86E4-8CDA-C784-E00A5CC16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8D3DE-3AB6-81EE-CB6C-FD337ED1B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1087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F3975-6B15-3912-DCD4-37313FAE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4C6E9-D495-D73D-889A-5D359BE9D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F0D17D-67AC-53DC-EE9F-D3C6B5D8A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AA9E84-7F8C-61B5-1132-09D209A1F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8167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636F2-7FF1-4EBA-8503-8D73AD2F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DC3C64-1440-56C6-B3EC-9E5A7C341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5891FE-2F73-BBC1-CCA9-7A002A966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37083A-33E9-C2EB-9FF5-55EA685C2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5718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A8FE-F771-352E-C421-55C5F621C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BF8097-88F4-E40E-C227-C0ADE3AEE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CAB6F5-355A-B840-5979-296C07323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9EC930-ACD8-F7A3-E0F4-B27FB33CA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44005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43816-53CC-94E2-FEF4-565E04D5E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10129-918E-6DF3-D900-147758160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235D13-B072-6071-FA98-8390F86F2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F3BE8C-8EEF-0ACB-B5A0-81C58AA72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48931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80D2-DB84-C836-0E9E-4805315D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716AD2-B52B-D05E-F8C9-5936530C7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31DFD4-24A3-2C7C-D933-AE8AC8899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적용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C8921D-4628-9DA2-F6E3-517B6CCB0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5797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77DB-A528-A839-DD33-3B5C3DD2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635665-266D-5FCE-C2F0-9C51529DD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C4617-576B-EDB3-BCC6-E5D3529AF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용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A23296-B43A-99FF-03D7-E1C05CA76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07595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2116-1D85-4DD0-170E-2B6ADCD2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516D60-2954-C476-7A94-3EB93EB73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4C5C22-E1A9-B3D4-B2FC-EC788D0D3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C0133B-ED41-1D09-C81C-49C73C876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0378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3BB2A-E858-B408-105F-D1E89BD0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D5FFDD-D446-D2D8-9D8D-1BCACC318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104912-D4FF-0959-AA67-A598C3AAB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62DDC-0E79-7778-2AFC-E592C78D6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14417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F9AD-5330-8A59-5CA5-8C562210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AB8258-5C14-BADA-FAF4-0A0B71C4A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58F22-722F-DA5C-09F2-6B317E8BB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FEB05-130B-831A-B310-622232725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7353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748B-05C1-B054-0587-12B62BDEA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CE0E95-20EA-9E91-CADD-1B19DEBE9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BCE0CE-AD5C-2043-72A4-745480784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FEC266-6F3D-2BB9-A77A-E419C19CC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800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C54F-C100-B44A-5D25-70A16A80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20248D-7618-7171-F3D2-499CA8CA9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058A84-83F0-50E0-14BB-4C26A2CBD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77D27-523D-6C11-F265-701864A54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5596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C253-4B61-FA99-ECAD-0A44C123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AF99F1-8A4B-0164-B2C2-970CF3F67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99D250-6191-C668-04EB-67C8605C9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256952-9262-9FFC-65D1-047473DAE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92759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A70D1-2327-90CE-F6E7-C084A6770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D90946-4EEA-BB45-B767-4BB66EB30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CC9EF4-40FE-C9DF-C150-C4C2320F0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495F23-4C71-FAB5-427E-C22DE8645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447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notesSlide" Target="../notesSlides/notesSlide12.xml"/><Relationship Id="rId4" Type="http://schemas.openxmlformats.org/officeDocument/2006/relationships/tags" Target="../tags/tag21.xml"/><Relationship Id="rId9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3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10" Type="http://schemas.openxmlformats.org/officeDocument/2006/relationships/notesSlide" Target="../notesSlides/notesSlide22.xml"/><Relationship Id="rId4" Type="http://schemas.openxmlformats.org/officeDocument/2006/relationships/tags" Target="../tags/tag41.xml"/><Relationship Id="rId9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10" Type="http://schemas.openxmlformats.org/officeDocument/2006/relationships/notesSlide" Target="../notesSlides/notesSlide25.xml"/><Relationship Id="rId4" Type="http://schemas.openxmlformats.org/officeDocument/2006/relationships/tags" Target="../tags/tag53.xml"/><Relationship Id="rId9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notesSlide" Target="../notesSlides/notesSlide27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6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notesSlide" Target="../notesSlides/notesSlide2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8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8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90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notesSlide" Target="../notesSlides/notesSlide33.xml"/><Relationship Id="rId5" Type="http://schemas.openxmlformats.org/officeDocument/2006/relationships/tags" Target="../tags/tag95.xml"/><Relationship Id="rId10" Type="http://schemas.openxmlformats.org/officeDocument/2006/relationships/slideLayout" Target="../slideLayouts/slideLayout25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객실관리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477180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내용 전체 수정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2025-02-17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객실 그룹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F857E-035B-6157-B3E2-860791707F4B}"/>
              </a:ext>
            </a:extLst>
          </p:cNvPr>
          <p:cNvSpPr txBox="1"/>
          <p:nvPr/>
        </p:nvSpPr>
        <p:spPr>
          <a:xfrm>
            <a:off x="2554805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8E7C-4C4A-662F-8F21-093D0EA1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2225295-7640-FED1-9333-C46677CE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r>
              <a:rPr lang="ko-KR" altLang="en-US" dirty="0"/>
              <a:t>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F554D09-8653-7916-BFC4-0F379896D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C581A3D-2411-2287-F5DD-60054CD61E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9F848047-232A-17D6-1964-9D3A893EEB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1615C6-7550-9EF5-3C8D-79DC50477EDC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7254D3-0292-C1DA-5D18-884E9C116B2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178CD8-E0EB-EC12-6BB0-3EC5536DD221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AC50391-677C-70F7-4264-83484CE01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05250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9CB8C51-E126-6932-A111-12E03E50A18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10DEB6F-40C9-E36B-D0C5-893C9A35F84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B0FC1DBE-892A-9D45-361D-7B0E294D8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27464"/>
              </p:ext>
            </p:extLst>
          </p:nvPr>
        </p:nvGraphicFramePr>
        <p:xfrm>
          <a:off x="1448266" y="943977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33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48158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412645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97BF22B-D331-5EBB-57A4-E7975B551D9F}"/>
              </a:ext>
            </a:extLst>
          </p:cNvPr>
          <p:cNvSpPr>
            <a:spLocks/>
          </p:cNvSpPr>
          <p:nvPr/>
        </p:nvSpPr>
        <p:spPr bwMode="auto">
          <a:xfrm>
            <a:off x="2540588" y="1233924"/>
            <a:ext cx="290733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클래스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9FC8E1B6-A56E-DDBF-F5A6-1A78A44D5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620282"/>
              </p:ext>
            </p:extLst>
          </p:nvPr>
        </p:nvGraphicFramePr>
        <p:xfrm>
          <a:off x="1447440" y="2044135"/>
          <a:ext cx="781444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747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338322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850299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909523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출력 컬럼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컬럼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A46510-D537-DDAE-E46F-C9851F68C2B4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EF7E0A6-334C-88DA-9727-864EFD66B7E8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3F7310A-D246-3B24-D7AC-BAFA9DAD5192}"/>
              </a:ext>
            </a:extLst>
          </p:cNvPr>
          <p:cNvSpPr/>
          <p:nvPr/>
        </p:nvSpPr>
        <p:spPr>
          <a:xfrm>
            <a:off x="8778395" y="1776829"/>
            <a:ext cx="48348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클래스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B5A45B52-23C5-6EFF-34A1-55ACCA45D35A}"/>
              </a:ext>
            </a:extLst>
          </p:cNvPr>
          <p:cNvSpPr txBox="1"/>
          <p:nvPr/>
        </p:nvSpPr>
        <p:spPr>
          <a:xfrm>
            <a:off x="4702956" y="4718221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B5D5682-35EA-8734-841E-88A1889F9346}"/>
              </a:ext>
            </a:extLst>
          </p:cNvPr>
          <p:cNvGrpSpPr/>
          <p:nvPr/>
        </p:nvGrpSpPr>
        <p:grpSpPr>
          <a:xfrm>
            <a:off x="1446413" y="1784202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32A05C9-4CC3-F432-1C4C-0DD9AA7ACAEE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F4A0B97-67E3-F66A-7D3E-D9BC263ECCA8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AE38C4F-3E40-5526-7DE5-6BFA7F1F6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69A89C3F-7A6C-364D-3084-9B94208C17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55F32457-3FC6-248E-D804-6B7517080790}"/>
              </a:ext>
            </a:extLst>
          </p:cNvPr>
          <p:cNvSpPr/>
          <p:nvPr/>
        </p:nvSpPr>
        <p:spPr>
          <a:xfrm rot="16200000" flipH="1" flipV="1">
            <a:off x="8641456" y="165977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FD78F7D6-90FA-23C2-208B-43214FF4487F}"/>
              </a:ext>
            </a:extLst>
          </p:cNvPr>
          <p:cNvGrpSpPr>
            <a:grpSpLocks noChangeAspect="1"/>
          </p:cNvGrpSpPr>
          <p:nvPr/>
        </p:nvGrpSpPr>
        <p:grpSpPr>
          <a:xfrm>
            <a:off x="3258361" y="2298525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FF17B729-0D81-3D8E-A1B8-FA744C72BBB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FA180C5C-56B4-9839-F8C6-1321A4DB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44223A27-46C6-E553-C669-85124249DDA2}"/>
              </a:ext>
            </a:extLst>
          </p:cNvPr>
          <p:cNvSpPr/>
          <p:nvPr/>
        </p:nvSpPr>
        <p:spPr>
          <a:xfrm rot="16200000" flipH="1" flipV="1">
            <a:off x="2510550" y="215825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581B25D5-E3CB-0454-F236-8AF00820FB7D}"/>
              </a:ext>
            </a:extLst>
          </p:cNvPr>
          <p:cNvSpPr>
            <a:spLocks/>
          </p:cNvSpPr>
          <p:nvPr/>
        </p:nvSpPr>
        <p:spPr bwMode="auto">
          <a:xfrm>
            <a:off x="6888088" y="1233924"/>
            <a:ext cx="223224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클래스 코드를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5BA74E-8F33-0D88-4D8F-C39646B25A26}"/>
              </a:ext>
            </a:extLst>
          </p:cNvPr>
          <p:cNvSpPr/>
          <p:nvPr/>
        </p:nvSpPr>
        <p:spPr bwMode="auto">
          <a:xfrm>
            <a:off x="-106106" y="1158830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50F7DE-95EA-C05D-436C-F0A8B0AF051B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93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1AF2-B6DA-C85E-5CBC-314D3852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7DAE2CF-5CD8-CF5B-BDB7-F20366E7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98F3FC1-05D1-B549-CB5C-A94805E95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39CFEBC-C750-BD98-8AF8-956C3B3707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5F8D3F6-D721-E9C0-76FE-4AC23A56A9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7284F2-0BB0-BBBC-D7FC-C19981E55AC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15ADB7-0128-B93A-11B4-6AE1EC8101E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E879BC-2F82-3E5E-4DEA-B2F3B66C9EAB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67C498E-C939-601C-078C-EC5AB3645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03715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화면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6BFAE9F-F7B3-9555-9FB5-C1010A700E72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A1FDE1A-B3F1-6125-4395-7D8ADDB2BA1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09770FC-0AFD-9F37-B1AC-D766029C6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537150"/>
              </p:ext>
            </p:extLst>
          </p:nvPr>
        </p:nvGraphicFramePr>
        <p:xfrm>
          <a:off x="1513108" y="1052736"/>
          <a:ext cx="7746199" cy="1825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4768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0251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클래스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8039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클래스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6232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설명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7226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D40C615-CF0D-C205-22C2-96AD59E534BE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BE568AEF-CF25-3517-7978-71A365A3EB42}"/>
              </a:ext>
            </a:extLst>
          </p:cNvPr>
          <p:cNvSpPr>
            <a:spLocks/>
          </p:cNvSpPr>
          <p:nvPr/>
        </p:nvSpPr>
        <p:spPr bwMode="auto">
          <a:xfrm>
            <a:off x="2780110" y="1691233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클래스를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3D514B-D44D-31BB-C915-ED5AE7925E6A}"/>
              </a:ext>
            </a:extLst>
          </p:cNvPr>
          <p:cNvSpPr/>
          <p:nvPr/>
        </p:nvSpPr>
        <p:spPr>
          <a:xfrm>
            <a:off x="5702120" y="1691233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89D8C57-0B63-4509-8F3B-61F7BBB96C92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E9586B5-8CE1-EC00-3879-BCDC6FF1510D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7F0EEF2-602C-9022-87A6-A4F5F775F7D3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5D45C92C-F984-5E6E-F38D-231B39AFA57E}"/>
              </a:ext>
            </a:extLst>
          </p:cNvPr>
          <p:cNvSpPr/>
          <p:nvPr/>
        </p:nvSpPr>
        <p:spPr>
          <a:xfrm rot="16200000" flipH="1" flipV="1">
            <a:off x="5476890" y="62810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0B5E3D-E5B1-5351-6338-C26E50703FE9}"/>
              </a:ext>
            </a:extLst>
          </p:cNvPr>
          <p:cNvSpPr/>
          <p:nvPr/>
        </p:nvSpPr>
        <p:spPr bwMode="auto">
          <a:xfrm>
            <a:off x="-106106" y="1158830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26052A-F85D-AB00-DCF6-B47C327E59D2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C0FC6A0C-125C-4751-0C7D-492EAF64C448}"/>
              </a:ext>
            </a:extLst>
          </p:cNvPr>
          <p:cNvSpPr>
            <a:spLocks/>
          </p:cNvSpPr>
          <p:nvPr/>
        </p:nvSpPr>
        <p:spPr bwMode="auto">
          <a:xfrm>
            <a:off x="2780110" y="1393749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클래스명을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43" name="Teardrop 1">
            <a:extLst>
              <a:ext uri="{FF2B5EF4-FFF2-40B4-BE49-F238E27FC236}">
                <a16:creationId xmlns:a16="http://schemas.microsoft.com/office/drawing/2014/main" id="{02A8548C-1D7E-BE36-055B-4890D9E07D82}"/>
              </a:ext>
            </a:extLst>
          </p:cNvPr>
          <p:cNvSpPr/>
          <p:nvPr/>
        </p:nvSpPr>
        <p:spPr>
          <a:xfrm rot="16200000" flipH="1" flipV="1">
            <a:off x="5614690" y="158292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4AC28B6-1E2A-1FD8-9EA3-185AC2FBD52D}"/>
              </a:ext>
            </a:extLst>
          </p:cNvPr>
          <p:cNvGrpSpPr/>
          <p:nvPr/>
        </p:nvGrpSpPr>
        <p:grpSpPr>
          <a:xfrm>
            <a:off x="2780110" y="1997266"/>
            <a:ext cx="3459092" cy="498277"/>
            <a:chOff x="2780110" y="1718274"/>
            <a:chExt cx="3459092" cy="498277"/>
          </a:xfrm>
        </p:grpSpPr>
        <p:sp>
          <p:nvSpPr>
            <p:cNvPr id="42" name="Text Box">
              <a:extLst>
                <a:ext uri="{FF2B5EF4-FFF2-40B4-BE49-F238E27FC236}">
                  <a16:creationId xmlns:a16="http://schemas.microsoft.com/office/drawing/2014/main" id="{F4EBB7F3-58C1-235B-3FCF-D6364F7F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110" y="1718274"/>
              <a:ext cx="3459092" cy="49827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객실 설명을 입력하세요</a:t>
              </a:r>
              <a:r>
                <a:rPr kumimoji="0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0FD1A8A-5495-FBDD-760D-F85C2A529BAB}"/>
                </a:ext>
              </a:extLst>
            </p:cNvPr>
            <p:cNvGrpSpPr/>
            <p:nvPr/>
          </p:nvGrpSpPr>
          <p:grpSpPr>
            <a:xfrm>
              <a:off x="6119591" y="1746751"/>
              <a:ext cx="74922" cy="410030"/>
              <a:chOff x="6143306" y="1746751"/>
              <a:chExt cx="74922" cy="410030"/>
            </a:xfrm>
          </p:grpSpPr>
          <p:sp>
            <p:nvSpPr>
              <p:cNvPr id="2" name="모서리가 둥근 직사각형 1">
                <a:extLst>
                  <a:ext uri="{FF2B5EF4-FFF2-40B4-BE49-F238E27FC236}">
                    <a16:creationId xmlns:a16="http://schemas.microsoft.com/office/drawing/2014/main" id="{2E2414BA-BA48-8876-E150-3F561BFC5986}"/>
                  </a:ext>
                </a:extLst>
              </p:cNvPr>
              <p:cNvSpPr/>
              <p:nvPr/>
            </p:nvSpPr>
            <p:spPr>
              <a:xfrm>
                <a:off x="6143306" y="1746751"/>
                <a:ext cx="74922" cy="410030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" name="모서리가 둥근 직사각형 2">
                <a:extLst>
                  <a:ext uri="{FF2B5EF4-FFF2-40B4-BE49-F238E27FC236}">
                    <a16:creationId xmlns:a16="http://schemas.microsoft.com/office/drawing/2014/main" id="{C3FAC01B-8417-0348-A810-63F2D67F5746}"/>
                  </a:ext>
                </a:extLst>
              </p:cNvPr>
              <p:cNvSpPr/>
              <p:nvPr/>
            </p:nvSpPr>
            <p:spPr>
              <a:xfrm>
                <a:off x="6155181" y="1856125"/>
                <a:ext cx="51173" cy="1912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846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F0D6-FEFB-FE3F-C7D9-49BCD0E4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E34C3B9-670B-0347-808C-C830AA07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1C308C3-2074-F48E-FE86-79B66C33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AAFE9DD-7244-0562-B371-26783F7003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22707CC-1280-82FA-8B7E-5B9E08CD78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64A98C-6F16-B453-D060-0C55D5ACD2D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90F00E-7534-70C8-F77A-BEA395A259B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B9D069-D68A-84B4-B009-7B397A34B69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E943C83-AD66-85C8-6531-8E50AF497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07225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화면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7AB2631-86A7-45EB-A9FF-FCF9BC8387E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그룹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36211B5-02DD-2EAE-D9B8-0B412DBADEB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3279AF7-3AE4-B39F-1B38-20469B67D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219815"/>
              </p:ext>
            </p:extLst>
          </p:nvPr>
        </p:nvGraphicFramePr>
        <p:xfrm>
          <a:off x="1513108" y="1052736"/>
          <a:ext cx="7746199" cy="1825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4768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707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클래스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객실 클래스가 출력되는 영역입니다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8039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클래스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객실 클래스가 출력되는 영역입니다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6232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설명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40862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AE58DF8-AA64-8D9E-48FC-D1F1F286E805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534641A-04AB-A77B-EF92-6709AC76EA36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7F4DEB7-376D-35E9-F9CC-025EAF74FFBA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5AC67EF-9F0E-377D-4DF1-FA7FC3CF0B8F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12678229-1294-03A5-542D-A0B11D719901}"/>
              </a:ext>
            </a:extLst>
          </p:cNvPr>
          <p:cNvSpPr/>
          <p:nvPr/>
        </p:nvSpPr>
        <p:spPr>
          <a:xfrm rot="16200000" flipH="1" flipV="1">
            <a:off x="5476890" y="62810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A01390-F243-51CC-DF27-356A52473F06}"/>
              </a:ext>
            </a:extLst>
          </p:cNvPr>
          <p:cNvSpPr/>
          <p:nvPr/>
        </p:nvSpPr>
        <p:spPr bwMode="auto">
          <a:xfrm>
            <a:off x="-106106" y="1158830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61CC30-B3E6-4BD1-0BBC-39B3DEABD7BA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1BF69A4-8851-9722-A8B7-1F0356A15787}"/>
              </a:ext>
            </a:extLst>
          </p:cNvPr>
          <p:cNvGrpSpPr/>
          <p:nvPr/>
        </p:nvGrpSpPr>
        <p:grpSpPr>
          <a:xfrm>
            <a:off x="2780110" y="2022569"/>
            <a:ext cx="3459092" cy="498277"/>
            <a:chOff x="2780110" y="1718274"/>
            <a:chExt cx="3459092" cy="498277"/>
          </a:xfrm>
        </p:grpSpPr>
        <p:sp>
          <p:nvSpPr>
            <p:cNvPr id="5" name="Text Box">
              <a:extLst>
                <a:ext uri="{FF2B5EF4-FFF2-40B4-BE49-F238E27FC236}">
                  <a16:creationId xmlns:a16="http://schemas.microsoft.com/office/drawing/2014/main" id="{D871E569-ECD7-B5AE-35D0-81D03DC52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110" y="1718274"/>
              <a:ext cx="3459092" cy="49827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객실 설명이 출력되는 텍스트 에어리어 입니다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30CE44F-1E33-B3F5-5CAE-65BCF9CD95E0}"/>
                </a:ext>
              </a:extLst>
            </p:cNvPr>
            <p:cNvGrpSpPr/>
            <p:nvPr/>
          </p:nvGrpSpPr>
          <p:grpSpPr>
            <a:xfrm>
              <a:off x="6119591" y="1746751"/>
              <a:ext cx="74922" cy="410030"/>
              <a:chOff x="6143306" y="1746751"/>
              <a:chExt cx="74922" cy="410030"/>
            </a:xfrm>
          </p:grpSpPr>
          <p:sp>
            <p:nvSpPr>
              <p:cNvPr id="8" name="모서리가 둥근 직사각형 7">
                <a:extLst>
                  <a:ext uri="{FF2B5EF4-FFF2-40B4-BE49-F238E27FC236}">
                    <a16:creationId xmlns:a16="http://schemas.microsoft.com/office/drawing/2014/main" id="{3F9297FF-DE71-0A7F-7922-3757E58F8C4B}"/>
                  </a:ext>
                </a:extLst>
              </p:cNvPr>
              <p:cNvSpPr/>
              <p:nvPr/>
            </p:nvSpPr>
            <p:spPr>
              <a:xfrm>
                <a:off x="6143306" y="1746751"/>
                <a:ext cx="74922" cy="410030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2" name="모서리가 둥근 직사각형 11">
                <a:extLst>
                  <a:ext uri="{FF2B5EF4-FFF2-40B4-BE49-F238E27FC236}">
                    <a16:creationId xmlns:a16="http://schemas.microsoft.com/office/drawing/2014/main" id="{38045412-18E2-309B-CE29-B3EC9BCAFA5B}"/>
                  </a:ext>
                </a:extLst>
              </p:cNvPr>
              <p:cNvSpPr/>
              <p:nvPr/>
            </p:nvSpPr>
            <p:spPr>
              <a:xfrm>
                <a:off x="6155181" y="1856125"/>
                <a:ext cx="51173" cy="1912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748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FC1C-676A-1B42-0567-1481A962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621F268-0CE1-C97D-7ED5-A34D8CFB1147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B9BE2-A913-568D-4C4C-0BE84DD82F1C}"/>
              </a:ext>
            </a:extLst>
          </p:cNvPr>
          <p:cNvSpPr txBox="1"/>
          <p:nvPr/>
        </p:nvSpPr>
        <p:spPr>
          <a:xfrm>
            <a:off x="2554805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180538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613BF-4706-FF77-57E6-379CB73C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4A94AA0-F93C-2138-2EFE-93306D3E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r>
              <a:rPr lang="ko-KR" altLang="en-US" dirty="0"/>
              <a:t>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81286F8-6E1F-B45F-D7C9-AC04688CA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5B12A4B-69D0-5293-B01D-0A64DE6494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9FF5FFA-77A9-55C9-36D6-D8E95E28B0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33C861-919B-AB94-6EFA-510645D1534D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C677E5-EC3C-2666-E91F-50AA22453F3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C0958A-A5DD-5C8B-EC6B-FA5BCA581FD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C4D56D8-FB15-2790-2BFF-642413A661B2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호수 카운트 하여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SUM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된 값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A9B91EC-5349-8AED-E2BC-7485D23511EA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9404F926-AF3B-ED4B-3B2E-285E6368396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61D4C7E5-F365-0D70-E41C-776BAEFEE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019845"/>
              </p:ext>
            </p:extLst>
          </p:nvPr>
        </p:nvGraphicFramePr>
        <p:xfrm>
          <a:off x="1448266" y="908719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334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299685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타입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412645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A5F567C7-0864-150F-FC87-BE61826CB487}"/>
              </a:ext>
            </a:extLst>
          </p:cNvPr>
          <p:cNvSpPr>
            <a:spLocks/>
          </p:cNvSpPr>
          <p:nvPr/>
        </p:nvSpPr>
        <p:spPr bwMode="auto">
          <a:xfrm>
            <a:off x="2540588" y="1184613"/>
            <a:ext cx="298384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타입을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9E7AFE1-4569-EEA9-AB1D-0375898D8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418586"/>
              </p:ext>
            </p:extLst>
          </p:nvPr>
        </p:nvGraphicFramePr>
        <p:xfrm>
          <a:off x="1447440" y="2006961"/>
          <a:ext cx="781444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3467585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1953957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293672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ABC12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Standard View King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Garden View King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Deluxe Poolside View King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Kids Deluxe Garden View Family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Kids Deluxe Poolside View Family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Studio Suite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Premier Suite Garden View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Premier Suite Poolside View King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Kids Premier Suite Garden View Family Twin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관리자가 수기 입력한 코드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출력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객실명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4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F8FCB990-C3E9-C4DF-5FB5-91F423BFF035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913181-319F-21BC-CDF5-8C23444258FE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1DD7A64-C4BD-2686-F0A0-A1C9720E6167}"/>
              </a:ext>
            </a:extLst>
          </p:cNvPr>
          <p:cNvSpPr/>
          <p:nvPr/>
        </p:nvSpPr>
        <p:spPr>
          <a:xfrm>
            <a:off x="8616281" y="1739655"/>
            <a:ext cx="6456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 타입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C9EE54AD-0704-91FF-7B3C-7C5E2C0CD02C}"/>
              </a:ext>
            </a:extLst>
          </p:cNvPr>
          <p:cNvSpPr txBox="1"/>
          <p:nvPr/>
        </p:nvSpPr>
        <p:spPr>
          <a:xfrm>
            <a:off x="4702956" y="4681047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A4F3C2D-532E-1382-1199-FDC984BAE819}"/>
              </a:ext>
            </a:extLst>
          </p:cNvPr>
          <p:cNvGrpSpPr/>
          <p:nvPr/>
        </p:nvGrpSpPr>
        <p:grpSpPr>
          <a:xfrm>
            <a:off x="1446413" y="1747028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FBC3682-1577-BCC2-3335-8078121A3741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2192F95-C7BA-8EE9-DA60-AD5205E2ADD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FD6FFC97-07B8-EDC1-2F5D-1386B94DF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C032CE2F-F2EC-28D5-5482-3C966928A1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C1732C59-7CDB-5BFA-491B-4C404B8DE39D}"/>
              </a:ext>
            </a:extLst>
          </p:cNvPr>
          <p:cNvSpPr/>
          <p:nvPr/>
        </p:nvSpPr>
        <p:spPr>
          <a:xfrm rot="16200000" flipH="1" flipV="1">
            <a:off x="8525099" y="16445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5B477E9E-940A-B088-F839-3000E994CAB7}"/>
              </a:ext>
            </a:extLst>
          </p:cNvPr>
          <p:cNvGrpSpPr>
            <a:grpSpLocks noChangeAspect="1"/>
          </p:cNvGrpSpPr>
          <p:nvPr/>
        </p:nvGrpSpPr>
        <p:grpSpPr>
          <a:xfrm>
            <a:off x="2524906" y="2261351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D5E3A3C0-E2DA-AC43-F80A-5AD2B1097AD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EBCA4008-0F8D-7285-968B-F2B139B198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7FA0D2A4-847D-D38B-2A1B-8C4B6188CCB7}"/>
              </a:ext>
            </a:extLst>
          </p:cNvPr>
          <p:cNvSpPr/>
          <p:nvPr/>
        </p:nvSpPr>
        <p:spPr>
          <a:xfrm rot="16200000" flipH="1" flipV="1">
            <a:off x="2216197" y="209503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E787B0-5DF6-19E6-7F30-EFB3BF35546E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2FA34E-6F24-40E1-EBC4-A921AACD9E2B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B810A979-D014-54A3-EA4A-547C4F4452F1}"/>
              </a:ext>
            </a:extLst>
          </p:cNvPr>
          <p:cNvSpPr/>
          <p:nvPr/>
        </p:nvSpPr>
        <p:spPr>
          <a:xfrm rot="16200000" flipH="1" flipV="1">
            <a:off x="6751992" y="194157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 Box">
            <a:extLst>
              <a:ext uri="{FF2B5EF4-FFF2-40B4-BE49-F238E27FC236}">
                <a16:creationId xmlns:a16="http://schemas.microsoft.com/office/drawing/2014/main" id="{9490910C-6029-915D-A7E4-F17258429E32}"/>
              </a:ext>
            </a:extLst>
          </p:cNvPr>
          <p:cNvSpPr>
            <a:spLocks/>
          </p:cNvSpPr>
          <p:nvPr/>
        </p:nvSpPr>
        <p:spPr bwMode="auto">
          <a:xfrm>
            <a:off x="2540590" y="1428453"/>
            <a:ext cx="298384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클래스 명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917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C11A6-1E69-2C81-8EC6-D0E20AE7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108F428-283F-BAD3-9109-8723ED27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AD28AF5-C2EC-D29D-A5D5-DD1B04077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B9A7F49-71AD-A348-B4F6-C5EB65771F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EBCA757-5313-1E86-FD13-C7AAA2CA9B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5B965F-D64E-342E-8C78-EBBFD871054C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3A07F3-078D-AFCB-22E3-521ACF87133D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BA564B-7B27-C1B1-9F2B-D960E1A221D1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B04E286-DAA4-7190-7FBE-4F6C61B7B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7876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객실 클래스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숫자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1~99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까지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자리 만 입력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객실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어메니티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배드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층 호수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뷰 설정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화면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EDDBAFA-F597-367A-F6FF-4E05EF30E52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74063A3-D378-1199-B833-AF07CD0E2A8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147AA6F-A0E2-0D4C-FA21-317862540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706402"/>
              </p:ext>
            </p:extLst>
          </p:nvPr>
        </p:nvGraphicFramePr>
        <p:xfrm>
          <a:off x="1513108" y="1052736"/>
          <a:ext cx="7746199" cy="2785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73125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68039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클래스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타입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코드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6828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설명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크기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m²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6009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특징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5951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9062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941327F-7655-08E8-25F9-D1518680A611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객실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52B43FB-9A05-BCBE-875E-96480E81D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800002"/>
              </p:ext>
            </p:extLst>
          </p:nvPr>
        </p:nvGraphicFramePr>
        <p:xfrm>
          <a:off x="1513108" y="4171589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659251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최대 수용 인원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명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어린이 최대 수용 인원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  명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767100E-EE8E-736D-D980-B485417B96F2}"/>
              </a:ext>
            </a:extLst>
          </p:cNvPr>
          <p:cNvSpPr txBox="1"/>
          <p:nvPr/>
        </p:nvSpPr>
        <p:spPr>
          <a:xfrm>
            <a:off x="1427884" y="3915306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객실 수용 인원정보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ECAC87E3-5FFB-AF30-C72A-B17654920892}"/>
              </a:ext>
            </a:extLst>
          </p:cNvPr>
          <p:cNvSpPr>
            <a:spLocks/>
          </p:cNvSpPr>
          <p:nvPr/>
        </p:nvSpPr>
        <p:spPr bwMode="auto">
          <a:xfrm>
            <a:off x="2780110" y="2698774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0448B57B-D0E8-C774-E843-6EE972786C9D}"/>
              </a:ext>
            </a:extLst>
          </p:cNvPr>
          <p:cNvSpPr>
            <a:spLocks/>
          </p:cNvSpPr>
          <p:nvPr/>
        </p:nvSpPr>
        <p:spPr bwMode="auto">
          <a:xfrm>
            <a:off x="2780110" y="4237187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 Box">
            <a:extLst>
              <a:ext uri="{FF2B5EF4-FFF2-40B4-BE49-F238E27FC236}">
                <a16:creationId xmlns:a16="http://schemas.microsoft.com/office/drawing/2014/main" id="{212931C3-8E22-DBDF-BA53-374B7A60C011}"/>
              </a:ext>
            </a:extLst>
          </p:cNvPr>
          <p:cNvSpPr>
            <a:spLocks/>
          </p:cNvSpPr>
          <p:nvPr/>
        </p:nvSpPr>
        <p:spPr bwMode="auto">
          <a:xfrm>
            <a:off x="6663496" y="4237187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B4CECE8-A495-62FF-EEFB-4C1BF2F2F082}"/>
              </a:ext>
            </a:extLst>
          </p:cNvPr>
          <p:cNvSpPr/>
          <p:nvPr/>
        </p:nvSpPr>
        <p:spPr>
          <a:xfrm>
            <a:off x="4959999" y="6473143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C7725F5-5A01-106C-0EAC-4D1631B84B7A}"/>
              </a:ext>
            </a:extLst>
          </p:cNvPr>
          <p:cNvSpPr/>
          <p:nvPr/>
        </p:nvSpPr>
        <p:spPr>
          <a:xfrm>
            <a:off x="5571306" y="6473143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4685FC6-E901-3FE2-D87A-02BAAA8940F0}"/>
              </a:ext>
            </a:extLst>
          </p:cNvPr>
          <p:cNvSpPr txBox="1"/>
          <p:nvPr/>
        </p:nvSpPr>
        <p:spPr>
          <a:xfrm>
            <a:off x="1427884" y="5151968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 err="1">
                <a:latin typeface="+mn-ea"/>
                <a:ea typeface="+mn-ea"/>
              </a:rPr>
              <a:t>배드</a:t>
            </a:r>
            <a:r>
              <a:rPr lang="ko-KR" altLang="en-US" sz="800" b="1" dirty="0">
                <a:latin typeface="+mn-ea"/>
                <a:ea typeface="+mn-ea"/>
              </a:rPr>
              <a:t>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73CAA975-BFEB-00C6-2E34-0E6C13E80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280988"/>
              </p:ext>
            </p:extLst>
          </p:nvPr>
        </p:nvGraphicFramePr>
        <p:xfrm>
          <a:off x="1513109" y="5984599"/>
          <a:ext cx="3862812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7F268EAB-0E76-E9C8-C53F-47B79638BBE1}"/>
              </a:ext>
            </a:extLst>
          </p:cNvPr>
          <p:cNvSpPr txBox="1"/>
          <p:nvPr/>
        </p:nvSpPr>
        <p:spPr>
          <a:xfrm>
            <a:off x="1427884" y="5760793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층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>
                <a:latin typeface="+mn-ea"/>
                <a:ea typeface="+mn-ea"/>
              </a:rPr>
              <a:t>호수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8B63BFC9-7482-A9AC-587E-75D0FC1EE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94094"/>
              </p:ext>
            </p:extLst>
          </p:nvPr>
        </p:nvGraphicFramePr>
        <p:xfrm>
          <a:off x="5396494" y="5984599"/>
          <a:ext cx="3862813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54EF2D35-F16F-C165-08F4-2CF6CDD2709C}"/>
              </a:ext>
            </a:extLst>
          </p:cNvPr>
          <p:cNvSpPr txBox="1"/>
          <p:nvPr/>
        </p:nvSpPr>
        <p:spPr>
          <a:xfrm>
            <a:off x="5311270" y="5743111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뷰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6A13BDD5-5E85-7FDB-87FF-DB063BE92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414933"/>
              </p:ext>
            </p:extLst>
          </p:nvPr>
        </p:nvGraphicFramePr>
        <p:xfrm>
          <a:off x="1513108" y="4784401"/>
          <a:ext cx="7751244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31" name="TextBox 130">
            <a:extLst>
              <a:ext uri="{FF2B5EF4-FFF2-40B4-BE49-F238E27FC236}">
                <a16:creationId xmlns:a16="http://schemas.microsoft.com/office/drawing/2014/main" id="{73FC6E85-1661-4C8A-FE21-7334F2A9413D}"/>
              </a:ext>
            </a:extLst>
          </p:cNvPr>
          <p:cNvSpPr txBox="1"/>
          <p:nvPr/>
        </p:nvSpPr>
        <p:spPr>
          <a:xfrm>
            <a:off x="1427884" y="456310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객실 </a:t>
            </a:r>
            <a:r>
              <a:rPr kumimoji="1" lang="ko-KR" altLang="en-US" sz="800" b="1" dirty="0" err="1">
                <a:latin typeface="+mn-ea"/>
                <a:ea typeface="+mn-ea"/>
              </a:rPr>
              <a:t>어메니티</a:t>
            </a:r>
            <a:r>
              <a:rPr kumimoji="1" lang="ko-KR" altLang="en-US" sz="800" b="1" dirty="0">
                <a:latin typeface="+mn-ea"/>
                <a:ea typeface="+mn-ea"/>
              </a:rPr>
              <a:t>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2AE68E3C-97E0-150B-322E-0C6D3ABC60E9}"/>
              </a:ext>
            </a:extLst>
          </p:cNvPr>
          <p:cNvSpPr/>
          <p:nvPr/>
        </p:nvSpPr>
        <p:spPr>
          <a:xfrm>
            <a:off x="2780110" y="4840762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007F4D98-20EC-5A13-719A-0A2C4B490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410645"/>
              </p:ext>
            </p:extLst>
          </p:nvPr>
        </p:nvGraphicFramePr>
        <p:xfrm>
          <a:off x="1513108" y="5396405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659251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배드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엑스트라 </a:t>
                      </a:r>
                      <a:r>
                        <a:rPr kumimoji="0" lang="ko-KR" altLang="en-US" sz="8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배드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B810CF7-B01B-DF42-0D2F-30DAD58F7B6E}"/>
              </a:ext>
            </a:extLst>
          </p:cNvPr>
          <p:cNvSpPr/>
          <p:nvPr/>
        </p:nvSpPr>
        <p:spPr>
          <a:xfrm>
            <a:off x="2780110" y="5452128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049B317-ABD8-34C7-ED7E-A8145C58CD98}"/>
              </a:ext>
            </a:extLst>
          </p:cNvPr>
          <p:cNvSpPr/>
          <p:nvPr/>
        </p:nvSpPr>
        <p:spPr>
          <a:xfrm>
            <a:off x="2780110" y="6040613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AFE8CD8-3E8D-0286-5286-F7EEA34C458B}"/>
              </a:ext>
            </a:extLst>
          </p:cNvPr>
          <p:cNvSpPr/>
          <p:nvPr/>
        </p:nvSpPr>
        <p:spPr>
          <a:xfrm>
            <a:off x="6675217" y="6040613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8FF2E9F-AC9B-0EB8-D6D9-96463778DE38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B0B3AA8-A3B6-9233-4483-BBB915CF7248}"/>
              </a:ext>
            </a:extLst>
          </p:cNvPr>
          <p:cNvSpPr txBox="1"/>
          <p:nvPr/>
        </p:nvSpPr>
        <p:spPr>
          <a:xfrm>
            <a:off x="2999465" y="4563109"/>
            <a:ext cx="11817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무료 옵션 관리에서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19F38454-34D3-FF5D-5033-177082512FB2}"/>
              </a:ext>
            </a:extLst>
          </p:cNvPr>
          <p:cNvSpPr/>
          <p:nvPr/>
        </p:nvSpPr>
        <p:spPr>
          <a:xfrm rot="16200000" flipH="1" flipV="1">
            <a:off x="2645763" y="41193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ardrop 1">
            <a:extLst>
              <a:ext uri="{FF2B5EF4-FFF2-40B4-BE49-F238E27FC236}">
                <a16:creationId xmlns:a16="http://schemas.microsoft.com/office/drawing/2014/main" id="{01A2C57D-2239-2BC5-9956-FA99F1827C0C}"/>
              </a:ext>
            </a:extLst>
          </p:cNvPr>
          <p:cNvSpPr/>
          <p:nvPr/>
        </p:nvSpPr>
        <p:spPr>
          <a:xfrm rot="16200000" flipH="1" flipV="1">
            <a:off x="6570992" y="41193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B40605-967E-FB0F-1E75-844B2ECEF6AC}"/>
              </a:ext>
            </a:extLst>
          </p:cNvPr>
          <p:cNvSpPr txBox="1"/>
          <p:nvPr/>
        </p:nvSpPr>
        <p:spPr>
          <a:xfrm>
            <a:off x="2999465" y="5760793"/>
            <a:ext cx="14606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시스템관리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&gt;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층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/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호수 에서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</a:p>
        </p:txBody>
      </p:sp>
      <p:sp>
        <p:nvSpPr>
          <p:cNvPr id="12" name="Teardrop 1">
            <a:extLst>
              <a:ext uri="{FF2B5EF4-FFF2-40B4-BE49-F238E27FC236}">
                <a16:creationId xmlns:a16="http://schemas.microsoft.com/office/drawing/2014/main" id="{4C577FDD-2EE4-EB65-BE5C-C1A930CEA5F0}"/>
              </a:ext>
            </a:extLst>
          </p:cNvPr>
          <p:cNvSpPr/>
          <p:nvPr/>
        </p:nvSpPr>
        <p:spPr>
          <a:xfrm rot="16200000" flipH="1" flipV="1">
            <a:off x="2690368" y="47549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ardrop 1">
            <a:extLst>
              <a:ext uri="{FF2B5EF4-FFF2-40B4-BE49-F238E27FC236}">
                <a16:creationId xmlns:a16="http://schemas.microsoft.com/office/drawing/2014/main" id="{E3161277-D5CD-C5F6-579D-0D693B531B06}"/>
              </a:ext>
            </a:extLst>
          </p:cNvPr>
          <p:cNvSpPr/>
          <p:nvPr/>
        </p:nvSpPr>
        <p:spPr>
          <a:xfrm rot="16200000" flipH="1" flipV="1">
            <a:off x="2690368" y="53292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D34704A1-81C1-F3F6-33B5-C55CF87621E2}"/>
              </a:ext>
            </a:extLst>
          </p:cNvPr>
          <p:cNvSpPr/>
          <p:nvPr/>
        </p:nvSpPr>
        <p:spPr>
          <a:xfrm rot="16200000" flipH="1" flipV="1">
            <a:off x="2690368" y="592025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ardrop 1">
            <a:extLst>
              <a:ext uri="{FF2B5EF4-FFF2-40B4-BE49-F238E27FC236}">
                <a16:creationId xmlns:a16="http://schemas.microsoft.com/office/drawing/2014/main" id="{5A659382-A632-0C99-31CD-B98725BD6ADB}"/>
              </a:ext>
            </a:extLst>
          </p:cNvPr>
          <p:cNvSpPr/>
          <p:nvPr/>
        </p:nvSpPr>
        <p:spPr>
          <a:xfrm rot="16200000" flipH="1" flipV="1">
            <a:off x="6576568" y="592025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335F3B-7FEA-15DC-DBD0-FD8C4FA949F5}"/>
              </a:ext>
            </a:extLst>
          </p:cNvPr>
          <p:cNvSpPr txBox="1"/>
          <p:nvPr/>
        </p:nvSpPr>
        <p:spPr>
          <a:xfrm>
            <a:off x="2999465" y="5155640"/>
            <a:ext cx="11817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무료 옵션 관리에서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98C2E5-F164-2D62-7778-9C3B738A817D}"/>
              </a:ext>
            </a:extLst>
          </p:cNvPr>
          <p:cNvSpPr txBox="1"/>
          <p:nvPr/>
        </p:nvSpPr>
        <p:spPr>
          <a:xfrm>
            <a:off x="6817999" y="5733541"/>
            <a:ext cx="11817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무료 옵션 관리에서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GET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67D6A0-960B-0989-3CB6-1AB4D098BBC7}"/>
              </a:ext>
            </a:extLst>
          </p:cNvPr>
          <p:cNvSpPr/>
          <p:nvPr/>
        </p:nvSpPr>
        <p:spPr>
          <a:xfrm>
            <a:off x="2783706" y="1401561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F82FC15-444E-ED4D-568B-2C8835D31246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0129B0E-FD14-FE5D-6E60-5B7F935C9C2A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ardrop 1">
            <a:extLst>
              <a:ext uri="{FF2B5EF4-FFF2-40B4-BE49-F238E27FC236}">
                <a16:creationId xmlns:a16="http://schemas.microsoft.com/office/drawing/2014/main" id="{708B59D3-D5BF-8FB0-1079-28B1E176BAFB}"/>
              </a:ext>
            </a:extLst>
          </p:cNvPr>
          <p:cNvSpPr/>
          <p:nvPr/>
        </p:nvSpPr>
        <p:spPr>
          <a:xfrm rot="16200000" flipH="1" flipV="1">
            <a:off x="2693660" y="13018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 Box">
            <a:extLst>
              <a:ext uri="{FF2B5EF4-FFF2-40B4-BE49-F238E27FC236}">
                <a16:creationId xmlns:a16="http://schemas.microsoft.com/office/drawing/2014/main" id="{9EB2E369-B652-E98C-C81E-9A4EC47B3A2C}"/>
              </a:ext>
            </a:extLst>
          </p:cNvPr>
          <p:cNvSpPr>
            <a:spLocks/>
          </p:cNvSpPr>
          <p:nvPr/>
        </p:nvSpPr>
        <p:spPr bwMode="auto">
          <a:xfrm>
            <a:off x="2780110" y="1705669"/>
            <a:ext cx="23797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1B8653-2573-AC6C-1411-75D5941F9ADC}"/>
              </a:ext>
            </a:extLst>
          </p:cNvPr>
          <p:cNvSpPr/>
          <p:nvPr/>
        </p:nvSpPr>
        <p:spPr>
          <a:xfrm>
            <a:off x="5186794" y="1708219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8ADD497-797D-B76E-1C3D-1BBD69EEE9EE}"/>
              </a:ext>
            </a:extLst>
          </p:cNvPr>
          <p:cNvGrpSpPr/>
          <p:nvPr/>
        </p:nvGrpSpPr>
        <p:grpSpPr>
          <a:xfrm>
            <a:off x="2780110" y="2994235"/>
            <a:ext cx="3459092" cy="498277"/>
            <a:chOff x="2780110" y="1718274"/>
            <a:chExt cx="3459092" cy="498277"/>
          </a:xfrm>
        </p:grpSpPr>
        <p:sp>
          <p:nvSpPr>
            <p:cNvPr id="16" name="Text Box">
              <a:extLst>
                <a:ext uri="{FF2B5EF4-FFF2-40B4-BE49-F238E27FC236}">
                  <a16:creationId xmlns:a16="http://schemas.microsoft.com/office/drawing/2014/main" id="{73D0987D-B88D-F0DF-F79A-6E0D2A09D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110" y="1718274"/>
              <a:ext cx="3459092" cy="49827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객실 특징을 입력하세요</a:t>
              </a:r>
              <a:r>
                <a:rPr kumimoji="0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54E6C49-8416-6BCC-1867-312D7ED8E157}"/>
                </a:ext>
              </a:extLst>
            </p:cNvPr>
            <p:cNvGrpSpPr/>
            <p:nvPr/>
          </p:nvGrpSpPr>
          <p:grpSpPr>
            <a:xfrm>
              <a:off x="6119591" y="1746751"/>
              <a:ext cx="74922" cy="410030"/>
              <a:chOff x="6143306" y="1746751"/>
              <a:chExt cx="74922" cy="410030"/>
            </a:xfrm>
          </p:grpSpPr>
          <p:sp>
            <p:nvSpPr>
              <p:cNvPr id="24" name="모서리가 둥근 직사각형 23">
                <a:extLst>
                  <a:ext uri="{FF2B5EF4-FFF2-40B4-BE49-F238E27FC236}">
                    <a16:creationId xmlns:a16="http://schemas.microsoft.com/office/drawing/2014/main" id="{E680EF3C-F595-464B-B321-F405F560E095}"/>
                  </a:ext>
                </a:extLst>
              </p:cNvPr>
              <p:cNvSpPr/>
              <p:nvPr/>
            </p:nvSpPr>
            <p:spPr>
              <a:xfrm>
                <a:off x="6143306" y="1746751"/>
                <a:ext cx="74922" cy="410030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360575F7-3CB7-D948-972C-EC0C2273F5FA}"/>
                  </a:ext>
                </a:extLst>
              </p:cNvPr>
              <p:cNvSpPr/>
              <p:nvPr/>
            </p:nvSpPr>
            <p:spPr>
              <a:xfrm>
                <a:off x="6155181" y="1856125"/>
                <a:ext cx="51173" cy="1912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C03013D7-9AB6-AAB9-1DC9-61DCC9AD32D8}"/>
              </a:ext>
            </a:extLst>
          </p:cNvPr>
          <p:cNvGrpSpPr/>
          <p:nvPr/>
        </p:nvGrpSpPr>
        <p:grpSpPr>
          <a:xfrm>
            <a:off x="2780110" y="2014541"/>
            <a:ext cx="3459092" cy="498277"/>
            <a:chOff x="2780110" y="1718274"/>
            <a:chExt cx="3459092" cy="498277"/>
          </a:xfrm>
        </p:grpSpPr>
        <p:sp>
          <p:nvSpPr>
            <p:cNvPr id="37" name="Text Box">
              <a:extLst>
                <a:ext uri="{FF2B5EF4-FFF2-40B4-BE49-F238E27FC236}">
                  <a16:creationId xmlns:a16="http://schemas.microsoft.com/office/drawing/2014/main" id="{6FA403F2-7EF0-5F1F-3B44-D2D961A4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110" y="1718274"/>
              <a:ext cx="3459092" cy="49827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객실 설명을 입력하세요</a:t>
              </a:r>
              <a:r>
                <a:rPr kumimoji="0" lang="en-US" altLang="ko-KR" sz="7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68BD746-FA5B-BD77-6282-6EA13FBBC157}"/>
                </a:ext>
              </a:extLst>
            </p:cNvPr>
            <p:cNvGrpSpPr/>
            <p:nvPr/>
          </p:nvGrpSpPr>
          <p:grpSpPr>
            <a:xfrm>
              <a:off x="6119591" y="1746751"/>
              <a:ext cx="74922" cy="410030"/>
              <a:chOff x="6143306" y="1746751"/>
              <a:chExt cx="74922" cy="410030"/>
            </a:xfrm>
          </p:grpSpPr>
          <p:sp>
            <p:nvSpPr>
              <p:cNvPr id="44" name="모서리가 둥근 직사각형 43">
                <a:extLst>
                  <a:ext uri="{FF2B5EF4-FFF2-40B4-BE49-F238E27FC236}">
                    <a16:creationId xmlns:a16="http://schemas.microsoft.com/office/drawing/2014/main" id="{3D20667C-DD02-241F-427B-8B0E2285E3BA}"/>
                  </a:ext>
                </a:extLst>
              </p:cNvPr>
              <p:cNvSpPr/>
              <p:nvPr/>
            </p:nvSpPr>
            <p:spPr>
              <a:xfrm>
                <a:off x="6143306" y="1746751"/>
                <a:ext cx="74922" cy="410030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45" name="모서리가 둥근 직사각형 44">
                <a:extLst>
                  <a:ext uri="{FF2B5EF4-FFF2-40B4-BE49-F238E27FC236}">
                    <a16:creationId xmlns:a16="http://schemas.microsoft.com/office/drawing/2014/main" id="{0ACCACD6-F8FC-ACB2-9658-885363FE2C4A}"/>
                  </a:ext>
                </a:extLst>
              </p:cNvPr>
              <p:cNvSpPr/>
              <p:nvPr/>
            </p:nvSpPr>
            <p:spPr>
              <a:xfrm>
                <a:off x="6155181" y="1856125"/>
                <a:ext cx="51173" cy="1912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46" name="Teardrop 1">
            <a:extLst>
              <a:ext uri="{FF2B5EF4-FFF2-40B4-BE49-F238E27FC236}">
                <a16:creationId xmlns:a16="http://schemas.microsoft.com/office/drawing/2014/main" id="{0105A366-C771-5212-A012-739F69FF8D73}"/>
              </a:ext>
            </a:extLst>
          </p:cNvPr>
          <p:cNvSpPr/>
          <p:nvPr/>
        </p:nvSpPr>
        <p:spPr>
          <a:xfrm rot="16200000" flipH="1" flipV="1">
            <a:off x="5072335" y="16107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ardrop 1">
            <a:extLst>
              <a:ext uri="{FF2B5EF4-FFF2-40B4-BE49-F238E27FC236}">
                <a16:creationId xmlns:a16="http://schemas.microsoft.com/office/drawing/2014/main" id="{F8DEFDF5-E98C-26EB-42AB-FF6973788F27}"/>
              </a:ext>
            </a:extLst>
          </p:cNvPr>
          <p:cNvSpPr/>
          <p:nvPr/>
        </p:nvSpPr>
        <p:spPr>
          <a:xfrm rot="16200000" flipH="1" flipV="1">
            <a:off x="5507709" y="638363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3525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5C93-19F0-60EE-2249-3B3FB43F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91AB8AC-0D8A-1B84-69F6-EA0386C5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0E54E95-7278-9753-0337-A874361EB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B207E50-1367-FD51-2DE6-D4ABF72967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EC379035-B62E-5FE6-AABF-6798777F0C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3457B3-B9DD-398A-E306-E9F185F17B0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00B47B-DAB3-3C58-0896-5AD015D623A2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ACD251-A3A0-A45B-DAD3-3B90801CDAA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7AC439D-B4E9-B278-C705-9E20F9DE5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76662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필수 입력 값 확인 및 사용여부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 삭제 허용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항목 등록 합계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7A2E64D-74B1-8850-EACE-C2DE89E237A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07E9962-CB39-766E-0451-95D6453779B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984C7CB-DC63-D980-CB1A-738C5B146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081128"/>
              </p:ext>
            </p:extLst>
          </p:nvPr>
        </p:nvGraphicFramePr>
        <p:xfrm>
          <a:off x="1513108" y="1052736"/>
          <a:ext cx="7746200" cy="2713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731260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13112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클래스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DELUX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타입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코드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DELUX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STANDARD KING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6108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설명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크기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m²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6009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특징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5951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225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5F7555E-81C9-2B54-2448-18B1142A0BFC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객실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751C0DD9-D820-C6CC-A077-38A6FA403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028765"/>
              </p:ext>
            </p:extLst>
          </p:nvPr>
        </p:nvGraphicFramePr>
        <p:xfrm>
          <a:off x="1513108" y="4205651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659251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최대 수용 인원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명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어린이 최대 수용 인원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  명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E2EC121-3DA7-35AB-F2F9-D118C195EEA2}"/>
              </a:ext>
            </a:extLst>
          </p:cNvPr>
          <p:cNvSpPr txBox="1"/>
          <p:nvPr/>
        </p:nvSpPr>
        <p:spPr>
          <a:xfrm>
            <a:off x="1427884" y="391120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객실 수용 인원정보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277DB4C3-92BD-D6F3-D179-9910EECF9918}"/>
              </a:ext>
            </a:extLst>
          </p:cNvPr>
          <p:cNvSpPr>
            <a:spLocks/>
          </p:cNvSpPr>
          <p:nvPr/>
        </p:nvSpPr>
        <p:spPr bwMode="auto">
          <a:xfrm>
            <a:off x="2780110" y="4271249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</a:p>
        </p:txBody>
      </p:sp>
      <p:sp>
        <p:nvSpPr>
          <p:cNvPr id="29" name="Text Box">
            <a:extLst>
              <a:ext uri="{FF2B5EF4-FFF2-40B4-BE49-F238E27FC236}">
                <a16:creationId xmlns:a16="http://schemas.microsoft.com/office/drawing/2014/main" id="{D10F43D1-522F-FD7D-B325-98F919FD7047}"/>
              </a:ext>
            </a:extLst>
          </p:cNvPr>
          <p:cNvSpPr>
            <a:spLocks/>
          </p:cNvSpPr>
          <p:nvPr/>
        </p:nvSpPr>
        <p:spPr bwMode="auto">
          <a:xfrm>
            <a:off x="6663496" y="4271249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8759E7-D9A5-41AF-9181-C39712191BB1}"/>
              </a:ext>
            </a:extLst>
          </p:cNvPr>
          <p:cNvSpPr txBox="1"/>
          <p:nvPr/>
        </p:nvSpPr>
        <p:spPr>
          <a:xfrm>
            <a:off x="1427884" y="5176676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 err="1">
                <a:latin typeface="+mn-ea"/>
                <a:ea typeface="+mn-ea"/>
              </a:rPr>
              <a:t>배드</a:t>
            </a:r>
            <a:r>
              <a:rPr lang="ko-KR" altLang="en-US" sz="800" b="1" dirty="0">
                <a:latin typeface="+mn-ea"/>
                <a:ea typeface="+mn-ea"/>
              </a:rPr>
              <a:t>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2AA86EA-87A2-7B0F-5AD7-ABC1ACF21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111335"/>
              </p:ext>
            </p:extLst>
          </p:nvPr>
        </p:nvGraphicFramePr>
        <p:xfrm>
          <a:off x="1513109" y="6008865"/>
          <a:ext cx="3862812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층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5F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7F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...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호수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502,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503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....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729FC7F4-6B8F-03C0-62F6-942AE6177BE3}"/>
              </a:ext>
            </a:extLst>
          </p:cNvPr>
          <p:cNvSpPr txBox="1"/>
          <p:nvPr/>
        </p:nvSpPr>
        <p:spPr>
          <a:xfrm>
            <a:off x="1427884" y="578505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층</a:t>
            </a:r>
            <a:r>
              <a:rPr lang="en-US" altLang="ko-KR" sz="800" b="1" dirty="0">
                <a:latin typeface="+mn-ea"/>
                <a:ea typeface="+mn-ea"/>
              </a:rPr>
              <a:t>/</a:t>
            </a:r>
            <a:r>
              <a:rPr lang="ko-KR" altLang="en-US" sz="800" b="1" dirty="0">
                <a:latin typeface="+mn-ea"/>
                <a:ea typeface="+mn-ea"/>
              </a:rPr>
              <a:t>호수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1173C72-9E38-78CD-3E80-F413A121521C}"/>
              </a:ext>
            </a:extLst>
          </p:cNvPr>
          <p:cNvSpPr/>
          <p:nvPr/>
        </p:nvSpPr>
        <p:spPr>
          <a:xfrm>
            <a:off x="4613213" y="6065226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4BC594BF-67FC-F503-A748-C2CE679DA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533979"/>
              </p:ext>
            </p:extLst>
          </p:nvPr>
        </p:nvGraphicFramePr>
        <p:xfrm>
          <a:off x="5396494" y="6008865"/>
          <a:ext cx="3862813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7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가든 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7A27099D-198A-DB7F-8025-9A67EE6B45BE}"/>
              </a:ext>
            </a:extLst>
          </p:cNvPr>
          <p:cNvSpPr txBox="1"/>
          <p:nvPr/>
        </p:nvSpPr>
        <p:spPr>
          <a:xfrm>
            <a:off x="5311270" y="576737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뷰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452A0AD-421B-9BF8-41A9-F5695F1BB3F2}"/>
              </a:ext>
            </a:extLst>
          </p:cNvPr>
          <p:cNvSpPr/>
          <p:nvPr/>
        </p:nvSpPr>
        <p:spPr>
          <a:xfrm>
            <a:off x="8496599" y="6065226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E95D7BE4-A85A-5D32-9A2C-CD4B311C5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899984"/>
              </p:ext>
            </p:extLst>
          </p:nvPr>
        </p:nvGraphicFramePr>
        <p:xfrm>
          <a:off x="1513108" y="4818463"/>
          <a:ext cx="7751244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목욕가운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샴푸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...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CED37409-5663-2198-9A6F-EE8B929DC046}"/>
              </a:ext>
            </a:extLst>
          </p:cNvPr>
          <p:cNvSpPr txBox="1"/>
          <p:nvPr/>
        </p:nvSpPr>
        <p:spPr>
          <a:xfrm>
            <a:off x="1427884" y="4597171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객실 </a:t>
            </a:r>
            <a:r>
              <a:rPr kumimoji="1" lang="ko-KR" altLang="en-US" sz="800" b="1" dirty="0" err="1">
                <a:latin typeface="+mn-ea"/>
                <a:ea typeface="+mn-ea"/>
              </a:rPr>
              <a:t>어메니티</a:t>
            </a:r>
            <a:r>
              <a:rPr kumimoji="1" lang="ko-KR" altLang="en-US" sz="800" b="1" dirty="0">
                <a:latin typeface="+mn-ea"/>
                <a:ea typeface="+mn-ea"/>
              </a:rPr>
              <a:t>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0688AA9-5B40-18BF-3CD2-86E0D1EA699F}"/>
              </a:ext>
            </a:extLst>
          </p:cNvPr>
          <p:cNvSpPr/>
          <p:nvPr/>
        </p:nvSpPr>
        <p:spPr>
          <a:xfrm>
            <a:off x="3845659" y="4874824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8EA670E6-2535-0DA1-10E2-E6626F6C1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79670"/>
              </p:ext>
            </p:extLst>
          </p:nvPr>
        </p:nvGraphicFramePr>
        <p:xfrm>
          <a:off x="1513108" y="5421113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659251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배드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더블배드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싱글배드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엑스트라 </a:t>
                      </a:r>
                      <a:r>
                        <a:rPr kumimoji="0" lang="ko-KR" altLang="en-US" sz="8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배드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</a:tbl>
          </a:graphicData>
        </a:graphic>
      </p:graphicFrame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6536911-C209-E3B6-BB96-E5572FD8FA64}"/>
              </a:ext>
            </a:extLst>
          </p:cNvPr>
          <p:cNvSpPr/>
          <p:nvPr/>
        </p:nvSpPr>
        <p:spPr>
          <a:xfrm>
            <a:off x="4613213" y="5484604"/>
            <a:ext cx="579586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E8726E-9D55-E9C9-21A9-07D0F3AE0745}"/>
              </a:ext>
            </a:extLst>
          </p:cNvPr>
          <p:cNvSpPr/>
          <p:nvPr/>
        </p:nvSpPr>
        <p:spPr>
          <a:xfrm>
            <a:off x="4613083" y="6549704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9531EB-8120-4F31-ABAD-AD436C27B9F8}"/>
              </a:ext>
            </a:extLst>
          </p:cNvPr>
          <p:cNvSpPr/>
          <p:nvPr/>
        </p:nvSpPr>
        <p:spPr>
          <a:xfrm>
            <a:off x="5224390" y="6549704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8E43FD-D088-836B-8641-F13A9AD3D404}"/>
              </a:ext>
            </a:extLst>
          </p:cNvPr>
          <p:cNvSpPr/>
          <p:nvPr/>
        </p:nvSpPr>
        <p:spPr>
          <a:xfrm>
            <a:off x="5835697" y="6549704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FEAB74EA-3B6A-1C93-CB00-6C3981A30D9F}"/>
              </a:ext>
            </a:extLst>
          </p:cNvPr>
          <p:cNvSpPr/>
          <p:nvPr/>
        </p:nvSpPr>
        <p:spPr>
          <a:xfrm rot="16200000" flipH="1" flipV="1">
            <a:off x="5757601" y="64574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18D17-5E4C-0432-BDB1-13AD875F3690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46F87F-5D53-1418-DD7E-0190800F1188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DA73AB-DACA-080E-2AE3-FC76075633F3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ardrop 1">
            <a:extLst>
              <a:ext uri="{FF2B5EF4-FFF2-40B4-BE49-F238E27FC236}">
                <a16:creationId xmlns:a16="http://schemas.microsoft.com/office/drawing/2014/main" id="{DE52D085-B983-5008-EDE6-158E956663E9}"/>
              </a:ext>
            </a:extLst>
          </p:cNvPr>
          <p:cNvSpPr/>
          <p:nvPr/>
        </p:nvSpPr>
        <p:spPr>
          <a:xfrm rot="16200000" flipH="1" flipV="1">
            <a:off x="2647201" y="47501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BC6AA16B-1A2A-F832-081E-245C5D2F07DA}"/>
              </a:ext>
            </a:extLst>
          </p:cNvPr>
          <p:cNvSpPr/>
          <p:nvPr/>
        </p:nvSpPr>
        <p:spPr>
          <a:xfrm rot="16200000" flipH="1" flipV="1">
            <a:off x="2647201" y="53477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5355F27F-08C6-9CF8-82EF-7D571FBD3A27}"/>
              </a:ext>
            </a:extLst>
          </p:cNvPr>
          <p:cNvSpPr/>
          <p:nvPr/>
        </p:nvSpPr>
        <p:spPr>
          <a:xfrm rot="16200000" flipH="1" flipV="1">
            <a:off x="2647201" y="59813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ardrop 1">
            <a:extLst>
              <a:ext uri="{FF2B5EF4-FFF2-40B4-BE49-F238E27FC236}">
                <a16:creationId xmlns:a16="http://schemas.microsoft.com/office/drawing/2014/main" id="{E8876844-9876-CE4B-337E-C93D6C699005}"/>
              </a:ext>
            </a:extLst>
          </p:cNvPr>
          <p:cNvSpPr/>
          <p:nvPr/>
        </p:nvSpPr>
        <p:spPr>
          <a:xfrm rot="16200000" flipH="1" flipV="1">
            <a:off x="6484801" y="59813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709C97AD-E522-70DE-8431-42CADB18803B}"/>
              </a:ext>
            </a:extLst>
          </p:cNvPr>
          <p:cNvSpPr>
            <a:spLocks/>
          </p:cNvSpPr>
          <p:nvPr/>
        </p:nvSpPr>
        <p:spPr bwMode="auto">
          <a:xfrm>
            <a:off x="2780110" y="2618736"/>
            <a:ext cx="5795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46.7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565D117-CDFF-85BD-C436-831035C11387}"/>
              </a:ext>
            </a:extLst>
          </p:cNvPr>
          <p:cNvGrpSpPr/>
          <p:nvPr/>
        </p:nvGrpSpPr>
        <p:grpSpPr>
          <a:xfrm>
            <a:off x="2780110" y="2914465"/>
            <a:ext cx="3459092" cy="498277"/>
            <a:chOff x="2780110" y="1718274"/>
            <a:chExt cx="3459092" cy="498277"/>
          </a:xfrm>
        </p:grpSpPr>
        <p:sp>
          <p:nvSpPr>
            <p:cNvPr id="22" name="Text Box">
              <a:extLst>
                <a:ext uri="{FF2B5EF4-FFF2-40B4-BE49-F238E27FC236}">
                  <a16:creationId xmlns:a16="http://schemas.microsoft.com/office/drawing/2014/main" id="{4C20616E-1EA1-5DA6-24E7-EA2B5C09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110" y="1718274"/>
              <a:ext cx="3459092" cy="49827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객실 특징이 출력되는 텍스트 에어리어 입니다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BF6395FE-FB6E-5B33-7B1D-F2CD2FD1140E}"/>
                </a:ext>
              </a:extLst>
            </p:cNvPr>
            <p:cNvGrpSpPr/>
            <p:nvPr/>
          </p:nvGrpSpPr>
          <p:grpSpPr>
            <a:xfrm>
              <a:off x="6119591" y="1746751"/>
              <a:ext cx="74922" cy="410030"/>
              <a:chOff x="6143306" y="1746751"/>
              <a:chExt cx="74922" cy="410030"/>
            </a:xfrm>
          </p:grpSpPr>
          <p:sp>
            <p:nvSpPr>
              <p:cNvPr id="37" name="모서리가 둥근 직사각형 36">
                <a:extLst>
                  <a:ext uri="{FF2B5EF4-FFF2-40B4-BE49-F238E27FC236}">
                    <a16:creationId xmlns:a16="http://schemas.microsoft.com/office/drawing/2014/main" id="{B57D215E-67C9-4AE1-DC11-A87DDFC338C2}"/>
                  </a:ext>
                </a:extLst>
              </p:cNvPr>
              <p:cNvSpPr/>
              <p:nvPr/>
            </p:nvSpPr>
            <p:spPr>
              <a:xfrm>
                <a:off x="6143306" y="1746751"/>
                <a:ext cx="74922" cy="410030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8" name="모서리가 둥근 직사각형 37">
                <a:extLst>
                  <a:ext uri="{FF2B5EF4-FFF2-40B4-BE49-F238E27FC236}">
                    <a16:creationId xmlns:a16="http://schemas.microsoft.com/office/drawing/2014/main" id="{008FBAB6-7428-F2C0-CCBA-EB0338A37099}"/>
                  </a:ext>
                </a:extLst>
              </p:cNvPr>
              <p:cNvSpPr/>
              <p:nvPr/>
            </p:nvSpPr>
            <p:spPr>
              <a:xfrm>
                <a:off x="6155181" y="1856125"/>
                <a:ext cx="51173" cy="1912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C51DD66-0FC5-E479-226A-DA450C4CD64C}"/>
              </a:ext>
            </a:extLst>
          </p:cNvPr>
          <p:cNvGrpSpPr/>
          <p:nvPr/>
        </p:nvGrpSpPr>
        <p:grpSpPr>
          <a:xfrm>
            <a:off x="2780110" y="2014541"/>
            <a:ext cx="3459092" cy="498277"/>
            <a:chOff x="2780110" y="1718274"/>
            <a:chExt cx="3459092" cy="498277"/>
          </a:xfrm>
        </p:grpSpPr>
        <p:sp>
          <p:nvSpPr>
            <p:cNvPr id="47" name="Text Box">
              <a:extLst>
                <a:ext uri="{FF2B5EF4-FFF2-40B4-BE49-F238E27FC236}">
                  <a16:creationId xmlns:a16="http://schemas.microsoft.com/office/drawing/2014/main" id="{2AA3FBFF-1239-F84B-6508-0283ED56B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110" y="1718274"/>
              <a:ext cx="3459092" cy="498277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객실 설명이 출력되는 텍스트 에어리어 입니다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F5B11810-1AF2-499E-C0E3-CB8483B4724B}"/>
                </a:ext>
              </a:extLst>
            </p:cNvPr>
            <p:cNvGrpSpPr/>
            <p:nvPr/>
          </p:nvGrpSpPr>
          <p:grpSpPr>
            <a:xfrm>
              <a:off x="6119591" y="1746751"/>
              <a:ext cx="74922" cy="410030"/>
              <a:chOff x="6143306" y="1746751"/>
              <a:chExt cx="74922" cy="410030"/>
            </a:xfrm>
          </p:grpSpPr>
          <p:sp>
            <p:nvSpPr>
              <p:cNvPr id="49" name="모서리가 둥근 직사각형 48">
                <a:extLst>
                  <a:ext uri="{FF2B5EF4-FFF2-40B4-BE49-F238E27FC236}">
                    <a16:creationId xmlns:a16="http://schemas.microsoft.com/office/drawing/2014/main" id="{866C2587-067D-6DCC-5154-B62379CED64B}"/>
                  </a:ext>
                </a:extLst>
              </p:cNvPr>
              <p:cNvSpPr/>
              <p:nvPr/>
            </p:nvSpPr>
            <p:spPr>
              <a:xfrm>
                <a:off x="6143306" y="1746751"/>
                <a:ext cx="74922" cy="410030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0" name="모서리가 둥근 직사각형 49">
                <a:extLst>
                  <a:ext uri="{FF2B5EF4-FFF2-40B4-BE49-F238E27FC236}">
                    <a16:creationId xmlns:a16="http://schemas.microsoft.com/office/drawing/2014/main" id="{63BF0DB2-34B2-D084-7B56-728A2D6A94F6}"/>
                  </a:ext>
                </a:extLst>
              </p:cNvPr>
              <p:cNvSpPr/>
              <p:nvPr/>
            </p:nvSpPr>
            <p:spPr>
              <a:xfrm>
                <a:off x="6155181" y="1856125"/>
                <a:ext cx="51173" cy="19128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749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019E7-AABB-0DBE-6C09-B73B81A1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5EB6D67-A53F-7907-595A-C3D1375E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FC47F08-2EA6-63A3-CBEF-5356B4A0E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8B8C870-7C11-1197-488A-0DAB5E9A73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43D48AB-42A7-3AA9-FF1C-5959D19CB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EDF9F3-5CF5-F620-C9C7-CCD930FEF07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0FA833-F8AC-1DE1-F4E8-4DBD7014DFC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C74D45-9B69-D7C4-8B3C-ED35997CD4D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167A9B9-8181-A39B-0863-5783BD25B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6807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프로퍼티명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클래스명 입력 필드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부모 창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FF02E81-4DB5-7FD5-8DD1-FDD35FE0884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3643D3D-A59E-EEE8-88E3-1F149670D2B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E4CE6120-2493-3876-75E3-D25670CCFD5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572184" y="1310003"/>
            <a:ext cx="4323541" cy="4279237"/>
            <a:chOff x="3590834" y="1261242"/>
            <a:chExt cx="3673316" cy="2889814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0DD338D-C91E-A0C5-5AA8-7A0680C36E1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90834" y="1496301"/>
              <a:ext cx="3673312" cy="265475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FA8537-ADFF-6EC0-DEA6-DCC5D221C9C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590834" y="1261242"/>
              <a:ext cx="3673316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클래스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2735E01-6632-BF08-85F0-968BEBC85A75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A4C05BF-3E12-B1CC-553D-421B18CDB328}"/>
              </a:ext>
            </a:extLst>
          </p:cNvPr>
          <p:cNvSpPr txBox="1"/>
          <p:nvPr/>
        </p:nvSpPr>
        <p:spPr>
          <a:xfrm>
            <a:off x="2572185" y="1722004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객실 클래스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32A94B-8927-2F27-41AB-2AD5B2263A14}"/>
              </a:ext>
            </a:extLst>
          </p:cNvPr>
          <p:cNvSpPr/>
          <p:nvPr/>
        </p:nvSpPr>
        <p:spPr>
          <a:xfrm>
            <a:off x="4214686" y="535465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9D1DFA-7E39-4893-D394-A1774D0C559A}"/>
              </a:ext>
            </a:extLst>
          </p:cNvPr>
          <p:cNvSpPr/>
          <p:nvPr/>
        </p:nvSpPr>
        <p:spPr>
          <a:xfrm>
            <a:off x="4717696" y="535465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59F27A19-D928-DA9A-9E5F-E01EFBC78EF4}"/>
              </a:ext>
            </a:extLst>
          </p:cNvPr>
          <p:cNvGrpSpPr>
            <a:grpSpLocks noChangeAspect="1"/>
          </p:cNvGrpSpPr>
          <p:nvPr/>
        </p:nvGrpSpPr>
        <p:grpSpPr>
          <a:xfrm>
            <a:off x="4866231" y="5359133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9543130C-3CF0-C664-3A89-3E7D6E2C86C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31F9C49E-EEB0-13D9-4C09-078B6E3BB9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D8B6A6-38CE-486C-A3B0-50281784E05B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E0715D-86DE-0698-7A8D-416E2AB18F8F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E30A720-EACD-FA58-4C89-6805013E0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203300"/>
              </p:ext>
            </p:extLst>
          </p:nvPr>
        </p:nvGraphicFramePr>
        <p:xfrm>
          <a:off x="2722579" y="1970452"/>
          <a:ext cx="3935599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2881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499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99045"/>
                  </a:ext>
                </a:extLst>
              </a:tr>
            </a:tbl>
          </a:graphicData>
        </a:graphic>
      </p:graphicFrame>
      <p:sp>
        <p:nvSpPr>
          <p:cNvPr id="54" name="Text Box">
            <a:extLst>
              <a:ext uri="{FF2B5EF4-FFF2-40B4-BE49-F238E27FC236}">
                <a16:creationId xmlns:a16="http://schemas.microsoft.com/office/drawing/2014/main" id="{F1365CB2-910B-27EF-8F43-487104D2EF91}"/>
              </a:ext>
            </a:extLst>
          </p:cNvPr>
          <p:cNvSpPr>
            <a:spLocks/>
          </p:cNvSpPr>
          <p:nvPr/>
        </p:nvSpPr>
        <p:spPr bwMode="auto">
          <a:xfrm>
            <a:off x="3677281" y="2256022"/>
            <a:ext cx="293307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클래스명을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CDE01345-1422-08D2-1FCE-DAE7761E0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038632"/>
              </p:ext>
            </p:extLst>
          </p:nvPr>
        </p:nvGraphicFramePr>
        <p:xfrm>
          <a:off x="2726256" y="3020194"/>
          <a:ext cx="3884102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42350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 클래스 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grpSp>
        <p:nvGrpSpPr>
          <p:cNvPr id="56" name="그룹 55">
            <a:extLst>
              <a:ext uri="{FF2B5EF4-FFF2-40B4-BE49-F238E27FC236}">
                <a16:creationId xmlns:a16="http://schemas.microsoft.com/office/drawing/2014/main" id="{8351EB53-09DD-2EA1-6D75-785E3B5391EE}"/>
              </a:ext>
            </a:extLst>
          </p:cNvPr>
          <p:cNvGrpSpPr/>
          <p:nvPr/>
        </p:nvGrpSpPr>
        <p:grpSpPr>
          <a:xfrm>
            <a:off x="6688098" y="3013039"/>
            <a:ext cx="90244" cy="2190572"/>
            <a:chOff x="8879645" y="4358558"/>
            <a:chExt cx="96675" cy="1950762"/>
          </a:xfrm>
        </p:grpSpPr>
        <p:sp>
          <p:nvSpPr>
            <p:cNvPr id="57" name="모서리가 둥근 직사각형 56">
              <a:extLst>
                <a:ext uri="{FF2B5EF4-FFF2-40B4-BE49-F238E27FC236}">
                  <a16:creationId xmlns:a16="http://schemas.microsoft.com/office/drawing/2014/main" id="{CB377CC2-DB5B-2390-CDB8-3EB5D06759A7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모서리가 둥근 직사각형 170">
              <a:extLst>
                <a:ext uri="{FF2B5EF4-FFF2-40B4-BE49-F238E27FC236}">
                  <a16:creationId xmlns:a16="http://schemas.microsoft.com/office/drawing/2014/main" id="{E5F6B309-87A6-63E0-F089-239D2631AEF1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A001579-6EF5-A021-9086-B6C39639C055}"/>
              </a:ext>
            </a:extLst>
          </p:cNvPr>
          <p:cNvSpPr/>
          <p:nvPr/>
        </p:nvSpPr>
        <p:spPr>
          <a:xfrm>
            <a:off x="5792895" y="279891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3954E2B-6D25-76A8-2EDE-6D50AC5E3FBD}"/>
              </a:ext>
            </a:extLst>
          </p:cNvPr>
          <p:cNvSpPr/>
          <p:nvPr/>
        </p:nvSpPr>
        <p:spPr>
          <a:xfrm>
            <a:off x="6219223" y="279891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DCB5677-C8BD-9522-21C2-C73947FEB784}"/>
              </a:ext>
            </a:extLst>
          </p:cNvPr>
          <p:cNvGrpSpPr/>
          <p:nvPr/>
        </p:nvGrpSpPr>
        <p:grpSpPr>
          <a:xfrm>
            <a:off x="2722579" y="2780928"/>
            <a:ext cx="1777609" cy="200055"/>
            <a:chOff x="1446413" y="1981347"/>
            <a:chExt cx="1777609" cy="200055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CC1D92E-42B3-1027-32F8-2E9349D458AB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A3C1DEF-05AE-F294-AB2E-CCE95E1B4EA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4" name="Text Box">
                <a:extLst>
                  <a:ext uri="{FF2B5EF4-FFF2-40B4-BE49-F238E27FC236}">
                    <a16:creationId xmlns:a16="http://schemas.microsoft.com/office/drawing/2014/main" id="{54C2328A-4089-563D-CFF7-26B430881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65" name="Chevron Left">
                <a:extLst>
                  <a:ext uri="{FF2B5EF4-FFF2-40B4-BE49-F238E27FC236}">
                    <a16:creationId xmlns:a16="http://schemas.microsoft.com/office/drawing/2014/main" id="{9E55A1AA-8F5D-2AB7-70CE-2F72F0D843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9525FFD-5649-5B83-A487-C1FF772A259D}"/>
              </a:ext>
            </a:extLst>
          </p:cNvPr>
          <p:cNvGrpSpPr/>
          <p:nvPr/>
        </p:nvGrpSpPr>
        <p:grpSpPr>
          <a:xfrm>
            <a:off x="6336663" y="3265872"/>
            <a:ext cx="120020" cy="1882018"/>
            <a:chOff x="8006676" y="2589288"/>
            <a:chExt cx="120020" cy="1882018"/>
          </a:xfrm>
        </p:grpSpPr>
        <p:grpSp>
          <p:nvGrpSpPr>
            <p:cNvPr id="6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D37FC556-E333-CB81-C8B6-AD4BD64DD312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78" name="Circle">
                <a:extLst>
                  <a:ext uri="{FF2B5EF4-FFF2-40B4-BE49-F238E27FC236}">
                    <a16:creationId xmlns:a16="http://schemas.microsoft.com/office/drawing/2014/main" id="{34E5076A-65B2-E54B-21B5-452488CDD1BA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Check">
                <a:extLst>
                  <a:ext uri="{FF2B5EF4-FFF2-40B4-BE49-F238E27FC236}">
                    <a16:creationId xmlns:a16="http://schemas.microsoft.com/office/drawing/2014/main" id="{D72E8DA5-9D89-24F0-92AB-F89FF837F228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8" name="Circle">
              <a:extLst>
                <a:ext uri="{FF2B5EF4-FFF2-40B4-BE49-F238E27FC236}">
                  <a16:creationId xmlns:a16="http://schemas.microsoft.com/office/drawing/2014/main" id="{2B128B15-0A5F-4052-2800-2EB98CD7906B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Circle">
              <a:extLst>
                <a:ext uri="{FF2B5EF4-FFF2-40B4-BE49-F238E27FC236}">
                  <a16:creationId xmlns:a16="http://schemas.microsoft.com/office/drawing/2014/main" id="{C2BFA75B-8694-FC40-C984-F1C29C3342D7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ircle">
              <a:extLst>
                <a:ext uri="{FF2B5EF4-FFF2-40B4-BE49-F238E27FC236}">
                  <a16:creationId xmlns:a16="http://schemas.microsoft.com/office/drawing/2014/main" id="{02369947-8458-1203-01C3-BF7B79796F04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Circle">
              <a:extLst>
                <a:ext uri="{FF2B5EF4-FFF2-40B4-BE49-F238E27FC236}">
                  <a16:creationId xmlns:a16="http://schemas.microsoft.com/office/drawing/2014/main" id="{1747DAED-37FD-C975-4E94-254CBA9D96C3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Circle">
              <a:extLst>
                <a:ext uri="{FF2B5EF4-FFF2-40B4-BE49-F238E27FC236}">
                  <a16:creationId xmlns:a16="http://schemas.microsoft.com/office/drawing/2014/main" id="{6BFD33C7-98D5-333E-5AD4-CE34C1653F19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Circle">
              <a:extLst>
                <a:ext uri="{FF2B5EF4-FFF2-40B4-BE49-F238E27FC236}">
                  <a16:creationId xmlns:a16="http://schemas.microsoft.com/office/drawing/2014/main" id="{0640EDFC-C054-3650-5AC6-C273162D0208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Circle">
              <a:extLst>
                <a:ext uri="{FF2B5EF4-FFF2-40B4-BE49-F238E27FC236}">
                  <a16:creationId xmlns:a16="http://schemas.microsoft.com/office/drawing/2014/main" id="{EC3ACA37-B612-49BD-7967-E9BF2F4DDDC0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Circle">
              <a:extLst>
                <a:ext uri="{FF2B5EF4-FFF2-40B4-BE49-F238E27FC236}">
                  <a16:creationId xmlns:a16="http://schemas.microsoft.com/office/drawing/2014/main" id="{D29A01C6-6EF1-56FF-B08E-09B0F4EBACCC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7" name="Circle">
              <a:extLst>
                <a:ext uri="{FF2B5EF4-FFF2-40B4-BE49-F238E27FC236}">
                  <a16:creationId xmlns:a16="http://schemas.microsoft.com/office/drawing/2014/main" id="{9CC07441-2BA1-123C-6DFC-946518C73587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8" name="Teardrop 1">
            <a:extLst>
              <a:ext uri="{FF2B5EF4-FFF2-40B4-BE49-F238E27FC236}">
                <a16:creationId xmlns:a16="http://schemas.microsoft.com/office/drawing/2014/main" id="{7D03CA87-F72D-9609-DF09-B1BABFB83231}"/>
              </a:ext>
            </a:extLst>
          </p:cNvPr>
          <p:cNvSpPr/>
          <p:nvPr/>
        </p:nvSpPr>
        <p:spPr>
          <a:xfrm rot="16200000" flipH="1" flipV="1">
            <a:off x="6114765" y="31375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" name="Teardrop 1">
            <a:extLst>
              <a:ext uri="{FF2B5EF4-FFF2-40B4-BE49-F238E27FC236}">
                <a16:creationId xmlns:a16="http://schemas.microsoft.com/office/drawing/2014/main" id="{004AD996-8381-802D-247C-E2A9539D1B88}"/>
              </a:ext>
            </a:extLst>
          </p:cNvPr>
          <p:cNvSpPr/>
          <p:nvPr/>
        </p:nvSpPr>
        <p:spPr>
          <a:xfrm rot="16200000" flipH="1" flipV="1">
            <a:off x="2643374" y="19057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0" name="Teardrop 1">
            <a:extLst>
              <a:ext uri="{FF2B5EF4-FFF2-40B4-BE49-F238E27FC236}">
                <a16:creationId xmlns:a16="http://schemas.microsoft.com/office/drawing/2014/main" id="{D178789C-E2FC-2ED9-D922-43D662F0A421}"/>
              </a:ext>
            </a:extLst>
          </p:cNvPr>
          <p:cNvSpPr/>
          <p:nvPr/>
        </p:nvSpPr>
        <p:spPr>
          <a:xfrm rot="16200000" flipH="1" flipV="1">
            <a:off x="2638186" y="21497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49FDD93E-A354-E727-7FE5-55FFBAB46303}"/>
              </a:ext>
            </a:extLst>
          </p:cNvPr>
          <p:cNvSpPr/>
          <p:nvPr/>
        </p:nvSpPr>
        <p:spPr>
          <a:xfrm rot="16200000" flipH="1" flipV="1">
            <a:off x="4641565" y="524296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AB4F5B-EA77-F717-CC2A-DAB95B6F2AAA}"/>
              </a:ext>
            </a:extLst>
          </p:cNvPr>
          <p:cNvSpPr txBox="1"/>
          <p:nvPr/>
        </p:nvSpPr>
        <p:spPr>
          <a:xfrm>
            <a:off x="3735598" y="1664912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107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3EA0-65CE-E4E6-EC1B-BE2C889E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256AFC2-14D4-2CAA-3C2A-E2682398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배드</a:t>
            </a:r>
            <a:r>
              <a:rPr lang="ko-KR" altLang="en-US" dirty="0"/>
              <a:t> 선택 무료 옵션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F0BEB189-AF1E-18C4-7F78-55716B512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0CED205-3961-EDB6-FEF3-63FC070FCC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B56E738-F417-06D9-FB30-80E58CB0C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57FB1F-8674-CCB3-8ED1-8C2AA832A1C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64DF73-9927-4A49-D737-0FB20A4C335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841953-5227-7F23-416B-9AB87E544B3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E8D9CDE-612A-C354-B7DD-C4DEFD88A8CF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E222AEE-ABA2-DF9F-276A-71CF7F615E4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DF8D0482-9CEE-B282-4C63-498E9636B0D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D7A96B5-3861-CB22-22FE-2C4B9C3B67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45" y="1944626"/>
            <a:ext cx="3098569" cy="2492487"/>
            <a:chOff x="4631581" y="1261242"/>
            <a:chExt cx="2632570" cy="1683203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B9BCADF-91C2-99A8-945E-FF9579B0403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31581" y="1496301"/>
              <a:ext cx="2632564" cy="14481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817FDC7-7F8B-DAC2-62A8-64103F9D6DD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31587" y="1261242"/>
              <a:ext cx="263256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배드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6734241-C8A1-FCE6-F5E3-B6E8188AF245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C5EE3CC-1128-4B08-94F1-3A99244EDC72}"/>
              </a:ext>
            </a:extLst>
          </p:cNvPr>
          <p:cNvSpPr txBox="1"/>
          <p:nvPr/>
        </p:nvSpPr>
        <p:spPr>
          <a:xfrm>
            <a:off x="2018860" y="2323473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배드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F1406A-CB49-3A0F-2BD5-0AB5882BDA3B}"/>
              </a:ext>
            </a:extLst>
          </p:cNvPr>
          <p:cNvSpPr/>
          <p:nvPr/>
        </p:nvSpPr>
        <p:spPr>
          <a:xfrm>
            <a:off x="3143672" y="418509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6685D8-814B-38ED-F6EA-A03DCD8A22DA}"/>
              </a:ext>
            </a:extLst>
          </p:cNvPr>
          <p:cNvSpPr/>
          <p:nvPr/>
        </p:nvSpPr>
        <p:spPr>
          <a:xfrm>
            <a:off x="3646682" y="418509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sp>
        <p:nvSpPr>
          <p:cNvPr id="80" name="Text Box">
            <a:extLst>
              <a:ext uri="{FF2B5EF4-FFF2-40B4-BE49-F238E27FC236}">
                <a16:creationId xmlns:a16="http://schemas.microsoft.com/office/drawing/2014/main" id="{6AAA42D3-E8A6-32AA-FC30-D171F13181D2}"/>
              </a:ext>
            </a:extLst>
          </p:cNvPr>
          <p:cNvSpPr>
            <a:spLocks/>
          </p:cNvSpPr>
          <p:nvPr/>
        </p:nvSpPr>
        <p:spPr bwMode="auto">
          <a:xfrm>
            <a:off x="2135560" y="2564904"/>
            <a:ext cx="2952589" cy="158244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싱글배드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Single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더블배드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|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Double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트윈배드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Twin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트리플배드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Triple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싱글더블배드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Single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-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double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더블더블배드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Double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double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tx1"/>
                </a:solidFill>
                <a:latin typeface="+mn-ea"/>
                <a:ea typeface="+mn-ea"/>
              </a:rPr>
              <a:t>이그젝큐티브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Executive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온돌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ondol</a:t>
            </a:r>
            <a:endParaRPr kumimoji="1"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5672F02-1F67-392B-60FF-86816E121131}"/>
              </a:ext>
            </a:extLst>
          </p:cNvPr>
          <p:cNvGrpSpPr/>
          <p:nvPr/>
        </p:nvGrpSpPr>
        <p:grpSpPr>
          <a:xfrm>
            <a:off x="4948699" y="2608755"/>
            <a:ext cx="139450" cy="1538594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0686A988-9C8B-65CE-DCEE-08A21886CB1E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8C2F82B8-E086-D288-C644-5322BED73A41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6A97B474-FF88-AA4C-A878-AF7D282A0D0C}"/>
              </a:ext>
            </a:extLst>
          </p:cNvPr>
          <p:cNvSpPr/>
          <p:nvPr/>
        </p:nvSpPr>
        <p:spPr>
          <a:xfrm>
            <a:off x="2125048" y="2608755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5" name="Click">
            <a:extLst>
              <a:ext uri="{FF2B5EF4-FFF2-40B4-BE49-F238E27FC236}">
                <a16:creationId xmlns:a16="http://schemas.microsoft.com/office/drawing/2014/main" id="{53ED65EE-F1F6-4DEB-8E96-33E6862E3A37}"/>
              </a:ext>
            </a:extLst>
          </p:cNvPr>
          <p:cNvGrpSpPr>
            <a:grpSpLocks noChangeAspect="1"/>
          </p:cNvGrpSpPr>
          <p:nvPr/>
        </p:nvGrpSpPr>
        <p:grpSpPr>
          <a:xfrm>
            <a:off x="4145796" y="2653394"/>
            <a:ext cx="299298" cy="426545"/>
            <a:chOff x="5294313" y="2197100"/>
            <a:chExt cx="530225" cy="755651"/>
          </a:xfrm>
        </p:grpSpPr>
        <p:sp>
          <p:nvSpPr>
            <p:cNvPr id="86" name="Arrow Cursor">
              <a:extLst>
                <a:ext uri="{FF2B5EF4-FFF2-40B4-BE49-F238E27FC236}">
                  <a16:creationId xmlns:a16="http://schemas.microsoft.com/office/drawing/2014/main" id="{65B66D77-5872-4C1D-084D-7E42D68CB4D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87" name="Click">
              <a:extLst>
                <a:ext uri="{FF2B5EF4-FFF2-40B4-BE49-F238E27FC236}">
                  <a16:creationId xmlns:a16="http://schemas.microsoft.com/office/drawing/2014/main" id="{A8A1609B-3952-7426-74A6-DA307B74D7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26" name="Click">
            <a:extLst>
              <a:ext uri="{FF2B5EF4-FFF2-40B4-BE49-F238E27FC236}">
                <a16:creationId xmlns:a16="http://schemas.microsoft.com/office/drawing/2014/main" id="{45AFF62E-6AD7-33A0-3026-D1C5228117BB}"/>
              </a:ext>
            </a:extLst>
          </p:cNvPr>
          <p:cNvGrpSpPr>
            <a:grpSpLocks noChangeAspect="1"/>
          </p:cNvGrpSpPr>
          <p:nvPr/>
        </p:nvGrpSpPr>
        <p:grpSpPr>
          <a:xfrm>
            <a:off x="3890020" y="4189572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206CE097-B1B7-662D-BB40-2ED14FEE78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29AB261D-6A0B-4DD5-9784-06EB0AD324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0" name="Teardrop 1">
            <a:extLst>
              <a:ext uri="{FF2B5EF4-FFF2-40B4-BE49-F238E27FC236}">
                <a16:creationId xmlns:a16="http://schemas.microsoft.com/office/drawing/2014/main" id="{0E2A8429-A2BA-8B0E-EAB3-868CF558A307}"/>
              </a:ext>
            </a:extLst>
          </p:cNvPr>
          <p:cNvSpPr/>
          <p:nvPr/>
        </p:nvSpPr>
        <p:spPr>
          <a:xfrm rot="16200000" flipH="1" flipV="1">
            <a:off x="1982402" y="30283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0" name="Teardrop 1">
            <a:extLst>
              <a:ext uri="{FF2B5EF4-FFF2-40B4-BE49-F238E27FC236}">
                <a16:creationId xmlns:a16="http://schemas.microsoft.com/office/drawing/2014/main" id="{95366E8E-71A4-CD16-67A8-76D232F35337}"/>
              </a:ext>
            </a:extLst>
          </p:cNvPr>
          <p:cNvSpPr/>
          <p:nvPr/>
        </p:nvSpPr>
        <p:spPr>
          <a:xfrm rot="16200000" flipH="1" flipV="1">
            <a:off x="2875660" y="30283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1" name="Teardrop 1">
            <a:extLst>
              <a:ext uri="{FF2B5EF4-FFF2-40B4-BE49-F238E27FC236}">
                <a16:creationId xmlns:a16="http://schemas.microsoft.com/office/drawing/2014/main" id="{75A39880-7570-19DB-D009-98C2904C48C2}"/>
              </a:ext>
            </a:extLst>
          </p:cNvPr>
          <p:cNvSpPr/>
          <p:nvPr/>
        </p:nvSpPr>
        <p:spPr>
          <a:xfrm rot="16200000" flipH="1" flipV="1">
            <a:off x="3404215" y="30283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2142625-14AB-2C1F-5CDB-CFEE147DAB7F}"/>
              </a:ext>
            </a:extLst>
          </p:cNvPr>
          <p:cNvSpPr txBox="1"/>
          <p:nvPr/>
        </p:nvSpPr>
        <p:spPr>
          <a:xfrm>
            <a:off x="3525863" y="2329726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가능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33" name="모서리가 둥근 직사각형 132">
            <a:extLst>
              <a:ext uri="{FF2B5EF4-FFF2-40B4-BE49-F238E27FC236}">
                <a16:creationId xmlns:a16="http://schemas.microsoft.com/office/drawing/2014/main" id="{893E91E9-CC99-D5F3-298F-4EFB5BCB1644}"/>
              </a:ext>
            </a:extLst>
          </p:cNvPr>
          <p:cNvSpPr/>
          <p:nvPr/>
        </p:nvSpPr>
        <p:spPr>
          <a:xfrm>
            <a:off x="2125048" y="3343446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DC9BAF38-7011-779D-7E3C-EA0D29EE0A09}"/>
              </a:ext>
            </a:extLst>
          </p:cNvPr>
          <p:cNvSpPr/>
          <p:nvPr/>
        </p:nvSpPr>
        <p:spPr>
          <a:xfrm rot="16200000" flipH="1" flipV="1">
            <a:off x="3564235" y="408752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AA6127-84B0-0EC7-B10A-7AEE2CF26010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A3479B-48DD-7360-E308-CA483D5E1B5D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801939-32AC-9FBF-C652-6A9B5832630F}"/>
              </a:ext>
            </a:extLst>
          </p:cNvPr>
          <p:cNvSpPr txBox="1"/>
          <p:nvPr/>
        </p:nvSpPr>
        <p:spPr>
          <a:xfrm>
            <a:off x="2343779" y="1602470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691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66CC1-F398-DA62-1328-CE0F7B73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6D4D0E3-E9FB-BB74-9DC9-61D53FCD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뷰 선택 무료 옵션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A266B2-E818-6AEE-838D-8E5A246BE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01DADD7-A92C-EBE8-789A-610C03970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E601B9C-93D4-A88F-D52B-41C8020D9A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7C9A39-7B20-5F3A-55CB-1BDBEE185EE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A285AC-60EC-C6A4-07B1-2A20D805DD1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3400D3-A4ED-5764-405B-BC17D8951F9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5FBE255-0134-8F18-2A8F-7F3889F9D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34074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666F8CB-3EBF-1648-2D5A-E5F276F217B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BBAE84-E0EC-AB25-A7D9-C186A9C37FE1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30736F6-0433-CC10-C49B-47546BB8B57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45" y="1944626"/>
            <a:ext cx="3098569" cy="2492487"/>
            <a:chOff x="4631581" y="1261242"/>
            <a:chExt cx="2632570" cy="1683203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065A1A9-8315-9A58-6F2E-FD9A7CD8F93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31581" y="1496301"/>
              <a:ext cx="2632564" cy="14481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2D09B4C-EBE9-DDC5-D296-63D45BEF97A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31587" y="1261242"/>
              <a:ext cx="263256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뷰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F6A2A0F-A244-B115-0AAA-6C1522F8522A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93E62CC-03B3-4099-5917-D8452B1100C0}"/>
              </a:ext>
            </a:extLst>
          </p:cNvPr>
          <p:cNvSpPr txBox="1"/>
          <p:nvPr/>
        </p:nvSpPr>
        <p:spPr>
          <a:xfrm>
            <a:off x="2018860" y="2323473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뷰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74CBC0-E062-5AD2-61B5-AD46166A081E}"/>
              </a:ext>
            </a:extLst>
          </p:cNvPr>
          <p:cNvSpPr/>
          <p:nvPr/>
        </p:nvSpPr>
        <p:spPr>
          <a:xfrm>
            <a:off x="3143672" y="419193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12C8BE-9D55-C570-0483-2980C40C790D}"/>
              </a:ext>
            </a:extLst>
          </p:cNvPr>
          <p:cNvSpPr/>
          <p:nvPr/>
        </p:nvSpPr>
        <p:spPr>
          <a:xfrm>
            <a:off x="3646682" y="419193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sp>
        <p:nvSpPr>
          <p:cNvPr id="80" name="Text Box">
            <a:extLst>
              <a:ext uri="{FF2B5EF4-FFF2-40B4-BE49-F238E27FC236}">
                <a16:creationId xmlns:a16="http://schemas.microsoft.com/office/drawing/2014/main" id="{2C43C686-A099-D7A6-AED4-0421C32633A4}"/>
              </a:ext>
            </a:extLst>
          </p:cNvPr>
          <p:cNvSpPr>
            <a:spLocks/>
          </p:cNvSpPr>
          <p:nvPr/>
        </p:nvSpPr>
        <p:spPr bwMode="auto">
          <a:xfrm>
            <a:off x="2135560" y="2571750"/>
            <a:ext cx="2952589" cy="158244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스텐다드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뷰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Single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Bed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가든 뷰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|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Garden View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풀 사이드 뷰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Poolside View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오션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뷰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Ocean View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253E502-157B-58CC-27A2-2833A56B247D}"/>
              </a:ext>
            </a:extLst>
          </p:cNvPr>
          <p:cNvGrpSpPr/>
          <p:nvPr/>
        </p:nvGrpSpPr>
        <p:grpSpPr>
          <a:xfrm>
            <a:off x="4948699" y="2615601"/>
            <a:ext cx="139450" cy="1538594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F725F725-376E-0671-D66B-3BF3062E85F1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E29B4D0D-6B87-8778-D56A-FCA956F10968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6476B696-8828-5155-0539-BF1A530A6BC5}"/>
              </a:ext>
            </a:extLst>
          </p:cNvPr>
          <p:cNvSpPr txBox="1"/>
          <p:nvPr/>
        </p:nvSpPr>
        <p:spPr>
          <a:xfrm>
            <a:off x="3527266" y="2306992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가능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391A3E52-2A9F-BD4E-4812-5F54C6F1C39A}"/>
              </a:ext>
            </a:extLst>
          </p:cNvPr>
          <p:cNvSpPr/>
          <p:nvPr/>
        </p:nvSpPr>
        <p:spPr>
          <a:xfrm>
            <a:off x="2125048" y="2615601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5" name="Click">
            <a:extLst>
              <a:ext uri="{FF2B5EF4-FFF2-40B4-BE49-F238E27FC236}">
                <a16:creationId xmlns:a16="http://schemas.microsoft.com/office/drawing/2014/main" id="{C8D3C1D8-7F11-EB6B-C7A8-F2E48F843DE0}"/>
              </a:ext>
            </a:extLst>
          </p:cNvPr>
          <p:cNvGrpSpPr>
            <a:grpSpLocks noChangeAspect="1"/>
          </p:cNvGrpSpPr>
          <p:nvPr/>
        </p:nvGrpSpPr>
        <p:grpSpPr>
          <a:xfrm>
            <a:off x="4145796" y="2660240"/>
            <a:ext cx="299298" cy="426545"/>
            <a:chOff x="5294313" y="2197100"/>
            <a:chExt cx="530225" cy="755651"/>
          </a:xfrm>
        </p:grpSpPr>
        <p:sp>
          <p:nvSpPr>
            <p:cNvPr id="86" name="Arrow Cursor">
              <a:extLst>
                <a:ext uri="{FF2B5EF4-FFF2-40B4-BE49-F238E27FC236}">
                  <a16:creationId xmlns:a16="http://schemas.microsoft.com/office/drawing/2014/main" id="{FFB020D9-2233-5210-9C38-18F8BD2F8D6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87" name="Click">
              <a:extLst>
                <a:ext uri="{FF2B5EF4-FFF2-40B4-BE49-F238E27FC236}">
                  <a16:creationId xmlns:a16="http://schemas.microsoft.com/office/drawing/2014/main" id="{C1A7284C-3944-8D87-2A9F-98060E08D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26" name="Click">
            <a:extLst>
              <a:ext uri="{FF2B5EF4-FFF2-40B4-BE49-F238E27FC236}">
                <a16:creationId xmlns:a16="http://schemas.microsoft.com/office/drawing/2014/main" id="{4505095E-CD84-0BD9-0617-555F62D2D78C}"/>
              </a:ext>
            </a:extLst>
          </p:cNvPr>
          <p:cNvGrpSpPr>
            <a:grpSpLocks noChangeAspect="1"/>
          </p:cNvGrpSpPr>
          <p:nvPr/>
        </p:nvGrpSpPr>
        <p:grpSpPr>
          <a:xfrm>
            <a:off x="3890020" y="4196418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235D2103-8410-8F52-C492-89FD473758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895A728F-A837-0CC0-5B8A-60EEB2C2CD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0" name="Teardrop 1">
            <a:extLst>
              <a:ext uri="{FF2B5EF4-FFF2-40B4-BE49-F238E27FC236}">
                <a16:creationId xmlns:a16="http://schemas.microsoft.com/office/drawing/2014/main" id="{0B998A15-F9D6-5EE8-590C-F01CB6F87B9A}"/>
              </a:ext>
            </a:extLst>
          </p:cNvPr>
          <p:cNvSpPr/>
          <p:nvPr/>
        </p:nvSpPr>
        <p:spPr>
          <a:xfrm rot="16200000" flipH="1" flipV="1">
            <a:off x="2019641" y="25199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72580A3-8814-04FB-62F1-23A37CC56537}"/>
              </a:ext>
            </a:extLst>
          </p:cNvPr>
          <p:cNvSpPr/>
          <p:nvPr/>
        </p:nvSpPr>
        <p:spPr>
          <a:xfrm>
            <a:off x="2125048" y="2980303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13C09A43-08DC-2AA8-FA71-9CF813038554}"/>
              </a:ext>
            </a:extLst>
          </p:cNvPr>
          <p:cNvSpPr/>
          <p:nvPr/>
        </p:nvSpPr>
        <p:spPr>
          <a:xfrm rot="16200000" flipH="1" flipV="1">
            <a:off x="3215750" y="25199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ECA1FFE3-EE19-C9A5-90E6-692260D6E615}"/>
              </a:ext>
            </a:extLst>
          </p:cNvPr>
          <p:cNvSpPr/>
          <p:nvPr/>
        </p:nvSpPr>
        <p:spPr>
          <a:xfrm rot="16200000" flipH="1" flipV="1">
            <a:off x="3802260" y="25199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3CD009DC-243F-7E5B-77DD-1267C6B2A86E}"/>
              </a:ext>
            </a:extLst>
          </p:cNvPr>
          <p:cNvSpPr/>
          <p:nvPr/>
        </p:nvSpPr>
        <p:spPr>
          <a:xfrm rot="16200000" flipH="1" flipV="1">
            <a:off x="3562226" y="407642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FF996A-04F4-8286-6A10-99EC78BA6CD4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F68D8B-9814-89CC-79F4-7B6AD85949CB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924C13-CE8D-6825-B0E8-B72EB81DBF1D}"/>
              </a:ext>
            </a:extLst>
          </p:cNvPr>
          <p:cNvSpPr txBox="1"/>
          <p:nvPr/>
        </p:nvSpPr>
        <p:spPr>
          <a:xfrm>
            <a:off x="2343779" y="1664912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59311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0341-5A1C-FD0A-4DAF-620C68C6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F6E8CFA-699E-417F-2923-A98D2EF92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객실 </a:t>
            </a:r>
            <a:r>
              <a:rPr lang="ko-KR" altLang="en-US" dirty="0" err="1"/>
              <a:t>어메니티</a:t>
            </a:r>
            <a:r>
              <a:rPr lang="ko-KR" altLang="en-US" dirty="0"/>
              <a:t> 선택 무료 옵션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A6CA5B5-6A16-41DD-2C16-58E875B67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28D21FF-539D-48C0-47AC-CCA52C7BAC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FF19080-1C2D-4BC6-C148-929EE2622B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9A3BD5-A01F-0E54-D134-395E387D453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4B9E75-CC4E-0338-526E-FEA51120BC3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808BB7-5305-C84F-27A2-C5075639827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7EF46B9-AC24-1315-30E0-E0BD65CD8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06478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서비스명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0CBD97A-49BC-B088-A5ED-E3F7F1D1C4F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47AC65B-E70D-8376-73C5-1FB300C2E8D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89851166-5178-4C97-92E5-38988A6F658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45" y="1944626"/>
            <a:ext cx="3098569" cy="2492487"/>
            <a:chOff x="4631581" y="1261242"/>
            <a:chExt cx="2632570" cy="1683203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B00058A-673D-1ED3-73AF-422EAA3BAAB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31581" y="1496301"/>
              <a:ext cx="2632564" cy="14481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ABA6F63-BC1E-C777-26E8-40292E5DC6E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31587" y="1261242"/>
              <a:ext cx="263256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</a:t>
              </a:r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어메니티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4DD7706-D7E9-0B35-539B-E0FBCAAAC9E1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CA10B4B-0089-4461-4CB2-7F4AF3DC9869}"/>
              </a:ext>
            </a:extLst>
          </p:cNvPr>
          <p:cNvSpPr txBox="1"/>
          <p:nvPr/>
        </p:nvSpPr>
        <p:spPr>
          <a:xfrm>
            <a:off x="2018860" y="2323473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객실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어메니티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FC34CE-9B2C-120F-1935-31413E5BE363}"/>
              </a:ext>
            </a:extLst>
          </p:cNvPr>
          <p:cNvSpPr/>
          <p:nvPr/>
        </p:nvSpPr>
        <p:spPr>
          <a:xfrm>
            <a:off x="3143672" y="419193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89006A-E808-C3DA-1305-A4AD36DA0FB5}"/>
              </a:ext>
            </a:extLst>
          </p:cNvPr>
          <p:cNvSpPr/>
          <p:nvPr/>
        </p:nvSpPr>
        <p:spPr>
          <a:xfrm>
            <a:off x="3646682" y="419193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sp>
        <p:nvSpPr>
          <p:cNvPr id="80" name="Text Box">
            <a:extLst>
              <a:ext uri="{FF2B5EF4-FFF2-40B4-BE49-F238E27FC236}">
                <a16:creationId xmlns:a16="http://schemas.microsoft.com/office/drawing/2014/main" id="{7F615B8F-B620-8A83-4850-0C6BF13B334C}"/>
              </a:ext>
            </a:extLst>
          </p:cNvPr>
          <p:cNvSpPr>
            <a:spLocks/>
          </p:cNvSpPr>
          <p:nvPr/>
        </p:nvSpPr>
        <p:spPr bwMode="auto">
          <a:xfrm>
            <a:off x="2135560" y="2571750"/>
            <a:ext cx="2952589" cy="158244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바디워시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 </a:t>
            </a:r>
            <a:r>
              <a:rPr kumimoji="0" lang="en" altLang="ko-KR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smoking 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면봉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|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Free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WIFI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금고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Safe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냉장고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refrigerator</a:t>
            </a:r>
          </a:p>
          <a:p>
            <a:pPr>
              <a:lnSpc>
                <a:spcPct val="150000"/>
              </a:lnSpc>
            </a:pPr>
            <a:r>
              <a:rPr kumimoji="0" lang="ko-KR" altLang="en-US" sz="8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 출력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자쿠지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kumimoji="1"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" altLang="ko-KR" sz="800" dirty="0">
                <a:solidFill>
                  <a:schemeClr val="tx1"/>
                </a:solidFill>
                <a:latin typeface="+mn-ea"/>
                <a:ea typeface="+mn-ea"/>
              </a:rPr>
              <a:t>jacuzzi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E881346-FB6D-C22E-57CA-AB85BB11799C}"/>
              </a:ext>
            </a:extLst>
          </p:cNvPr>
          <p:cNvGrpSpPr/>
          <p:nvPr/>
        </p:nvGrpSpPr>
        <p:grpSpPr>
          <a:xfrm>
            <a:off x="4948699" y="2615601"/>
            <a:ext cx="139450" cy="1538594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4A70220E-5C90-7125-7DEE-0D142C92BDD4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B2FEA960-B854-B480-3321-EE7103E5E036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88F76164-9AB2-ECDD-78D1-459EB443B5CC}"/>
              </a:ext>
            </a:extLst>
          </p:cNvPr>
          <p:cNvSpPr/>
          <p:nvPr/>
        </p:nvSpPr>
        <p:spPr>
          <a:xfrm>
            <a:off x="2125048" y="2615601"/>
            <a:ext cx="2708364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5" name="Click">
            <a:extLst>
              <a:ext uri="{FF2B5EF4-FFF2-40B4-BE49-F238E27FC236}">
                <a16:creationId xmlns:a16="http://schemas.microsoft.com/office/drawing/2014/main" id="{074AA81D-AB7D-E851-8F3F-6F96D00E4560}"/>
              </a:ext>
            </a:extLst>
          </p:cNvPr>
          <p:cNvGrpSpPr>
            <a:grpSpLocks noChangeAspect="1"/>
          </p:cNvGrpSpPr>
          <p:nvPr/>
        </p:nvGrpSpPr>
        <p:grpSpPr>
          <a:xfrm>
            <a:off x="4145796" y="2660240"/>
            <a:ext cx="299298" cy="426545"/>
            <a:chOff x="5294313" y="2197100"/>
            <a:chExt cx="530225" cy="755651"/>
          </a:xfrm>
        </p:grpSpPr>
        <p:sp>
          <p:nvSpPr>
            <p:cNvPr id="86" name="Arrow Cursor">
              <a:extLst>
                <a:ext uri="{FF2B5EF4-FFF2-40B4-BE49-F238E27FC236}">
                  <a16:creationId xmlns:a16="http://schemas.microsoft.com/office/drawing/2014/main" id="{AA06F576-EE28-1F43-DDD3-A5C39EFFE98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87" name="Click">
              <a:extLst>
                <a:ext uri="{FF2B5EF4-FFF2-40B4-BE49-F238E27FC236}">
                  <a16:creationId xmlns:a16="http://schemas.microsoft.com/office/drawing/2014/main" id="{ED7943F7-821B-7D33-5120-8727B41B7F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26" name="Click">
            <a:extLst>
              <a:ext uri="{FF2B5EF4-FFF2-40B4-BE49-F238E27FC236}">
                <a16:creationId xmlns:a16="http://schemas.microsoft.com/office/drawing/2014/main" id="{FA31C1A1-B66B-858D-6A06-A81F3B516F3A}"/>
              </a:ext>
            </a:extLst>
          </p:cNvPr>
          <p:cNvGrpSpPr>
            <a:grpSpLocks noChangeAspect="1"/>
          </p:cNvGrpSpPr>
          <p:nvPr/>
        </p:nvGrpSpPr>
        <p:grpSpPr>
          <a:xfrm>
            <a:off x="3890020" y="4196418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8B7434B6-F366-651C-3A7B-1729B72C98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300596A4-F905-93A2-29E6-3C5644B28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0" name="Teardrop 1">
            <a:extLst>
              <a:ext uri="{FF2B5EF4-FFF2-40B4-BE49-F238E27FC236}">
                <a16:creationId xmlns:a16="http://schemas.microsoft.com/office/drawing/2014/main" id="{D82E36AB-4DE8-F8B4-CEAA-200A8B123EBF}"/>
              </a:ext>
            </a:extLst>
          </p:cNvPr>
          <p:cNvSpPr/>
          <p:nvPr/>
        </p:nvSpPr>
        <p:spPr>
          <a:xfrm rot="16200000" flipH="1" flipV="1">
            <a:off x="2038657" y="24939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17D15-B63E-B8D5-989E-2F79651BC504}"/>
              </a:ext>
            </a:extLst>
          </p:cNvPr>
          <p:cNvSpPr txBox="1"/>
          <p:nvPr/>
        </p:nvSpPr>
        <p:spPr>
          <a:xfrm>
            <a:off x="3527266" y="2306992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가능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25DEC45A-3937-7AD1-CA1D-DDEAF0EF67AF}"/>
              </a:ext>
            </a:extLst>
          </p:cNvPr>
          <p:cNvSpPr/>
          <p:nvPr/>
        </p:nvSpPr>
        <p:spPr>
          <a:xfrm rot="16200000" flipH="1" flipV="1">
            <a:off x="3154173" y="24744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78BB5BA7-9C41-331A-C2EC-25188203600A}"/>
              </a:ext>
            </a:extLst>
          </p:cNvPr>
          <p:cNvSpPr/>
          <p:nvPr/>
        </p:nvSpPr>
        <p:spPr>
          <a:xfrm rot="16200000" flipH="1" flipV="1">
            <a:off x="3634464" y="247446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C306BDBD-B644-BBE3-D72D-8149C426D9C2}"/>
              </a:ext>
            </a:extLst>
          </p:cNvPr>
          <p:cNvSpPr/>
          <p:nvPr/>
        </p:nvSpPr>
        <p:spPr>
          <a:xfrm rot="16200000" flipH="1" flipV="1">
            <a:off x="3551337" y="410468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021841-F868-5E00-6656-E70CE141ED9B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4061FD-FDF0-07F3-10DF-8074E4860504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73AE45-D7D9-1AC0-4F62-0E50D9B5CC61}"/>
              </a:ext>
            </a:extLst>
          </p:cNvPr>
          <p:cNvSpPr txBox="1"/>
          <p:nvPr/>
        </p:nvSpPr>
        <p:spPr>
          <a:xfrm>
            <a:off x="2302312" y="1664912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1107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39CC-3550-7405-7585-C11F2993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8A92492-9C1A-517C-670B-7DAF5FC3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</a:t>
            </a:r>
            <a:r>
              <a:rPr lang="en-US" altLang="ko-KR" dirty="0"/>
              <a:t>/</a:t>
            </a:r>
            <a:r>
              <a:rPr lang="ko-KR" altLang="en-US" dirty="0"/>
              <a:t>호수 선택 팝업 </a:t>
            </a:r>
            <a:r>
              <a:rPr lang="en-US" altLang="ko-KR" dirty="0"/>
              <a:t>(</a:t>
            </a:r>
            <a:r>
              <a:rPr lang="ko-KR" altLang="en-US" dirty="0"/>
              <a:t>등록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D41277B-D142-E26C-B6C5-CCBEEB059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A0752DD-3CDB-1691-A31F-F54695959D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46490C1-8475-9273-F8CF-9087B84ABB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8B6D2C-2793-C2EB-FD05-24F478544B4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699752-91E5-15D2-8973-3DC49EC9B72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629BB8-9C6C-1D35-A2E8-96048EB6736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8856EB7-67C6-71FA-5BC3-62F832029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47471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입력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7DB2C58-3817-9397-BA1C-ABDC6390599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D84E069-D508-0823-13F9-081849F16E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1C950B0D-5E80-3BB9-AA34-F17FF2E9C30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245413" y="1124743"/>
            <a:ext cx="6330650" cy="1298798"/>
            <a:chOff x="1885578" y="1261242"/>
            <a:chExt cx="5378573" cy="877092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9E278F0-096B-0A19-369A-FCE81A8968C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885578" y="1496300"/>
              <a:ext cx="5378567" cy="64203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19079E4-908C-22F6-3955-376073E70C4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885578" y="1261242"/>
              <a:ext cx="537857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A4EBB14-4367-7815-62CD-B6A61766E53F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C74FFEA-BDB0-A49A-BC15-889A92061ECF}"/>
              </a:ext>
            </a:extLst>
          </p:cNvPr>
          <p:cNvSpPr txBox="1"/>
          <p:nvPr/>
        </p:nvSpPr>
        <p:spPr>
          <a:xfrm>
            <a:off x="2327553" y="1550236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층</a:t>
            </a:r>
            <a:r>
              <a:rPr kumimoji="1" lang="en-US" altLang="ko-KR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설정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493D0A-CE4B-9D23-90C6-799627015364}"/>
              </a:ext>
            </a:extLst>
          </p:cNvPr>
          <p:cNvSpPr/>
          <p:nvPr/>
        </p:nvSpPr>
        <p:spPr>
          <a:xfrm>
            <a:off x="5232090" y="216838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62D9B9-7CF6-724C-56CA-FFBC8D186027}"/>
              </a:ext>
            </a:extLst>
          </p:cNvPr>
          <p:cNvSpPr/>
          <p:nvPr/>
        </p:nvSpPr>
        <p:spPr>
          <a:xfrm>
            <a:off x="7897806" y="1575547"/>
            <a:ext cx="554189" cy="158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신규 층 추가</a:t>
            </a:r>
          </a:p>
        </p:txBody>
      </p:sp>
      <p:sp>
        <p:nvSpPr>
          <p:cNvPr id="70" name="Teardrop 1">
            <a:extLst>
              <a:ext uri="{FF2B5EF4-FFF2-40B4-BE49-F238E27FC236}">
                <a16:creationId xmlns:a16="http://schemas.microsoft.com/office/drawing/2014/main" id="{CC82D1E8-DF10-4FA0-0E1E-B437C924E3AD}"/>
              </a:ext>
            </a:extLst>
          </p:cNvPr>
          <p:cNvSpPr/>
          <p:nvPr/>
        </p:nvSpPr>
        <p:spPr>
          <a:xfrm rot="16200000" flipH="1" flipV="1">
            <a:off x="7781665" y="145869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3F0110DF-1159-7BB9-33AF-C5A36848F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844267"/>
              </p:ext>
            </p:extLst>
          </p:nvPr>
        </p:nvGraphicFramePr>
        <p:xfrm>
          <a:off x="2403323" y="1869988"/>
          <a:ext cx="6048672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8672">
                  <a:extLst>
                    <a:ext uri="{9D8B030D-6E8A-4147-A177-3AD203B41FA5}">
                      <a16:colId xmlns:a16="http://schemas.microsoft.com/office/drawing/2014/main" val="343093171"/>
                    </a:ext>
                  </a:extLst>
                </a:gridCol>
              </a:tblGrid>
              <a:tr h="1556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선택한 층과 호수가 존재하지 않습니다</a:t>
                      </a:r>
                      <a:r>
                        <a:rPr lang="en-US" altLang="ko-KR" sz="800" b="0" kern="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 신규 층 추가 버튼을 눌러 입력 해주세요</a:t>
                      </a:r>
                      <a:r>
                        <a:rPr lang="en-US" altLang="ko-KR" sz="800" b="0" kern="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800712"/>
                  </a:ext>
                </a:extLst>
              </a:tr>
            </a:tbl>
          </a:graphicData>
        </a:graphic>
      </p:graphicFrame>
      <p:grpSp>
        <p:nvGrpSpPr>
          <p:cNvPr id="7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60C03C8-7A52-2121-BDFF-56F0ED04BFA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245413" y="3031043"/>
            <a:ext cx="6330650" cy="2630206"/>
            <a:chOff x="1885578" y="1261242"/>
            <a:chExt cx="5378573" cy="1776205"/>
          </a:xfrm>
        </p:grpSpPr>
        <p:sp>
          <p:nvSpPr>
            <p:cNvPr id="7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9D0BB75-6BFE-68BC-90B7-7D8ECF5B913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885578" y="1496300"/>
              <a:ext cx="5378567" cy="15411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4218D94-0767-E583-98F3-58A1D023699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885578" y="1261242"/>
              <a:ext cx="537857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7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3F959BB-4506-6454-1E34-E99D26D93E14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A44054A-B9FC-4BDA-2E07-D6454D184CC7}"/>
              </a:ext>
            </a:extLst>
          </p:cNvPr>
          <p:cNvSpPr txBox="1"/>
          <p:nvPr/>
        </p:nvSpPr>
        <p:spPr>
          <a:xfrm>
            <a:off x="2327553" y="3456535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층</a:t>
            </a:r>
            <a:r>
              <a:rPr kumimoji="1" lang="en-US" altLang="ko-KR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설정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F90AEA7-F7BD-BF9C-4B6E-D693FE53E3B0}"/>
              </a:ext>
            </a:extLst>
          </p:cNvPr>
          <p:cNvSpPr/>
          <p:nvPr/>
        </p:nvSpPr>
        <p:spPr>
          <a:xfrm>
            <a:off x="5232090" y="542052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0626908-EF04-2D39-E107-186C7A52F2F3}"/>
              </a:ext>
            </a:extLst>
          </p:cNvPr>
          <p:cNvSpPr/>
          <p:nvPr/>
        </p:nvSpPr>
        <p:spPr>
          <a:xfrm>
            <a:off x="7897806" y="3481846"/>
            <a:ext cx="554189" cy="158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신규 층 추가</a:t>
            </a: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0D1DFBB8-3F18-00CD-57E5-25897C4B8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15984"/>
              </p:ext>
            </p:extLst>
          </p:nvPr>
        </p:nvGraphicFramePr>
        <p:xfrm>
          <a:off x="2403323" y="3776287"/>
          <a:ext cx="6048672" cy="144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4309317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81440336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30620071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9176699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325727"/>
                    </a:ext>
                  </a:extLst>
                </a:gridCol>
              </a:tblGrid>
              <a:tr h="144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69452"/>
                  </a:ext>
                </a:extLst>
              </a:tr>
            </a:tbl>
          </a:graphicData>
        </a:graphic>
      </p:graphicFrame>
      <p:grpSp>
        <p:nvGrpSpPr>
          <p:cNvPr id="93" name="그룹 92">
            <a:extLst>
              <a:ext uri="{FF2B5EF4-FFF2-40B4-BE49-F238E27FC236}">
                <a16:creationId xmlns:a16="http://schemas.microsoft.com/office/drawing/2014/main" id="{304566D1-CCDE-4EA2-7F91-CE541A953DD3}"/>
              </a:ext>
            </a:extLst>
          </p:cNvPr>
          <p:cNvGrpSpPr/>
          <p:nvPr/>
        </p:nvGrpSpPr>
        <p:grpSpPr>
          <a:xfrm>
            <a:off x="7070723" y="4008165"/>
            <a:ext cx="95246" cy="1050880"/>
            <a:chOff x="3622653" y="2609508"/>
            <a:chExt cx="139450" cy="1538594"/>
          </a:xfrm>
        </p:grpSpPr>
        <p:sp>
          <p:nvSpPr>
            <p:cNvPr id="94" name="모서리가 둥근 직사각형 93">
              <a:extLst>
                <a:ext uri="{FF2B5EF4-FFF2-40B4-BE49-F238E27FC236}">
                  <a16:creationId xmlns:a16="http://schemas.microsoft.com/office/drawing/2014/main" id="{F1F18C0C-198F-6E6E-CA02-20394CD87F8B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5" name="모서리가 둥근 직사각형 94">
              <a:extLst>
                <a:ext uri="{FF2B5EF4-FFF2-40B4-BE49-F238E27FC236}">
                  <a16:creationId xmlns:a16="http://schemas.microsoft.com/office/drawing/2014/main" id="{1C7914B0-9BF3-8851-9011-CE0694D120B2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16920C1A-FE68-7780-907F-D33DB2220FE3}"/>
              </a:ext>
            </a:extLst>
          </p:cNvPr>
          <p:cNvSpPr/>
          <p:nvPr/>
        </p:nvSpPr>
        <p:spPr>
          <a:xfrm>
            <a:off x="5567444" y="3900400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층을 먼저 선택 하세요</a:t>
            </a:r>
            <a:r>
              <a:rPr kumimoji="0" lang="en-US" altLang="ko-KR" sz="800" kern="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.</a:t>
            </a:r>
            <a:endParaRPr kumimoji="1" lang="en" altLang="ko-KR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BDFC04CE-FDA8-AB64-4376-E575414DDBAF}"/>
              </a:ext>
            </a:extLst>
          </p:cNvPr>
          <p:cNvGrpSpPr/>
          <p:nvPr/>
        </p:nvGrpSpPr>
        <p:grpSpPr>
          <a:xfrm>
            <a:off x="4626682" y="4013363"/>
            <a:ext cx="95246" cy="1050880"/>
            <a:chOff x="3622653" y="2609508"/>
            <a:chExt cx="139450" cy="1538594"/>
          </a:xfrm>
        </p:grpSpPr>
        <p:sp>
          <p:nvSpPr>
            <p:cNvPr id="98" name="모서리가 둥근 직사각형 97">
              <a:extLst>
                <a:ext uri="{FF2B5EF4-FFF2-40B4-BE49-F238E27FC236}">
                  <a16:creationId xmlns:a16="http://schemas.microsoft.com/office/drawing/2014/main" id="{808C0927-19FA-172A-F470-11F5FDCBC9BE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9" name="모서리가 둥근 직사각형 98">
              <a:extLst>
                <a:ext uri="{FF2B5EF4-FFF2-40B4-BE49-F238E27FC236}">
                  <a16:creationId xmlns:a16="http://schemas.microsoft.com/office/drawing/2014/main" id="{10CC9CC0-13D4-E297-CAD9-091DB2CABF32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18B1D1EA-9393-DA60-E3ED-EC7CE0B106F1}"/>
              </a:ext>
            </a:extLst>
          </p:cNvPr>
          <p:cNvSpPr/>
          <p:nvPr/>
        </p:nvSpPr>
        <p:spPr>
          <a:xfrm>
            <a:off x="3123403" y="3905598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가든층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Garden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Floor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LF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로비층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Lobby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미들층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iddle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 | 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1F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441414D-5B8E-356E-692B-F686A1AA48EF}"/>
              </a:ext>
            </a:extLst>
          </p:cNvPr>
          <p:cNvSpPr txBox="1"/>
          <p:nvPr/>
        </p:nvSpPr>
        <p:spPr>
          <a:xfrm>
            <a:off x="3572168" y="3795676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불가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89F0EAD2-F1FE-8871-F418-459294C87627}"/>
              </a:ext>
            </a:extLst>
          </p:cNvPr>
          <p:cNvSpPr/>
          <p:nvPr/>
        </p:nvSpPr>
        <p:spPr>
          <a:xfrm>
            <a:off x="7486787" y="4441083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6121CF4A-A568-D1FF-0C08-962C761EA895}"/>
              </a:ext>
            </a:extLst>
          </p:cNvPr>
          <p:cNvSpPr/>
          <p:nvPr/>
        </p:nvSpPr>
        <p:spPr>
          <a:xfrm>
            <a:off x="7948187" y="4441083"/>
            <a:ext cx="391138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E29D6144-3AD9-5092-01E7-53BC170959E7}"/>
              </a:ext>
            </a:extLst>
          </p:cNvPr>
          <p:cNvCxnSpPr>
            <a:cxnSpLocks/>
            <a:stCxn id="44" idx="3"/>
            <a:endCxn id="92" idx="3"/>
          </p:cNvCxnSpPr>
          <p:nvPr/>
        </p:nvCxnSpPr>
        <p:spPr>
          <a:xfrm>
            <a:off x="8451995" y="1654747"/>
            <a:ext cx="12700" cy="28416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4C94E6E-491B-B2B0-F758-EDB8AD0CC884}"/>
              </a:ext>
            </a:extLst>
          </p:cNvPr>
          <p:cNvSpPr txBox="1"/>
          <p:nvPr/>
        </p:nvSpPr>
        <p:spPr>
          <a:xfrm>
            <a:off x="4626826" y="1191058"/>
            <a:ext cx="11144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신규 등록 초기 상태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95E8C6F-7FA9-A589-DD1A-5C89C34A5ECB}"/>
              </a:ext>
            </a:extLst>
          </p:cNvPr>
          <p:cNvSpPr txBox="1"/>
          <p:nvPr/>
        </p:nvSpPr>
        <p:spPr>
          <a:xfrm>
            <a:off x="4439275" y="3101744"/>
            <a:ext cx="14895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신규 층 추가 후 등록 전 상태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3B0B26-EED5-C723-04DD-864FD6D31032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186D32-DA2C-4967-ED2B-8F7BD5E13DB6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B1FBE-6C04-5992-2EDB-F259B3504E73}"/>
              </a:ext>
            </a:extLst>
          </p:cNvPr>
          <p:cNvSpPr txBox="1"/>
          <p:nvPr/>
        </p:nvSpPr>
        <p:spPr>
          <a:xfrm>
            <a:off x="4080984" y="2698653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4887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97E7-2982-AED3-2E07-7B7E55B05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BBCC2FE-483B-9B06-1309-89F1700A3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</a:t>
            </a:r>
            <a:r>
              <a:rPr lang="en-US" altLang="ko-KR" dirty="0"/>
              <a:t>/</a:t>
            </a:r>
            <a:r>
              <a:rPr lang="ko-KR" altLang="en-US" dirty="0"/>
              <a:t>호수 선택 팝업 </a:t>
            </a:r>
            <a:r>
              <a:rPr lang="en-US" altLang="ko-KR" dirty="0"/>
              <a:t>(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ECE426E-A6CF-23E9-9EC1-D9138D00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C9E8790-4DB9-3C77-1BD5-4B2D57DCF1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D58F103-EF93-E915-AE09-E601CD2F4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31A871-0F0D-7E79-77AF-8DF75C19BD2E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FFF7F2-4444-A71B-1E9D-5CB534A10BD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D646CB-DADE-A2E0-F3D7-F1BBAA2EAEE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527A787-BFA5-2C41-6304-E785F5335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9373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 버튼 클릭 시 수정 입력 폼으로 수정 적용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버튼 클릭 시 수정내역 저장 후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view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폼 변경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삭제버튼 클릭 시 해당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row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층별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셀렉트된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호수 전체 합계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19FC3C16-45AE-1E3E-88AB-126628A882E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 타입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16DA5F2-FACD-7897-5468-DA3632CF48C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60829DCF-EDE0-E49C-99C5-CC4F5CD3400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245413" y="1159997"/>
            <a:ext cx="6330650" cy="5005309"/>
            <a:chOff x="1885578" y="1261242"/>
            <a:chExt cx="5378573" cy="3380137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E134ADA6-8CD9-78E5-DDB4-1C17CB98480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885578" y="1496300"/>
              <a:ext cx="5378567" cy="314507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7B7A286-3920-11BD-B6FB-822CE064692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885578" y="1261242"/>
              <a:ext cx="537857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9583A7C-1F5C-AFA1-D0C4-200ABCB242CF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43CC4DB-3196-5CA1-BE83-B910A4FF1F9A}"/>
              </a:ext>
            </a:extLst>
          </p:cNvPr>
          <p:cNvSpPr txBox="1"/>
          <p:nvPr/>
        </p:nvSpPr>
        <p:spPr>
          <a:xfrm>
            <a:off x="2327553" y="1585489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층</a:t>
            </a:r>
            <a:r>
              <a:rPr kumimoji="1" lang="en-US" altLang="ko-KR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설정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9E38E5-0B60-F996-5335-1DDFDF5BE22C}"/>
              </a:ext>
            </a:extLst>
          </p:cNvPr>
          <p:cNvSpPr/>
          <p:nvPr/>
        </p:nvSpPr>
        <p:spPr>
          <a:xfrm>
            <a:off x="5232090" y="593328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BA08C34-1715-76CA-2110-B98B79396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043142"/>
              </p:ext>
            </p:extLst>
          </p:nvPr>
        </p:nvGraphicFramePr>
        <p:xfrm>
          <a:off x="2403323" y="2089249"/>
          <a:ext cx="6048672" cy="3756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4309317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81440336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30620071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9176699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325727"/>
                    </a:ext>
                  </a:extLst>
                </a:gridCol>
              </a:tblGrid>
              <a:tr h="8756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1F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001 | 001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001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002 | 002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002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003 | 003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003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004 | 004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004 room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800712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69452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3F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001 | 001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001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002 | 002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002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003 | 003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003 room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004 | 004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| 004 room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108212"/>
                  </a:ext>
                </a:extLst>
              </a:tr>
            </a:tbl>
          </a:graphicData>
        </a:graphic>
      </p:graphicFrame>
      <p:grpSp>
        <p:nvGrpSpPr>
          <p:cNvPr id="81" name="그룹 80">
            <a:extLst>
              <a:ext uri="{FF2B5EF4-FFF2-40B4-BE49-F238E27FC236}">
                <a16:creationId xmlns:a16="http://schemas.microsoft.com/office/drawing/2014/main" id="{AD3EE105-E665-8C5E-671E-0B8F1746DA85}"/>
              </a:ext>
            </a:extLst>
          </p:cNvPr>
          <p:cNvGrpSpPr/>
          <p:nvPr/>
        </p:nvGrpSpPr>
        <p:grpSpPr>
          <a:xfrm>
            <a:off x="7070723" y="3182854"/>
            <a:ext cx="95246" cy="1050880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3E594945-B187-994F-5DCF-1B85DAE23E63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53DEBF63-CDBF-FF71-1A65-CEAF9B4C174D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49F9570-0DDC-007B-8FE5-855A985C41A0}"/>
              </a:ext>
            </a:extLst>
          </p:cNvPr>
          <p:cNvSpPr/>
          <p:nvPr/>
        </p:nvSpPr>
        <p:spPr>
          <a:xfrm>
            <a:off x="5567444" y="3075089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001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001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002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002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003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003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004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004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004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005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005 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0005 room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A09DF8EF-7E00-4DE0-835A-956F2017A0A1}"/>
              </a:ext>
            </a:extLst>
          </p:cNvPr>
          <p:cNvSpPr/>
          <p:nvPr/>
        </p:nvSpPr>
        <p:spPr>
          <a:xfrm>
            <a:off x="5612835" y="3339259"/>
            <a:ext cx="1409973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32564DA-093F-D1DA-7559-6E4DDC32E15A}"/>
              </a:ext>
            </a:extLst>
          </p:cNvPr>
          <p:cNvGrpSpPr/>
          <p:nvPr/>
        </p:nvGrpSpPr>
        <p:grpSpPr>
          <a:xfrm>
            <a:off x="4626682" y="3188052"/>
            <a:ext cx="95246" cy="1050880"/>
            <a:chOff x="3622653" y="2609508"/>
            <a:chExt cx="139450" cy="1538594"/>
          </a:xfrm>
        </p:grpSpPr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DF30BE7A-E3F0-B410-9124-8E3DFEE5C3C0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C95F7253-9687-C6D7-F371-E33690B165B6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02CA67F-2DC4-293F-3140-CF6E02D3D9DB}"/>
              </a:ext>
            </a:extLst>
          </p:cNvPr>
          <p:cNvSpPr/>
          <p:nvPr/>
        </p:nvSpPr>
        <p:spPr>
          <a:xfrm>
            <a:off x="3123403" y="3080287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가든층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Garden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Floor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LF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로비층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Lobby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미들층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iddle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 | 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1F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093DF01-38F0-F39C-660B-EB3B7D3690F3}"/>
              </a:ext>
            </a:extLst>
          </p:cNvPr>
          <p:cNvSpPr/>
          <p:nvPr/>
        </p:nvSpPr>
        <p:spPr>
          <a:xfrm>
            <a:off x="3168794" y="3908476"/>
            <a:ext cx="1409973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5" name="Click">
            <a:extLst>
              <a:ext uri="{FF2B5EF4-FFF2-40B4-BE49-F238E27FC236}">
                <a16:creationId xmlns:a16="http://schemas.microsoft.com/office/drawing/2014/main" id="{6854BDCD-C957-4E70-B8ED-65FC6D11F2D1}"/>
              </a:ext>
            </a:extLst>
          </p:cNvPr>
          <p:cNvGrpSpPr>
            <a:grpSpLocks noChangeAspect="1"/>
          </p:cNvGrpSpPr>
          <p:nvPr/>
        </p:nvGrpSpPr>
        <p:grpSpPr>
          <a:xfrm>
            <a:off x="6788432" y="3712298"/>
            <a:ext cx="299298" cy="426545"/>
            <a:chOff x="5294313" y="2197100"/>
            <a:chExt cx="530225" cy="755651"/>
          </a:xfrm>
        </p:grpSpPr>
        <p:sp>
          <p:nvSpPr>
            <p:cNvPr id="86" name="Arrow Cursor">
              <a:extLst>
                <a:ext uri="{FF2B5EF4-FFF2-40B4-BE49-F238E27FC236}">
                  <a16:creationId xmlns:a16="http://schemas.microsoft.com/office/drawing/2014/main" id="{A0765F2B-30B2-6C9D-95E0-565779900D2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87" name="Click">
              <a:extLst>
                <a:ext uri="{FF2B5EF4-FFF2-40B4-BE49-F238E27FC236}">
                  <a16:creationId xmlns:a16="http://schemas.microsoft.com/office/drawing/2014/main" id="{9A6C162A-979C-53DB-3ADD-06EC9E005F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26" name="Click">
            <a:extLst>
              <a:ext uri="{FF2B5EF4-FFF2-40B4-BE49-F238E27FC236}">
                <a16:creationId xmlns:a16="http://schemas.microsoft.com/office/drawing/2014/main" id="{AA3886C8-D078-B9EA-58F2-83F4C3A5638D}"/>
              </a:ext>
            </a:extLst>
          </p:cNvPr>
          <p:cNvGrpSpPr>
            <a:grpSpLocks noChangeAspect="1"/>
          </p:cNvGrpSpPr>
          <p:nvPr/>
        </p:nvGrpSpPr>
        <p:grpSpPr>
          <a:xfrm>
            <a:off x="4393490" y="3943723"/>
            <a:ext cx="299298" cy="426545"/>
            <a:chOff x="5294313" y="2197100"/>
            <a:chExt cx="530225" cy="755651"/>
          </a:xfrm>
        </p:grpSpPr>
        <p:sp>
          <p:nvSpPr>
            <p:cNvPr id="27" name="Arrow Cursor">
              <a:extLst>
                <a:ext uri="{FF2B5EF4-FFF2-40B4-BE49-F238E27FC236}">
                  <a16:creationId xmlns:a16="http://schemas.microsoft.com/office/drawing/2014/main" id="{3E52F748-1D27-F53B-0868-61F912B18D8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8" name="Click">
              <a:extLst>
                <a:ext uri="{FF2B5EF4-FFF2-40B4-BE49-F238E27FC236}">
                  <a16:creationId xmlns:a16="http://schemas.microsoft.com/office/drawing/2014/main" id="{DDD7F9E7-1DD5-6E06-59A1-266C81F5F1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37189285-005F-CE48-9B63-DDE4A0F9389C}"/>
              </a:ext>
            </a:extLst>
          </p:cNvPr>
          <p:cNvSpPr/>
          <p:nvPr/>
        </p:nvSpPr>
        <p:spPr>
          <a:xfrm>
            <a:off x="5612835" y="3712298"/>
            <a:ext cx="1409973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E9E3C639-566F-709E-4F00-A614F0450573}"/>
              </a:ext>
            </a:extLst>
          </p:cNvPr>
          <p:cNvSpPr/>
          <p:nvPr/>
        </p:nvSpPr>
        <p:spPr>
          <a:xfrm>
            <a:off x="5612835" y="3152740"/>
            <a:ext cx="1409973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ECE3B1-89F0-D048-3E69-745BF1DA6396}"/>
              </a:ext>
            </a:extLst>
          </p:cNvPr>
          <p:cNvSpPr txBox="1"/>
          <p:nvPr/>
        </p:nvSpPr>
        <p:spPr>
          <a:xfrm>
            <a:off x="6180380" y="2965167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가능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9F811B-3914-5675-2D63-157613F0E286}"/>
              </a:ext>
            </a:extLst>
          </p:cNvPr>
          <p:cNvSpPr txBox="1"/>
          <p:nvPr/>
        </p:nvSpPr>
        <p:spPr>
          <a:xfrm>
            <a:off x="3572168" y="2970365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불가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96DDDB-46CD-A3D8-7885-28821E549700}"/>
              </a:ext>
            </a:extLst>
          </p:cNvPr>
          <p:cNvSpPr/>
          <p:nvPr/>
        </p:nvSpPr>
        <p:spPr>
          <a:xfrm>
            <a:off x="7486787" y="361577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F8DC58C-7AE3-84AA-12A4-6090B6ACF6D8}"/>
              </a:ext>
            </a:extLst>
          </p:cNvPr>
          <p:cNvSpPr/>
          <p:nvPr/>
        </p:nvSpPr>
        <p:spPr>
          <a:xfrm>
            <a:off x="7948187" y="3615772"/>
            <a:ext cx="391138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B0AD7A7-E87A-AE2E-AC43-1BE43D50001B}"/>
              </a:ext>
            </a:extLst>
          </p:cNvPr>
          <p:cNvSpPr/>
          <p:nvPr/>
        </p:nvSpPr>
        <p:spPr>
          <a:xfrm>
            <a:off x="7486787" y="2413014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0A8F2BB-881D-162F-AABD-2D055F55A370}"/>
              </a:ext>
            </a:extLst>
          </p:cNvPr>
          <p:cNvSpPr/>
          <p:nvPr/>
        </p:nvSpPr>
        <p:spPr>
          <a:xfrm>
            <a:off x="7948187" y="241301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7F4D90D-F771-9859-169C-495460ED874C}"/>
              </a:ext>
            </a:extLst>
          </p:cNvPr>
          <p:cNvSpPr/>
          <p:nvPr/>
        </p:nvSpPr>
        <p:spPr>
          <a:xfrm>
            <a:off x="7897806" y="1610800"/>
            <a:ext cx="554189" cy="158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신규 층 추가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432FA23-FA9E-1722-2041-5645DFA9F369}"/>
              </a:ext>
            </a:extLst>
          </p:cNvPr>
          <p:cNvSpPr/>
          <p:nvPr/>
        </p:nvSpPr>
        <p:spPr>
          <a:xfrm>
            <a:off x="7486787" y="5053168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C2A4A0B-14B7-7B13-D9A1-63A2FF737518}"/>
              </a:ext>
            </a:extLst>
          </p:cNvPr>
          <p:cNvSpPr/>
          <p:nvPr/>
        </p:nvSpPr>
        <p:spPr>
          <a:xfrm>
            <a:off x="7948187" y="505316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6BD88835-53A1-B50B-F26E-FA2AFDD5610E}"/>
              </a:ext>
            </a:extLst>
          </p:cNvPr>
          <p:cNvGrpSpPr>
            <a:grpSpLocks noChangeAspect="1"/>
          </p:cNvGrpSpPr>
          <p:nvPr/>
        </p:nvGrpSpPr>
        <p:grpSpPr>
          <a:xfrm>
            <a:off x="8162240" y="2460197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7F336691-63E3-CAB1-607D-83E5BA74ED7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8717BB94-6889-FE10-DACD-1A9B8AA0D1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48" name="꺾인 연결선[E] 47">
            <a:extLst>
              <a:ext uri="{FF2B5EF4-FFF2-40B4-BE49-F238E27FC236}">
                <a16:creationId xmlns:a16="http://schemas.microsoft.com/office/drawing/2014/main" id="{E1D6A41E-0155-E6D8-16EF-66F682DCA9FC}"/>
              </a:ext>
            </a:extLst>
          </p:cNvPr>
          <p:cNvCxnSpPr>
            <a:stCxn id="43" idx="3"/>
            <a:endCxn id="10" idx="3"/>
          </p:cNvCxnSpPr>
          <p:nvPr/>
        </p:nvCxnSpPr>
        <p:spPr>
          <a:xfrm>
            <a:off x="8339325" y="2485014"/>
            <a:ext cx="112670" cy="1482238"/>
          </a:xfrm>
          <a:prstGeom prst="bentConnector3">
            <a:avLst>
              <a:gd name="adj1" fmla="val 30289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ardrop 1">
            <a:extLst>
              <a:ext uri="{FF2B5EF4-FFF2-40B4-BE49-F238E27FC236}">
                <a16:creationId xmlns:a16="http://schemas.microsoft.com/office/drawing/2014/main" id="{5EFB9ECC-3CF4-3F4C-EFC7-31969939DDE7}"/>
              </a:ext>
            </a:extLst>
          </p:cNvPr>
          <p:cNvSpPr/>
          <p:nvPr/>
        </p:nvSpPr>
        <p:spPr>
          <a:xfrm rot="16200000" flipH="1" flipV="1">
            <a:off x="7853763" y="22908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D1358FA2-44B3-3856-C71E-49EF38F5DEDC}"/>
              </a:ext>
            </a:extLst>
          </p:cNvPr>
          <p:cNvSpPr/>
          <p:nvPr/>
        </p:nvSpPr>
        <p:spPr>
          <a:xfrm rot="16200000" flipH="1" flipV="1">
            <a:off x="7869619" y="34959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ardrop 1">
            <a:extLst>
              <a:ext uri="{FF2B5EF4-FFF2-40B4-BE49-F238E27FC236}">
                <a16:creationId xmlns:a16="http://schemas.microsoft.com/office/drawing/2014/main" id="{8E31EF9C-E04C-AF1B-D792-A9C3B9FF76C7}"/>
              </a:ext>
            </a:extLst>
          </p:cNvPr>
          <p:cNvSpPr/>
          <p:nvPr/>
        </p:nvSpPr>
        <p:spPr>
          <a:xfrm rot="16200000" flipH="1" flipV="1">
            <a:off x="7404491" y="495472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E866613-E10C-B0E6-F34A-78B3FE7062EA}"/>
              </a:ext>
            </a:extLst>
          </p:cNvPr>
          <p:cNvSpPr/>
          <p:nvPr/>
        </p:nvSpPr>
        <p:spPr bwMode="auto">
          <a:xfrm>
            <a:off x="-106106" y="139391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B94341C-A7F4-3B08-B026-5621EE73A9F9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35735A-508F-77DB-1D73-973C7ED2DDD1}"/>
              </a:ext>
            </a:extLst>
          </p:cNvPr>
          <p:cNvSpPr txBox="1"/>
          <p:nvPr/>
        </p:nvSpPr>
        <p:spPr>
          <a:xfrm>
            <a:off x="2401882" y="1829004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총 선택 호수</a:t>
            </a:r>
            <a:r>
              <a:rPr kumimoji="1"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</a:t>
            </a:r>
            <a:r>
              <a:rPr kumimoji="1"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n</a:t>
            </a:r>
            <a:r>
              <a:rPr kumimoji="1"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개</a:t>
            </a:r>
            <a:endParaRPr kumimoji="1" lang="ko-Kore-KR" altLang="en-US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ardrop 1">
            <a:extLst>
              <a:ext uri="{FF2B5EF4-FFF2-40B4-BE49-F238E27FC236}">
                <a16:creationId xmlns:a16="http://schemas.microsoft.com/office/drawing/2014/main" id="{C40E3168-38CF-BB09-B37D-48C315A3C4EF}"/>
              </a:ext>
            </a:extLst>
          </p:cNvPr>
          <p:cNvSpPr/>
          <p:nvPr/>
        </p:nvSpPr>
        <p:spPr>
          <a:xfrm rot="16200000" flipH="1" flipV="1">
            <a:off x="2266563" y="17508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BBA248-2D6E-889E-21E7-2F125EA7CF26}"/>
              </a:ext>
            </a:extLst>
          </p:cNvPr>
          <p:cNvSpPr txBox="1"/>
          <p:nvPr/>
        </p:nvSpPr>
        <p:spPr>
          <a:xfrm>
            <a:off x="3873780" y="1206889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0094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5CAE-05A2-CAEE-7B8F-BEC9037C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E47B57-272D-CC4F-77A8-31ECC083100C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무료 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옵션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CA798-4F57-2F0A-9B5A-D2BF02DEB742}"/>
              </a:ext>
            </a:extLst>
          </p:cNvPr>
          <p:cNvSpPr txBox="1"/>
          <p:nvPr/>
        </p:nvSpPr>
        <p:spPr>
          <a:xfrm>
            <a:off x="2554805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625149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A3FD-ED94-8635-0640-038D93B5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71171FF-4351-BF06-EC75-E4BF38DC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무료 옵션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1642EA9-BC1A-D2CC-9E19-508AEFF42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 </a:t>
            </a:r>
            <a:r>
              <a:rPr lang="ko-KR" altLang="en-US" dirty="0"/>
              <a:t>무료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AE16233-3F4E-BEC0-0149-3FC0C6EDC8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E09CE0-6960-F87F-5DA7-374DBA8158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69D64E-D5CF-817E-EEA2-581A0F9CE5E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E37973-1A89-0C3F-8B53-4F5B3B60EE2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4116DF-39FE-0DD7-55E4-921D2A88649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8B2C00B-E178-5C5F-8F8D-5C64B5F4F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59524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19BCA86-3E62-B8E1-34BB-163B5265EAC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A98BDDDF-E058-1DA4-685F-9F3A84750D0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D6B48E84-3570-9FC2-4773-539AF37D5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797640"/>
              </p:ext>
            </p:extLst>
          </p:nvPr>
        </p:nvGraphicFramePr>
        <p:xfrm>
          <a:off x="1448266" y="908719"/>
          <a:ext cx="7816085" cy="1000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191908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전체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모든 박수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없음</a:t>
                      </a: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86734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050031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AAADF70-FD28-9AAD-A2EC-AB388BB0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962230"/>
              </p:ext>
            </p:extLst>
          </p:nvPr>
        </p:nvGraphicFramePr>
        <p:xfrm>
          <a:off x="1447441" y="2264845"/>
          <a:ext cx="7814439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324">
                  <a:extLst>
                    <a:ext uri="{9D8B030D-6E8A-4147-A177-3AD203B41FA5}">
                      <a16:colId xmlns:a16="http://schemas.microsoft.com/office/drawing/2014/main" val="3461749064"/>
                    </a:ext>
                  </a:extLst>
                </a:gridCol>
                <a:gridCol w="1123324">
                  <a:extLst>
                    <a:ext uri="{9D8B030D-6E8A-4147-A177-3AD203B41FA5}">
                      <a16:colId xmlns:a16="http://schemas.microsoft.com/office/drawing/2014/main" val="3833910930"/>
                    </a:ext>
                  </a:extLst>
                </a:gridCol>
                <a:gridCol w="816963">
                  <a:extLst>
                    <a:ext uri="{9D8B030D-6E8A-4147-A177-3AD203B41FA5}">
                      <a16:colId xmlns:a16="http://schemas.microsoft.com/office/drawing/2014/main" val="2561150151"/>
                    </a:ext>
                  </a:extLst>
                </a:gridCol>
                <a:gridCol w="816963">
                  <a:extLst>
                    <a:ext uri="{9D8B030D-6E8A-4147-A177-3AD203B41FA5}">
                      <a16:colId xmlns:a16="http://schemas.microsoft.com/office/drawing/2014/main" val="1717449669"/>
                    </a:ext>
                  </a:extLst>
                </a:gridCol>
                <a:gridCol w="1834663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코드명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서비스명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적용박수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Laundry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세탁 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어매니티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28D631-0EFF-A4B3-32F3-DDBDAF1451B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6F96576-EC43-55BA-6209-182BD147EDAF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02EA6E-A4B0-374D-D94D-B7CF076312E4}"/>
              </a:ext>
            </a:extLst>
          </p:cNvPr>
          <p:cNvSpPr/>
          <p:nvPr/>
        </p:nvSpPr>
        <p:spPr>
          <a:xfrm>
            <a:off x="8616280" y="2034912"/>
            <a:ext cx="645601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무료 옵션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82DDCFAB-639A-6901-63B5-531AD8A18229}"/>
              </a:ext>
            </a:extLst>
          </p:cNvPr>
          <p:cNvSpPr txBox="1"/>
          <p:nvPr/>
        </p:nvSpPr>
        <p:spPr>
          <a:xfrm>
            <a:off x="4702956" y="526363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6F8BD0-05C6-CA85-5582-D641224D1C25}"/>
              </a:ext>
            </a:extLst>
          </p:cNvPr>
          <p:cNvGrpSpPr/>
          <p:nvPr/>
        </p:nvGrpSpPr>
        <p:grpSpPr>
          <a:xfrm>
            <a:off x="1446413" y="2012222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DBB1DF-1C37-FC33-B15C-7D62D50B7CE1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D059B2E-DEAB-1ECE-921B-DBEB9A98CA5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227C4CD-6CDF-F0AD-C495-BBD9F7182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3193CAEC-2F36-1F14-0C02-2527816537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EBAC21FF-041C-B1AF-489F-3647A6B3D7A5}"/>
              </a:ext>
            </a:extLst>
          </p:cNvPr>
          <p:cNvSpPr/>
          <p:nvPr/>
        </p:nvSpPr>
        <p:spPr>
          <a:xfrm rot="16200000" flipH="1" flipV="1">
            <a:off x="8463772" y="194265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35B2397B-5963-F731-B53C-FF80342A5303}"/>
              </a:ext>
            </a:extLst>
          </p:cNvPr>
          <p:cNvGrpSpPr>
            <a:grpSpLocks noChangeAspect="1"/>
          </p:cNvGrpSpPr>
          <p:nvPr/>
        </p:nvGrpSpPr>
        <p:grpSpPr>
          <a:xfrm>
            <a:off x="2440101" y="2490512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7D985887-7153-69B1-F982-0CA5BEE26DA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93327954-1223-19E7-5B7E-40A48C4DD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8BF4A73C-E249-7FE3-E4AC-AC0D29558630}"/>
              </a:ext>
            </a:extLst>
          </p:cNvPr>
          <p:cNvSpPr/>
          <p:nvPr/>
        </p:nvSpPr>
        <p:spPr>
          <a:xfrm rot="16200000" flipH="1" flipV="1">
            <a:off x="1995850" y="240339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 Box">
            <a:extLst>
              <a:ext uri="{FF2B5EF4-FFF2-40B4-BE49-F238E27FC236}">
                <a16:creationId xmlns:a16="http://schemas.microsoft.com/office/drawing/2014/main" id="{39F0D65F-D649-3F58-7D54-29CBD5F45A31}"/>
              </a:ext>
            </a:extLst>
          </p:cNvPr>
          <p:cNvSpPr>
            <a:spLocks/>
          </p:cNvSpPr>
          <p:nvPr/>
        </p:nvSpPr>
        <p:spPr bwMode="auto">
          <a:xfrm>
            <a:off x="2721031" y="1207840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옵션코드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B67BC3C-72E4-F191-3D32-66F484EE55B9}"/>
              </a:ext>
            </a:extLst>
          </p:cNvPr>
          <p:cNvGrpSpPr/>
          <p:nvPr/>
        </p:nvGrpSpPr>
        <p:grpSpPr>
          <a:xfrm>
            <a:off x="2721031" y="1468559"/>
            <a:ext cx="784289" cy="600754"/>
            <a:chOff x="1150747" y="2868764"/>
            <a:chExt cx="784289" cy="600754"/>
          </a:xfrm>
        </p:grpSpPr>
        <p:sp>
          <p:nvSpPr>
            <p:cNvPr id="26" name="Text Box">
              <a:extLst>
                <a:ext uri="{FF2B5EF4-FFF2-40B4-BE49-F238E27FC236}">
                  <a16:creationId xmlns:a16="http://schemas.microsoft.com/office/drawing/2014/main" id="{57E21AC8-A7E0-25E2-2057-9CCF067D1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60075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구분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조식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Chevron Left">
              <a:extLst>
                <a:ext uri="{FF2B5EF4-FFF2-40B4-BE49-F238E27FC236}">
                  <a16:creationId xmlns:a16="http://schemas.microsoft.com/office/drawing/2014/main" id="{1A361920-8FBA-F03E-6B93-1F7546AFB74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63587" y="292518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Text Box">
            <a:extLst>
              <a:ext uri="{FF2B5EF4-FFF2-40B4-BE49-F238E27FC236}">
                <a16:creationId xmlns:a16="http://schemas.microsoft.com/office/drawing/2014/main" id="{59787688-B452-5AE1-0DBD-BADDBB0C6C57}"/>
              </a:ext>
            </a:extLst>
          </p:cNvPr>
          <p:cNvSpPr>
            <a:spLocks/>
          </p:cNvSpPr>
          <p:nvPr/>
        </p:nvSpPr>
        <p:spPr bwMode="auto">
          <a:xfrm>
            <a:off x="6548615" y="1207840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BD1E6A-1BDD-35B0-015A-E5067ED8DA6E}"/>
              </a:ext>
            </a:extLst>
          </p:cNvPr>
          <p:cNvSpPr/>
          <p:nvPr/>
        </p:nvSpPr>
        <p:spPr bwMode="auto">
          <a:xfrm>
            <a:off x="-106106" y="188991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60AB7-E236-7961-9B0D-D4CB7A69C9BA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660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12B6-1C4A-F765-5478-2209CDA0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F6B88FD-7D07-10CE-8D7A-8E5B53AA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무료 옵션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97BBA1D6-1F93-10AD-FF24-25D86A629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 </a:t>
            </a:r>
            <a:r>
              <a:rPr lang="ko-KR" altLang="en-US" dirty="0"/>
              <a:t>무료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4546AE4-30F0-D4D0-0D4C-2C50719358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985EF1C-C5FF-467C-56E1-C9F3BC86A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0D3750-AB37-D899-5FB7-CCFCBABBE99E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BABF71-A03B-0C4F-A7F0-B191F6C8C313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74606A-2AB1-710D-0118-DA60A6E09F2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0F11111-1E63-1D80-4592-894515FE7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85719"/>
              </p:ext>
            </p:extLst>
          </p:nvPr>
        </p:nvGraphicFramePr>
        <p:xfrm>
          <a:off x="9406740" y="440717"/>
          <a:ext cx="2785260" cy="3367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가격 유형이 무료 옵션일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입력 필드 비활성화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및 입력 내용 저장 후 리스트 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099C25C-E082-213E-3DD0-4FCF71CF796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916A3DB-2ED2-6E54-D066-5FB2074676EB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966D39-8F53-1D7F-A874-273FF7409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85265"/>
              </p:ext>
            </p:extLst>
          </p:nvPr>
        </p:nvGraphicFramePr>
        <p:xfrm>
          <a:off x="1513108" y="1052736"/>
          <a:ext cx="7746199" cy="1802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587243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67719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모든 박수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없음</a:t>
                      </a: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시스템에서 등록 후 생성 됩니다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0187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0B6C72E-1D6E-9FC9-3FF7-8C1C2AB191CC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4F830EDA-54CD-25D6-44E6-1AF839C0F098}"/>
              </a:ext>
            </a:extLst>
          </p:cNvPr>
          <p:cNvSpPr>
            <a:spLocks/>
          </p:cNvSpPr>
          <p:nvPr/>
        </p:nvSpPr>
        <p:spPr bwMode="auto">
          <a:xfrm>
            <a:off x="2780110" y="1409152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60C685AF-04E5-90AA-33B6-4F027611B1C4}"/>
              </a:ext>
            </a:extLst>
          </p:cNvPr>
          <p:cNvSpPr>
            <a:spLocks/>
          </p:cNvSpPr>
          <p:nvPr/>
        </p:nvSpPr>
        <p:spPr bwMode="auto">
          <a:xfrm>
            <a:off x="2780110" y="1709334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서비스명을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B5B5AF08-6355-98A2-0FFA-97ADE9A694D0}"/>
              </a:ext>
            </a:extLst>
          </p:cNvPr>
          <p:cNvSpPr>
            <a:spLocks/>
          </p:cNvSpPr>
          <p:nvPr/>
        </p:nvSpPr>
        <p:spPr bwMode="auto">
          <a:xfrm>
            <a:off x="5571306" y="1709334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서비스명을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DBDE58-F918-BB6F-9437-D59A9F7B1BC1}"/>
              </a:ext>
            </a:extLst>
          </p:cNvPr>
          <p:cNvSpPr/>
          <p:nvPr/>
        </p:nvSpPr>
        <p:spPr>
          <a:xfrm>
            <a:off x="5702120" y="1409152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3634CB-5562-4922-8F7F-AA15AE2F6F55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60E9E51-3C46-A648-C9AD-BE81D4C409BC}"/>
              </a:ext>
            </a:extLst>
          </p:cNvPr>
          <p:cNvGrpSpPr/>
          <p:nvPr/>
        </p:nvGrpSpPr>
        <p:grpSpPr>
          <a:xfrm>
            <a:off x="2777147" y="2022784"/>
            <a:ext cx="784289" cy="614251"/>
            <a:chOff x="1150747" y="2868764"/>
            <a:chExt cx="784289" cy="614251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E9E91761-BB1A-CCAF-577B-46B580A01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61425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구분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조식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60D6A4B6-FB8C-0A6C-CC86-CAE02F289AC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63587" y="292518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ardrop 1">
            <a:extLst>
              <a:ext uri="{FF2B5EF4-FFF2-40B4-BE49-F238E27FC236}">
                <a16:creationId xmlns:a16="http://schemas.microsoft.com/office/drawing/2014/main" id="{440E5882-F9D0-584B-7531-6D0FAD9D797C}"/>
              </a:ext>
            </a:extLst>
          </p:cNvPr>
          <p:cNvSpPr/>
          <p:nvPr/>
        </p:nvSpPr>
        <p:spPr>
          <a:xfrm rot="16200000" flipH="1" flipV="1">
            <a:off x="5603836" y="13126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254327-2F94-327C-2A8A-25174E6DDC73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C825D8-6624-5549-905A-A3BAFB2B29FB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E5A5B45C-5D88-3C18-1833-78EAA9085D4F}"/>
              </a:ext>
            </a:extLst>
          </p:cNvPr>
          <p:cNvSpPr/>
          <p:nvPr/>
        </p:nvSpPr>
        <p:spPr>
          <a:xfrm rot="16200000" flipH="1" flipV="1">
            <a:off x="5500475" y="63085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1764146F-4C1F-2F7B-F5B6-CA9888DB18F8}"/>
              </a:ext>
            </a:extLst>
          </p:cNvPr>
          <p:cNvSpPr>
            <a:spLocks/>
          </p:cNvSpPr>
          <p:nvPr/>
        </p:nvSpPr>
        <p:spPr bwMode="auto">
          <a:xfrm>
            <a:off x="6761321" y="2300228"/>
            <a:ext cx="122765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4D5F609-BA6B-626E-9728-02018B6206D0}"/>
              </a:ext>
            </a:extLst>
          </p:cNvPr>
          <p:cNvGrpSpPr/>
          <p:nvPr/>
        </p:nvGrpSpPr>
        <p:grpSpPr>
          <a:xfrm>
            <a:off x="8055429" y="2296717"/>
            <a:ext cx="525772" cy="691801"/>
            <a:chOff x="1150747" y="2868763"/>
            <a:chExt cx="525772" cy="691801"/>
          </a:xfrm>
        </p:grpSpPr>
        <p:sp>
          <p:nvSpPr>
            <p:cNvPr id="30" name="Text Box">
              <a:extLst>
                <a:ext uri="{FF2B5EF4-FFF2-40B4-BE49-F238E27FC236}">
                  <a16:creationId xmlns:a16="http://schemas.microsoft.com/office/drawing/2014/main" id="{2EA1627E-09D7-FEC3-9D68-D8FE617B2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3"/>
              <a:ext cx="525772" cy="69180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EA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SET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TIME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SERVICE</a:t>
              </a:r>
            </a:p>
          </p:txBody>
        </p:sp>
        <p:sp>
          <p:nvSpPr>
            <p:cNvPr id="34" name="Chevron Left">
              <a:extLst>
                <a:ext uri="{FF2B5EF4-FFF2-40B4-BE49-F238E27FC236}">
                  <a16:creationId xmlns:a16="http://schemas.microsoft.com/office/drawing/2014/main" id="{C0B5D625-7CD4-3E69-4974-0C7067841BE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456061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718AFA-6CF8-540E-45BC-3F96099E6656}"/>
              </a:ext>
            </a:extLst>
          </p:cNvPr>
          <p:cNvSpPr/>
          <p:nvPr/>
        </p:nvSpPr>
        <p:spPr bwMode="auto">
          <a:xfrm>
            <a:off x="-106106" y="188991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94F94E-6F8E-A70D-033F-05B85B512923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4787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43E0A-A992-362E-9089-EB76CA25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B6D493A-07D4-5BDB-E45F-E3408177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무료 옵션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A77FB92-FDAA-2C11-D7F1-6A8B1D084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</a:t>
            </a:r>
            <a:r>
              <a:rPr lang="ko-KR" altLang="en-US" dirty="0"/>
              <a:t> 무료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01DCA85-8D6A-0F92-A1D2-D1DB7BEF27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E07938C-03D6-D813-14EF-3A5BEAFBAC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094A49-FBE8-5072-D9EE-8E46EF01E8B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53B110-6E3E-F9AE-640B-3A8107AE452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371ECE-E1DF-E499-935D-3E20C9E95FB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D82869B-A3C1-34E0-622B-008702D22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65353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 삭제 제한 처리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D6251E4-A2C1-6F72-68B9-49E0097D9AD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무료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B6DFE42-4BC9-BE7C-9148-E8DE6714174D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D51F797-1C36-FE18-5DF9-2F2E45F82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645369"/>
              </p:ext>
            </p:extLst>
          </p:nvPr>
        </p:nvGraphicFramePr>
        <p:xfrm>
          <a:off x="1513108" y="1052736"/>
          <a:ext cx="7746199" cy="1802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587243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7195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Garden View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◎ 모든 박수  ◉ 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39316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E4728BC-B5E8-D4A7-3E39-EDD8478B80D8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4FB7F80F-F574-A367-E0A7-A892043EE22D}"/>
              </a:ext>
            </a:extLst>
          </p:cNvPr>
          <p:cNvSpPr>
            <a:spLocks/>
          </p:cNvSpPr>
          <p:nvPr/>
        </p:nvSpPr>
        <p:spPr bwMode="auto">
          <a:xfrm>
            <a:off x="2780110" y="170814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가든 뷰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6CEE9EA3-B293-D2AC-FCDC-1B42C06B28A9}"/>
              </a:ext>
            </a:extLst>
          </p:cNvPr>
          <p:cNvSpPr>
            <a:spLocks/>
          </p:cNvSpPr>
          <p:nvPr/>
        </p:nvSpPr>
        <p:spPr bwMode="auto">
          <a:xfrm>
            <a:off x="5571306" y="170814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Garden View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331604-3761-4D33-7FBB-1579568A3BCA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DEC3E164-67B3-0A8C-D223-7D81DF5F5484}"/>
              </a:ext>
            </a:extLst>
          </p:cNvPr>
          <p:cNvGrpSpPr/>
          <p:nvPr/>
        </p:nvGrpSpPr>
        <p:grpSpPr>
          <a:xfrm>
            <a:off x="2791431" y="2013903"/>
            <a:ext cx="784289" cy="179714"/>
            <a:chOff x="1150747" y="2868764"/>
            <a:chExt cx="784289" cy="179714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25A08059-95FD-7381-E923-790E122F8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17971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E32FE40E-60DD-B244-0A90-B2C98DBA707E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813248" y="291191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29A396-5C78-ABC0-007F-BCE74A4D4EEA}"/>
              </a:ext>
            </a:extLst>
          </p:cNvPr>
          <p:cNvSpPr/>
          <p:nvPr/>
        </p:nvSpPr>
        <p:spPr>
          <a:xfrm>
            <a:off x="461308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61F20F-B2EA-298C-0815-2D26905C9115}"/>
              </a:ext>
            </a:extLst>
          </p:cNvPr>
          <p:cNvSpPr/>
          <p:nvPr/>
        </p:nvSpPr>
        <p:spPr>
          <a:xfrm>
            <a:off x="522439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395577-D9A3-119A-2218-7CA4EA681DCD}"/>
              </a:ext>
            </a:extLst>
          </p:cNvPr>
          <p:cNvSpPr/>
          <p:nvPr/>
        </p:nvSpPr>
        <p:spPr>
          <a:xfrm>
            <a:off x="583569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6E510158-8BE6-F33D-82FE-EB4CC1C36724}"/>
              </a:ext>
            </a:extLst>
          </p:cNvPr>
          <p:cNvSpPr/>
          <p:nvPr/>
        </p:nvSpPr>
        <p:spPr>
          <a:xfrm rot="16200000" flipH="1" flipV="1">
            <a:off x="575760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 Box">
            <a:extLst>
              <a:ext uri="{FF2B5EF4-FFF2-40B4-BE49-F238E27FC236}">
                <a16:creationId xmlns:a16="http://schemas.microsoft.com/office/drawing/2014/main" id="{67AEB970-4586-B794-6785-3F5956E0606B}"/>
              </a:ext>
            </a:extLst>
          </p:cNvPr>
          <p:cNvSpPr>
            <a:spLocks/>
          </p:cNvSpPr>
          <p:nvPr/>
        </p:nvSpPr>
        <p:spPr bwMode="auto">
          <a:xfrm>
            <a:off x="6761320" y="2311066"/>
            <a:ext cx="34279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C940864-BDBA-B27D-B6EC-B6C9B2A14B8E}"/>
              </a:ext>
            </a:extLst>
          </p:cNvPr>
          <p:cNvGrpSpPr/>
          <p:nvPr/>
        </p:nvGrpSpPr>
        <p:grpSpPr>
          <a:xfrm>
            <a:off x="7141703" y="2307555"/>
            <a:ext cx="414976" cy="187285"/>
            <a:chOff x="1150747" y="2868763"/>
            <a:chExt cx="414976" cy="187285"/>
          </a:xfrm>
        </p:grpSpPr>
        <p:sp>
          <p:nvSpPr>
            <p:cNvPr id="5" name="Text Box">
              <a:extLst>
                <a:ext uri="{FF2B5EF4-FFF2-40B4-BE49-F238E27FC236}">
                  <a16:creationId xmlns:a16="http://schemas.microsoft.com/office/drawing/2014/main" id="{A445446D-94F9-7971-56D3-E11FAB23F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3"/>
              <a:ext cx="414976" cy="18728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EA</a:t>
              </a:r>
            </a:p>
          </p:txBody>
        </p:sp>
        <p:sp>
          <p:nvSpPr>
            <p:cNvPr id="6" name="Chevron Left">
              <a:extLst>
                <a:ext uri="{FF2B5EF4-FFF2-40B4-BE49-F238E27FC236}">
                  <a16:creationId xmlns:a16="http://schemas.microsoft.com/office/drawing/2014/main" id="{89EDC7F3-DB0D-D5CE-139B-B7D7C53F9B3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423416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4B851C-950C-8FA2-39C5-CB1D7F7E3CD6}"/>
              </a:ext>
            </a:extLst>
          </p:cNvPr>
          <p:cNvSpPr/>
          <p:nvPr/>
        </p:nvSpPr>
        <p:spPr bwMode="auto">
          <a:xfrm>
            <a:off x="-106106" y="1889914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DF9A95-9649-F816-6C11-7244B1A39E7D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3478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88F8-8972-213A-83DA-670120CD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07A17FB-71AC-757A-0F56-2D2E1FCF1362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유료 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옵션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6529C-6864-A7DF-1CAF-0BA87C3F8944}"/>
              </a:ext>
            </a:extLst>
          </p:cNvPr>
          <p:cNvSpPr txBox="1"/>
          <p:nvPr/>
        </p:nvSpPr>
        <p:spPr>
          <a:xfrm>
            <a:off x="2554805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2566481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2C2C-8B09-C7E9-DA71-C974841B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2B95EFA-A066-FDF6-ED55-0625A8B8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DBFC37B-6E93-E667-6E09-39B8CFB63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</a:t>
            </a:r>
            <a:r>
              <a:rPr lang="ko-KR" altLang="en-US" dirty="0"/>
              <a:t> 유료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D3A83FF-5F50-D55E-988F-35F046E08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DAC6F6E-11FB-868D-9C54-F1E74A244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3C243E-C13D-A02D-4D89-7D6CE9D3044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223727-2CE3-0F06-16FF-2C3D8D236EC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767DA4-DF84-0F8E-E6CC-01CFB69CAB4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724D01-2822-7CE0-FEF4-630C5506B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9465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9D28792-1980-594C-751C-4484B41DB78A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E3290BA-542E-BAB3-3D14-C77189AA568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F768F2AB-6436-7220-D6B5-EC9BE3B83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343630"/>
              </p:ext>
            </p:extLst>
          </p:nvPr>
        </p:nvGraphicFramePr>
        <p:xfrm>
          <a:off x="1448266" y="908718"/>
          <a:ext cx="7816085" cy="1007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8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64898"/>
                  </a:ext>
                </a:extLst>
              </a:tr>
              <a:tr h="2518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 옵션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8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전체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모든 박수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없음</a:t>
                      </a: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867343"/>
                  </a:ext>
                </a:extLst>
              </a:tr>
              <a:tr h="2518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050031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DD9BFF70-BB18-6499-F3C0-6AB42300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931156"/>
              </p:ext>
            </p:extLst>
          </p:nvPr>
        </p:nvGraphicFramePr>
        <p:xfrm>
          <a:off x="1447441" y="2264845"/>
          <a:ext cx="7814441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126">
                  <a:extLst>
                    <a:ext uri="{9D8B030D-6E8A-4147-A177-3AD203B41FA5}">
                      <a16:colId xmlns:a16="http://schemas.microsoft.com/office/drawing/2014/main" val="3461749064"/>
                    </a:ext>
                  </a:extLst>
                </a:gridCol>
                <a:gridCol w="855126">
                  <a:extLst>
                    <a:ext uri="{9D8B030D-6E8A-4147-A177-3AD203B41FA5}">
                      <a16:colId xmlns:a16="http://schemas.microsoft.com/office/drawing/2014/main" val="3833910930"/>
                    </a:ext>
                  </a:extLst>
                </a:gridCol>
                <a:gridCol w="932865">
                  <a:extLst>
                    <a:ext uri="{9D8B030D-6E8A-4147-A177-3AD203B41FA5}">
                      <a16:colId xmlns:a16="http://schemas.microsoft.com/office/drawing/2014/main" val="3376928408"/>
                    </a:ext>
                  </a:extLst>
                </a:gridCol>
                <a:gridCol w="932865">
                  <a:extLst>
                    <a:ext uri="{9D8B030D-6E8A-4147-A177-3AD203B41FA5}">
                      <a16:colId xmlns:a16="http://schemas.microsoft.com/office/drawing/2014/main" val="1100929381"/>
                    </a:ext>
                  </a:extLst>
                </a:gridCol>
                <a:gridCol w="621910">
                  <a:extLst>
                    <a:ext uri="{9D8B030D-6E8A-4147-A177-3AD203B41FA5}">
                      <a16:colId xmlns:a16="http://schemas.microsoft.com/office/drawing/2014/main" val="2561150151"/>
                    </a:ext>
                  </a:extLst>
                </a:gridCol>
                <a:gridCol w="621910">
                  <a:extLst>
                    <a:ext uri="{9D8B030D-6E8A-4147-A177-3AD203B41FA5}">
                      <a16:colId xmlns:a16="http://schemas.microsoft.com/office/drawing/2014/main" val="1717449669"/>
                    </a:ext>
                  </a:extLst>
                </a:gridCol>
                <a:gridCol w="1396630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코드명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서비스명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요금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적용박수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Laundry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세탁 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어매니티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해당 없음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 코드출력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옵션 유형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모든박수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66FF2D5-56F3-3B51-14B8-5468C137F066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63FFD5-1351-5867-3026-781338DCA1C1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A01DEC7-7E78-5400-F259-C23414A27043}"/>
              </a:ext>
            </a:extLst>
          </p:cNvPr>
          <p:cNvSpPr/>
          <p:nvPr/>
        </p:nvSpPr>
        <p:spPr>
          <a:xfrm>
            <a:off x="8616280" y="2000294"/>
            <a:ext cx="645601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유료 옵션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7C3D7E1B-A1EB-1033-6217-622197845E99}"/>
              </a:ext>
            </a:extLst>
          </p:cNvPr>
          <p:cNvSpPr txBox="1"/>
          <p:nvPr/>
        </p:nvSpPr>
        <p:spPr>
          <a:xfrm>
            <a:off x="4702956" y="526363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CB0F08D-6A4E-8289-3BB3-F19D8E56D74A}"/>
              </a:ext>
            </a:extLst>
          </p:cNvPr>
          <p:cNvGrpSpPr/>
          <p:nvPr/>
        </p:nvGrpSpPr>
        <p:grpSpPr>
          <a:xfrm>
            <a:off x="1446413" y="1977604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3A40D47-7066-3355-64C1-6AE98C3BEA36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508E183-FC1E-5919-AAF2-41E384C0768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A4D7D56A-4451-9268-A4A0-107473DB9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9DAB249F-A349-C195-4F73-0B8197BCFD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FD7B5BF1-19AC-53E7-1466-D44255F617C3}"/>
              </a:ext>
            </a:extLst>
          </p:cNvPr>
          <p:cNvSpPr/>
          <p:nvPr/>
        </p:nvSpPr>
        <p:spPr>
          <a:xfrm rot="16200000" flipH="1" flipV="1">
            <a:off x="8463772" y="190803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6AD2FE29-8D11-86F8-0A63-48A95391EC5F}"/>
              </a:ext>
            </a:extLst>
          </p:cNvPr>
          <p:cNvGrpSpPr>
            <a:grpSpLocks noChangeAspect="1"/>
          </p:cNvGrpSpPr>
          <p:nvPr/>
        </p:nvGrpSpPr>
        <p:grpSpPr>
          <a:xfrm>
            <a:off x="2440101" y="2490512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8210F148-812E-5788-BD92-56845BEE16B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1F62BFCE-73D3-168B-E6E3-ABE122DF75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C111EBA0-96FC-1B93-6D57-4D4158185820}"/>
              </a:ext>
            </a:extLst>
          </p:cNvPr>
          <p:cNvSpPr/>
          <p:nvPr/>
        </p:nvSpPr>
        <p:spPr>
          <a:xfrm rot="16200000" flipH="1" flipV="1">
            <a:off x="1995850" y="240339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 Box">
            <a:extLst>
              <a:ext uri="{FF2B5EF4-FFF2-40B4-BE49-F238E27FC236}">
                <a16:creationId xmlns:a16="http://schemas.microsoft.com/office/drawing/2014/main" id="{46028E57-F7D9-0503-DDDE-2636D622455C}"/>
              </a:ext>
            </a:extLst>
          </p:cNvPr>
          <p:cNvSpPr>
            <a:spLocks/>
          </p:cNvSpPr>
          <p:nvPr/>
        </p:nvSpPr>
        <p:spPr bwMode="auto">
          <a:xfrm>
            <a:off x="2721031" y="1197157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옵션코드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3394AA1-385A-89B4-1DA4-E612816AEEDA}"/>
              </a:ext>
            </a:extLst>
          </p:cNvPr>
          <p:cNvGrpSpPr/>
          <p:nvPr/>
        </p:nvGrpSpPr>
        <p:grpSpPr>
          <a:xfrm>
            <a:off x="2721031" y="1464057"/>
            <a:ext cx="784289" cy="610089"/>
            <a:chOff x="1150747" y="2868764"/>
            <a:chExt cx="784289" cy="610089"/>
          </a:xfrm>
        </p:grpSpPr>
        <p:sp>
          <p:nvSpPr>
            <p:cNvPr id="26" name="Text Box">
              <a:extLst>
                <a:ext uri="{FF2B5EF4-FFF2-40B4-BE49-F238E27FC236}">
                  <a16:creationId xmlns:a16="http://schemas.microsoft.com/office/drawing/2014/main" id="{3BCF3142-E9CA-1AB4-A7A4-EA2E46396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610089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구분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조식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룸 서비스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Chevron Left">
              <a:extLst>
                <a:ext uri="{FF2B5EF4-FFF2-40B4-BE49-F238E27FC236}">
                  <a16:creationId xmlns:a16="http://schemas.microsoft.com/office/drawing/2014/main" id="{F464C3EC-07D2-747C-FCD7-7BDD92F9FBF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63587" y="292518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Text Box">
            <a:extLst>
              <a:ext uri="{FF2B5EF4-FFF2-40B4-BE49-F238E27FC236}">
                <a16:creationId xmlns:a16="http://schemas.microsoft.com/office/drawing/2014/main" id="{F4DF76BB-07D2-40DD-72F5-DAE40954B5EA}"/>
              </a:ext>
            </a:extLst>
          </p:cNvPr>
          <p:cNvSpPr>
            <a:spLocks/>
          </p:cNvSpPr>
          <p:nvPr/>
        </p:nvSpPr>
        <p:spPr bwMode="auto">
          <a:xfrm>
            <a:off x="6528048" y="1197157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E5E076-86A7-E25D-1E6A-5CE9E12AE860}"/>
              </a:ext>
            </a:extLst>
          </p:cNvPr>
          <p:cNvSpPr/>
          <p:nvPr/>
        </p:nvSpPr>
        <p:spPr bwMode="auto">
          <a:xfrm>
            <a:off x="-106106" y="2123498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B335E6-4928-B181-4648-0E4E2B0E8E39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7518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96957-64E2-96FE-B77B-866BA737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16228434-BB66-77FE-016F-8E7DE49C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A712396-5712-955B-87DD-8CB9A428C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 </a:t>
            </a:r>
            <a:r>
              <a:rPr lang="ko-KR" altLang="en-US" dirty="0"/>
              <a:t>유료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0EA4798-EBD6-8CA2-39F7-FD41A13CA8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681BA08-12FD-9264-8462-3EBB065FA6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4EC572-E8B3-DD29-ECCA-4EA3FD0AB68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0C1F6B-7D80-E5E3-3E53-9A6109CB203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9697B9-F4C5-3095-2597-07F81A90AE5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D3556D2-3864-B06F-849F-C8E8B72ED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801315"/>
              </p:ext>
            </p:extLst>
          </p:nvPr>
        </p:nvGraphicFramePr>
        <p:xfrm>
          <a:off x="9406740" y="440717"/>
          <a:ext cx="2785260" cy="3270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및 입력 내용 저장 후 리스트 </a:t>
                      </a: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 이동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프로퍼티에 설정된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TAX,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봉사료율 계산 적용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F29A41-0303-D0D1-BA91-AEFE0F2FDA4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CE47EE4-777E-DD03-835D-56789E83FFA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6F4F74D-2631-DF9C-2A1D-94FB35AAB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073699"/>
              </p:ext>
            </p:extLst>
          </p:nvPr>
        </p:nvGraphicFramePr>
        <p:xfrm>
          <a:off x="1513108" y="1052736"/>
          <a:ext cx="7746199" cy="150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587243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47048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모든 박수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없음</a:t>
                      </a:r>
                      <a:endParaRPr lang="en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시스템에서 등록 후 생성 됩니다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8D20D7D-0B69-644B-B4ED-0C51302435CA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0E7BA326-0A25-B13E-3FDE-E2609A717AC1}"/>
              </a:ext>
            </a:extLst>
          </p:cNvPr>
          <p:cNvSpPr>
            <a:spLocks/>
          </p:cNvSpPr>
          <p:nvPr/>
        </p:nvSpPr>
        <p:spPr bwMode="auto">
          <a:xfrm>
            <a:off x="2780110" y="1410505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D48A51A5-0FF6-2532-3A4F-A2566BD036E4}"/>
              </a:ext>
            </a:extLst>
          </p:cNvPr>
          <p:cNvSpPr>
            <a:spLocks/>
          </p:cNvSpPr>
          <p:nvPr/>
        </p:nvSpPr>
        <p:spPr bwMode="auto">
          <a:xfrm>
            <a:off x="2780110" y="1710687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서비스명을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20949B98-3D0C-10E1-F43C-FF7F52FAF201}"/>
              </a:ext>
            </a:extLst>
          </p:cNvPr>
          <p:cNvSpPr>
            <a:spLocks/>
          </p:cNvSpPr>
          <p:nvPr/>
        </p:nvSpPr>
        <p:spPr bwMode="auto">
          <a:xfrm>
            <a:off x="5571306" y="1710687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서비스명을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AA3081-1C14-4BF9-3BD2-88BA05865C60}"/>
              </a:ext>
            </a:extLst>
          </p:cNvPr>
          <p:cNvSpPr/>
          <p:nvPr/>
        </p:nvSpPr>
        <p:spPr>
          <a:xfrm>
            <a:off x="5702120" y="141050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2CC514-916D-7152-AF62-5B573F4C1486}"/>
              </a:ext>
            </a:extLst>
          </p:cNvPr>
          <p:cNvSpPr txBox="1"/>
          <p:nvPr/>
        </p:nvSpPr>
        <p:spPr>
          <a:xfrm>
            <a:off x="7798630" y="794976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F4DCE21-13C6-4DE9-14DB-77BC6F8E0D7B}"/>
              </a:ext>
            </a:extLst>
          </p:cNvPr>
          <p:cNvGrpSpPr/>
          <p:nvPr/>
        </p:nvGrpSpPr>
        <p:grpSpPr>
          <a:xfrm>
            <a:off x="2777147" y="2024137"/>
            <a:ext cx="784289" cy="621111"/>
            <a:chOff x="1150747" y="2868764"/>
            <a:chExt cx="784289" cy="621111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59F2FF2C-F52E-CAC2-EC93-9F1DF440C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62111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구분 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조식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룸 서비스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E586866B-E623-30D9-70A5-371CEEE2CEC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63587" y="292518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BF4CEAC3-B08C-E958-1E63-AF5C93721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652883"/>
              </p:ext>
            </p:extLst>
          </p:nvPr>
        </p:nvGraphicFramePr>
        <p:xfrm>
          <a:off x="1513109" y="2849295"/>
          <a:ext cx="7746199" cy="1301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5">
                  <a:extLst>
                    <a:ext uri="{9D8B030D-6E8A-4147-A177-3AD203B41FA5}">
                      <a16:colId xmlns:a16="http://schemas.microsoft.com/office/drawing/2014/main" val="1328281945"/>
                    </a:ext>
                  </a:extLst>
                </a:gridCol>
                <a:gridCol w="1383551">
                  <a:extLst>
                    <a:ext uri="{9D8B030D-6E8A-4147-A177-3AD203B41FA5}">
                      <a16:colId xmlns:a16="http://schemas.microsoft.com/office/drawing/2014/main" val="390651475"/>
                    </a:ext>
                  </a:extLst>
                </a:gridCol>
                <a:gridCol w="1064721">
                  <a:extLst>
                    <a:ext uri="{9D8B030D-6E8A-4147-A177-3AD203B41FA5}">
                      <a16:colId xmlns:a16="http://schemas.microsoft.com/office/drawing/2014/main" val="2696513438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74952199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679627603"/>
                    </a:ext>
                  </a:extLst>
                </a:gridCol>
                <a:gridCol w="1219092">
                  <a:extLst>
                    <a:ext uri="{9D8B030D-6E8A-4147-A177-3AD203B41FA5}">
                      <a16:colId xmlns:a16="http://schemas.microsoft.com/office/drawing/2014/main" val="2916431056"/>
                    </a:ext>
                  </a:extLst>
                </a:gridCol>
              </a:tblGrid>
              <a:tr h="321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구분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KRW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396065"/>
                  </a:ext>
                </a:extLst>
              </a:tr>
              <a:tr h="3083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공급가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공급가 입력 시 자동 계산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합계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공급가 입력 시 자동 계산</a:t>
                      </a:r>
                      <a:endParaRPr lang="en-US" altLang="ko-KR" sz="800" b="0" i="0" kern="0" spc="-30" baseline="0" dirty="0">
                        <a:solidFill>
                          <a:schemeClr val="bg1">
                            <a:lumMod val="7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30093"/>
                  </a:ext>
                </a:extLst>
              </a:tr>
              <a:tr h="321529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56455"/>
                  </a:ext>
                </a:extLst>
              </a:tr>
              <a:tr h="350227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메모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562018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784E2F12-445A-A48F-8824-F811B32EC002}"/>
              </a:ext>
            </a:extLst>
          </p:cNvPr>
          <p:cNvSpPr txBox="1"/>
          <p:nvPr/>
        </p:nvSpPr>
        <p:spPr>
          <a:xfrm>
            <a:off x="1427884" y="259732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가격정보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2" name="Text Box">
            <a:extLst>
              <a:ext uri="{FF2B5EF4-FFF2-40B4-BE49-F238E27FC236}">
                <a16:creationId xmlns:a16="http://schemas.microsoft.com/office/drawing/2014/main" id="{3DCAC0C9-3CBE-EB13-2349-96385C51AE30}"/>
              </a:ext>
            </a:extLst>
          </p:cNvPr>
          <p:cNvSpPr>
            <a:spLocks/>
          </p:cNvSpPr>
          <p:nvPr/>
        </p:nvSpPr>
        <p:spPr bwMode="auto">
          <a:xfrm>
            <a:off x="2791431" y="3233702"/>
            <a:ext cx="122765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" name="Text Box">
            <a:extLst>
              <a:ext uri="{FF2B5EF4-FFF2-40B4-BE49-F238E27FC236}">
                <a16:creationId xmlns:a16="http://schemas.microsoft.com/office/drawing/2014/main" id="{38DA3946-6B21-E582-A1E3-D6D997BDF33A}"/>
              </a:ext>
            </a:extLst>
          </p:cNvPr>
          <p:cNvSpPr>
            <a:spLocks/>
          </p:cNvSpPr>
          <p:nvPr/>
        </p:nvSpPr>
        <p:spPr bwMode="auto">
          <a:xfrm>
            <a:off x="2788843" y="3549562"/>
            <a:ext cx="122765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7" name="Text Box">
            <a:extLst>
              <a:ext uri="{FF2B5EF4-FFF2-40B4-BE49-F238E27FC236}">
                <a16:creationId xmlns:a16="http://schemas.microsoft.com/office/drawing/2014/main" id="{CBB60438-E862-C6B8-B337-F4D5E1DD1229}"/>
              </a:ext>
            </a:extLst>
          </p:cNvPr>
          <p:cNvSpPr>
            <a:spLocks/>
          </p:cNvSpPr>
          <p:nvPr/>
        </p:nvSpPr>
        <p:spPr bwMode="auto">
          <a:xfrm>
            <a:off x="2788842" y="3876422"/>
            <a:ext cx="632130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 메모를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5B278F-1DAA-EFA7-F137-A48138D16C1A}"/>
              </a:ext>
            </a:extLst>
          </p:cNvPr>
          <p:cNvGrpSpPr/>
          <p:nvPr/>
        </p:nvGrpSpPr>
        <p:grpSpPr>
          <a:xfrm>
            <a:off x="4082951" y="3546051"/>
            <a:ext cx="525772" cy="691801"/>
            <a:chOff x="1150747" y="2868763"/>
            <a:chExt cx="525772" cy="691801"/>
          </a:xfrm>
        </p:grpSpPr>
        <p:sp>
          <p:nvSpPr>
            <p:cNvPr id="60" name="Text Box">
              <a:extLst>
                <a:ext uri="{FF2B5EF4-FFF2-40B4-BE49-F238E27FC236}">
                  <a16:creationId xmlns:a16="http://schemas.microsoft.com/office/drawing/2014/main" id="{B8EB0563-E7FA-2773-B030-09C25B544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3"/>
              <a:ext cx="525772" cy="69180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----------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EA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SET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TIME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SERVICE</a:t>
              </a:r>
            </a:p>
          </p:txBody>
        </p:sp>
        <p:sp>
          <p:nvSpPr>
            <p:cNvPr id="61" name="Chevron Left">
              <a:extLst>
                <a:ext uri="{FF2B5EF4-FFF2-40B4-BE49-F238E27FC236}">
                  <a16:creationId xmlns:a16="http://schemas.microsoft.com/office/drawing/2014/main" id="{77880575-11F7-918E-D03A-A4C3D6D3D70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456061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ardrop 1">
            <a:extLst>
              <a:ext uri="{FF2B5EF4-FFF2-40B4-BE49-F238E27FC236}">
                <a16:creationId xmlns:a16="http://schemas.microsoft.com/office/drawing/2014/main" id="{0B92E77C-EC5B-4C9D-CA27-91AA328EE979}"/>
              </a:ext>
            </a:extLst>
          </p:cNvPr>
          <p:cNvSpPr/>
          <p:nvPr/>
        </p:nvSpPr>
        <p:spPr>
          <a:xfrm rot="16200000" flipH="1" flipV="1">
            <a:off x="5603836" y="13140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604F16-B0E7-D281-597D-2031718D00C1}"/>
              </a:ext>
            </a:extLst>
          </p:cNvPr>
          <p:cNvSpPr/>
          <p:nvPr/>
        </p:nvSpPr>
        <p:spPr>
          <a:xfrm>
            <a:off x="4959999" y="6420249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549C03-7E0A-22FB-1449-943CF98B3AC4}"/>
              </a:ext>
            </a:extLst>
          </p:cNvPr>
          <p:cNvSpPr/>
          <p:nvPr/>
        </p:nvSpPr>
        <p:spPr>
          <a:xfrm>
            <a:off x="5571306" y="6420249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B54667ED-7840-ED23-D665-FAB60AD71DB8}"/>
              </a:ext>
            </a:extLst>
          </p:cNvPr>
          <p:cNvSpPr/>
          <p:nvPr/>
        </p:nvSpPr>
        <p:spPr>
          <a:xfrm rot="16200000" flipH="1" flipV="1">
            <a:off x="5500475" y="630342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5366B203-4085-BA10-0B3F-032C9D6266BD}"/>
              </a:ext>
            </a:extLst>
          </p:cNvPr>
          <p:cNvSpPr/>
          <p:nvPr/>
        </p:nvSpPr>
        <p:spPr>
          <a:xfrm rot="16200000" flipH="1" flipV="1">
            <a:off x="4220947" y="309279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4CD878-CB5F-BA37-A3F1-4D687984C3DA}"/>
              </a:ext>
            </a:extLst>
          </p:cNvPr>
          <p:cNvSpPr/>
          <p:nvPr/>
        </p:nvSpPr>
        <p:spPr>
          <a:xfrm>
            <a:off x="5878076" y="4516821"/>
            <a:ext cx="2902068" cy="1360451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CB887-9545-9A2A-9A9E-0B733A2F6134}"/>
              </a:ext>
            </a:extLst>
          </p:cNvPr>
          <p:cNvSpPr txBox="1"/>
          <p:nvPr/>
        </p:nvSpPr>
        <p:spPr>
          <a:xfrm>
            <a:off x="5798596" y="4293096"/>
            <a:ext cx="27126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금액 계산 수식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TAX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와 봉사료는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~100%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만 설정 가능</a:t>
            </a:r>
            <a:endParaRPr kumimoji="1"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DAD22-A004-F8A0-0BFA-1E504A3A5D27}"/>
              </a:ext>
            </a:extLst>
          </p:cNvPr>
          <p:cNvSpPr txBox="1"/>
          <p:nvPr/>
        </p:nvSpPr>
        <p:spPr>
          <a:xfrm>
            <a:off x="5886906" y="4592669"/>
            <a:ext cx="2893237" cy="809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ko-KR" sz="800" b="1" i="1" dirty="0">
                <a:latin typeface="+mn-ea"/>
                <a:ea typeface="+mn-ea"/>
              </a:rPr>
              <a:t>1.</a:t>
            </a:r>
            <a:r>
              <a:rPr kumimoji="1" lang="ko-KR" altLang="en-US" sz="800" b="1" i="1" dirty="0">
                <a:latin typeface="+mn-ea"/>
                <a:ea typeface="+mn-ea"/>
              </a:rPr>
              <a:t> </a:t>
            </a:r>
            <a:r>
              <a:rPr kumimoji="1" lang="en-US" altLang="ko-KR" sz="800" b="1" i="1" dirty="0">
                <a:latin typeface="+mn-ea"/>
                <a:ea typeface="+mn-ea"/>
              </a:rPr>
              <a:t>TAX </a:t>
            </a:r>
            <a:r>
              <a:rPr kumimoji="1" lang="ko-KR" altLang="en-US" sz="800" b="1" i="1" dirty="0">
                <a:latin typeface="+mn-ea"/>
                <a:ea typeface="+mn-ea"/>
              </a:rPr>
              <a:t>계산 수식</a:t>
            </a:r>
            <a:endParaRPr kumimoji="1" lang="en-US" altLang="ko-KR" sz="800" b="1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- </a:t>
            </a:r>
            <a:r>
              <a:rPr lang="ko-KR" altLang="en-US" sz="800" i="1" dirty="0">
                <a:latin typeface="+mn-ea"/>
                <a:ea typeface="+mn-ea"/>
              </a:rPr>
              <a:t>수식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공급가</a:t>
            </a:r>
            <a:r>
              <a:rPr lang="en-US" altLang="ko-KR" sz="800" i="1" dirty="0">
                <a:latin typeface="+mn-ea"/>
                <a:ea typeface="+mn-ea"/>
              </a:rPr>
              <a:t> x ( </a:t>
            </a:r>
            <a:r>
              <a:rPr lang="ko-KR" altLang="en-US" sz="800" i="1" dirty="0">
                <a:latin typeface="+mn-ea"/>
                <a:ea typeface="+mn-ea"/>
              </a:rPr>
              <a:t>프로퍼티 </a:t>
            </a:r>
            <a:r>
              <a:rPr lang="en-US" altLang="ko-KR" sz="800" i="1" dirty="0">
                <a:latin typeface="+mn-ea"/>
                <a:ea typeface="+mn-ea"/>
              </a:rPr>
              <a:t>TAX </a:t>
            </a:r>
            <a:r>
              <a:rPr lang="ko-KR" altLang="en-US" sz="800" i="1" dirty="0">
                <a:latin typeface="+mn-ea"/>
                <a:ea typeface="+mn-ea"/>
              </a:rPr>
              <a:t>설정 값 </a:t>
            </a:r>
            <a:r>
              <a:rPr lang="en-US" altLang="ko-KR" sz="800" i="1" dirty="0">
                <a:latin typeface="+mn-ea"/>
                <a:ea typeface="+mn-ea"/>
              </a:rPr>
              <a:t>/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100)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TAX</a:t>
            </a:r>
          </a:p>
          <a:p>
            <a:pPr algn="l">
              <a:lnSpc>
                <a:spcPct val="150000"/>
              </a:lnSpc>
            </a:pPr>
            <a:r>
              <a:rPr lang="en-US" altLang="ko-KR" sz="800" i="1" dirty="0">
                <a:latin typeface="+mn-ea"/>
                <a:ea typeface="+mn-ea"/>
              </a:rPr>
              <a:t> - </a:t>
            </a:r>
            <a:r>
              <a:rPr lang="ko-KR" altLang="en-US" sz="800" i="1" dirty="0">
                <a:latin typeface="+mn-ea"/>
                <a:ea typeface="+mn-ea"/>
              </a:rPr>
              <a:t>예시</a:t>
            </a:r>
            <a:r>
              <a:rPr lang="en-US" altLang="ko-KR" sz="800" i="1" dirty="0">
                <a:latin typeface="+mn-ea"/>
                <a:ea typeface="+mn-ea"/>
              </a:rPr>
              <a:t>(10%</a:t>
            </a:r>
            <a:r>
              <a:rPr lang="ko-KR" altLang="en-US" sz="800" i="1" dirty="0">
                <a:latin typeface="+mn-ea"/>
                <a:ea typeface="+mn-ea"/>
              </a:rPr>
              <a:t> 가정</a:t>
            </a:r>
            <a:r>
              <a:rPr lang="en-US" altLang="ko-KR" sz="800" i="1" dirty="0">
                <a:latin typeface="+mn-ea"/>
                <a:ea typeface="+mn-ea"/>
              </a:rPr>
              <a:t>)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9,091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+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909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10,000</a:t>
            </a:r>
          </a:p>
          <a:p>
            <a:pPr algn="l">
              <a:lnSpc>
                <a:spcPct val="150000"/>
              </a:lnSpc>
            </a:pPr>
            <a:r>
              <a:rPr kumimoji="1" lang="ko-KR" altLang="en-US" sz="800" i="1" dirty="0">
                <a:latin typeface="+mn-ea"/>
                <a:ea typeface="+mn-ea"/>
              </a:rPr>
              <a:t>                                          </a:t>
            </a:r>
            <a:r>
              <a:rPr kumimoji="1"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(1</a:t>
            </a:r>
            <a:r>
              <a:rPr lang="en-US" altLang="ko-KR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0/100)</a:t>
            </a:r>
            <a:endParaRPr kumimoji="1" lang="ko-KR" altLang="en-US" sz="800" i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B6CAE-6142-2698-932F-4C3643A6DEEA}"/>
              </a:ext>
            </a:extLst>
          </p:cNvPr>
          <p:cNvSpPr txBox="1"/>
          <p:nvPr/>
        </p:nvSpPr>
        <p:spPr>
          <a:xfrm>
            <a:off x="5886906" y="5410402"/>
            <a:ext cx="2893237" cy="44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ko-KR" sz="800" b="1" i="1" dirty="0">
                <a:latin typeface="+mn-ea"/>
                <a:ea typeface="+mn-ea"/>
              </a:rPr>
              <a:t>2.</a:t>
            </a:r>
            <a:r>
              <a:rPr kumimoji="1" lang="ko-KR" altLang="en-US" sz="800" b="1" i="1" dirty="0">
                <a:latin typeface="+mn-ea"/>
                <a:ea typeface="+mn-ea"/>
              </a:rPr>
              <a:t> </a:t>
            </a:r>
            <a:r>
              <a:rPr kumimoji="1" lang="en-US" altLang="ko-KR" sz="800" b="1" i="1" dirty="0">
                <a:latin typeface="+mn-ea"/>
                <a:ea typeface="+mn-ea"/>
              </a:rPr>
              <a:t>VAT </a:t>
            </a:r>
            <a:r>
              <a:rPr kumimoji="1" lang="ko-KR" altLang="en-US" sz="800" b="1" i="1" dirty="0">
                <a:latin typeface="+mn-ea"/>
                <a:ea typeface="+mn-ea"/>
              </a:rPr>
              <a:t>합계 금액 계산 수식</a:t>
            </a:r>
            <a:endParaRPr kumimoji="1" lang="en-US" altLang="ko-KR" sz="800" b="1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- </a:t>
            </a:r>
            <a:r>
              <a:rPr lang="ko-KR" altLang="en-US" sz="800" i="1" dirty="0">
                <a:latin typeface="+mn-ea"/>
                <a:ea typeface="+mn-ea"/>
              </a:rPr>
              <a:t>수식 </a:t>
            </a:r>
            <a:r>
              <a:rPr lang="en-US" altLang="ko-KR" sz="800" i="1" dirty="0">
                <a:latin typeface="+mn-ea"/>
                <a:ea typeface="+mn-ea"/>
              </a:rPr>
              <a:t>:</a:t>
            </a:r>
            <a:r>
              <a:rPr lang="ko-KR" altLang="en-US" sz="800" i="1" dirty="0">
                <a:latin typeface="+mn-ea"/>
                <a:ea typeface="+mn-ea"/>
              </a:rPr>
              <a:t> 공급가</a:t>
            </a:r>
            <a:r>
              <a:rPr lang="en-US" altLang="ko-KR" sz="800" i="1" dirty="0">
                <a:latin typeface="+mn-ea"/>
                <a:ea typeface="+mn-ea"/>
              </a:rPr>
              <a:t> +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TAX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i="1" dirty="0">
                <a:latin typeface="+mn-ea"/>
                <a:ea typeface="+mn-ea"/>
              </a:rPr>
              <a:t>=</a:t>
            </a:r>
            <a:r>
              <a:rPr lang="ko-KR" altLang="en-US" sz="800" i="1" dirty="0"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VAT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포함 가격</a:t>
            </a:r>
            <a:endParaRPr lang="en-US" altLang="ko-KR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21EF6-1452-0F4F-483C-03B40F6C9620}"/>
              </a:ext>
            </a:extLst>
          </p:cNvPr>
          <p:cNvSpPr txBox="1"/>
          <p:nvPr/>
        </p:nvSpPr>
        <p:spPr>
          <a:xfrm>
            <a:off x="8848525" y="4293096"/>
            <a:ext cx="3267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#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TAX &amp; 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봉사료 소수점 처리 정책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공급가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&amp;</a:t>
            </a:r>
            <a:r>
              <a:rPr kumimoji="1"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VAT 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합계 금액은 정수 임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kumimoji="1"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69F1FB-F71E-297D-E50E-FFFF0B2AD3EE}"/>
              </a:ext>
            </a:extLst>
          </p:cNvPr>
          <p:cNvSpPr/>
          <p:nvPr/>
        </p:nvSpPr>
        <p:spPr>
          <a:xfrm>
            <a:off x="8922217" y="4516822"/>
            <a:ext cx="2902068" cy="1007338"/>
          </a:xfrm>
          <a:prstGeom prst="rect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8FBBF8-F7B0-3BA2-F47F-E24BDC1AA0ED}"/>
              </a:ext>
            </a:extLst>
          </p:cNvPr>
          <p:cNvSpPr txBox="1"/>
          <p:nvPr/>
        </p:nvSpPr>
        <p:spPr>
          <a:xfrm>
            <a:off x="8942623" y="4554135"/>
            <a:ext cx="2893237" cy="909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ko-KR" sz="800" i="1" dirty="0">
                <a:latin typeface="+mn-ea"/>
                <a:ea typeface="+mn-ea"/>
              </a:rPr>
              <a:t>TAX &amp; </a:t>
            </a:r>
            <a:r>
              <a:rPr kumimoji="1" lang="ko-KR" altLang="en-US" sz="800" i="1" dirty="0">
                <a:latin typeface="+mn-ea"/>
                <a:ea typeface="+mn-ea"/>
              </a:rPr>
              <a:t>봉사료 소수점 처리 </a:t>
            </a:r>
            <a:r>
              <a:rPr kumimoji="1" lang="en-US" altLang="ko-KR" sz="800" i="1" dirty="0">
                <a:latin typeface="+mn-ea"/>
                <a:ea typeface="+mn-ea"/>
              </a:rPr>
              <a:t>(</a:t>
            </a:r>
            <a:r>
              <a:rPr lang="ko-KR" altLang="en-US" sz="800" i="1" dirty="0">
                <a:latin typeface="+mn-ea"/>
                <a:ea typeface="+mn-ea"/>
              </a:rPr>
              <a:t>프로퍼티 설정을 따름</a:t>
            </a:r>
            <a:r>
              <a:rPr lang="en-US" altLang="ko-KR" sz="800" i="1" dirty="0">
                <a:latin typeface="+mn-ea"/>
                <a:ea typeface="+mn-ea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ko-KR" sz="800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500" i="1" dirty="0">
                <a:latin typeface="+mn-ea"/>
                <a:ea typeface="+mn-ea"/>
              </a:rPr>
              <a:t>소수점 버림        내림 </a:t>
            </a:r>
            <a:r>
              <a:rPr lang="en-US" altLang="ko-KR" sz="500" i="1" dirty="0">
                <a:latin typeface="+mn-ea"/>
                <a:ea typeface="+mn-ea"/>
              </a:rPr>
              <a:t>(floor)	</a:t>
            </a:r>
            <a:r>
              <a:rPr lang="ko-KR" altLang="en-US" sz="500" i="1" dirty="0">
                <a:latin typeface="+mn-ea"/>
                <a:ea typeface="+mn-ea"/>
              </a:rPr>
              <a:t>                </a:t>
            </a:r>
            <a:r>
              <a:rPr lang="en-US" altLang="ko-KR" sz="500" i="1" dirty="0" err="1">
                <a:latin typeface="+mn-ea"/>
                <a:ea typeface="+mn-ea"/>
              </a:rPr>
              <a:t>math.floor</a:t>
            </a:r>
            <a:r>
              <a:rPr lang="en-US" altLang="ko-KR" sz="500" i="1" dirty="0">
                <a:latin typeface="+mn-ea"/>
                <a:ea typeface="+mn-ea"/>
              </a:rPr>
              <a:t>(), </a:t>
            </a:r>
            <a:r>
              <a:rPr lang="en-US" altLang="ko-KR" sz="500" i="1" dirty="0" err="1">
                <a:latin typeface="+mn-ea"/>
                <a:ea typeface="+mn-ea"/>
              </a:rPr>
              <a:t>ROUND_FLOOR</a:t>
            </a:r>
            <a:endParaRPr lang="en-US" altLang="ko-KR" sz="500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500" i="1" dirty="0">
                <a:latin typeface="+mn-ea"/>
                <a:ea typeface="+mn-ea"/>
              </a:rPr>
              <a:t>소수점 올림       올림 </a:t>
            </a:r>
            <a:r>
              <a:rPr lang="en-US" altLang="ko-KR" sz="500" i="1" dirty="0">
                <a:latin typeface="+mn-ea"/>
                <a:ea typeface="+mn-ea"/>
              </a:rPr>
              <a:t>(ceil)	</a:t>
            </a:r>
            <a:r>
              <a:rPr lang="ko-KR" altLang="en-US" sz="500" i="1" dirty="0">
                <a:latin typeface="+mn-ea"/>
                <a:ea typeface="+mn-ea"/>
              </a:rPr>
              <a:t>                </a:t>
            </a:r>
            <a:r>
              <a:rPr lang="en-US" altLang="ko-KR" sz="500" i="1" dirty="0" err="1">
                <a:latin typeface="+mn-ea"/>
                <a:ea typeface="+mn-ea"/>
              </a:rPr>
              <a:t>math.ceil</a:t>
            </a:r>
            <a:r>
              <a:rPr lang="en-US" altLang="ko-KR" sz="500" i="1" dirty="0">
                <a:latin typeface="+mn-ea"/>
                <a:ea typeface="+mn-ea"/>
              </a:rPr>
              <a:t>(), </a:t>
            </a:r>
            <a:r>
              <a:rPr lang="en-US" altLang="ko-KR" sz="500" i="1" dirty="0" err="1">
                <a:latin typeface="+mn-ea"/>
                <a:ea typeface="+mn-ea"/>
              </a:rPr>
              <a:t>ROUND_CEILING</a:t>
            </a:r>
            <a:endParaRPr lang="en-US" altLang="ko-KR" sz="500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500" i="1" dirty="0">
                <a:latin typeface="+mn-ea"/>
                <a:ea typeface="+mn-ea"/>
              </a:rPr>
              <a:t>소수점 반올림   </a:t>
            </a:r>
            <a:r>
              <a:rPr lang="en-US" altLang="ko-KR" sz="500" i="1" dirty="0">
                <a:latin typeface="+mn-ea"/>
                <a:ea typeface="+mn-ea"/>
              </a:rPr>
              <a:t>5 </a:t>
            </a:r>
            <a:r>
              <a:rPr lang="ko-KR" altLang="en-US" sz="500" i="1" dirty="0">
                <a:latin typeface="+mn-ea"/>
                <a:ea typeface="+mn-ea"/>
              </a:rPr>
              <a:t>이상 올림	               </a:t>
            </a:r>
            <a:r>
              <a:rPr lang="en-US" altLang="ko-KR" sz="500" i="1" dirty="0">
                <a:latin typeface="+mn-ea"/>
                <a:ea typeface="+mn-ea"/>
              </a:rPr>
              <a:t>round(), </a:t>
            </a:r>
            <a:r>
              <a:rPr lang="en-US" altLang="ko-KR" sz="500" i="1" dirty="0" err="1">
                <a:latin typeface="+mn-ea"/>
                <a:ea typeface="+mn-ea"/>
              </a:rPr>
              <a:t>ROUND_HALF_UP</a:t>
            </a:r>
            <a:endParaRPr lang="en-US" altLang="ko-KR" sz="500" i="1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500" i="1" dirty="0">
                <a:latin typeface="+mn-ea"/>
                <a:ea typeface="+mn-ea"/>
              </a:rPr>
              <a:t>소수점 </a:t>
            </a:r>
            <a:r>
              <a:rPr lang="ko-KR" altLang="en-US" sz="500" i="1" dirty="0" err="1">
                <a:latin typeface="+mn-ea"/>
                <a:ea typeface="+mn-ea"/>
              </a:rPr>
              <a:t>반내림</a:t>
            </a:r>
            <a:r>
              <a:rPr lang="ko-KR" altLang="en-US" sz="500" i="1" dirty="0">
                <a:latin typeface="+mn-ea"/>
                <a:ea typeface="+mn-ea"/>
              </a:rPr>
              <a:t>   </a:t>
            </a:r>
            <a:r>
              <a:rPr lang="en-US" altLang="ko-KR" sz="500" i="1" dirty="0">
                <a:latin typeface="+mn-ea"/>
                <a:ea typeface="+mn-ea"/>
              </a:rPr>
              <a:t>5</a:t>
            </a:r>
            <a:r>
              <a:rPr lang="ko-KR" altLang="en-US" sz="500" i="1" dirty="0">
                <a:latin typeface="+mn-ea"/>
                <a:ea typeface="+mn-ea"/>
              </a:rPr>
              <a:t>일 때 가장 가까운 짝수로  </a:t>
            </a:r>
            <a:r>
              <a:rPr lang="en-US" altLang="ko-KR" sz="500" i="1" dirty="0" err="1">
                <a:latin typeface="+mn-ea"/>
                <a:ea typeface="+mn-ea"/>
              </a:rPr>
              <a:t>ROUND_HALF_EVEN</a:t>
            </a:r>
            <a:endParaRPr lang="en-US" altLang="ko-KR" sz="500" i="1" dirty="0">
              <a:latin typeface="+mn-ea"/>
              <a:ea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324D518-F96B-F042-98A7-812F73C2E8D9}"/>
              </a:ext>
            </a:extLst>
          </p:cNvPr>
          <p:cNvSpPr/>
          <p:nvPr/>
        </p:nvSpPr>
        <p:spPr bwMode="auto">
          <a:xfrm>
            <a:off x="-106106" y="2123498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63E932F-F9B8-40C5-4228-2346AA5DEAE5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2796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A233-B944-1F89-6442-E1FEE70D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191F1B94-5192-7C4C-B06C-EF78144C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11A7DB3-DEE1-28DE-67A3-35FBBB2DB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/>
              <a:t>서비스 옵션 관리 </a:t>
            </a:r>
            <a:r>
              <a:rPr lang="en-US" altLang="ko-KR" dirty="0"/>
              <a:t>&gt; </a:t>
            </a:r>
            <a:r>
              <a:rPr lang="ko-KR" altLang="en-US" dirty="0"/>
              <a:t>유료 옵션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150EC9E-0613-01F0-478E-F3A128E44A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BE6CA53-4473-315C-239A-B0CAA7DCEA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7A25F9-87DC-287F-D294-DAA9FE92507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0FE564-5D6C-C724-76A1-F03865ED4F1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E1BAF0-2EEC-DE6A-5A30-9A571AB0CFDD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89FD055-D653-FB4D-AD6C-11F37437E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69347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 삭제 제한 처리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5FCB753-1F08-503A-95ED-BC12711A842E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유료 옵션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F2118EB-1DD9-5D2E-BC52-40E11FAEFB6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30AC90B-F771-CB9E-898A-8295CE72E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941552"/>
              </p:ext>
            </p:extLst>
          </p:nvPr>
        </p:nvGraphicFramePr>
        <p:xfrm>
          <a:off x="1513108" y="1052736"/>
          <a:ext cx="7746199" cy="150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587243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0465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코드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Laundry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옵션 유형 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사용여부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박수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박만  ◎ 모든 박수  ◎ 해당 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최종 수정일시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BD6F364-8F31-A9A8-4910-306B8BF20391}"/>
              </a:ext>
            </a:extLst>
          </p:cNvPr>
          <p:cNvSpPr txBox="1"/>
          <p:nvPr/>
        </p:nvSpPr>
        <p:spPr>
          <a:xfrm>
            <a:off x="1427884" y="80804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EE3E625B-B384-C8DD-75CA-D0C707705376}"/>
              </a:ext>
            </a:extLst>
          </p:cNvPr>
          <p:cNvSpPr>
            <a:spLocks/>
          </p:cNvSpPr>
          <p:nvPr/>
        </p:nvSpPr>
        <p:spPr bwMode="auto">
          <a:xfrm>
            <a:off x="2780110" y="1707286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세탁 서비스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BE4BA473-AE8A-F919-1AC7-18F18020520A}"/>
              </a:ext>
            </a:extLst>
          </p:cNvPr>
          <p:cNvSpPr>
            <a:spLocks/>
          </p:cNvSpPr>
          <p:nvPr/>
        </p:nvSpPr>
        <p:spPr bwMode="auto">
          <a:xfrm>
            <a:off x="5571306" y="1707286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laundry service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3B0DD0-2CA1-5B4C-710E-DE4C1E1A20C1}"/>
              </a:ext>
            </a:extLst>
          </p:cNvPr>
          <p:cNvSpPr txBox="1"/>
          <p:nvPr/>
        </p:nvSpPr>
        <p:spPr>
          <a:xfrm>
            <a:off x="7801966" y="80804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56198A9-11DE-3399-5AC9-2041213B942C}"/>
              </a:ext>
            </a:extLst>
          </p:cNvPr>
          <p:cNvGrpSpPr/>
          <p:nvPr/>
        </p:nvGrpSpPr>
        <p:grpSpPr>
          <a:xfrm>
            <a:off x="2791431" y="2013044"/>
            <a:ext cx="784289" cy="179714"/>
            <a:chOff x="1150747" y="2868764"/>
            <a:chExt cx="784289" cy="179714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9CCA03A9-D626-0F46-08E2-FFD798631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7" y="2868764"/>
              <a:ext cx="784289" cy="17971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객실 </a:t>
              </a:r>
              <a:r>
                <a:rPr kumimoji="0" lang="ko-KR" altLang="en-US" sz="700" b="0" kern="0" dirty="0" err="1">
                  <a:solidFill>
                    <a:schemeClr val="tx1"/>
                  </a:solidFill>
                  <a:latin typeface="+mn-ea"/>
                </a:rPr>
                <a:t>어매니티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Chevron Left">
              <a:extLst>
                <a:ext uri="{FF2B5EF4-FFF2-40B4-BE49-F238E27FC236}">
                  <a16:creationId xmlns:a16="http://schemas.microsoft.com/office/drawing/2014/main" id="{0F9E545B-5E99-5ECC-D941-3A3061FE31C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813248" y="291191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5BB9259-7FC9-D879-1F2C-1CB6DA0C0C81}"/>
              </a:ext>
            </a:extLst>
          </p:cNvPr>
          <p:cNvSpPr txBox="1"/>
          <p:nvPr/>
        </p:nvSpPr>
        <p:spPr>
          <a:xfrm>
            <a:off x="1427884" y="259922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서비스 옵션 가격정보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2C6AD0-F4D2-781B-DB9C-399ACFCA9E35}"/>
              </a:ext>
            </a:extLst>
          </p:cNvPr>
          <p:cNvSpPr/>
          <p:nvPr/>
        </p:nvSpPr>
        <p:spPr>
          <a:xfrm>
            <a:off x="461308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1E65B4-8DA3-8A56-C4C1-D7D4FBB71D32}"/>
              </a:ext>
            </a:extLst>
          </p:cNvPr>
          <p:cNvSpPr/>
          <p:nvPr/>
        </p:nvSpPr>
        <p:spPr>
          <a:xfrm>
            <a:off x="522439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AD95FF-7056-36F1-A0F4-7C07DB83BA74}"/>
              </a:ext>
            </a:extLst>
          </p:cNvPr>
          <p:cNvSpPr/>
          <p:nvPr/>
        </p:nvSpPr>
        <p:spPr>
          <a:xfrm>
            <a:off x="583569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F24B34B8-C1FA-C5A5-9997-73A2FBDC6C5A}"/>
              </a:ext>
            </a:extLst>
          </p:cNvPr>
          <p:cNvSpPr/>
          <p:nvPr/>
        </p:nvSpPr>
        <p:spPr>
          <a:xfrm rot="16200000" flipH="1" flipV="1">
            <a:off x="575760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8B87B22-FD5B-6757-2557-207AC2D4C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761498"/>
              </p:ext>
            </p:extLst>
          </p:nvPr>
        </p:nvGraphicFramePr>
        <p:xfrm>
          <a:off x="1513109" y="2871551"/>
          <a:ext cx="7746199" cy="1148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5">
                  <a:extLst>
                    <a:ext uri="{9D8B030D-6E8A-4147-A177-3AD203B41FA5}">
                      <a16:colId xmlns:a16="http://schemas.microsoft.com/office/drawing/2014/main" val="1328281945"/>
                    </a:ext>
                  </a:extLst>
                </a:gridCol>
                <a:gridCol w="1383551">
                  <a:extLst>
                    <a:ext uri="{9D8B030D-6E8A-4147-A177-3AD203B41FA5}">
                      <a16:colId xmlns:a16="http://schemas.microsoft.com/office/drawing/2014/main" val="390651475"/>
                    </a:ext>
                  </a:extLst>
                </a:gridCol>
                <a:gridCol w="1064721">
                  <a:extLst>
                    <a:ext uri="{9D8B030D-6E8A-4147-A177-3AD203B41FA5}">
                      <a16:colId xmlns:a16="http://schemas.microsoft.com/office/drawing/2014/main" val="2696513438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74952199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679627603"/>
                    </a:ext>
                  </a:extLst>
                </a:gridCol>
                <a:gridCol w="1219092">
                  <a:extLst>
                    <a:ext uri="{9D8B030D-6E8A-4147-A177-3AD203B41FA5}">
                      <a16:colId xmlns:a16="http://schemas.microsoft.com/office/drawing/2014/main" val="2916431056"/>
                    </a:ext>
                  </a:extLst>
                </a:gridCol>
              </a:tblGrid>
              <a:tr h="3326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구분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KRW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396065"/>
                  </a:ext>
                </a:extLst>
              </a:tr>
              <a:tr h="2478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공급가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합계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930093"/>
                  </a:ext>
                </a:extLst>
              </a:tr>
              <a:tr h="27946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5645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메모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562018"/>
                  </a:ext>
                </a:extLst>
              </a:tr>
            </a:tbl>
          </a:graphicData>
        </a:graphic>
      </p:graphicFrame>
      <p:sp>
        <p:nvSpPr>
          <p:cNvPr id="66" name="Text Box">
            <a:extLst>
              <a:ext uri="{FF2B5EF4-FFF2-40B4-BE49-F238E27FC236}">
                <a16:creationId xmlns:a16="http://schemas.microsoft.com/office/drawing/2014/main" id="{06431DA7-89A6-E06F-81F2-CE2A786C24C9}"/>
              </a:ext>
            </a:extLst>
          </p:cNvPr>
          <p:cNvSpPr>
            <a:spLocks/>
          </p:cNvSpPr>
          <p:nvPr/>
        </p:nvSpPr>
        <p:spPr bwMode="auto">
          <a:xfrm>
            <a:off x="2788843" y="3505279"/>
            <a:ext cx="42683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B5C1767-9FBB-DA6D-62BE-291F2FB017C1}"/>
              </a:ext>
            </a:extLst>
          </p:cNvPr>
          <p:cNvGrpSpPr/>
          <p:nvPr/>
        </p:nvGrpSpPr>
        <p:grpSpPr>
          <a:xfrm>
            <a:off x="3282899" y="3501769"/>
            <a:ext cx="585641" cy="179714"/>
            <a:chOff x="1150746" y="2868764"/>
            <a:chExt cx="585641" cy="179714"/>
          </a:xfrm>
        </p:grpSpPr>
        <p:sp>
          <p:nvSpPr>
            <p:cNvPr id="60" name="Text Box">
              <a:extLst>
                <a:ext uri="{FF2B5EF4-FFF2-40B4-BE49-F238E27FC236}">
                  <a16:creationId xmlns:a16="http://schemas.microsoft.com/office/drawing/2014/main" id="{CAFF8438-874E-A908-EDF4-C0A56B649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46" y="2868764"/>
              <a:ext cx="585641" cy="17971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" altLang="ko-KR" sz="700" b="0" kern="0" dirty="0">
                  <a:solidFill>
                    <a:schemeClr val="tx1"/>
                  </a:solidFill>
                  <a:latin typeface="+mn-ea"/>
                </a:rPr>
                <a:t>SERVICE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1" name="Chevron Left">
              <a:extLst>
                <a:ext uri="{FF2B5EF4-FFF2-40B4-BE49-F238E27FC236}">
                  <a16:creationId xmlns:a16="http://schemas.microsoft.com/office/drawing/2014/main" id="{B2F31405-644F-10BC-BCD4-007E49E7455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6244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" name="Text Box">
            <a:extLst>
              <a:ext uri="{FF2B5EF4-FFF2-40B4-BE49-F238E27FC236}">
                <a16:creationId xmlns:a16="http://schemas.microsoft.com/office/drawing/2014/main" id="{6EE09960-ADFA-233F-DFDF-7157BF5B7BAD}"/>
              </a:ext>
            </a:extLst>
          </p:cNvPr>
          <p:cNvSpPr>
            <a:spLocks/>
          </p:cNvSpPr>
          <p:nvPr/>
        </p:nvSpPr>
        <p:spPr bwMode="auto">
          <a:xfrm>
            <a:off x="2788842" y="3781114"/>
            <a:ext cx="632130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세탁물은 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 서비스 당 </a:t>
            </a: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3kg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기준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xt Box">
            <a:extLst>
              <a:ext uri="{FF2B5EF4-FFF2-40B4-BE49-F238E27FC236}">
                <a16:creationId xmlns:a16="http://schemas.microsoft.com/office/drawing/2014/main" id="{EF77370C-0849-D4BB-755E-14C53C46A7D0}"/>
              </a:ext>
            </a:extLst>
          </p:cNvPr>
          <p:cNvSpPr>
            <a:spLocks/>
          </p:cNvSpPr>
          <p:nvPr/>
        </p:nvSpPr>
        <p:spPr bwMode="auto">
          <a:xfrm>
            <a:off x="2791431" y="3235968"/>
            <a:ext cx="122765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i="0" kern="0" spc="-30" baseline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9,091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8FDCEE-EE5C-9A97-9B45-B75B1C1923E2}"/>
              </a:ext>
            </a:extLst>
          </p:cNvPr>
          <p:cNvSpPr/>
          <p:nvPr/>
        </p:nvSpPr>
        <p:spPr bwMode="auto">
          <a:xfrm>
            <a:off x="-106106" y="2123498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E0A6B-6957-05A8-02C8-FEE78281F31E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2937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C545-81FA-D3BB-CC6F-6CFD30CF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FC2039-14CF-A179-8BA0-3431105E040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>
                <a:solidFill>
                  <a:schemeClr val="bg1"/>
                </a:solidFill>
                <a:latin typeface="NanumGothic" panose="020D0604000000000000" pitchFamily="34" charset="-127"/>
              </a:rPr>
              <a:t>레이트</a:t>
            </a:r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B9993-7D4D-D44F-42E6-C8B3F3E0F1FF}"/>
              </a:ext>
            </a:extLst>
          </p:cNvPr>
          <p:cNvSpPr txBox="1"/>
          <p:nvPr/>
        </p:nvSpPr>
        <p:spPr>
          <a:xfrm>
            <a:off x="2554805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3771740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A008-C2A4-0CAB-4541-A9B5C48C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E0F1867-18D3-7D7D-AA44-611F8340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48B3418C-0D22-50E3-14B4-5F0E9C2A1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214AD63-EEC9-C06F-8B4F-0D01EDFFD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FAD70D6-3BD5-7134-5598-395625A543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603BEA-7FAE-5FE9-7B1A-93B268CF850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F74F7B-7D57-46F8-76B1-D7CF4015BFE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9611F5-0F9B-0929-E218-A1682B0DED0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A46FC155-EE66-41AC-A993-7336E8A8C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36260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BA54D95-F36A-4955-8F71-B788C050C6F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7E0D97E-09F5-E474-2362-065FDA2FD9B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C583D8E-24ED-6C7B-2138-7287327A8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147204"/>
              </p:ext>
            </p:extLst>
          </p:nvPr>
        </p:nvGraphicFramePr>
        <p:xfrm>
          <a:off x="1448266" y="908719"/>
          <a:ext cx="7816085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4428906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86734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카테고리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◎ 객실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온리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◎ 패키지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823879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AD977E9-4498-815D-7F74-BDE5C5EAD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95511"/>
              </p:ext>
            </p:extLst>
          </p:nvPr>
        </p:nvGraphicFramePr>
        <p:xfrm>
          <a:off x="1447441" y="1974262"/>
          <a:ext cx="7814439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46174906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764908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83391093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6115015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717449669"/>
                    </a:ext>
                  </a:extLst>
                </a:gridCol>
                <a:gridCol w="1581704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수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기준 금액 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(VAT </a:t>
                      </a: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포함</a:t>
                      </a:r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RATE2025</a:t>
                      </a:r>
                      <a:r>
                        <a:rPr kumimoji="0" lang="en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-WKND-DELUXE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BIZ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100,000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코드명이 출력되는 영역입니다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17258F7A-86BC-A9CA-FC91-91A04000A181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C44DA20-D673-4073-B44B-33A6E9520CB4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0A43D9D-178E-6989-D3CE-F9C569AA9611}"/>
              </a:ext>
            </a:extLst>
          </p:cNvPr>
          <p:cNvSpPr/>
          <p:nvPr/>
        </p:nvSpPr>
        <p:spPr>
          <a:xfrm>
            <a:off x="8730797" y="1747121"/>
            <a:ext cx="533555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3D555F0D-F578-4E64-00AB-76446370DB85}"/>
              </a:ext>
            </a:extLst>
          </p:cNvPr>
          <p:cNvSpPr txBox="1"/>
          <p:nvPr/>
        </p:nvSpPr>
        <p:spPr>
          <a:xfrm>
            <a:off x="4702956" y="4615564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4F85108-2B34-A833-FAA7-C3FC4D858759}"/>
              </a:ext>
            </a:extLst>
          </p:cNvPr>
          <p:cNvGrpSpPr/>
          <p:nvPr/>
        </p:nvGrpSpPr>
        <p:grpSpPr>
          <a:xfrm>
            <a:off x="1446413" y="1724431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DEEBF10-42C8-5D55-3078-ACF0EBC58A50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AB67660-222E-B5B8-0510-BF1C2EE66DB7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F4852415-B796-FEAF-0252-BF231F7F8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496C193E-4BF1-1C52-E8E3-9963F6944F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1A7E93DB-1C9B-EC1C-AE61-22E76C78DAE4}"/>
              </a:ext>
            </a:extLst>
          </p:cNvPr>
          <p:cNvSpPr/>
          <p:nvPr/>
        </p:nvSpPr>
        <p:spPr>
          <a:xfrm rot="16200000" flipH="1" flipV="1">
            <a:off x="8612074" y="164551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6F05FA9E-C537-9306-CB77-3A447F626990}"/>
              </a:ext>
            </a:extLst>
          </p:cNvPr>
          <p:cNvSpPr/>
          <p:nvPr/>
        </p:nvSpPr>
        <p:spPr>
          <a:xfrm rot="16200000" flipH="1" flipV="1">
            <a:off x="1804795" y="20913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635F325-2EAD-BCDA-9925-B7186856A399}"/>
              </a:ext>
            </a:extLst>
          </p:cNvPr>
          <p:cNvGrpSpPr/>
          <p:nvPr/>
        </p:nvGrpSpPr>
        <p:grpSpPr>
          <a:xfrm>
            <a:off x="2720883" y="1162276"/>
            <a:ext cx="2593082" cy="242067"/>
            <a:chOff x="2279979" y="1223052"/>
            <a:chExt cx="2593082" cy="242067"/>
          </a:xfrm>
        </p:grpSpPr>
        <p:sp>
          <p:nvSpPr>
            <p:cNvPr id="17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E62EE52-3A4E-3CF5-6729-6D362205B2A6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0E8ADB-14DC-D4E2-004A-6843752514C7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2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EC5A86F-979A-358F-E3FD-7033F4CF7F8D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9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1DE49B7-48C2-5F97-6139-5967407BD490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30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9063093-3A22-2063-CB6C-A9298BBB2E11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101" name="Click">
            <a:extLst>
              <a:ext uri="{FF2B5EF4-FFF2-40B4-BE49-F238E27FC236}">
                <a16:creationId xmlns:a16="http://schemas.microsoft.com/office/drawing/2014/main" id="{38D36F1B-384C-16FB-5C00-192FFE65605F}"/>
              </a:ext>
            </a:extLst>
          </p:cNvPr>
          <p:cNvGrpSpPr>
            <a:grpSpLocks noChangeAspect="1"/>
          </p:cNvGrpSpPr>
          <p:nvPr/>
        </p:nvGrpSpPr>
        <p:grpSpPr>
          <a:xfrm>
            <a:off x="2855191" y="2199929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C28BD71-29B6-E8A7-A740-DF90AD280A3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936B1ACA-4605-EE1B-687F-0AD8C55A5A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CA22EF-DEA9-A163-337E-F872AC485443}"/>
              </a:ext>
            </a:extLst>
          </p:cNvPr>
          <p:cNvSpPr/>
          <p:nvPr/>
        </p:nvSpPr>
        <p:spPr bwMode="auto">
          <a:xfrm>
            <a:off x="-106106" y="261605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2EBCB0-C377-991C-9F11-4A8F9046BB2D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8888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D64E-161B-F797-D149-A033E3D0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E343AE2-FE0D-D25A-D231-ED6E83E6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7C735B4-5ACA-C190-698E-023C0E83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/>
              <a:t>기본정보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09A3C92-050A-D9E7-EECD-493A757EA4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9E8F29A2-EAD8-F339-E72B-B5D0291672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D16426-D8FD-169F-3FDF-6FB4D05A70F2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4F85B6-6EDA-739E-DCFE-A9D2EEB3A00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0FFFA0-B916-256C-1720-A790D30C262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ED20CEC-D5D9-2C8A-68D5-BA9317B34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064940"/>
              </p:ext>
            </p:extLst>
          </p:nvPr>
        </p:nvGraphicFramePr>
        <p:xfrm>
          <a:off x="9406740" y="440717"/>
          <a:ext cx="2785260" cy="337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탭 정의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엥커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탭 탭으로 클릭 시 해당 탭 위치로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엥커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로그인 기준 협력사 프로퍼티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중복체크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조회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숫자만 입력 허용하며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최대 값이 최소 일 보다 작을 수 없음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이상만 입력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객실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등록한 객실 전체 삭제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C266E6E-1B24-E292-2D09-EB952B50F30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82FFCD2-EF72-8747-3648-6970F3CF0C2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E2312C5-6A4C-4833-10DB-B6C201EB2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00343"/>
              </p:ext>
            </p:extLst>
          </p:nvPr>
        </p:nvGraphicFramePr>
        <p:xfrm>
          <a:off x="1513108" y="1385400"/>
          <a:ext cx="7746199" cy="2907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98315987"/>
                    </a:ext>
                  </a:extLst>
                </a:gridCol>
                <a:gridCol w="2731259">
                  <a:extLst>
                    <a:ext uri="{9D8B030D-6E8A-4147-A177-3AD203B41FA5}">
                      <a16:colId xmlns:a16="http://schemas.microsoft.com/office/drawing/2014/main" val="98382558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5368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 설명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마켓코드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카테고리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온리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패키지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숙박 일수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최소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          최대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47688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58785"/>
                  </a:ext>
                </a:extLst>
              </a:tr>
              <a:tr h="804511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190963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C7C4C7B8-BF9D-B6D5-ABCB-CAF809F041AC}"/>
              </a:ext>
            </a:extLst>
          </p:cNvPr>
          <p:cNvSpPr txBox="1"/>
          <p:nvPr/>
        </p:nvSpPr>
        <p:spPr>
          <a:xfrm>
            <a:off x="7801966" y="114422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4E1DA02-7ECE-0D88-9327-BAFD4A76F22F}"/>
              </a:ext>
            </a:extLst>
          </p:cNvPr>
          <p:cNvGrpSpPr/>
          <p:nvPr/>
        </p:nvGrpSpPr>
        <p:grpSpPr>
          <a:xfrm>
            <a:off x="2780110" y="2306293"/>
            <a:ext cx="2593082" cy="242067"/>
            <a:chOff x="2279979" y="1223052"/>
            <a:chExt cx="2593082" cy="242067"/>
          </a:xfrm>
        </p:grpSpPr>
        <p:sp>
          <p:nvSpPr>
            <p:cNvPr id="2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D39F47C-3825-ADF0-28A6-B67FBE94D45F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B505BF5-918B-C24E-1956-1E921B8252DA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26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A763A3D-1B6A-655A-3F7E-5AA524E174B4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7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800B303-C0B9-C38C-6734-9CFE0328D7F5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28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E3A1CD8-ACD4-0509-2272-E21EEBFB6A34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38" name="Text Box">
            <a:extLst>
              <a:ext uri="{FF2B5EF4-FFF2-40B4-BE49-F238E27FC236}">
                <a16:creationId xmlns:a16="http://schemas.microsoft.com/office/drawing/2014/main" id="{F678E856-6BEF-7D8F-95C4-04AE50E9A874}"/>
              </a:ext>
            </a:extLst>
          </p:cNvPr>
          <p:cNvSpPr>
            <a:spLocks/>
          </p:cNvSpPr>
          <p:nvPr/>
        </p:nvSpPr>
        <p:spPr bwMode="auto">
          <a:xfrm>
            <a:off x="2780110" y="1745440"/>
            <a:ext cx="288384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39" name="Text Box">
            <a:extLst>
              <a:ext uri="{FF2B5EF4-FFF2-40B4-BE49-F238E27FC236}">
                <a16:creationId xmlns:a16="http://schemas.microsoft.com/office/drawing/2014/main" id="{5FE9F3D1-F622-BCD8-ABA2-36597036E178}"/>
              </a:ext>
            </a:extLst>
          </p:cNvPr>
          <p:cNvSpPr>
            <a:spLocks/>
          </p:cNvSpPr>
          <p:nvPr/>
        </p:nvSpPr>
        <p:spPr bwMode="auto">
          <a:xfrm>
            <a:off x="2780110" y="203468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40" name="Text Box">
            <a:extLst>
              <a:ext uri="{FF2B5EF4-FFF2-40B4-BE49-F238E27FC236}">
                <a16:creationId xmlns:a16="http://schemas.microsoft.com/office/drawing/2014/main" id="{38C77C92-8E92-E55C-709C-2280E7634B9A}"/>
              </a:ext>
            </a:extLst>
          </p:cNvPr>
          <p:cNvSpPr>
            <a:spLocks/>
          </p:cNvSpPr>
          <p:nvPr/>
        </p:nvSpPr>
        <p:spPr bwMode="auto">
          <a:xfrm>
            <a:off x="5571306" y="203468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EEA5C3A-C14F-8F63-A626-0165441EA8B9}"/>
              </a:ext>
            </a:extLst>
          </p:cNvPr>
          <p:cNvSpPr/>
          <p:nvPr/>
        </p:nvSpPr>
        <p:spPr>
          <a:xfrm>
            <a:off x="5702120" y="1745440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498B6A5-6E1B-DED6-012C-0D18D2920742}"/>
              </a:ext>
            </a:extLst>
          </p:cNvPr>
          <p:cNvSpPr/>
          <p:nvPr/>
        </p:nvSpPr>
        <p:spPr>
          <a:xfrm>
            <a:off x="2780641" y="264025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44" name="Text Box">
            <a:extLst>
              <a:ext uri="{FF2B5EF4-FFF2-40B4-BE49-F238E27FC236}">
                <a16:creationId xmlns:a16="http://schemas.microsoft.com/office/drawing/2014/main" id="{E3C5FAE6-4597-C974-AAD5-EBC4CAC74E9C}"/>
              </a:ext>
            </a:extLst>
          </p:cNvPr>
          <p:cNvSpPr>
            <a:spLocks/>
          </p:cNvSpPr>
          <p:nvPr/>
        </p:nvSpPr>
        <p:spPr bwMode="auto">
          <a:xfrm>
            <a:off x="6888088" y="2936774"/>
            <a:ext cx="72360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최소 일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" name="Text Box">
            <a:extLst>
              <a:ext uri="{FF2B5EF4-FFF2-40B4-BE49-F238E27FC236}">
                <a16:creationId xmlns:a16="http://schemas.microsoft.com/office/drawing/2014/main" id="{E02FF568-22E8-B812-B408-DC8F5355CE08}"/>
              </a:ext>
            </a:extLst>
          </p:cNvPr>
          <p:cNvSpPr>
            <a:spLocks/>
          </p:cNvSpPr>
          <p:nvPr/>
        </p:nvSpPr>
        <p:spPr bwMode="auto">
          <a:xfrm>
            <a:off x="7937565" y="2936774"/>
            <a:ext cx="72360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최대 일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47A222B-9536-D5DC-EAB0-364584D47C7E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A4F6692C-0ACE-DEEB-20C5-36D668D1D104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36C2442F-26A0-BEE4-1D27-CAA6A16A7F3D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F6BF1CB7-EC28-C8CB-165F-8459CD8046AE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7B31C0-08BA-01E0-A3EA-ACC0E5CB98E3}"/>
              </a:ext>
            </a:extLst>
          </p:cNvPr>
          <p:cNvSpPr/>
          <p:nvPr/>
        </p:nvSpPr>
        <p:spPr>
          <a:xfrm>
            <a:off x="2780641" y="3536489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60BB460-3CF0-B5E9-AF1D-237D3C1E353F}"/>
              </a:ext>
            </a:extLst>
          </p:cNvPr>
          <p:cNvGrpSpPr/>
          <p:nvPr/>
        </p:nvGrpSpPr>
        <p:grpSpPr>
          <a:xfrm rot="10800000">
            <a:off x="1343512" y="1110385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E217A52A-CE01-EAE9-A862-072C1A2DB04E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598D063-DBD6-D85E-1075-B42D2C431351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Click">
            <a:extLst>
              <a:ext uri="{FF2B5EF4-FFF2-40B4-BE49-F238E27FC236}">
                <a16:creationId xmlns:a16="http://schemas.microsoft.com/office/drawing/2014/main" id="{B2158109-1EA8-B023-890B-F4DAD468702B}"/>
              </a:ext>
            </a:extLst>
          </p:cNvPr>
          <p:cNvGrpSpPr>
            <a:grpSpLocks noChangeAspect="1"/>
          </p:cNvGrpSpPr>
          <p:nvPr/>
        </p:nvGrpSpPr>
        <p:grpSpPr>
          <a:xfrm>
            <a:off x="4350710" y="947942"/>
            <a:ext cx="299298" cy="426545"/>
            <a:chOff x="5294313" y="2197100"/>
            <a:chExt cx="530225" cy="755651"/>
          </a:xfrm>
        </p:grpSpPr>
        <p:sp>
          <p:nvSpPr>
            <p:cNvPr id="29" name="Arrow Cursor">
              <a:extLst>
                <a:ext uri="{FF2B5EF4-FFF2-40B4-BE49-F238E27FC236}">
                  <a16:creationId xmlns:a16="http://schemas.microsoft.com/office/drawing/2014/main" id="{D8876206-A7DD-55BB-0E8F-C40C36BA78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Click">
              <a:extLst>
                <a:ext uri="{FF2B5EF4-FFF2-40B4-BE49-F238E27FC236}">
                  <a16:creationId xmlns:a16="http://schemas.microsoft.com/office/drawing/2014/main" id="{C41514ED-8CFF-1E83-1B95-E830B560AD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D39C602-1DF1-006E-3EFC-BF85FF6C29F6}"/>
              </a:ext>
            </a:extLst>
          </p:cNvPr>
          <p:cNvSpPr/>
          <p:nvPr/>
        </p:nvSpPr>
        <p:spPr>
          <a:xfrm>
            <a:off x="47328" y="669415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58314F-931F-7AA9-2045-431B68478F32}"/>
              </a:ext>
            </a:extLst>
          </p:cNvPr>
          <p:cNvSpPr txBox="1"/>
          <p:nvPr/>
        </p:nvSpPr>
        <p:spPr>
          <a:xfrm>
            <a:off x="1427884" y="114422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C08325E1-AD9B-C77E-8F7D-5774120ED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326497"/>
              </p:ext>
            </p:extLst>
          </p:nvPr>
        </p:nvGraphicFramePr>
        <p:xfrm>
          <a:off x="2787213" y="3797112"/>
          <a:ext cx="623107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2200727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2786263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568068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 클래스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타입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객실이 존재하지 않습니다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E708F509-60B1-636C-539A-0982E30D2477}"/>
              </a:ext>
            </a:extLst>
          </p:cNvPr>
          <p:cNvSpPr/>
          <p:nvPr/>
        </p:nvSpPr>
        <p:spPr>
          <a:xfrm>
            <a:off x="8496057" y="3536489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55" name="Teardrop 1">
            <a:extLst>
              <a:ext uri="{FF2B5EF4-FFF2-40B4-BE49-F238E27FC236}">
                <a16:creationId xmlns:a16="http://schemas.microsoft.com/office/drawing/2014/main" id="{FE5DEE07-4F85-F7ED-3A03-8845462E932E}"/>
              </a:ext>
            </a:extLst>
          </p:cNvPr>
          <p:cNvSpPr/>
          <p:nvPr/>
        </p:nvSpPr>
        <p:spPr>
          <a:xfrm rot="16200000" flipH="1" flipV="1">
            <a:off x="1393176" y="88641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Teardrop 1">
            <a:extLst>
              <a:ext uri="{FF2B5EF4-FFF2-40B4-BE49-F238E27FC236}">
                <a16:creationId xmlns:a16="http://schemas.microsoft.com/office/drawing/2014/main" id="{FC792104-14B7-79FB-BE26-7D3A1882C60B}"/>
              </a:ext>
            </a:extLst>
          </p:cNvPr>
          <p:cNvSpPr/>
          <p:nvPr/>
        </p:nvSpPr>
        <p:spPr>
          <a:xfrm rot="16200000" flipH="1" flipV="1">
            <a:off x="2595442" y="132668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" name="Teardrop 1">
            <a:extLst>
              <a:ext uri="{FF2B5EF4-FFF2-40B4-BE49-F238E27FC236}">
                <a16:creationId xmlns:a16="http://schemas.microsoft.com/office/drawing/2014/main" id="{D39B1C7B-9BDB-710A-1B9D-4CFD89B2D1A9}"/>
              </a:ext>
            </a:extLst>
          </p:cNvPr>
          <p:cNvSpPr/>
          <p:nvPr/>
        </p:nvSpPr>
        <p:spPr>
          <a:xfrm rot="16200000" flipH="1" flipV="1">
            <a:off x="5550308" y="163148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id="{3EE0DF5B-2E67-621A-93CC-C5B0B29125C2}"/>
              </a:ext>
            </a:extLst>
          </p:cNvPr>
          <p:cNvSpPr/>
          <p:nvPr/>
        </p:nvSpPr>
        <p:spPr>
          <a:xfrm rot="16200000" flipH="1" flipV="1">
            <a:off x="2671642" y="25543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799CD3-EE76-C4B4-55ED-2DD8BB4D5B3D}"/>
              </a:ext>
            </a:extLst>
          </p:cNvPr>
          <p:cNvSpPr txBox="1"/>
          <p:nvPr/>
        </p:nvSpPr>
        <p:spPr>
          <a:xfrm>
            <a:off x="3675346" y="2936427"/>
            <a:ext cx="1138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⟵ 디폴트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객실 </a:t>
            </a:r>
            <a:r>
              <a:rPr lang="ko-KR" altLang="en-US" sz="800" i="1" dirty="0" err="1">
                <a:solidFill>
                  <a:srgbClr val="C00000"/>
                </a:solidFill>
                <a:latin typeface="+mn-ea"/>
                <a:ea typeface="+mn-ea"/>
              </a:rPr>
              <a:t>온리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8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62" name="Teardrop 1">
            <a:extLst>
              <a:ext uri="{FF2B5EF4-FFF2-40B4-BE49-F238E27FC236}">
                <a16:creationId xmlns:a16="http://schemas.microsoft.com/office/drawing/2014/main" id="{BD3EEF57-6281-EAF6-F938-82F21D29FC71}"/>
              </a:ext>
            </a:extLst>
          </p:cNvPr>
          <p:cNvSpPr/>
          <p:nvPr/>
        </p:nvSpPr>
        <p:spPr>
          <a:xfrm rot="16200000" flipH="1" flipV="1">
            <a:off x="5520526" y="281166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ardrop 1">
            <a:extLst>
              <a:ext uri="{FF2B5EF4-FFF2-40B4-BE49-F238E27FC236}">
                <a16:creationId xmlns:a16="http://schemas.microsoft.com/office/drawing/2014/main" id="{4FEEFF76-404C-A0A9-F255-87676923FB61}"/>
              </a:ext>
            </a:extLst>
          </p:cNvPr>
          <p:cNvSpPr/>
          <p:nvPr/>
        </p:nvSpPr>
        <p:spPr>
          <a:xfrm rot="16200000" flipH="1" flipV="1">
            <a:off x="2758946" y="345496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Teardrop 1">
            <a:extLst>
              <a:ext uri="{FF2B5EF4-FFF2-40B4-BE49-F238E27FC236}">
                <a16:creationId xmlns:a16="http://schemas.microsoft.com/office/drawing/2014/main" id="{C4A2D965-09D1-A65B-430C-40818B6B23D5}"/>
              </a:ext>
            </a:extLst>
          </p:cNvPr>
          <p:cNvSpPr/>
          <p:nvPr/>
        </p:nvSpPr>
        <p:spPr>
          <a:xfrm rot="16200000" flipH="1" flipV="1">
            <a:off x="8369411" y="345496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B2D9CE-5FA7-C9CD-3054-3090609CD680}"/>
              </a:ext>
            </a:extLst>
          </p:cNvPr>
          <p:cNvSpPr/>
          <p:nvPr/>
        </p:nvSpPr>
        <p:spPr bwMode="auto">
          <a:xfrm>
            <a:off x="-106106" y="261605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920AFF-C263-84FD-138D-8F1B56AACF1B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6461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4475-9D2B-B970-8C98-D8D12D00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BEA994D8-AFC4-A047-BC03-7A0DD13E0241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1984B78D-21FF-C43D-CA57-547A691A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14E7B3B-08D5-73FC-ED54-9F3723583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요금정보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C466E46-D4A0-028B-C760-853338E0A4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27E7F17-FCCD-480D-012D-B8C636CEF2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615F6E4-AC42-9B1D-B430-635377FAE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09497"/>
              </p:ext>
            </p:extLst>
          </p:nvPr>
        </p:nvGraphicFramePr>
        <p:xfrm>
          <a:off x="9406740" y="440717"/>
          <a:ext cx="2785260" cy="3381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기준 금액 입력 영역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추가요금 입력 영역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추가요금 입력 영역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Down/Up sale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요금 설정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 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로 기준  금액을 기준으로 적용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기준 금액은 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VAT 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합계 금액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기준으로 처리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5B694594-65E9-383A-65DC-77D6599955E0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207DDD44-9104-E09F-BDFD-2BC2385A19CE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E1C67D22-49FF-E991-1C4E-BC1CC2C46D80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DC0EA474-D531-E930-BDC5-69EAD1AB5797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C77577B-7F2A-98E3-9E70-72192839A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20618"/>
              </p:ext>
            </p:extLst>
          </p:nvPr>
        </p:nvGraphicFramePr>
        <p:xfrm>
          <a:off x="1513108" y="1425556"/>
          <a:ext cx="7746199" cy="2812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90772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구분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KRW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023848"/>
                  </a:ext>
                </a:extLst>
              </a:tr>
              <a:tr h="2504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 금액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TAX :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입력 시 자동출력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VAT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합계 금액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입력 시 자동출력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1003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성인 추가 요금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76474"/>
                  </a:ext>
                </a:extLst>
              </a:tr>
              <a:tr h="958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추가 요금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1222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91DE38D-CECE-E673-12BE-4D2DA939C3F5}"/>
              </a:ext>
            </a:extLst>
          </p:cNvPr>
          <p:cNvSpPr txBox="1"/>
          <p:nvPr/>
        </p:nvSpPr>
        <p:spPr>
          <a:xfrm>
            <a:off x="1427884" y="118367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일반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4E962571-907E-B067-F630-51D8DEA3A3AF}"/>
              </a:ext>
            </a:extLst>
          </p:cNvPr>
          <p:cNvSpPr>
            <a:spLocks/>
          </p:cNvSpPr>
          <p:nvPr/>
        </p:nvSpPr>
        <p:spPr bwMode="auto">
          <a:xfrm>
            <a:off x="2854838" y="2058409"/>
            <a:ext cx="87254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256E880-E166-2F78-6037-16485C3C8FB0}"/>
              </a:ext>
            </a:extLst>
          </p:cNvPr>
          <p:cNvGrpSpPr/>
          <p:nvPr/>
        </p:nvGrpSpPr>
        <p:grpSpPr>
          <a:xfrm>
            <a:off x="2408659" y="1467655"/>
            <a:ext cx="458681" cy="215444"/>
            <a:chOff x="2796305" y="2278069"/>
            <a:chExt cx="458681" cy="215444"/>
          </a:xfrm>
        </p:grpSpPr>
        <p:grpSp>
          <p:nvGrpSpPr>
            <p:cNvPr id="2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D4249591-3459-DBD3-9483-11E29F985E22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2856129" y="2303049"/>
              <a:ext cx="398857" cy="166199"/>
              <a:chOff x="554563" y="2615322"/>
              <a:chExt cx="398858" cy="166199"/>
            </a:xfrm>
          </p:grpSpPr>
          <p:sp>
            <p:nvSpPr>
              <p:cNvPr id="34" name="Box">
                <a:extLst>
                  <a:ext uri="{FF2B5EF4-FFF2-40B4-BE49-F238E27FC236}">
                    <a16:creationId xmlns:a16="http://schemas.microsoft.com/office/drawing/2014/main" id="{21F256AB-058C-39DD-A31B-6F4B63628A64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5" name="Label">
                <a:extLst>
                  <a:ext uri="{FF2B5EF4-FFF2-40B4-BE49-F238E27FC236}">
                    <a16:creationId xmlns:a16="http://schemas.microsoft.com/office/drawing/2014/main" id="{B4039E1D-C638-70F1-6BB5-032126D7D431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92004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전체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Check" hidden="1">
                <a:extLst>
                  <a:ext uri="{FF2B5EF4-FFF2-40B4-BE49-F238E27FC236}">
                    <a16:creationId xmlns:a16="http://schemas.microsoft.com/office/drawing/2014/main" id="{F6E6C1A1-FE8D-6DE6-A79E-4F1D4E792A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5A6987-915B-E523-23DE-9BED6797269C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B8A1F1E-970B-084F-34B5-D1708028B4CF}"/>
              </a:ext>
            </a:extLst>
          </p:cNvPr>
          <p:cNvGrpSpPr/>
          <p:nvPr/>
        </p:nvGrpSpPr>
        <p:grpSpPr>
          <a:xfrm>
            <a:off x="2797407" y="1467655"/>
            <a:ext cx="498757" cy="215444"/>
            <a:chOff x="2796305" y="2278069"/>
            <a:chExt cx="498757" cy="215444"/>
          </a:xfrm>
        </p:grpSpPr>
        <p:grpSp>
          <p:nvGrpSpPr>
            <p:cNvPr id="4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EE71F557-8686-37A8-B976-175F8475D5F2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>
              <a:off x="2856129" y="2303049"/>
              <a:ext cx="438933" cy="166199"/>
              <a:chOff x="554563" y="2615322"/>
              <a:chExt cx="438934" cy="166199"/>
            </a:xfrm>
          </p:grpSpPr>
          <p:sp>
            <p:nvSpPr>
              <p:cNvPr id="48" name="Box">
                <a:extLst>
                  <a:ext uri="{FF2B5EF4-FFF2-40B4-BE49-F238E27FC236}">
                    <a16:creationId xmlns:a16="http://schemas.microsoft.com/office/drawing/2014/main" id="{2EAB9FFA-322C-5E63-DB4C-BAB031DAA061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Label">
                <a:extLst>
                  <a:ext uri="{FF2B5EF4-FFF2-40B4-BE49-F238E27FC236}">
                    <a16:creationId xmlns:a16="http://schemas.microsoft.com/office/drawing/2014/main" id="{C87C00AD-0EE5-51E7-B180-2C10626662E1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320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</a:t>
                </a:r>
              </a:p>
            </p:txBody>
          </p:sp>
          <p:sp>
            <p:nvSpPr>
              <p:cNvPr id="51" name="Check" hidden="1">
                <a:extLst>
                  <a:ext uri="{FF2B5EF4-FFF2-40B4-BE49-F238E27FC236}">
                    <a16:creationId xmlns:a16="http://schemas.microsoft.com/office/drawing/2014/main" id="{F7B89C71-9217-1AFF-BB9D-95AC859787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9E91846-B04C-09EB-6C53-889B8DDEC385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FAB3DA2-29D7-4913-3D52-7E59E22D4E7F}"/>
              </a:ext>
            </a:extLst>
          </p:cNvPr>
          <p:cNvGrpSpPr/>
          <p:nvPr/>
        </p:nvGrpSpPr>
        <p:grpSpPr>
          <a:xfrm>
            <a:off x="3226231" y="1467655"/>
            <a:ext cx="445857" cy="215444"/>
            <a:chOff x="2796305" y="2278069"/>
            <a:chExt cx="445857" cy="215444"/>
          </a:xfrm>
        </p:grpSpPr>
        <p:grpSp>
          <p:nvGrpSpPr>
            <p:cNvPr id="5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7545FA3F-B3EB-C120-090B-92710786401C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2856129" y="2303049"/>
              <a:ext cx="386033" cy="166199"/>
              <a:chOff x="554563" y="2615322"/>
              <a:chExt cx="386034" cy="166199"/>
            </a:xfrm>
          </p:grpSpPr>
          <p:sp>
            <p:nvSpPr>
              <p:cNvPr id="55" name="Box">
                <a:extLst>
                  <a:ext uri="{FF2B5EF4-FFF2-40B4-BE49-F238E27FC236}">
                    <a16:creationId xmlns:a16="http://schemas.microsoft.com/office/drawing/2014/main" id="{F59CBC64-A349-FC0B-7470-58CACAF68DAE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Label">
                <a:extLst>
                  <a:ext uri="{FF2B5EF4-FFF2-40B4-BE49-F238E27FC236}">
                    <a16:creationId xmlns:a16="http://schemas.microsoft.com/office/drawing/2014/main" id="{A0DB2A9D-1032-C132-14ED-F53E36DBD27E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791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TUE</a:t>
                </a:r>
              </a:p>
            </p:txBody>
          </p:sp>
          <p:sp>
            <p:nvSpPr>
              <p:cNvPr id="57" name="Check" hidden="1">
                <a:extLst>
                  <a:ext uri="{FF2B5EF4-FFF2-40B4-BE49-F238E27FC236}">
                    <a16:creationId xmlns:a16="http://schemas.microsoft.com/office/drawing/2014/main" id="{9BCEFE41-F553-B525-7E17-E6D79E6EB7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AC57426-9429-8348-B0E4-3FBD6D7CB0B1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4F36182-0AE4-53EF-8093-550371D0B569}"/>
              </a:ext>
            </a:extLst>
          </p:cNvPr>
          <p:cNvGrpSpPr/>
          <p:nvPr/>
        </p:nvGrpSpPr>
        <p:grpSpPr>
          <a:xfrm>
            <a:off x="3602155" y="1467047"/>
            <a:ext cx="479521" cy="215444"/>
            <a:chOff x="2796305" y="2278069"/>
            <a:chExt cx="479521" cy="215444"/>
          </a:xfrm>
        </p:grpSpPr>
        <p:grpSp>
          <p:nvGrpSpPr>
            <p:cNvPr id="5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E204F75-815A-E7BB-C4F7-19DDFE19ADAE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2856129" y="2303049"/>
              <a:ext cx="419697" cy="166199"/>
              <a:chOff x="554563" y="2615322"/>
              <a:chExt cx="419698" cy="166199"/>
            </a:xfrm>
          </p:grpSpPr>
          <p:sp>
            <p:nvSpPr>
              <p:cNvPr id="61" name="Box">
                <a:extLst>
                  <a:ext uri="{FF2B5EF4-FFF2-40B4-BE49-F238E27FC236}">
                    <a16:creationId xmlns:a16="http://schemas.microsoft.com/office/drawing/2014/main" id="{F73A8CA2-13C6-6596-994F-8186EB8A4BC8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2" name="Label">
                <a:extLst>
                  <a:ext uri="{FF2B5EF4-FFF2-40B4-BE49-F238E27FC236}">
                    <a16:creationId xmlns:a16="http://schemas.microsoft.com/office/drawing/2014/main" id="{1A975AA2-47DD-125F-0F27-64BC2487000C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12844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WED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3" name="Check" hidden="1">
                <a:extLst>
                  <a:ext uri="{FF2B5EF4-FFF2-40B4-BE49-F238E27FC236}">
                    <a16:creationId xmlns:a16="http://schemas.microsoft.com/office/drawing/2014/main" id="{E2687A11-ECDE-E226-2F3B-8DD8191FB9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ABD36E3-4164-D007-B3FC-3A5D321FBB90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65F64CB-177F-8388-A175-56AA7560BC46}"/>
              </a:ext>
            </a:extLst>
          </p:cNvPr>
          <p:cNvGrpSpPr/>
          <p:nvPr/>
        </p:nvGrpSpPr>
        <p:grpSpPr>
          <a:xfrm>
            <a:off x="4011743" y="1466439"/>
            <a:ext cx="461887" cy="215444"/>
            <a:chOff x="2796305" y="2278069"/>
            <a:chExt cx="461887" cy="215444"/>
          </a:xfrm>
        </p:grpSpPr>
        <p:grpSp>
          <p:nvGrpSpPr>
            <p:cNvPr id="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256D7C71-F826-67C2-E202-4D13BE7905AF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2856129" y="2303049"/>
              <a:ext cx="402063" cy="166199"/>
              <a:chOff x="554563" y="2615322"/>
              <a:chExt cx="402064" cy="166199"/>
            </a:xfrm>
          </p:grpSpPr>
          <p:sp>
            <p:nvSpPr>
              <p:cNvPr id="67" name="Box">
                <a:extLst>
                  <a:ext uri="{FF2B5EF4-FFF2-40B4-BE49-F238E27FC236}">
                    <a16:creationId xmlns:a16="http://schemas.microsoft.com/office/drawing/2014/main" id="{F21351E7-8BD7-699A-7E80-21BD5D880DB0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Label">
                <a:extLst>
                  <a:ext uri="{FF2B5EF4-FFF2-40B4-BE49-F238E27FC236}">
                    <a16:creationId xmlns:a16="http://schemas.microsoft.com/office/drawing/2014/main" id="{2B2F8BB4-C453-D773-1CD8-0867D2D14A53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9521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THU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9" name="Check" hidden="1">
                <a:extLst>
                  <a:ext uri="{FF2B5EF4-FFF2-40B4-BE49-F238E27FC236}">
                    <a16:creationId xmlns:a16="http://schemas.microsoft.com/office/drawing/2014/main" id="{E99AE303-5FC7-DD0E-25D2-3571E31B19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1683DF5-0E0A-61E1-24B2-FB20C4466760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AED1A90E-03B6-6BC8-F1FC-BA8200BC7344}"/>
              </a:ext>
            </a:extLst>
          </p:cNvPr>
          <p:cNvGrpSpPr/>
          <p:nvPr/>
        </p:nvGrpSpPr>
        <p:grpSpPr>
          <a:xfrm>
            <a:off x="4403697" y="1465831"/>
            <a:ext cx="418606" cy="215444"/>
            <a:chOff x="2796305" y="2278069"/>
            <a:chExt cx="418606" cy="215444"/>
          </a:xfrm>
        </p:grpSpPr>
        <p:grpSp>
          <p:nvGrpSpPr>
            <p:cNvPr id="7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BE285A0-7F7B-BAE7-53E3-BA7A8ACCBD42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856129" y="2303049"/>
              <a:ext cx="358782" cy="166199"/>
              <a:chOff x="554563" y="2615322"/>
              <a:chExt cx="358783" cy="166199"/>
            </a:xfrm>
          </p:grpSpPr>
          <p:sp>
            <p:nvSpPr>
              <p:cNvPr id="73" name="Box">
                <a:extLst>
                  <a:ext uri="{FF2B5EF4-FFF2-40B4-BE49-F238E27FC236}">
                    <a16:creationId xmlns:a16="http://schemas.microsoft.com/office/drawing/2014/main" id="{57228ED1-10FE-11AD-07D5-C225880BB19F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4" name="Label">
                <a:extLst>
                  <a:ext uri="{FF2B5EF4-FFF2-40B4-BE49-F238E27FC236}">
                    <a16:creationId xmlns:a16="http://schemas.microsoft.com/office/drawing/2014/main" id="{1AB7CFB0-914B-F5FE-55A1-D3E6BE08B4C4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51929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FRI</a:t>
                </a:r>
              </a:p>
            </p:txBody>
          </p:sp>
          <p:sp>
            <p:nvSpPr>
              <p:cNvPr id="75" name="Check" hidden="1">
                <a:extLst>
                  <a:ext uri="{FF2B5EF4-FFF2-40B4-BE49-F238E27FC236}">
                    <a16:creationId xmlns:a16="http://schemas.microsoft.com/office/drawing/2014/main" id="{20108284-E63A-D8B9-CDB6-7CC89FC881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333BCCC-9B28-57A4-146E-25079EC7BD3F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D0741FF6-E747-57DC-1EE1-4ED839EC1D40}"/>
              </a:ext>
            </a:extLst>
          </p:cNvPr>
          <p:cNvGrpSpPr/>
          <p:nvPr/>
        </p:nvGrpSpPr>
        <p:grpSpPr>
          <a:xfrm>
            <a:off x="4752370" y="1465223"/>
            <a:ext cx="445857" cy="215444"/>
            <a:chOff x="2796305" y="2278069"/>
            <a:chExt cx="445857" cy="215444"/>
          </a:xfrm>
        </p:grpSpPr>
        <p:grpSp>
          <p:nvGrpSpPr>
            <p:cNvPr id="7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588E29C8-E559-D797-929B-15007503626F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856129" y="2303049"/>
              <a:ext cx="386033" cy="166199"/>
              <a:chOff x="554563" y="2615322"/>
              <a:chExt cx="386034" cy="166199"/>
            </a:xfrm>
          </p:grpSpPr>
          <p:sp>
            <p:nvSpPr>
              <p:cNvPr id="79" name="Box">
                <a:extLst>
                  <a:ext uri="{FF2B5EF4-FFF2-40B4-BE49-F238E27FC236}">
                    <a16:creationId xmlns:a16="http://schemas.microsoft.com/office/drawing/2014/main" id="{3077E150-9EDE-F2B8-F289-AF21297DB779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0" name="Label">
                <a:extLst>
                  <a:ext uri="{FF2B5EF4-FFF2-40B4-BE49-F238E27FC236}">
                    <a16:creationId xmlns:a16="http://schemas.microsoft.com/office/drawing/2014/main" id="{8E6E608D-FAFE-D72B-29F1-4969725F9E4F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791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SAT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Check" hidden="1">
                <a:extLst>
                  <a:ext uri="{FF2B5EF4-FFF2-40B4-BE49-F238E27FC236}">
                    <a16:creationId xmlns:a16="http://schemas.microsoft.com/office/drawing/2014/main" id="{3B7D5042-6E51-B102-E2D3-B6E4CF24DF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9EA97D4-FC5A-A3DD-CD2F-D71007ECC46F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FB38607A-73A8-DFE5-877F-EE4E98197E81}"/>
              </a:ext>
            </a:extLst>
          </p:cNvPr>
          <p:cNvGrpSpPr/>
          <p:nvPr/>
        </p:nvGrpSpPr>
        <p:grpSpPr>
          <a:xfrm>
            <a:off x="5128291" y="1464615"/>
            <a:ext cx="466697" cy="215444"/>
            <a:chOff x="2796305" y="2278069"/>
            <a:chExt cx="466697" cy="215444"/>
          </a:xfrm>
        </p:grpSpPr>
        <p:grpSp>
          <p:nvGrpSpPr>
            <p:cNvPr id="8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29056F39-27C3-0FA7-0110-67EF94F09CEF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856129" y="2303049"/>
              <a:ext cx="406873" cy="166199"/>
              <a:chOff x="554563" y="2615322"/>
              <a:chExt cx="406874" cy="166199"/>
            </a:xfrm>
          </p:grpSpPr>
          <p:sp>
            <p:nvSpPr>
              <p:cNvPr id="85" name="Box">
                <a:extLst>
                  <a:ext uri="{FF2B5EF4-FFF2-40B4-BE49-F238E27FC236}">
                    <a16:creationId xmlns:a16="http://schemas.microsoft.com/office/drawing/2014/main" id="{30C72B12-DFA6-0389-852E-3EFCB631816B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Label">
                <a:extLst>
                  <a:ext uri="{FF2B5EF4-FFF2-40B4-BE49-F238E27FC236}">
                    <a16:creationId xmlns:a16="http://schemas.microsoft.com/office/drawing/2014/main" id="{A85D8BC5-F49E-626D-ECDE-F652DCB3E5D2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0002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SUN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7" name="Check" hidden="1">
                <a:extLst>
                  <a:ext uri="{FF2B5EF4-FFF2-40B4-BE49-F238E27FC236}">
                    <a16:creationId xmlns:a16="http://schemas.microsoft.com/office/drawing/2014/main" id="{727FE1F3-A1A9-E08E-7295-B6C3AAFDC0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E4DE085-6D42-6DB3-08D7-EFABE3D20C0F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9D5D937F-A668-3543-DB92-6B798B3F7DEB}"/>
              </a:ext>
            </a:extLst>
          </p:cNvPr>
          <p:cNvSpPr txBox="1"/>
          <p:nvPr/>
        </p:nvSpPr>
        <p:spPr>
          <a:xfrm>
            <a:off x="1427884" y="4347054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en" altLang="en-US" sz="800" b="1" dirty="0">
                <a:latin typeface="+mn-ea"/>
                <a:ea typeface="+mn-ea"/>
              </a:rPr>
              <a:t>D</a:t>
            </a:r>
            <a:r>
              <a:rPr lang="en" altLang="ko-KR" sz="800" b="1" dirty="0">
                <a:latin typeface="+mn-ea"/>
                <a:ea typeface="+mn-ea"/>
              </a:rPr>
              <a:t>own/Up sale</a:t>
            </a:r>
            <a:r>
              <a:rPr kumimoji="1" lang="ko-KR" altLang="en-US" sz="800" b="1" dirty="0">
                <a:latin typeface="+mn-ea"/>
                <a:ea typeface="+mn-ea"/>
              </a:rPr>
              <a:t>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FBF5F870-970A-E4A2-9400-735E80DC7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94405"/>
              </p:ext>
            </p:extLst>
          </p:nvPr>
        </p:nvGraphicFramePr>
        <p:xfrm>
          <a:off x="1513108" y="4601260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872028281"/>
                    </a:ext>
                  </a:extLst>
                </a:gridCol>
                <a:gridCol w="3379331">
                  <a:extLst>
                    <a:ext uri="{9D8B030D-6E8A-4147-A177-3AD203B41FA5}">
                      <a16:colId xmlns:a16="http://schemas.microsoft.com/office/drawing/2014/main" val="242730794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소수점 처리 방식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소수점                             자리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pSp>
        <p:nvGrpSpPr>
          <p:cNvPr id="100" name="그룹 99">
            <a:extLst>
              <a:ext uri="{FF2B5EF4-FFF2-40B4-BE49-F238E27FC236}">
                <a16:creationId xmlns:a16="http://schemas.microsoft.com/office/drawing/2014/main" id="{044DADF6-AAFC-1613-EC3B-967A3804FA0D}"/>
              </a:ext>
            </a:extLst>
          </p:cNvPr>
          <p:cNvGrpSpPr/>
          <p:nvPr/>
        </p:nvGrpSpPr>
        <p:grpSpPr>
          <a:xfrm>
            <a:off x="2787213" y="4662623"/>
            <a:ext cx="446018" cy="493298"/>
            <a:chOff x="1290369" y="2868764"/>
            <a:chExt cx="446018" cy="493298"/>
          </a:xfrm>
        </p:grpSpPr>
        <p:sp>
          <p:nvSpPr>
            <p:cNvPr id="101" name="Text Box">
              <a:extLst>
                <a:ext uri="{FF2B5EF4-FFF2-40B4-BE49-F238E27FC236}">
                  <a16:creationId xmlns:a16="http://schemas.microsoft.com/office/drawing/2014/main" id="{A5B95128-5886-7ED9-397C-AFBF06400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+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-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Chevron Left">
              <a:extLst>
                <a:ext uri="{FF2B5EF4-FFF2-40B4-BE49-F238E27FC236}">
                  <a16:creationId xmlns:a16="http://schemas.microsoft.com/office/drawing/2014/main" id="{06EED1F8-D0E9-BFD2-4872-D6C0AC159DF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3" name="Text Box">
            <a:extLst>
              <a:ext uri="{FF2B5EF4-FFF2-40B4-BE49-F238E27FC236}">
                <a16:creationId xmlns:a16="http://schemas.microsoft.com/office/drawing/2014/main" id="{8A699F70-1E93-65EE-DFB8-FEEA09BE4664}"/>
              </a:ext>
            </a:extLst>
          </p:cNvPr>
          <p:cNvSpPr>
            <a:spLocks/>
          </p:cNvSpPr>
          <p:nvPr/>
        </p:nvSpPr>
        <p:spPr bwMode="auto">
          <a:xfrm>
            <a:off x="3269973" y="4659293"/>
            <a:ext cx="86399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D87C2BE2-DEE4-8544-1CC0-7FDFDC898520}"/>
              </a:ext>
            </a:extLst>
          </p:cNvPr>
          <p:cNvGrpSpPr/>
          <p:nvPr/>
        </p:nvGrpSpPr>
        <p:grpSpPr>
          <a:xfrm>
            <a:off x="4164008" y="4659293"/>
            <a:ext cx="446018" cy="493298"/>
            <a:chOff x="1290369" y="2868764"/>
            <a:chExt cx="446018" cy="493298"/>
          </a:xfrm>
        </p:grpSpPr>
        <p:sp>
          <p:nvSpPr>
            <p:cNvPr id="105" name="Text Box">
              <a:extLst>
                <a:ext uri="{FF2B5EF4-FFF2-40B4-BE49-F238E27FC236}">
                  <a16:creationId xmlns:a16="http://schemas.microsoft.com/office/drawing/2014/main" id="{CC4FC3E0-6E84-6A3B-33CD-39F0C2C0E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정액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정률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(%)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6" name="Chevron Left">
              <a:extLst>
                <a:ext uri="{FF2B5EF4-FFF2-40B4-BE49-F238E27FC236}">
                  <a16:creationId xmlns:a16="http://schemas.microsoft.com/office/drawing/2014/main" id="{EB4CE6C5-7C9F-3517-17A3-28357FEBD8F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7" name="Text Box">
            <a:extLst>
              <a:ext uri="{FF2B5EF4-FFF2-40B4-BE49-F238E27FC236}">
                <a16:creationId xmlns:a16="http://schemas.microsoft.com/office/drawing/2014/main" id="{F3BD9800-8376-D53C-4BD0-CE4D8420A670}"/>
              </a:ext>
            </a:extLst>
          </p:cNvPr>
          <p:cNvSpPr>
            <a:spLocks/>
          </p:cNvSpPr>
          <p:nvPr/>
        </p:nvSpPr>
        <p:spPr bwMode="auto">
          <a:xfrm>
            <a:off x="6282118" y="4661924"/>
            <a:ext cx="64807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765D34D8-D5CA-AEF6-786C-E95D103B4230}"/>
              </a:ext>
            </a:extLst>
          </p:cNvPr>
          <p:cNvGrpSpPr/>
          <p:nvPr/>
        </p:nvGrpSpPr>
        <p:grpSpPr>
          <a:xfrm>
            <a:off x="7248128" y="4666380"/>
            <a:ext cx="446018" cy="790255"/>
            <a:chOff x="1290369" y="2868763"/>
            <a:chExt cx="446018" cy="790255"/>
          </a:xfrm>
        </p:grpSpPr>
        <p:sp>
          <p:nvSpPr>
            <p:cNvPr id="109" name="Text Box">
              <a:extLst>
                <a:ext uri="{FF2B5EF4-FFF2-40B4-BE49-F238E27FC236}">
                  <a16:creationId xmlns:a16="http://schemas.microsoft.com/office/drawing/2014/main" id="{6E6D1FA9-B593-ED94-CF15-C71192DB1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3"/>
              <a:ext cx="446018" cy="79025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올림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올림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절사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0" name="Chevron Left">
              <a:extLst>
                <a:ext uri="{FF2B5EF4-FFF2-40B4-BE49-F238E27FC236}">
                  <a16:creationId xmlns:a16="http://schemas.microsoft.com/office/drawing/2014/main" id="{592E0BEA-A9AB-C994-1981-C6B601F4EEE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A525E338-5AC0-F394-4FE0-79A3081F5625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12" name="직선 연결선 206">
              <a:extLst>
                <a:ext uri="{FF2B5EF4-FFF2-40B4-BE49-F238E27FC236}">
                  <a16:creationId xmlns:a16="http://schemas.microsoft.com/office/drawing/2014/main" id="{15857CEA-6F7E-91A3-7C0A-A3BCB1A35105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56292873-1C4E-005C-F162-62913BD87929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E37EECCB-B7A8-7321-2DF8-A3AFCFBBC15F}"/>
              </a:ext>
            </a:extLst>
          </p:cNvPr>
          <p:cNvSpPr txBox="1"/>
          <p:nvPr/>
        </p:nvSpPr>
        <p:spPr>
          <a:xfrm>
            <a:off x="2218460" y="1183679"/>
            <a:ext cx="2223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ko-KR" sz="800" i="0" u="none" strike="noStrike" kern="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※</a:t>
            </a:r>
            <a:r>
              <a:rPr kumimoji="0" lang="ko-KR" altLang="en-US" sz="800" i="0" u="none" strike="noStrike" kern="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ko-KR" altLang="en-US" sz="800" kern="0" dirty="0">
                <a:solidFill>
                  <a:srgbClr val="FF0000"/>
                </a:solidFill>
                <a:latin typeface="+mn-ea"/>
                <a:ea typeface="+mn-ea"/>
              </a:rPr>
              <a:t>공급가는 </a:t>
            </a:r>
            <a:r>
              <a:rPr kumimoji="1"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VAT</a:t>
            </a:r>
            <a:r>
              <a:rPr kumimoji="1" lang="ko-KR" altLang="en-US" sz="800" dirty="0">
                <a:solidFill>
                  <a:srgbClr val="FF0000"/>
                </a:solidFill>
                <a:latin typeface="+mn-ea"/>
                <a:ea typeface="+mn-ea"/>
              </a:rPr>
              <a:t> 미 </a:t>
            </a:r>
            <a:r>
              <a:rPr lang="ko-KR" altLang="en-US" sz="800" dirty="0">
                <a:solidFill>
                  <a:srgbClr val="FF0000"/>
                </a:solidFill>
                <a:latin typeface="+mn-ea"/>
                <a:ea typeface="+mn-ea"/>
              </a:rPr>
              <a:t>포함 금액으로 입력하세요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E19C4E5A-BFF1-80C5-60A8-55E0D4C19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614711"/>
              </p:ext>
            </p:extLst>
          </p:nvPr>
        </p:nvGraphicFramePr>
        <p:xfrm>
          <a:off x="2409139" y="233786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26" name="Text Box">
            <a:extLst>
              <a:ext uri="{FF2B5EF4-FFF2-40B4-BE49-F238E27FC236}">
                <a16:creationId xmlns:a16="http://schemas.microsoft.com/office/drawing/2014/main" id="{DE4A395C-26CF-4425-0430-B8AAF3841118}"/>
              </a:ext>
            </a:extLst>
          </p:cNvPr>
          <p:cNvSpPr>
            <a:spLocks/>
          </p:cNvSpPr>
          <p:nvPr/>
        </p:nvSpPr>
        <p:spPr bwMode="auto">
          <a:xfrm>
            <a:off x="2691784" y="257455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Text Box">
            <a:extLst>
              <a:ext uri="{FF2B5EF4-FFF2-40B4-BE49-F238E27FC236}">
                <a16:creationId xmlns:a16="http://schemas.microsoft.com/office/drawing/2014/main" id="{A98E6CAA-7D2F-2D80-5871-2E020706EF2A}"/>
              </a:ext>
            </a:extLst>
          </p:cNvPr>
          <p:cNvSpPr>
            <a:spLocks/>
          </p:cNvSpPr>
          <p:nvPr/>
        </p:nvSpPr>
        <p:spPr bwMode="auto">
          <a:xfrm>
            <a:off x="2691784" y="27902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8" name="Text Box">
            <a:extLst>
              <a:ext uri="{FF2B5EF4-FFF2-40B4-BE49-F238E27FC236}">
                <a16:creationId xmlns:a16="http://schemas.microsoft.com/office/drawing/2014/main" id="{3F361F74-76EB-5E13-4C84-3ED94F6717B3}"/>
              </a:ext>
            </a:extLst>
          </p:cNvPr>
          <p:cNvSpPr>
            <a:spLocks/>
          </p:cNvSpPr>
          <p:nvPr/>
        </p:nvSpPr>
        <p:spPr bwMode="auto">
          <a:xfrm>
            <a:off x="2691784" y="30027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4A6EC35B-A923-BC1A-E649-8D2101EDD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184116"/>
              </p:ext>
            </p:extLst>
          </p:nvPr>
        </p:nvGraphicFramePr>
        <p:xfrm>
          <a:off x="3542479" y="233786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42" name="Text Box">
            <a:extLst>
              <a:ext uri="{FF2B5EF4-FFF2-40B4-BE49-F238E27FC236}">
                <a16:creationId xmlns:a16="http://schemas.microsoft.com/office/drawing/2014/main" id="{61F816A0-B76B-DF14-C814-FF35AA710713}"/>
              </a:ext>
            </a:extLst>
          </p:cNvPr>
          <p:cNvSpPr>
            <a:spLocks/>
          </p:cNvSpPr>
          <p:nvPr/>
        </p:nvSpPr>
        <p:spPr bwMode="auto">
          <a:xfrm>
            <a:off x="3825124" y="257455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3" name="Text Box">
            <a:extLst>
              <a:ext uri="{FF2B5EF4-FFF2-40B4-BE49-F238E27FC236}">
                <a16:creationId xmlns:a16="http://schemas.microsoft.com/office/drawing/2014/main" id="{C5FBC1BF-B3B0-6B24-26DA-51676B3AECB1}"/>
              </a:ext>
            </a:extLst>
          </p:cNvPr>
          <p:cNvSpPr>
            <a:spLocks/>
          </p:cNvSpPr>
          <p:nvPr/>
        </p:nvSpPr>
        <p:spPr bwMode="auto">
          <a:xfrm>
            <a:off x="3825124" y="27902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4" name="Text Box">
            <a:extLst>
              <a:ext uri="{FF2B5EF4-FFF2-40B4-BE49-F238E27FC236}">
                <a16:creationId xmlns:a16="http://schemas.microsoft.com/office/drawing/2014/main" id="{A31617AB-FFD4-DF14-4878-129D6FDE45BD}"/>
              </a:ext>
            </a:extLst>
          </p:cNvPr>
          <p:cNvSpPr>
            <a:spLocks/>
          </p:cNvSpPr>
          <p:nvPr/>
        </p:nvSpPr>
        <p:spPr bwMode="auto">
          <a:xfrm>
            <a:off x="3825124" y="30027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45" name="표 144">
            <a:extLst>
              <a:ext uri="{FF2B5EF4-FFF2-40B4-BE49-F238E27FC236}">
                <a16:creationId xmlns:a16="http://schemas.microsoft.com/office/drawing/2014/main" id="{6D90FCB7-8E1E-9FA3-A003-1EE736EF4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9179"/>
              </p:ext>
            </p:extLst>
          </p:nvPr>
        </p:nvGraphicFramePr>
        <p:xfrm>
          <a:off x="4672600" y="233786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46" name="Text Box">
            <a:extLst>
              <a:ext uri="{FF2B5EF4-FFF2-40B4-BE49-F238E27FC236}">
                <a16:creationId xmlns:a16="http://schemas.microsoft.com/office/drawing/2014/main" id="{B534FE5C-6C13-9F2C-1F2D-03DEED579B7E}"/>
              </a:ext>
            </a:extLst>
          </p:cNvPr>
          <p:cNvSpPr>
            <a:spLocks/>
          </p:cNvSpPr>
          <p:nvPr/>
        </p:nvSpPr>
        <p:spPr bwMode="auto">
          <a:xfrm>
            <a:off x="4955245" y="257455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7" name="Text Box">
            <a:extLst>
              <a:ext uri="{FF2B5EF4-FFF2-40B4-BE49-F238E27FC236}">
                <a16:creationId xmlns:a16="http://schemas.microsoft.com/office/drawing/2014/main" id="{883D62EA-295D-2CAB-1075-45B1895C3EA1}"/>
              </a:ext>
            </a:extLst>
          </p:cNvPr>
          <p:cNvSpPr>
            <a:spLocks/>
          </p:cNvSpPr>
          <p:nvPr/>
        </p:nvSpPr>
        <p:spPr bwMode="auto">
          <a:xfrm>
            <a:off x="4955245" y="27902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xt Box">
            <a:extLst>
              <a:ext uri="{FF2B5EF4-FFF2-40B4-BE49-F238E27FC236}">
                <a16:creationId xmlns:a16="http://schemas.microsoft.com/office/drawing/2014/main" id="{A09C4113-1BB7-8785-9F1C-4728EAB56EB5}"/>
              </a:ext>
            </a:extLst>
          </p:cNvPr>
          <p:cNvSpPr>
            <a:spLocks/>
          </p:cNvSpPr>
          <p:nvPr/>
        </p:nvSpPr>
        <p:spPr bwMode="auto">
          <a:xfrm>
            <a:off x="4955245" y="30027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96C466A2-BC42-1661-E32D-D95513C39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897958"/>
              </p:ext>
            </p:extLst>
          </p:nvPr>
        </p:nvGraphicFramePr>
        <p:xfrm>
          <a:off x="5809161" y="233786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50" name="Text Box">
            <a:extLst>
              <a:ext uri="{FF2B5EF4-FFF2-40B4-BE49-F238E27FC236}">
                <a16:creationId xmlns:a16="http://schemas.microsoft.com/office/drawing/2014/main" id="{EB78442B-EA87-31CF-1792-2B59E9A3D380}"/>
              </a:ext>
            </a:extLst>
          </p:cNvPr>
          <p:cNvSpPr>
            <a:spLocks/>
          </p:cNvSpPr>
          <p:nvPr/>
        </p:nvSpPr>
        <p:spPr bwMode="auto">
          <a:xfrm>
            <a:off x="6091806" y="257455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xt Box">
            <a:extLst>
              <a:ext uri="{FF2B5EF4-FFF2-40B4-BE49-F238E27FC236}">
                <a16:creationId xmlns:a16="http://schemas.microsoft.com/office/drawing/2014/main" id="{373A368C-B7C9-3BA0-1BE7-432FE8C385A7}"/>
              </a:ext>
            </a:extLst>
          </p:cNvPr>
          <p:cNvSpPr>
            <a:spLocks/>
          </p:cNvSpPr>
          <p:nvPr/>
        </p:nvSpPr>
        <p:spPr bwMode="auto">
          <a:xfrm>
            <a:off x="6091806" y="27902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1BE181C6-8F79-B81B-3491-5DBBE3D526A0}"/>
              </a:ext>
            </a:extLst>
          </p:cNvPr>
          <p:cNvSpPr>
            <a:spLocks/>
          </p:cNvSpPr>
          <p:nvPr/>
        </p:nvSpPr>
        <p:spPr bwMode="auto">
          <a:xfrm>
            <a:off x="6091806" y="30027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93E8695B-F4E9-5AE8-35FD-2E08E005D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405014"/>
              </p:ext>
            </p:extLst>
          </p:nvPr>
        </p:nvGraphicFramePr>
        <p:xfrm>
          <a:off x="6942502" y="2337864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54" name="Text Box">
            <a:extLst>
              <a:ext uri="{FF2B5EF4-FFF2-40B4-BE49-F238E27FC236}">
                <a16:creationId xmlns:a16="http://schemas.microsoft.com/office/drawing/2014/main" id="{6D5470EE-66E8-68D3-77F7-DFEB4DE30942}"/>
              </a:ext>
            </a:extLst>
          </p:cNvPr>
          <p:cNvSpPr>
            <a:spLocks/>
          </p:cNvSpPr>
          <p:nvPr/>
        </p:nvSpPr>
        <p:spPr bwMode="auto">
          <a:xfrm>
            <a:off x="7225147" y="2574555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5" name="Text Box">
            <a:extLst>
              <a:ext uri="{FF2B5EF4-FFF2-40B4-BE49-F238E27FC236}">
                <a16:creationId xmlns:a16="http://schemas.microsoft.com/office/drawing/2014/main" id="{72998A5B-FF4D-8212-26C5-71E130ED3CB6}"/>
              </a:ext>
            </a:extLst>
          </p:cNvPr>
          <p:cNvSpPr>
            <a:spLocks/>
          </p:cNvSpPr>
          <p:nvPr/>
        </p:nvSpPr>
        <p:spPr bwMode="auto">
          <a:xfrm>
            <a:off x="7225147" y="27902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Text Box">
            <a:extLst>
              <a:ext uri="{FF2B5EF4-FFF2-40B4-BE49-F238E27FC236}">
                <a16:creationId xmlns:a16="http://schemas.microsoft.com/office/drawing/2014/main" id="{975C3AB8-EC30-73B1-6D3F-41298445B02A}"/>
              </a:ext>
            </a:extLst>
          </p:cNvPr>
          <p:cNvSpPr>
            <a:spLocks/>
          </p:cNvSpPr>
          <p:nvPr/>
        </p:nvSpPr>
        <p:spPr bwMode="auto">
          <a:xfrm>
            <a:off x="7225147" y="30027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57" name="표 156">
            <a:extLst>
              <a:ext uri="{FF2B5EF4-FFF2-40B4-BE49-F238E27FC236}">
                <a16:creationId xmlns:a16="http://schemas.microsoft.com/office/drawing/2014/main" id="{3DC68498-AE36-8052-E3F8-FBA336231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739292"/>
              </p:ext>
            </p:extLst>
          </p:nvPr>
        </p:nvGraphicFramePr>
        <p:xfrm>
          <a:off x="2409139" y="331343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58" name="Text Box">
            <a:extLst>
              <a:ext uri="{FF2B5EF4-FFF2-40B4-BE49-F238E27FC236}">
                <a16:creationId xmlns:a16="http://schemas.microsoft.com/office/drawing/2014/main" id="{5B30FCBD-7B38-6007-2D81-8EBB1551277B}"/>
              </a:ext>
            </a:extLst>
          </p:cNvPr>
          <p:cNvSpPr>
            <a:spLocks/>
          </p:cNvSpPr>
          <p:nvPr/>
        </p:nvSpPr>
        <p:spPr bwMode="auto">
          <a:xfrm>
            <a:off x="2691784" y="355013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9" name="Text Box">
            <a:extLst>
              <a:ext uri="{FF2B5EF4-FFF2-40B4-BE49-F238E27FC236}">
                <a16:creationId xmlns:a16="http://schemas.microsoft.com/office/drawing/2014/main" id="{618BFC36-1FCF-39FA-83C3-BC41184836E8}"/>
              </a:ext>
            </a:extLst>
          </p:cNvPr>
          <p:cNvSpPr>
            <a:spLocks/>
          </p:cNvSpPr>
          <p:nvPr/>
        </p:nvSpPr>
        <p:spPr bwMode="auto">
          <a:xfrm>
            <a:off x="2691784" y="376585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0" name="Text Box">
            <a:extLst>
              <a:ext uri="{FF2B5EF4-FFF2-40B4-BE49-F238E27FC236}">
                <a16:creationId xmlns:a16="http://schemas.microsoft.com/office/drawing/2014/main" id="{2D00EC39-B521-EC7A-602C-572166987144}"/>
              </a:ext>
            </a:extLst>
          </p:cNvPr>
          <p:cNvSpPr>
            <a:spLocks/>
          </p:cNvSpPr>
          <p:nvPr/>
        </p:nvSpPr>
        <p:spPr bwMode="auto">
          <a:xfrm>
            <a:off x="2691784" y="39783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1" name="표 160">
            <a:extLst>
              <a:ext uri="{FF2B5EF4-FFF2-40B4-BE49-F238E27FC236}">
                <a16:creationId xmlns:a16="http://schemas.microsoft.com/office/drawing/2014/main" id="{95CC9811-E89F-4625-3550-E4964F235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466347"/>
              </p:ext>
            </p:extLst>
          </p:nvPr>
        </p:nvGraphicFramePr>
        <p:xfrm>
          <a:off x="3542479" y="331343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62" name="Text Box">
            <a:extLst>
              <a:ext uri="{FF2B5EF4-FFF2-40B4-BE49-F238E27FC236}">
                <a16:creationId xmlns:a16="http://schemas.microsoft.com/office/drawing/2014/main" id="{09BF0B22-D896-534E-A3C5-38C598C8AD1E}"/>
              </a:ext>
            </a:extLst>
          </p:cNvPr>
          <p:cNvSpPr>
            <a:spLocks/>
          </p:cNvSpPr>
          <p:nvPr/>
        </p:nvSpPr>
        <p:spPr bwMode="auto">
          <a:xfrm>
            <a:off x="3825124" y="355013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3" name="Text Box">
            <a:extLst>
              <a:ext uri="{FF2B5EF4-FFF2-40B4-BE49-F238E27FC236}">
                <a16:creationId xmlns:a16="http://schemas.microsoft.com/office/drawing/2014/main" id="{2B37F086-D669-335B-2526-3EDD4C98AAB3}"/>
              </a:ext>
            </a:extLst>
          </p:cNvPr>
          <p:cNvSpPr>
            <a:spLocks/>
          </p:cNvSpPr>
          <p:nvPr/>
        </p:nvSpPr>
        <p:spPr bwMode="auto">
          <a:xfrm>
            <a:off x="3825124" y="376585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4" name="Text Box">
            <a:extLst>
              <a:ext uri="{FF2B5EF4-FFF2-40B4-BE49-F238E27FC236}">
                <a16:creationId xmlns:a16="http://schemas.microsoft.com/office/drawing/2014/main" id="{77BC3AC4-5820-5E66-9523-49663E7C38FB}"/>
              </a:ext>
            </a:extLst>
          </p:cNvPr>
          <p:cNvSpPr>
            <a:spLocks/>
          </p:cNvSpPr>
          <p:nvPr/>
        </p:nvSpPr>
        <p:spPr bwMode="auto">
          <a:xfrm>
            <a:off x="3825124" y="39783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FC74E6F9-9492-78A4-C508-93CAC1671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978703"/>
              </p:ext>
            </p:extLst>
          </p:nvPr>
        </p:nvGraphicFramePr>
        <p:xfrm>
          <a:off x="4672600" y="331343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66" name="Text Box">
            <a:extLst>
              <a:ext uri="{FF2B5EF4-FFF2-40B4-BE49-F238E27FC236}">
                <a16:creationId xmlns:a16="http://schemas.microsoft.com/office/drawing/2014/main" id="{524019B8-9357-7F91-3DA5-A7CBA7ACAF39}"/>
              </a:ext>
            </a:extLst>
          </p:cNvPr>
          <p:cNvSpPr>
            <a:spLocks/>
          </p:cNvSpPr>
          <p:nvPr/>
        </p:nvSpPr>
        <p:spPr bwMode="auto">
          <a:xfrm>
            <a:off x="4955245" y="355013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7" name="Text Box">
            <a:extLst>
              <a:ext uri="{FF2B5EF4-FFF2-40B4-BE49-F238E27FC236}">
                <a16:creationId xmlns:a16="http://schemas.microsoft.com/office/drawing/2014/main" id="{EF053CA9-EB76-B776-0B81-A8564376D176}"/>
              </a:ext>
            </a:extLst>
          </p:cNvPr>
          <p:cNvSpPr>
            <a:spLocks/>
          </p:cNvSpPr>
          <p:nvPr/>
        </p:nvSpPr>
        <p:spPr bwMode="auto">
          <a:xfrm>
            <a:off x="4955245" y="376585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8" name="Text Box">
            <a:extLst>
              <a:ext uri="{FF2B5EF4-FFF2-40B4-BE49-F238E27FC236}">
                <a16:creationId xmlns:a16="http://schemas.microsoft.com/office/drawing/2014/main" id="{410E2D8A-8CB6-BE0A-35A4-0FE3F9859E44}"/>
              </a:ext>
            </a:extLst>
          </p:cNvPr>
          <p:cNvSpPr>
            <a:spLocks/>
          </p:cNvSpPr>
          <p:nvPr/>
        </p:nvSpPr>
        <p:spPr bwMode="auto">
          <a:xfrm>
            <a:off x="4955245" y="39783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1D3F01A9-0603-433E-AFF0-0A157713F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492963"/>
              </p:ext>
            </p:extLst>
          </p:nvPr>
        </p:nvGraphicFramePr>
        <p:xfrm>
          <a:off x="5809161" y="331343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70" name="Text Box">
            <a:extLst>
              <a:ext uri="{FF2B5EF4-FFF2-40B4-BE49-F238E27FC236}">
                <a16:creationId xmlns:a16="http://schemas.microsoft.com/office/drawing/2014/main" id="{1F142163-CD11-32BA-5948-DCFB4185B57C}"/>
              </a:ext>
            </a:extLst>
          </p:cNvPr>
          <p:cNvSpPr>
            <a:spLocks/>
          </p:cNvSpPr>
          <p:nvPr/>
        </p:nvSpPr>
        <p:spPr bwMode="auto">
          <a:xfrm>
            <a:off x="6091806" y="355013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1" name="Text Box">
            <a:extLst>
              <a:ext uri="{FF2B5EF4-FFF2-40B4-BE49-F238E27FC236}">
                <a16:creationId xmlns:a16="http://schemas.microsoft.com/office/drawing/2014/main" id="{5D12A250-6017-1C71-A4CE-26935D634859}"/>
              </a:ext>
            </a:extLst>
          </p:cNvPr>
          <p:cNvSpPr>
            <a:spLocks/>
          </p:cNvSpPr>
          <p:nvPr/>
        </p:nvSpPr>
        <p:spPr bwMode="auto">
          <a:xfrm>
            <a:off x="6091806" y="376585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 Box">
            <a:extLst>
              <a:ext uri="{FF2B5EF4-FFF2-40B4-BE49-F238E27FC236}">
                <a16:creationId xmlns:a16="http://schemas.microsoft.com/office/drawing/2014/main" id="{A93981B1-2205-5541-E5C0-3C082740EA4A}"/>
              </a:ext>
            </a:extLst>
          </p:cNvPr>
          <p:cNvSpPr>
            <a:spLocks/>
          </p:cNvSpPr>
          <p:nvPr/>
        </p:nvSpPr>
        <p:spPr bwMode="auto">
          <a:xfrm>
            <a:off x="6091806" y="39783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6210B367-C381-533F-3B3E-9DB76C9A7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581683"/>
              </p:ext>
            </p:extLst>
          </p:nvPr>
        </p:nvGraphicFramePr>
        <p:xfrm>
          <a:off x="6942502" y="331343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74" name="Text Box">
            <a:extLst>
              <a:ext uri="{FF2B5EF4-FFF2-40B4-BE49-F238E27FC236}">
                <a16:creationId xmlns:a16="http://schemas.microsoft.com/office/drawing/2014/main" id="{2C66FC2E-9656-2A55-0668-B865E361B8D1}"/>
              </a:ext>
            </a:extLst>
          </p:cNvPr>
          <p:cNvSpPr>
            <a:spLocks/>
          </p:cNvSpPr>
          <p:nvPr/>
        </p:nvSpPr>
        <p:spPr bwMode="auto">
          <a:xfrm>
            <a:off x="7225147" y="355013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5" name="Text Box">
            <a:extLst>
              <a:ext uri="{FF2B5EF4-FFF2-40B4-BE49-F238E27FC236}">
                <a16:creationId xmlns:a16="http://schemas.microsoft.com/office/drawing/2014/main" id="{8DB9C521-DCD8-CB8E-7EAC-7A50FDA0CBC6}"/>
              </a:ext>
            </a:extLst>
          </p:cNvPr>
          <p:cNvSpPr>
            <a:spLocks/>
          </p:cNvSpPr>
          <p:nvPr/>
        </p:nvSpPr>
        <p:spPr bwMode="auto">
          <a:xfrm>
            <a:off x="7225147" y="376585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6" name="Text Box">
            <a:extLst>
              <a:ext uri="{FF2B5EF4-FFF2-40B4-BE49-F238E27FC236}">
                <a16:creationId xmlns:a16="http://schemas.microsoft.com/office/drawing/2014/main" id="{22399CAA-3A6D-ED5C-BB65-6826655324A7}"/>
              </a:ext>
            </a:extLst>
          </p:cNvPr>
          <p:cNvSpPr>
            <a:spLocks/>
          </p:cNvSpPr>
          <p:nvPr/>
        </p:nvSpPr>
        <p:spPr bwMode="auto">
          <a:xfrm>
            <a:off x="7225147" y="39783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FB61629-7151-5686-D5A2-9B47B307F750}"/>
              </a:ext>
            </a:extLst>
          </p:cNvPr>
          <p:cNvSpPr txBox="1"/>
          <p:nvPr/>
        </p:nvSpPr>
        <p:spPr>
          <a:xfrm>
            <a:off x="5593168" y="1470313"/>
            <a:ext cx="9412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ko-KR" altLang="en-US" sz="700" b="0" i="1" u="none" strike="noStrike" kern="0" cap="none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← 디폴트 전체 체크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FD52521-2B03-B66B-BAE0-953D0CBD0D3B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9CCB2328-9B78-F58C-0AC5-C3A79717024A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181" name="Teardrop 1">
            <a:extLst>
              <a:ext uri="{FF2B5EF4-FFF2-40B4-BE49-F238E27FC236}">
                <a16:creationId xmlns:a16="http://schemas.microsoft.com/office/drawing/2014/main" id="{FB1F003B-DDCC-12CF-B21B-DB4DA45A7EEC}"/>
              </a:ext>
            </a:extLst>
          </p:cNvPr>
          <p:cNvSpPr/>
          <p:nvPr/>
        </p:nvSpPr>
        <p:spPr>
          <a:xfrm rot="16200000" flipH="1" flipV="1">
            <a:off x="1493114" y="14143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2" name="Teardrop 1">
            <a:extLst>
              <a:ext uri="{FF2B5EF4-FFF2-40B4-BE49-F238E27FC236}">
                <a16:creationId xmlns:a16="http://schemas.microsoft.com/office/drawing/2014/main" id="{E5CB69B0-CE86-DFF7-BF2B-33AAC69B1635}"/>
              </a:ext>
            </a:extLst>
          </p:cNvPr>
          <p:cNvSpPr/>
          <p:nvPr/>
        </p:nvSpPr>
        <p:spPr>
          <a:xfrm rot="16200000" flipH="1" flipV="1">
            <a:off x="1463501" y="25086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3" name="Teardrop 1">
            <a:extLst>
              <a:ext uri="{FF2B5EF4-FFF2-40B4-BE49-F238E27FC236}">
                <a16:creationId xmlns:a16="http://schemas.microsoft.com/office/drawing/2014/main" id="{FB844B2A-0812-54AA-0172-14D3BD50F1AF}"/>
              </a:ext>
            </a:extLst>
          </p:cNvPr>
          <p:cNvSpPr/>
          <p:nvPr/>
        </p:nvSpPr>
        <p:spPr>
          <a:xfrm rot="16200000" flipH="1" flipV="1">
            <a:off x="1463501" y="343048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4" name="Teardrop 1">
            <a:extLst>
              <a:ext uri="{FF2B5EF4-FFF2-40B4-BE49-F238E27FC236}">
                <a16:creationId xmlns:a16="http://schemas.microsoft.com/office/drawing/2014/main" id="{1B868219-1B82-E6ED-5C43-5CDB64EDB945}"/>
              </a:ext>
            </a:extLst>
          </p:cNvPr>
          <p:cNvSpPr/>
          <p:nvPr/>
        </p:nvSpPr>
        <p:spPr>
          <a:xfrm rot="16200000" flipH="1" flipV="1">
            <a:off x="1555565" y="45777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79C464D-5F8D-EEBA-581C-B4B1BC293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03438"/>
              </p:ext>
            </p:extLst>
          </p:nvPr>
        </p:nvGraphicFramePr>
        <p:xfrm>
          <a:off x="8080422" y="3313439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엑스트라 요금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4" name="Text Box">
            <a:extLst>
              <a:ext uri="{FF2B5EF4-FFF2-40B4-BE49-F238E27FC236}">
                <a16:creationId xmlns:a16="http://schemas.microsoft.com/office/drawing/2014/main" id="{7A85AE0E-65E5-DCEC-1813-E489498C30F3}"/>
              </a:ext>
            </a:extLst>
          </p:cNvPr>
          <p:cNvSpPr>
            <a:spLocks/>
          </p:cNvSpPr>
          <p:nvPr/>
        </p:nvSpPr>
        <p:spPr bwMode="auto">
          <a:xfrm>
            <a:off x="8363067" y="3550130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6E9A8361-304B-D680-4B94-3F81B741E17F}"/>
              </a:ext>
            </a:extLst>
          </p:cNvPr>
          <p:cNvSpPr>
            <a:spLocks/>
          </p:cNvSpPr>
          <p:nvPr/>
        </p:nvSpPr>
        <p:spPr bwMode="auto">
          <a:xfrm>
            <a:off x="8363067" y="376585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D05E0756-5A0E-B3E7-18A8-861F0BD2558A}"/>
              </a:ext>
            </a:extLst>
          </p:cNvPr>
          <p:cNvSpPr>
            <a:spLocks/>
          </p:cNvSpPr>
          <p:nvPr/>
        </p:nvSpPr>
        <p:spPr bwMode="auto">
          <a:xfrm>
            <a:off x="8363067" y="39783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8D5FD38-805E-0F64-E2FF-C8067D3DA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840210"/>
              </p:ext>
            </p:extLst>
          </p:nvPr>
        </p:nvGraphicFramePr>
        <p:xfrm>
          <a:off x="8080422" y="233597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엑스트라 요금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3" name="Text Box">
            <a:extLst>
              <a:ext uri="{FF2B5EF4-FFF2-40B4-BE49-F238E27FC236}">
                <a16:creationId xmlns:a16="http://schemas.microsoft.com/office/drawing/2014/main" id="{13FE64E1-2A1C-413C-E133-91465D848B2F}"/>
              </a:ext>
            </a:extLst>
          </p:cNvPr>
          <p:cNvSpPr>
            <a:spLocks/>
          </p:cNvSpPr>
          <p:nvPr/>
        </p:nvSpPr>
        <p:spPr bwMode="auto">
          <a:xfrm>
            <a:off x="8363067" y="257266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Text Box">
            <a:extLst>
              <a:ext uri="{FF2B5EF4-FFF2-40B4-BE49-F238E27FC236}">
                <a16:creationId xmlns:a16="http://schemas.microsoft.com/office/drawing/2014/main" id="{FD7A5D58-600B-C31D-5467-F5CEF3D3377B}"/>
              </a:ext>
            </a:extLst>
          </p:cNvPr>
          <p:cNvSpPr>
            <a:spLocks/>
          </p:cNvSpPr>
          <p:nvPr/>
        </p:nvSpPr>
        <p:spPr bwMode="auto">
          <a:xfrm>
            <a:off x="8363067" y="278838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41B9CA9F-FAA8-B06F-E325-5DC354CE10D3}"/>
              </a:ext>
            </a:extLst>
          </p:cNvPr>
          <p:cNvSpPr>
            <a:spLocks/>
          </p:cNvSpPr>
          <p:nvPr/>
        </p:nvSpPr>
        <p:spPr bwMode="auto">
          <a:xfrm>
            <a:off x="8363067" y="300089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364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B125-5C9B-85C5-EB61-18DD547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C54FE9-D8F2-C2AB-890C-33318FEED1D9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740EC6F0-9FC0-3369-0DB2-076BC025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09AD400-3745-0EFF-D7C0-47D0746CB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옵션 요금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7A0B764-7CA7-64B9-2679-DEEC8F51D3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5C26A0D-AAEB-9678-9E5D-FE92989DCE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A11DAFD4-018F-7188-4856-762C2CE37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77920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유료 옵션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유료 등록된 옵션 전체 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validation check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후 정상 저장 후 리스트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A2D2FCC4-E0D7-39C5-7AB0-10B753DBF0D9}"/>
              </a:ext>
            </a:extLst>
          </p:cNvPr>
          <p:cNvGrpSpPr/>
          <p:nvPr/>
        </p:nvGrpSpPr>
        <p:grpSpPr>
          <a:xfrm>
            <a:off x="1512625" y="764704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A9E6271F-72BC-D149-0703-F7E454FF21B2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E5177E6E-9F8C-F80D-7FFF-0E7A3ECD3D04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4E1FED97-0B6B-29E8-AD8D-217C3BB44207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1631FC3E-B4C8-678D-7288-660074A3BEEA}"/>
              </a:ext>
            </a:extLst>
          </p:cNvPr>
          <p:cNvGrpSpPr/>
          <p:nvPr/>
        </p:nvGrpSpPr>
        <p:grpSpPr>
          <a:xfrm rot="10800000">
            <a:off x="1343512" y="1028378"/>
            <a:ext cx="360000" cy="372571"/>
            <a:chOff x="3180625" y="5062589"/>
            <a:chExt cx="360000" cy="372571"/>
          </a:xfrm>
        </p:grpSpPr>
        <p:cxnSp>
          <p:nvCxnSpPr>
            <p:cNvPr id="112" name="직선 연결선 206">
              <a:extLst>
                <a:ext uri="{FF2B5EF4-FFF2-40B4-BE49-F238E27FC236}">
                  <a16:creationId xmlns:a16="http://schemas.microsoft.com/office/drawing/2014/main" id="{F2997ED4-6BF2-2E5D-E966-0005D1472A5C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9565B4E7-80DD-A0A7-37AF-C8FF227062BD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4E6D599-AB4E-A5F5-5044-1B53CC5CE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94360"/>
              </p:ext>
            </p:extLst>
          </p:nvPr>
        </p:nvGraphicFramePr>
        <p:xfrm>
          <a:off x="1513108" y="1348401"/>
          <a:ext cx="7746199" cy="244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4768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객실서비스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76474"/>
                  </a:ext>
                </a:extLst>
              </a:tr>
              <a:tr h="7904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1222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D778E07-74C5-D29D-DA2A-81BA05DE0A46}"/>
              </a:ext>
            </a:extLst>
          </p:cNvPr>
          <p:cNvSpPr txBox="1"/>
          <p:nvPr/>
        </p:nvSpPr>
        <p:spPr>
          <a:xfrm>
            <a:off x="1427884" y="1106525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유료 옵션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10B9196-E164-73EC-D300-281048B9E453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5B2935F-C196-D6A6-0B11-F362F6910938}"/>
              </a:ext>
            </a:extLst>
          </p:cNvPr>
          <p:cNvSpPr/>
          <p:nvPr/>
        </p:nvSpPr>
        <p:spPr>
          <a:xfrm>
            <a:off x="4959999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6F13D0E-DD9F-65B3-C70B-A941DA132510}"/>
              </a:ext>
            </a:extLst>
          </p:cNvPr>
          <p:cNvSpPr/>
          <p:nvPr/>
        </p:nvSpPr>
        <p:spPr>
          <a:xfrm>
            <a:off x="5571306" y="642540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88" name="Teardrop 1">
            <a:extLst>
              <a:ext uri="{FF2B5EF4-FFF2-40B4-BE49-F238E27FC236}">
                <a16:creationId xmlns:a16="http://schemas.microsoft.com/office/drawing/2014/main" id="{F23484AF-5439-53A0-834A-806F7DA3D834}"/>
              </a:ext>
            </a:extLst>
          </p:cNvPr>
          <p:cNvSpPr/>
          <p:nvPr/>
        </p:nvSpPr>
        <p:spPr>
          <a:xfrm rot="16200000" flipH="1" flipV="1">
            <a:off x="5500475" y="63085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508BE6AF-BCD5-980B-FAFF-ECEF9F4B1076}"/>
              </a:ext>
            </a:extLst>
          </p:cNvPr>
          <p:cNvSpPr/>
          <p:nvPr/>
        </p:nvSpPr>
        <p:spPr>
          <a:xfrm>
            <a:off x="2787213" y="2215308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732F3209-696B-EF62-251B-B4940132A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28262"/>
              </p:ext>
            </p:extLst>
          </p:nvPr>
        </p:nvGraphicFramePr>
        <p:xfrm>
          <a:off x="2787213" y="2447709"/>
          <a:ext cx="5973083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옵션이 없습니다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988E2DB4-061D-1FAA-6B0A-0ADA5FEA1F45}"/>
              </a:ext>
            </a:extLst>
          </p:cNvPr>
          <p:cNvSpPr/>
          <p:nvPr/>
        </p:nvSpPr>
        <p:spPr>
          <a:xfrm>
            <a:off x="2787213" y="141160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1C0E0359-72E3-414B-3B46-D5932E1F3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252710"/>
              </p:ext>
            </p:extLst>
          </p:nvPr>
        </p:nvGraphicFramePr>
        <p:xfrm>
          <a:off x="2787213" y="1644006"/>
          <a:ext cx="5973083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옵션이 없습니다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0F44533-DC13-5118-78E2-9572FBC29834}"/>
              </a:ext>
            </a:extLst>
          </p:cNvPr>
          <p:cNvSpPr/>
          <p:nvPr/>
        </p:nvSpPr>
        <p:spPr>
          <a:xfrm>
            <a:off x="2787213" y="3071201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E7871B97-AB5E-F85C-BE9D-836E74E43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472470"/>
              </p:ext>
            </p:extLst>
          </p:nvPr>
        </p:nvGraphicFramePr>
        <p:xfrm>
          <a:off x="2787213" y="3303602"/>
          <a:ext cx="5973083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옵션이 없습니다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471D62E-84F4-B9B0-C612-EACB513256F4}"/>
              </a:ext>
            </a:extLst>
          </p:cNvPr>
          <p:cNvGrpSpPr/>
          <p:nvPr/>
        </p:nvGrpSpPr>
        <p:grpSpPr>
          <a:xfrm>
            <a:off x="8825860" y="3310579"/>
            <a:ext cx="78452" cy="460177"/>
            <a:chOff x="8882980" y="4358558"/>
            <a:chExt cx="84043" cy="1950762"/>
          </a:xfrm>
        </p:grpSpPr>
        <p:sp>
          <p:nvSpPr>
            <p:cNvPr id="132" name="모서리가 둥근 직사각형 131">
              <a:extLst>
                <a:ext uri="{FF2B5EF4-FFF2-40B4-BE49-F238E27FC236}">
                  <a16:creationId xmlns:a16="http://schemas.microsoft.com/office/drawing/2014/main" id="{56E87EAB-8A50-4A7B-C718-41E9EE19AE81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3" name="모서리가 둥근 직사각형 170">
              <a:extLst>
                <a:ext uri="{FF2B5EF4-FFF2-40B4-BE49-F238E27FC236}">
                  <a16:creationId xmlns:a16="http://schemas.microsoft.com/office/drawing/2014/main" id="{3818D4EA-D5B8-C0D4-5DFA-B1F0491AA5CE}"/>
                </a:ext>
              </a:extLst>
            </p:cNvPr>
            <p:cNvSpPr/>
            <p:nvPr/>
          </p:nvSpPr>
          <p:spPr>
            <a:xfrm>
              <a:off x="8915210" y="5005462"/>
              <a:ext cx="19671" cy="39484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15E607D-0BA2-F279-F410-5322BC962579}"/>
              </a:ext>
            </a:extLst>
          </p:cNvPr>
          <p:cNvGrpSpPr/>
          <p:nvPr/>
        </p:nvGrpSpPr>
        <p:grpSpPr>
          <a:xfrm>
            <a:off x="8825860" y="2500954"/>
            <a:ext cx="78452" cy="460177"/>
            <a:chOff x="8882980" y="4358558"/>
            <a:chExt cx="84043" cy="1950762"/>
          </a:xfrm>
        </p:grpSpPr>
        <p:sp>
          <p:nvSpPr>
            <p:cNvPr id="135" name="모서리가 둥근 직사각형 134">
              <a:extLst>
                <a:ext uri="{FF2B5EF4-FFF2-40B4-BE49-F238E27FC236}">
                  <a16:creationId xmlns:a16="http://schemas.microsoft.com/office/drawing/2014/main" id="{6B9BD4FE-6EF4-1EBE-0639-ECC4D0E9EEAE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6" name="모서리가 둥근 직사각형 170">
              <a:extLst>
                <a:ext uri="{FF2B5EF4-FFF2-40B4-BE49-F238E27FC236}">
                  <a16:creationId xmlns:a16="http://schemas.microsoft.com/office/drawing/2014/main" id="{4A042BC7-9B33-9FBA-2ECB-CAEE9FFA7F7B}"/>
                </a:ext>
              </a:extLst>
            </p:cNvPr>
            <p:cNvSpPr/>
            <p:nvPr/>
          </p:nvSpPr>
          <p:spPr>
            <a:xfrm>
              <a:off x="8915210" y="5005462"/>
              <a:ext cx="19671" cy="39484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A621B57C-0FFE-3C6D-0E8D-966CEAA1D56C}"/>
              </a:ext>
            </a:extLst>
          </p:cNvPr>
          <p:cNvGrpSpPr/>
          <p:nvPr/>
        </p:nvGrpSpPr>
        <p:grpSpPr>
          <a:xfrm>
            <a:off x="8825860" y="1643704"/>
            <a:ext cx="78452" cy="460177"/>
            <a:chOff x="8882980" y="4358558"/>
            <a:chExt cx="84043" cy="1950762"/>
          </a:xfrm>
        </p:grpSpPr>
        <p:sp>
          <p:nvSpPr>
            <p:cNvPr id="138" name="모서리가 둥근 직사각형 137">
              <a:extLst>
                <a:ext uri="{FF2B5EF4-FFF2-40B4-BE49-F238E27FC236}">
                  <a16:creationId xmlns:a16="http://schemas.microsoft.com/office/drawing/2014/main" id="{EF0B65C5-6E31-757D-8B5E-DEAD6831C708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9" name="모서리가 둥근 직사각형 170">
              <a:extLst>
                <a:ext uri="{FF2B5EF4-FFF2-40B4-BE49-F238E27FC236}">
                  <a16:creationId xmlns:a16="http://schemas.microsoft.com/office/drawing/2014/main" id="{7D81C8E5-BB09-31D0-16AC-E18B30FA59A6}"/>
                </a:ext>
              </a:extLst>
            </p:cNvPr>
            <p:cNvSpPr/>
            <p:nvPr/>
          </p:nvSpPr>
          <p:spPr>
            <a:xfrm>
              <a:off x="8915210" y="5005462"/>
              <a:ext cx="19671" cy="39484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FA75011-A1B8-AA05-51E3-B11621D062A2}"/>
              </a:ext>
            </a:extLst>
          </p:cNvPr>
          <p:cNvSpPr/>
          <p:nvPr/>
        </p:nvSpPr>
        <p:spPr>
          <a:xfrm>
            <a:off x="8218462" y="1408373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3A071EB1-8EE0-C00B-AD90-0F5CB1C286AC}"/>
              </a:ext>
            </a:extLst>
          </p:cNvPr>
          <p:cNvSpPr/>
          <p:nvPr/>
        </p:nvSpPr>
        <p:spPr>
          <a:xfrm>
            <a:off x="8218462" y="2218601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C35AA671-BAE0-22D2-6DC3-A66AD9ADEF0C}"/>
              </a:ext>
            </a:extLst>
          </p:cNvPr>
          <p:cNvSpPr/>
          <p:nvPr/>
        </p:nvSpPr>
        <p:spPr>
          <a:xfrm>
            <a:off x="8218462" y="3069341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186" name="Teardrop 1">
            <a:extLst>
              <a:ext uri="{FF2B5EF4-FFF2-40B4-BE49-F238E27FC236}">
                <a16:creationId xmlns:a16="http://schemas.microsoft.com/office/drawing/2014/main" id="{80BE7B17-D359-E685-3219-FF9135B8D5EC}"/>
              </a:ext>
            </a:extLst>
          </p:cNvPr>
          <p:cNvSpPr/>
          <p:nvPr/>
        </p:nvSpPr>
        <p:spPr>
          <a:xfrm rot="16200000" flipH="1" flipV="1">
            <a:off x="2705024" y="130180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0" name="Teardrop 1">
            <a:extLst>
              <a:ext uri="{FF2B5EF4-FFF2-40B4-BE49-F238E27FC236}">
                <a16:creationId xmlns:a16="http://schemas.microsoft.com/office/drawing/2014/main" id="{355C482B-6148-34C1-39E2-6B70630F6756}"/>
              </a:ext>
            </a:extLst>
          </p:cNvPr>
          <p:cNvSpPr/>
          <p:nvPr/>
        </p:nvSpPr>
        <p:spPr>
          <a:xfrm rot="16200000" flipH="1" flipV="1">
            <a:off x="8081255" y="130180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296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933B8-F0B7-4860-B62C-1E8D30CE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165BA90-C3AD-8817-8A0C-50BB1494A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E3B3AFD-3516-9607-12AB-79791FB15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기본정보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61B4AE4-E581-8A05-1013-9AE3DE46EF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DD5ED6C-F486-C3FE-A5FC-EA6A5837F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937530-49BB-E826-FAC1-BE6A0AB184EB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2097B4-BCE8-C982-E3D1-30AB48FAD647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0E43BF-8828-A977-C086-0DF8782F5E6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3018FA0-95A4-C8A2-5A48-1D0CFE7F0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810911"/>
              </p:ext>
            </p:extLst>
          </p:nvPr>
        </p:nvGraphicFramePr>
        <p:xfrm>
          <a:off x="9406740" y="440717"/>
          <a:ext cx="2785260" cy="5587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삭제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dirty="0"/>
                        <a:t>마켓 코드 정의 </a:t>
                      </a:r>
                      <a:r>
                        <a:rPr lang="en-US" altLang="ko-KR" sz="800" b="1" dirty="0"/>
                        <a:t>–</a:t>
                      </a:r>
                      <a:r>
                        <a:rPr lang="ko-KR" altLang="en-US" sz="800" b="1" dirty="0"/>
                        <a:t> 판매 채널</a:t>
                      </a:r>
                      <a:endParaRPr lang="en" altLang="ko-KR" sz="800" b="1" dirty="0"/>
                    </a:p>
                    <a:p>
                      <a:endParaRPr lang="en" altLang="ko-KR" sz="800" b="1" dirty="0"/>
                    </a:p>
                    <a:p>
                      <a:r>
                        <a:rPr lang="en" altLang="ko-KR" sz="800" b="1" dirty="0"/>
                        <a:t>CORP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기업 계약 고객</a:t>
                      </a:r>
                    </a:p>
                    <a:p>
                      <a:r>
                        <a:rPr lang="en" altLang="ko-KR" sz="800" b="1" dirty="0"/>
                        <a:t>OTA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온라인 여행사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아고다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부킹닷컴</a:t>
                      </a:r>
                      <a:r>
                        <a:rPr lang="ko-KR" altLang="en-US" sz="800" dirty="0"/>
                        <a:t> 등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r>
                        <a:rPr lang="en" altLang="ko-KR" sz="800" b="1" dirty="0"/>
                        <a:t>FIT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일반 개별 고객</a:t>
                      </a:r>
                    </a:p>
                    <a:p>
                      <a:r>
                        <a:rPr lang="en" altLang="ko-KR" sz="800" b="1" dirty="0"/>
                        <a:t>PKG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패키지 상품</a:t>
                      </a:r>
                    </a:p>
                    <a:p>
                      <a:r>
                        <a:rPr lang="en" altLang="ko-KR" sz="800" b="1" dirty="0"/>
                        <a:t>WHL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도매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여행사</a:t>
                      </a:r>
                    </a:p>
                    <a:p>
                      <a:r>
                        <a:rPr lang="en" altLang="ko-KR" sz="800" b="1" dirty="0"/>
                        <a:t>BIZ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비즈니스 수요</a:t>
                      </a:r>
                    </a:p>
                    <a:p>
                      <a:r>
                        <a:rPr lang="en" altLang="ko-KR" sz="800" b="1" dirty="0"/>
                        <a:t>LEISURE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레저 수요</a:t>
                      </a:r>
                    </a:p>
                    <a:p>
                      <a:r>
                        <a:rPr lang="en" altLang="ko-KR" sz="800" b="1" dirty="0"/>
                        <a:t>WKND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주말 특화 시장</a:t>
                      </a:r>
                    </a:p>
                    <a:p>
                      <a:r>
                        <a:rPr lang="en" altLang="ko-KR" sz="800" b="1" dirty="0"/>
                        <a:t>LOCAL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내국인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지역 고객</a:t>
                      </a:r>
                    </a:p>
                    <a:p>
                      <a:r>
                        <a:rPr lang="en" altLang="ko-KR" sz="800" b="1" dirty="0"/>
                        <a:t>INTL</a:t>
                      </a:r>
                      <a:r>
                        <a:rPr lang="en" altLang="ko-KR" sz="800" dirty="0"/>
                        <a:t>: </a:t>
                      </a:r>
                      <a:r>
                        <a:rPr lang="ko-KR" altLang="en-US" sz="800" dirty="0"/>
                        <a:t>해외 고객</a:t>
                      </a:r>
                      <a:endParaRPr lang="en-US" altLang="ko-KR" sz="800" dirty="0"/>
                    </a:p>
                    <a:p>
                      <a:endParaRPr lang="en-US" altLang="ko-KR" sz="800" dirty="0"/>
                    </a:p>
                    <a:p>
                      <a:r>
                        <a:rPr lang="en-US" altLang="ko-KR" sz="800" dirty="0"/>
                        <a:t>---</a:t>
                      </a:r>
                    </a:p>
                    <a:p>
                      <a:r>
                        <a:rPr lang="ko-KR" altLang="en-US" sz="800" dirty="0"/>
                        <a:t>일반 </a:t>
                      </a:r>
                      <a:r>
                        <a:rPr lang="ko-KR" altLang="en-US" sz="800" dirty="0" err="1"/>
                        <a:t>고객가</a:t>
                      </a:r>
                      <a:endParaRPr lang="ko-KR" altLang="en-US" sz="800" dirty="0"/>
                    </a:p>
                    <a:p>
                      <a:r>
                        <a:rPr lang="ko-KR" altLang="en-US" sz="800" dirty="0"/>
                        <a:t>기업 제휴가</a:t>
                      </a:r>
                    </a:p>
                    <a:p>
                      <a:r>
                        <a:rPr lang="en" altLang="ko-KR" sz="800" dirty="0"/>
                        <a:t>OTA </a:t>
                      </a:r>
                      <a:r>
                        <a:rPr lang="ko-KR" altLang="en-US" sz="800" dirty="0"/>
                        <a:t>판매가</a:t>
                      </a:r>
                    </a:p>
                    <a:p>
                      <a:r>
                        <a:rPr lang="ko-KR" altLang="en-US" sz="800" dirty="0"/>
                        <a:t>패키지 </a:t>
                      </a:r>
                      <a:r>
                        <a:rPr lang="ko-KR" altLang="en-US" sz="800" dirty="0" err="1"/>
                        <a:t>전용가</a:t>
                      </a:r>
                      <a:endParaRPr lang="ko-KR" altLang="en-US" sz="800" dirty="0"/>
                    </a:p>
                    <a:p>
                      <a:r>
                        <a:rPr lang="ko-KR" altLang="en-US" sz="800" dirty="0" err="1"/>
                        <a:t>장기투숙가</a:t>
                      </a:r>
                      <a:endParaRPr lang="ko-KR" altLang="en-US" sz="800" dirty="0"/>
                    </a:p>
                    <a:p>
                      <a:endParaRPr lang="en-US" altLang="ko-KR" sz="800" dirty="0"/>
                    </a:p>
                    <a:p>
                      <a:r>
                        <a:rPr lang="ko-KR" altLang="en-US" sz="800" dirty="0"/>
                        <a:t>이런 식으로 함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E5BE83D-DFEF-D50B-5096-19C92745169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6E6C6C6-0712-68DB-F0AF-BCB01325C90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C32B5A4-1C66-CD6D-7496-F89C0D4D0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434067"/>
              </p:ext>
            </p:extLst>
          </p:nvPr>
        </p:nvGraphicFramePr>
        <p:xfrm>
          <a:off x="1513108" y="1385400"/>
          <a:ext cx="7746199" cy="333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98315987"/>
                    </a:ext>
                  </a:extLst>
                </a:gridCol>
                <a:gridCol w="2731259">
                  <a:extLst>
                    <a:ext uri="{9D8B030D-6E8A-4147-A177-3AD203B41FA5}">
                      <a16:colId xmlns:a16="http://schemas.microsoft.com/office/drawing/2014/main" val="98382558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RATE2025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-WKND-DELUXE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5368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코드 설명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마켓코드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r>
                        <a:rPr lang="en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BIZ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279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레이트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카테고리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온리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패키지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숙박 일수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최소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최대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476886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58785"/>
                  </a:ext>
                </a:extLst>
              </a:tr>
              <a:tr h="1236559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190963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3EF096FF-F447-77A9-09AD-008621C86566}"/>
              </a:ext>
            </a:extLst>
          </p:cNvPr>
          <p:cNvSpPr txBox="1"/>
          <p:nvPr/>
        </p:nvSpPr>
        <p:spPr>
          <a:xfrm>
            <a:off x="7801966" y="1144222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327E734-C515-3D7C-A2DB-FD3F53ECAF4E}"/>
              </a:ext>
            </a:extLst>
          </p:cNvPr>
          <p:cNvGrpSpPr/>
          <p:nvPr/>
        </p:nvGrpSpPr>
        <p:grpSpPr>
          <a:xfrm>
            <a:off x="2780110" y="2306293"/>
            <a:ext cx="2593082" cy="242067"/>
            <a:chOff x="2279979" y="1223052"/>
            <a:chExt cx="2593082" cy="242067"/>
          </a:xfrm>
        </p:grpSpPr>
        <p:sp>
          <p:nvSpPr>
            <p:cNvPr id="2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BEA9C7C-266B-BB7F-C1E5-C5683A77EF5B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2024-12-01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E8A3D8-45A0-2FE5-EFC9-06132635EA46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26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3D25970-4DF0-CEF8-22E0-131F28384C70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2024-12-31</a:t>
              </a:r>
            </a:p>
          </p:txBody>
        </p:sp>
        <p:sp>
          <p:nvSpPr>
            <p:cNvPr id="27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8895284-7ECC-0267-C9C0-E3EE47372072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28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78CE517-0D4C-F984-6639-B39F5FB10DE0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39" name="Text Box">
            <a:extLst>
              <a:ext uri="{FF2B5EF4-FFF2-40B4-BE49-F238E27FC236}">
                <a16:creationId xmlns:a16="http://schemas.microsoft.com/office/drawing/2014/main" id="{E4A0E182-4C0B-F17E-8CF2-AB71E2F600FD}"/>
              </a:ext>
            </a:extLst>
          </p:cNvPr>
          <p:cNvSpPr>
            <a:spLocks/>
          </p:cNvSpPr>
          <p:nvPr/>
        </p:nvSpPr>
        <p:spPr bwMode="auto">
          <a:xfrm>
            <a:off x="2780110" y="203468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2025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년 주말요금 </a:t>
            </a:r>
            <a:r>
              <a:rPr kumimoji="0" lang="ko-KR" altLang="en-US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듀렉스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클래스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 Box">
            <a:extLst>
              <a:ext uri="{FF2B5EF4-FFF2-40B4-BE49-F238E27FC236}">
                <a16:creationId xmlns:a16="http://schemas.microsoft.com/office/drawing/2014/main" id="{AAAF72E2-A886-04D1-78F5-6325A221D42C}"/>
              </a:ext>
            </a:extLst>
          </p:cNvPr>
          <p:cNvSpPr>
            <a:spLocks/>
          </p:cNvSpPr>
          <p:nvPr/>
        </p:nvSpPr>
        <p:spPr bwMode="auto">
          <a:xfrm>
            <a:off x="5571306" y="2034685"/>
            <a:ext cx="271068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2025 Weekend deluxe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1222354-7E4C-263F-7C96-46BBFDDFB2AA}"/>
              </a:ext>
            </a:extLst>
          </p:cNvPr>
          <p:cNvSpPr/>
          <p:nvPr/>
        </p:nvSpPr>
        <p:spPr>
          <a:xfrm>
            <a:off x="2780641" y="264025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44" name="Text Box">
            <a:extLst>
              <a:ext uri="{FF2B5EF4-FFF2-40B4-BE49-F238E27FC236}">
                <a16:creationId xmlns:a16="http://schemas.microsoft.com/office/drawing/2014/main" id="{3F815883-345B-0CB0-E6C8-8833771F9692}"/>
              </a:ext>
            </a:extLst>
          </p:cNvPr>
          <p:cNvSpPr>
            <a:spLocks/>
          </p:cNvSpPr>
          <p:nvPr/>
        </p:nvSpPr>
        <p:spPr bwMode="auto">
          <a:xfrm>
            <a:off x="6926648" y="2936774"/>
            <a:ext cx="33756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</a:p>
        </p:txBody>
      </p:sp>
      <p:sp>
        <p:nvSpPr>
          <p:cNvPr id="45" name="Text Box">
            <a:extLst>
              <a:ext uri="{FF2B5EF4-FFF2-40B4-BE49-F238E27FC236}">
                <a16:creationId xmlns:a16="http://schemas.microsoft.com/office/drawing/2014/main" id="{81BA99BF-DE03-F5F9-2604-61745669F31F}"/>
              </a:ext>
            </a:extLst>
          </p:cNvPr>
          <p:cNvSpPr>
            <a:spLocks/>
          </p:cNvSpPr>
          <p:nvPr/>
        </p:nvSpPr>
        <p:spPr bwMode="auto">
          <a:xfrm>
            <a:off x="7608168" y="2936774"/>
            <a:ext cx="33756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1BD4413-DF3D-9D1E-0897-4A57C2A21A5A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A3FB8F5E-87E1-163F-084B-E88E6B2C2E67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A02AE94B-95D9-80B8-3385-6767D92C4C6F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63C9780A-645E-03A1-C15C-63119E7A88EC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EE9F56-A3F9-2EF4-6C62-E6F65F87B009}"/>
              </a:ext>
            </a:extLst>
          </p:cNvPr>
          <p:cNvSpPr/>
          <p:nvPr/>
        </p:nvSpPr>
        <p:spPr>
          <a:xfrm>
            <a:off x="2780641" y="3536489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79843E6-6501-7BDE-EB99-FBD87B8F79B5}"/>
              </a:ext>
            </a:extLst>
          </p:cNvPr>
          <p:cNvGrpSpPr/>
          <p:nvPr/>
        </p:nvGrpSpPr>
        <p:grpSpPr>
          <a:xfrm rot="10800000">
            <a:off x="1343512" y="1110385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55C241FC-1054-CB23-5128-9692444BE9AC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9ABA2C29-D4A6-CB58-C085-471BAD5B2240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Click">
            <a:extLst>
              <a:ext uri="{FF2B5EF4-FFF2-40B4-BE49-F238E27FC236}">
                <a16:creationId xmlns:a16="http://schemas.microsoft.com/office/drawing/2014/main" id="{D70B94F2-7C03-A3D1-01B2-86341B2F7F10}"/>
              </a:ext>
            </a:extLst>
          </p:cNvPr>
          <p:cNvGrpSpPr>
            <a:grpSpLocks noChangeAspect="1"/>
          </p:cNvGrpSpPr>
          <p:nvPr/>
        </p:nvGrpSpPr>
        <p:grpSpPr>
          <a:xfrm>
            <a:off x="4350710" y="947942"/>
            <a:ext cx="299298" cy="426545"/>
            <a:chOff x="5294313" y="2197100"/>
            <a:chExt cx="530225" cy="755651"/>
          </a:xfrm>
        </p:grpSpPr>
        <p:sp>
          <p:nvSpPr>
            <p:cNvPr id="29" name="Arrow Cursor">
              <a:extLst>
                <a:ext uri="{FF2B5EF4-FFF2-40B4-BE49-F238E27FC236}">
                  <a16:creationId xmlns:a16="http://schemas.microsoft.com/office/drawing/2014/main" id="{9BBE2995-5CC0-F1BD-E0D6-88ACFD0634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Click">
              <a:extLst>
                <a:ext uri="{FF2B5EF4-FFF2-40B4-BE49-F238E27FC236}">
                  <a16:creationId xmlns:a16="http://schemas.microsoft.com/office/drawing/2014/main" id="{B02CB877-FDA9-2D87-0EDD-B9E1E953FB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8E10520-160D-047C-E92A-899499EF9673}"/>
              </a:ext>
            </a:extLst>
          </p:cNvPr>
          <p:cNvSpPr/>
          <p:nvPr/>
        </p:nvSpPr>
        <p:spPr>
          <a:xfrm>
            <a:off x="47328" y="669415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630DB0-0A8C-C2D2-1846-A3C09B2E6DA4}"/>
              </a:ext>
            </a:extLst>
          </p:cNvPr>
          <p:cNvSpPr txBox="1"/>
          <p:nvPr/>
        </p:nvSpPr>
        <p:spPr>
          <a:xfrm>
            <a:off x="1427884" y="1144222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E525034-0F49-AC6D-D354-1CC0CD35D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530883"/>
              </p:ext>
            </p:extLst>
          </p:nvPr>
        </p:nvGraphicFramePr>
        <p:xfrm>
          <a:off x="2787213" y="3797112"/>
          <a:ext cx="623050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880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2230257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2475906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617459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 클래스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타입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0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0315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A54338-F1E3-E8A4-049D-2CE12A188302}"/>
              </a:ext>
            </a:extLst>
          </p:cNvPr>
          <p:cNvSpPr/>
          <p:nvPr/>
        </p:nvSpPr>
        <p:spPr>
          <a:xfrm>
            <a:off x="8527240" y="4041754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0C02EB-5028-4AC6-1F22-840B50CE95C1}"/>
              </a:ext>
            </a:extLst>
          </p:cNvPr>
          <p:cNvSpPr/>
          <p:nvPr/>
        </p:nvSpPr>
        <p:spPr>
          <a:xfrm>
            <a:off x="8527240" y="4254479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1BF9F34-45BA-34F8-08FE-9F856D36D435}"/>
              </a:ext>
            </a:extLst>
          </p:cNvPr>
          <p:cNvGrpSpPr/>
          <p:nvPr/>
        </p:nvGrpSpPr>
        <p:grpSpPr>
          <a:xfrm>
            <a:off x="9099569" y="3797112"/>
            <a:ext cx="78452" cy="817845"/>
            <a:chOff x="8882980" y="4358558"/>
            <a:chExt cx="84043" cy="1950762"/>
          </a:xfrm>
        </p:grpSpPr>
        <p:sp>
          <p:nvSpPr>
            <p:cNvPr id="43" name="모서리가 둥근 직사각형 42">
              <a:extLst>
                <a:ext uri="{FF2B5EF4-FFF2-40B4-BE49-F238E27FC236}">
                  <a16:creationId xmlns:a16="http://schemas.microsoft.com/office/drawing/2014/main" id="{583771C5-362A-3110-0387-9D4B5B65AF56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모서리가 둥근 직사각형 170">
              <a:extLst>
                <a:ext uri="{FF2B5EF4-FFF2-40B4-BE49-F238E27FC236}">
                  <a16:creationId xmlns:a16="http://schemas.microsoft.com/office/drawing/2014/main" id="{7BEB4993-2D65-86D5-CCBD-80D770EDD2A1}"/>
                </a:ext>
              </a:extLst>
            </p:cNvPr>
            <p:cNvSpPr/>
            <p:nvPr/>
          </p:nvSpPr>
          <p:spPr>
            <a:xfrm>
              <a:off x="8915166" y="5005460"/>
              <a:ext cx="19671" cy="39484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1296513-E054-20D7-EF51-F91C25C1F4B7}"/>
              </a:ext>
            </a:extLst>
          </p:cNvPr>
          <p:cNvSpPr/>
          <p:nvPr/>
        </p:nvSpPr>
        <p:spPr>
          <a:xfrm>
            <a:off x="8527240" y="4462297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9B36CCE-81D1-FD52-2405-D25CE8C061E1}"/>
              </a:ext>
            </a:extLst>
          </p:cNvPr>
          <p:cNvSpPr/>
          <p:nvPr/>
        </p:nvSpPr>
        <p:spPr>
          <a:xfrm>
            <a:off x="8480633" y="3536489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91504C4E-5A8B-B331-7ED7-AADDFB2A49F2}"/>
              </a:ext>
            </a:extLst>
          </p:cNvPr>
          <p:cNvSpPr/>
          <p:nvPr/>
        </p:nvSpPr>
        <p:spPr>
          <a:xfrm rot="16200000" flipH="1" flipV="1">
            <a:off x="8417995" y="39334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FD6A2B-96FC-1EFB-8489-1CF58442AF69}"/>
              </a:ext>
            </a:extLst>
          </p:cNvPr>
          <p:cNvSpPr/>
          <p:nvPr/>
        </p:nvSpPr>
        <p:spPr bwMode="auto">
          <a:xfrm>
            <a:off x="-106106" y="261605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4112B55-B25D-3CA4-9FCC-40F702451B5E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769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9FBD3-770D-3BE8-D273-315DC16C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1A45BB3-B695-82FE-692F-9255BAFDB998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C5AAE840-430E-0B05-C840-E84A3CAB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BAC12AD-5997-CC3E-9812-A56183D65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요금정보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BA12FB8-BF38-6C0F-09B0-C6E486B742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1FF6746-EF4F-0B8F-8200-40F6C5714A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B3F91619-6159-4094-AB20-0BF8B4480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48262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ED31BBED-EA86-DABE-902C-0C7DDA30839B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E013D448-7679-A841-A205-2708D196817B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CC3A5D5D-4302-D109-59A9-43D23F081737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0ABFB73D-3D7C-011B-B698-E97AF5C004E9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FADB10EE-3E4C-99AE-837C-78780FE59230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0ADD7A32-21FB-A9B9-40E3-87D8F0F480BC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DFCFB-8BB6-9D65-A717-89B1F4331A23}"/>
              </a:ext>
            </a:extLst>
          </p:cNvPr>
          <p:cNvSpPr txBox="1"/>
          <p:nvPr/>
        </p:nvSpPr>
        <p:spPr>
          <a:xfrm>
            <a:off x="1427884" y="4476510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en" altLang="en-US" sz="800" b="1" dirty="0">
                <a:latin typeface="+mn-ea"/>
                <a:ea typeface="+mn-ea"/>
              </a:rPr>
              <a:t>D</a:t>
            </a:r>
            <a:r>
              <a:rPr lang="en" altLang="ko-KR" sz="800" b="1" dirty="0">
                <a:latin typeface="+mn-ea"/>
                <a:ea typeface="+mn-ea"/>
              </a:rPr>
              <a:t>own/Up sale</a:t>
            </a:r>
            <a:r>
              <a:rPr kumimoji="1" lang="ko-KR" altLang="en-US" sz="800" b="1" dirty="0">
                <a:latin typeface="+mn-ea"/>
                <a:ea typeface="+mn-ea"/>
              </a:rPr>
              <a:t>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7A4511C-7F44-3C73-180C-72D57C7D2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29950"/>
              </p:ext>
            </p:extLst>
          </p:nvPr>
        </p:nvGraphicFramePr>
        <p:xfrm>
          <a:off x="1513108" y="4730716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872028281"/>
                    </a:ext>
                  </a:extLst>
                </a:gridCol>
                <a:gridCol w="3379331">
                  <a:extLst>
                    <a:ext uri="{9D8B030D-6E8A-4147-A177-3AD203B41FA5}">
                      <a16:colId xmlns:a16="http://schemas.microsoft.com/office/drawing/2014/main" val="242730794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소수점 처리 방식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소수점                             자리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3FFD2497-B6B7-CD24-505B-B8E8964B486D}"/>
              </a:ext>
            </a:extLst>
          </p:cNvPr>
          <p:cNvGrpSpPr/>
          <p:nvPr/>
        </p:nvGrpSpPr>
        <p:grpSpPr>
          <a:xfrm>
            <a:off x="2787213" y="4792079"/>
            <a:ext cx="446018" cy="176384"/>
            <a:chOff x="1290369" y="2868764"/>
            <a:chExt cx="446018" cy="176384"/>
          </a:xfrm>
        </p:grpSpPr>
        <p:sp>
          <p:nvSpPr>
            <p:cNvPr id="10" name="Text Box">
              <a:extLst>
                <a:ext uri="{FF2B5EF4-FFF2-40B4-BE49-F238E27FC236}">
                  <a16:creationId xmlns:a16="http://schemas.microsoft.com/office/drawing/2014/main" id="{308402AA-7728-2BFA-F1D5-40F12E43B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7638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+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BD14A02F-D71D-FB24-E740-FF6378A1E38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3" name="Text Box">
            <a:extLst>
              <a:ext uri="{FF2B5EF4-FFF2-40B4-BE49-F238E27FC236}">
                <a16:creationId xmlns:a16="http://schemas.microsoft.com/office/drawing/2014/main" id="{C5EB333D-2B1B-DDC3-4A1C-40FEBF910D14}"/>
              </a:ext>
            </a:extLst>
          </p:cNvPr>
          <p:cNvSpPr>
            <a:spLocks/>
          </p:cNvSpPr>
          <p:nvPr/>
        </p:nvSpPr>
        <p:spPr bwMode="auto">
          <a:xfrm>
            <a:off x="3269973" y="4788749"/>
            <a:ext cx="86399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6C45A89-F7E0-8DAE-E3A7-B96A34538B4A}"/>
              </a:ext>
            </a:extLst>
          </p:cNvPr>
          <p:cNvGrpSpPr/>
          <p:nvPr/>
        </p:nvGrpSpPr>
        <p:grpSpPr>
          <a:xfrm>
            <a:off x="4164008" y="4792079"/>
            <a:ext cx="604828" cy="176384"/>
            <a:chOff x="1290369" y="2868764"/>
            <a:chExt cx="604828" cy="176384"/>
          </a:xfrm>
        </p:grpSpPr>
        <p:sp>
          <p:nvSpPr>
            <p:cNvPr id="16" name="Text Box">
              <a:extLst>
                <a:ext uri="{FF2B5EF4-FFF2-40B4-BE49-F238E27FC236}">
                  <a16:creationId xmlns:a16="http://schemas.microsoft.com/office/drawing/2014/main" id="{FEF045AB-D208-46B8-D262-6EFC9D98B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604828" cy="17638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정률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(%)</a:t>
              </a:r>
            </a:p>
          </p:txBody>
        </p:sp>
        <p:sp>
          <p:nvSpPr>
            <p:cNvPr id="17" name="Chevron Left">
              <a:extLst>
                <a:ext uri="{FF2B5EF4-FFF2-40B4-BE49-F238E27FC236}">
                  <a16:creationId xmlns:a16="http://schemas.microsoft.com/office/drawing/2014/main" id="{DCF2C757-C8D2-063B-04F8-002EBF06B37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777767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ext Box">
            <a:extLst>
              <a:ext uri="{FF2B5EF4-FFF2-40B4-BE49-F238E27FC236}">
                <a16:creationId xmlns:a16="http://schemas.microsoft.com/office/drawing/2014/main" id="{D23BBA0F-0D69-14D5-04BB-88BF01663748}"/>
              </a:ext>
            </a:extLst>
          </p:cNvPr>
          <p:cNvSpPr>
            <a:spLocks/>
          </p:cNvSpPr>
          <p:nvPr/>
        </p:nvSpPr>
        <p:spPr bwMode="auto">
          <a:xfrm>
            <a:off x="6282118" y="4791380"/>
            <a:ext cx="64807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B10E060-AEA3-A6E4-D3A0-CB8008EC435D}"/>
              </a:ext>
            </a:extLst>
          </p:cNvPr>
          <p:cNvGrpSpPr/>
          <p:nvPr/>
        </p:nvGrpSpPr>
        <p:grpSpPr>
          <a:xfrm>
            <a:off x="7248128" y="4795837"/>
            <a:ext cx="446018" cy="175258"/>
            <a:chOff x="1290369" y="2868764"/>
            <a:chExt cx="446018" cy="175258"/>
          </a:xfrm>
        </p:grpSpPr>
        <p:sp>
          <p:nvSpPr>
            <p:cNvPr id="25" name="Text Box">
              <a:extLst>
                <a:ext uri="{FF2B5EF4-FFF2-40B4-BE49-F238E27FC236}">
                  <a16:creationId xmlns:a16="http://schemas.microsoft.com/office/drawing/2014/main" id="{87B4BF9D-7E09-3508-6E4F-5596E7637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7525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올림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Chevron Left">
              <a:extLst>
                <a:ext uri="{FF2B5EF4-FFF2-40B4-BE49-F238E27FC236}">
                  <a16:creationId xmlns:a16="http://schemas.microsoft.com/office/drawing/2014/main" id="{47BFB77E-1146-CEA2-E838-18793DA2CAE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C4D4082-C226-0C73-8A0D-2F9802AA9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143761"/>
              </p:ext>
            </p:extLst>
          </p:nvPr>
        </p:nvGraphicFramePr>
        <p:xfrm>
          <a:off x="1513108" y="1425556"/>
          <a:ext cx="7746199" cy="2956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90772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구분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KRW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014010"/>
                  </a:ext>
                </a:extLst>
              </a:tr>
              <a:tr h="3944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 금액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공급가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TAX :    909   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VAT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합계 금액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1003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성인 추가 요금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76474"/>
                  </a:ext>
                </a:extLst>
              </a:tr>
              <a:tr h="958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추가 요금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1222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366F1CE-6AAA-06E9-4664-39C40F31EE5E}"/>
              </a:ext>
            </a:extLst>
          </p:cNvPr>
          <p:cNvSpPr txBox="1"/>
          <p:nvPr/>
        </p:nvSpPr>
        <p:spPr>
          <a:xfrm>
            <a:off x="1427884" y="118367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일반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32" name="Text Box">
            <a:extLst>
              <a:ext uri="{FF2B5EF4-FFF2-40B4-BE49-F238E27FC236}">
                <a16:creationId xmlns:a16="http://schemas.microsoft.com/office/drawing/2014/main" id="{3399A3C9-2B82-9700-9438-F3DFCDB75142}"/>
              </a:ext>
            </a:extLst>
          </p:cNvPr>
          <p:cNvSpPr>
            <a:spLocks/>
          </p:cNvSpPr>
          <p:nvPr/>
        </p:nvSpPr>
        <p:spPr bwMode="auto">
          <a:xfrm>
            <a:off x="2855191" y="2139481"/>
            <a:ext cx="87254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9091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9931E01-FD85-66CE-73FE-295056EF4956}"/>
              </a:ext>
            </a:extLst>
          </p:cNvPr>
          <p:cNvGrpSpPr/>
          <p:nvPr/>
        </p:nvGrpSpPr>
        <p:grpSpPr>
          <a:xfrm>
            <a:off x="2423592" y="1467655"/>
            <a:ext cx="458681" cy="215444"/>
            <a:chOff x="2796305" y="2278069"/>
            <a:chExt cx="458681" cy="215444"/>
          </a:xfrm>
        </p:grpSpPr>
        <p:grpSp>
          <p:nvGrpSpPr>
            <p:cNvPr id="3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183CAF0-E8A1-1E8E-3C86-2CE6427A71C2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2856129" y="2303049"/>
              <a:ext cx="398857" cy="166199"/>
              <a:chOff x="554563" y="2615322"/>
              <a:chExt cx="398858" cy="166199"/>
            </a:xfrm>
          </p:grpSpPr>
          <p:sp>
            <p:nvSpPr>
              <p:cNvPr id="40" name="Box">
                <a:extLst>
                  <a:ext uri="{FF2B5EF4-FFF2-40B4-BE49-F238E27FC236}">
                    <a16:creationId xmlns:a16="http://schemas.microsoft.com/office/drawing/2014/main" id="{0C197DBB-04CF-F766-E85F-DA0F1DAC0D81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Label">
                <a:extLst>
                  <a:ext uri="{FF2B5EF4-FFF2-40B4-BE49-F238E27FC236}">
                    <a16:creationId xmlns:a16="http://schemas.microsoft.com/office/drawing/2014/main" id="{91C285C2-23B9-FC0E-3B10-253BE2CF74A5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92004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전체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Check" hidden="1">
                <a:extLst>
                  <a:ext uri="{FF2B5EF4-FFF2-40B4-BE49-F238E27FC236}">
                    <a16:creationId xmlns:a16="http://schemas.microsoft.com/office/drawing/2014/main" id="{D7C249B7-8ABA-2908-F13F-778620E319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44B0F74-B3C2-3D99-FE44-96299A142260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EF74F44-0683-A94C-117F-DCF4F21EC4E9}"/>
              </a:ext>
            </a:extLst>
          </p:cNvPr>
          <p:cNvGrpSpPr/>
          <p:nvPr/>
        </p:nvGrpSpPr>
        <p:grpSpPr>
          <a:xfrm>
            <a:off x="2812340" y="1467655"/>
            <a:ext cx="498757" cy="215444"/>
            <a:chOff x="2796305" y="2278069"/>
            <a:chExt cx="498757" cy="215444"/>
          </a:xfrm>
        </p:grpSpPr>
        <p:grpSp>
          <p:nvGrpSpPr>
            <p:cNvPr id="4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4F7ED53-BE61-495D-D9B8-EFB9B4E52D06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>
              <a:off x="2856129" y="2303049"/>
              <a:ext cx="438933" cy="166199"/>
              <a:chOff x="554563" y="2615322"/>
              <a:chExt cx="438934" cy="166199"/>
            </a:xfrm>
          </p:grpSpPr>
          <p:sp>
            <p:nvSpPr>
              <p:cNvPr id="50" name="Box">
                <a:extLst>
                  <a:ext uri="{FF2B5EF4-FFF2-40B4-BE49-F238E27FC236}">
                    <a16:creationId xmlns:a16="http://schemas.microsoft.com/office/drawing/2014/main" id="{49894B2B-6C1B-30E9-A7B6-0CB4555D4356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8" name="Label">
                <a:extLst>
                  <a:ext uri="{FF2B5EF4-FFF2-40B4-BE49-F238E27FC236}">
                    <a16:creationId xmlns:a16="http://schemas.microsoft.com/office/drawing/2014/main" id="{C44C5904-473B-DF69-885B-1F657A47ADEE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320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</a:t>
                </a:r>
              </a:p>
            </p:txBody>
          </p:sp>
          <p:sp>
            <p:nvSpPr>
              <p:cNvPr id="89" name="Check" hidden="1">
                <a:extLst>
                  <a:ext uri="{FF2B5EF4-FFF2-40B4-BE49-F238E27FC236}">
                    <a16:creationId xmlns:a16="http://schemas.microsoft.com/office/drawing/2014/main" id="{5FF91CA9-04D1-B825-34BC-948593F34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26EA2E6-BB08-CC9F-94C1-8DC62993E40C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9FE62029-3B44-4069-2346-0DD04C1A3180}"/>
              </a:ext>
            </a:extLst>
          </p:cNvPr>
          <p:cNvGrpSpPr/>
          <p:nvPr/>
        </p:nvGrpSpPr>
        <p:grpSpPr>
          <a:xfrm>
            <a:off x="3241164" y="1467655"/>
            <a:ext cx="445857" cy="215444"/>
            <a:chOff x="2796305" y="2278069"/>
            <a:chExt cx="445857" cy="215444"/>
          </a:xfrm>
        </p:grpSpPr>
        <p:grpSp>
          <p:nvGrpSpPr>
            <p:cNvPr id="9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29D3D037-B3DA-4B52-4E45-C52645DED953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2856129" y="2303049"/>
              <a:ext cx="386033" cy="166199"/>
              <a:chOff x="554563" y="2615322"/>
              <a:chExt cx="386034" cy="166199"/>
            </a:xfrm>
          </p:grpSpPr>
          <p:sp>
            <p:nvSpPr>
              <p:cNvPr id="93" name="Box">
                <a:extLst>
                  <a:ext uri="{FF2B5EF4-FFF2-40B4-BE49-F238E27FC236}">
                    <a16:creationId xmlns:a16="http://schemas.microsoft.com/office/drawing/2014/main" id="{D1C9B5C7-A205-F1B7-B3F7-F020768E3760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4" name="Label">
                <a:extLst>
                  <a:ext uri="{FF2B5EF4-FFF2-40B4-BE49-F238E27FC236}">
                    <a16:creationId xmlns:a16="http://schemas.microsoft.com/office/drawing/2014/main" id="{26EC5650-F41B-2DCE-77AE-89E2AEF8257F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791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TUE</a:t>
                </a:r>
              </a:p>
            </p:txBody>
          </p:sp>
          <p:sp>
            <p:nvSpPr>
              <p:cNvPr id="95" name="Check" hidden="1">
                <a:extLst>
                  <a:ext uri="{FF2B5EF4-FFF2-40B4-BE49-F238E27FC236}">
                    <a16:creationId xmlns:a16="http://schemas.microsoft.com/office/drawing/2014/main" id="{059A2869-BBBF-CB22-8723-2676912ECD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D947B93-7B04-04E0-7107-0EC8AC46C2EB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299D937-E7B5-D5F0-4B8F-2BA17C852169}"/>
              </a:ext>
            </a:extLst>
          </p:cNvPr>
          <p:cNvGrpSpPr/>
          <p:nvPr/>
        </p:nvGrpSpPr>
        <p:grpSpPr>
          <a:xfrm>
            <a:off x="3617088" y="1467047"/>
            <a:ext cx="479521" cy="215444"/>
            <a:chOff x="2796305" y="2278069"/>
            <a:chExt cx="479521" cy="215444"/>
          </a:xfrm>
        </p:grpSpPr>
        <p:grpSp>
          <p:nvGrpSpPr>
            <p:cNvPr id="9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A571DA19-C2C2-BB68-48EC-D3FBF8C0A9CA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2856129" y="2303049"/>
              <a:ext cx="419697" cy="166199"/>
              <a:chOff x="554563" y="2615322"/>
              <a:chExt cx="419698" cy="166199"/>
            </a:xfrm>
          </p:grpSpPr>
          <p:sp>
            <p:nvSpPr>
              <p:cNvPr id="115" name="Box">
                <a:extLst>
                  <a:ext uri="{FF2B5EF4-FFF2-40B4-BE49-F238E27FC236}">
                    <a16:creationId xmlns:a16="http://schemas.microsoft.com/office/drawing/2014/main" id="{69D5329D-51CF-08D3-95A3-DB219DA0E544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6" name="Label">
                <a:extLst>
                  <a:ext uri="{FF2B5EF4-FFF2-40B4-BE49-F238E27FC236}">
                    <a16:creationId xmlns:a16="http://schemas.microsoft.com/office/drawing/2014/main" id="{1F3B631E-A7D4-1C79-DD3D-B907B3F86721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12844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WED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7" name="Check" hidden="1">
                <a:extLst>
                  <a:ext uri="{FF2B5EF4-FFF2-40B4-BE49-F238E27FC236}">
                    <a16:creationId xmlns:a16="http://schemas.microsoft.com/office/drawing/2014/main" id="{70BC0BFB-CC80-6E8C-9EF3-3AD50CF11D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E15A6E3-99DC-A219-70CE-F085CC39E26E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C74545E7-470B-385F-A4C7-2A5D406C708D}"/>
              </a:ext>
            </a:extLst>
          </p:cNvPr>
          <p:cNvGrpSpPr/>
          <p:nvPr/>
        </p:nvGrpSpPr>
        <p:grpSpPr>
          <a:xfrm>
            <a:off x="4026676" y="1466439"/>
            <a:ext cx="461887" cy="215444"/>
            <a:chOff x="2796305" y="2278069"/>
            <a:chExt cx="461887" cy="215444"/>
          </a:xfrm>
        </p:grpSpPr>
        <p:grpSp>
          <p:nvGrpSpPr>
            <p:cNvPr id="11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CA70D91A-5B2B-B75B-26EC-2DF6C188DA3A}"/>
                </a:ext>
              </a:extLst>
            </p:cNvPr>
            <p:cNvGrpSpPr/>
            <p:nvPr>
              <p:custDataLst>
                <p:tags r:id="rId4"/>
              </p:custDataLst>
            </p:nvPr>
          </p:nvGrpSpPr>
          <p:grpSpPr>
            <a:xfrm>
              <a:off x="2856129" y="2303049"/>
              <a:ext cx="402063" cy="166199"/>
              <a:chOff x="554563" y="2615322"/>
              <a:chExt cx="402064" cy="166199"/>
            </a:xfrm>
          </p:grpSpPr>
          <p:sp>
            <p:nvSpPr>
              <p:cNvPr id="123" name="Box">
                <a:extLst>
                  <a:ext uri="{FF2B5EF4-FFF2-40B4-BE49-F238E27FC236}">
                    <a16:creationId xmlns:a16="http://schemas.microsoft.com/office/drawing/2014/main" id="{6D4C923B-20CE-D3DE-E9F0-FD63E4BEF8A6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9" name="Label">
                <a:extLst>
                  <a:ext uri="{FF2B5EF4-FFF2-40B4-BE49-F238E27FC236}">
                    <a16:creationId xmlns:a16="http://schemas.microsoft.com/office/drawing/2014/main" id="{D0981B84-4101-9956-1A58-7AFB9DA0CCAF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9521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THU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0" name="Check" hidden="1">
                <a:extLst>
                  <a:ext uri="{FF2B5EF4-FFF2-40B4-BE49-F238E27FC236}">
                    <a16:creationId xmlns:a16="http://schemas.microsoft.com/office/drawing/2014/main" id="{DAAD8C39-3534-1C0A-8D11-72D9251CBB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8BDACE9-093F-F2B3-EDE1-895BC41CA1A6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1E2DD7E-BA05-64AA-0BCF-FAD9DE3557DB}"/>
              </a:ext>
            </a:extLst>
          </p:cNvPr>
          <p:cNvGrpSpPr/>
          <p:nvPr/>
        </p:nvGrpSpPr>
        <p:grpSpPr>
          <a:xfrm>
            <a:off x="4418630" y="1465831"/>
            <a:ext cx="418606" cy="215444"/>
            <a:chOff x="2796305" y="2278069"/>
            <a:chExt cx="418606" cy="215444"/>
          </a:xfrm>
        </p:grpSpPr>
        <p:grpSp>
          <p:nvGrpSpPr>
            <p:cNvPr id="1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8406BC17-7A29-D622-F507-4A077C879D3C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2856129" y="2303049"/>
              <a:ext cx="358782" cy="166199"/>
              <a:chOff x="554563" y="2615322"/>
              <a:chExt cx="358783" cy="166199"/>
            </a:xfrm>
          </p:grpSpPr>
          <p:sp>
            <p:nvSpPr>
              <p:cNvPr id="134" name="Box">
                <a:extLst>
                  <a:ext uri="{FF2B5EF4-FFF2-40B4-BE49-F238E27FC236}">
                    <a16:creationId xmlns:a16="http://schemas.microsoft.com/office/drawing/2014/main" id="{FE4FC5AB-96CF-DA93-48F6-0D7EB28A7360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5" name="Label">
                <a:extLst>
                  <a:ext uri="{FF2B5EF4-FFF2-40B4-BE49-F238E27FC236}">
                    <a16:creationId xmlns:a16="http://schemas.microsoft.com/office/drawing/2014/main" id="{84E16B97-3288-54E5-04F7-2F58A767FF21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51929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FRI</a:t>
                </a:r>
              </a:p>
            </p:txBody>
          </p:sp>
          <p:sp>
            <p:nvSpPr>
              <p:cNvPr id="136" name="Check" hidden="1">
                <a:extLst>
                  <a:ext uri="{FF2B5EF4-FFF2-40B4-BE49-F238E27FC236}">
                    <a16:creationId xmlns:a16="http://schemas.microsoft.com/office/drawing/2014/main" id="{45B283BA-26C9-B177-D40E-19257B28A3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348193C-06D2-0748-8907-7F45E6CD8302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FB093C86-56D9-44EE-0353-6C5C015EF71A}"/>
              </a:ext>
            </a:extLst>
          </p:cNvPr>
          <p:cNvGrpSpPr/>
          <p:nvPr/>
        </p:nvGrpSpPr>
        <p:grpSpPr>
          <a:xfrm>
            <a:off x="4767303" y="1465223"/>
            <a:ext cx="445857" cy="215444"/>
            <a:chOff x="2796305" y="2278069"/>
            <a:chExt cx="445857" cy="215444"/>
          </a:xfrm>
        </p:grpSpPr>
        <p:grpSp>
          <p:nvGrpSpPr>
            <p:cNvPr id="13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55BEB9C6-296E-E3B6-CC39-05E74EEC934C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2856129" y="2303049"/>
              <a:ext cx="386033" cy="166199"/>
              <a:chOff x="554563" y="2615322"/>
              <a:chExt cx="386034" cy="166199"/>
            </a:xfrm>
          </p:grpSpPr>
          <p:sp>
            <p:nvSpPr>
              <p:cNvPr id="140" name="Box">
                <a:extLst>
                  <a:ext uri="{FF2B5EF4-FFF2-40B4-BE49-F238E27FC236}">
                    <a16:creationId xmlns:a16="http://schemas.microsoft.com/office/drawing/2014/main" id="{19DFBDBC-5252-246A-28E2-BBFC615EB128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Label">
                <a:extLst>
                  <a:ext uri="{FF2B5EF4-FFF2-40B4-BE49-F238E27FC236}">
                    <a16:creationId xmlns:a16="http://schemas.microsoft.com/office/drawing/2014/main" id="{BE1FE3D4-B0AC-384F-4F34-3AFAAD221F1C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27918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SAT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2" name="Check" hidden="1">
                <a:extLst>
                  <a:ext uri="{FF2B5EF4-FFF2-40B4-BE49-F238E27FC236}">
                    <a16:creationId xmlns:a16="http://schemas.microsoft.com/office/drawing/2014/main" id="{D7CA489A-D828-D438-836A-B768FA9B8E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8695F22-265D-A7DB-FED0-762C3605F61A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F9F087F3-0397-5D60-3A48-574046424975}"/>
              </a:ext>
            </a:extLst>
          </p:cNvPr>
          <p:cNvGrpSpPr/>
          <p:nvPr/>
        </p:nvGrpSpPr>
        <p:grpSpPr>
          <a:xfrm>
            <a:off x="5143224" y="1464615"/>
            <a:ext cx="466697" cy="215444"/>
            <a:chOff x="2796305" y="2278069"/>
            <a:chExt cx="466697" cy="215444"/>
          </a:xfrm>
        </p:grpSpPr>
        <p:grpSp>
          <p:nvGrpSpPr>
            <p:cNvPr id="18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  <a:extLst>
                <a:ext uri="{FF2B5EF4-FFF2-40B4-BE49-F238E27FC236}">
                  <a16:creationId xmlns:a16="http://schemas.microsoft.com/office/drawing/2014/main" id="{81C06E70-F356-A4E4-9096-B936CC3C4B4D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856129" y="2303049"/>
              <a:ext cx="406873" cy="166199"/>
              <a:chOff x="554563" y="2615322"/>
              <a:chExt cx="406874" cy="166199"/>
            </a:xfrm>
          </p:grpSpPr>
          <p:sp>
            <p:nvSpPr>
              <p:cNvPr id="186" name="Box">
                <a:extLst>
                  <a:ext uri="{FF2B5EF4-FFF2-40B4-BE49-F238E27FC236}">
                    <a16:creationId xmlns:a16="http://schemas.microsoft.com/office/drawing/2014/main" id="{0F86C61B-382E-EAC6-C9E9-6B1F74F66E15}"/>
                  </a:ext>
                </a:extLst>
              </p:cNvPr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7" name="Label">
                <a:extLst>
                  <a:ext uri="{FF2B5EF4-FFF2-40B4-BE49-F238E27FC236}">
                    <a16:creationId xmlns:a16="http://schemas.microsoft.com/office/drawing/2014/main" id="{3B81929E-B6A1-68A4-6BBC-1B1DCD90CBCD}"/>
                  </a:ext>
                </a:extLst>
              </p:cNvPr>
              <p:cNvSpPr txBox="1"/>
              <p:nvPr/>
            </p:nvSpPr>
            <p:spPr>
              <a:xfrm>
                <a:off x="661417" y="2615322"/>
                <a:ext cx="300020" cy="166199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6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SUN</a:t>
                </a:r>
                <a:endPara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8" name="Check" hidden="1">
                <a:extLst>
                  <a:ext uri="{FF2B5EF4-FFF2-40B4-BE49-F238E27FC236}">
                    <a16:creationId xmlns:a16="http://schemas.microsoft.com/office/drawing/2014/main" id="{A3EB5FEE-5B11-A1DE-7F90-98850DED95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solidFill>
                <a:srgbClr val="FFFFFF"/>
              </a:solidFill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33A2947-2EF2-398D-7A8F-AA6E22718BBF}"/>
                </a:ext>
              </a:extLst>
            </p:cNvPr>
            <p:cNvSpPr txBox="1"/>
            <p:nvPr/>
          </p:nvSpPr>
          <p:spPr>
            <a:xfrm>
              <a:off x="2796305" y="2278069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2CBED4C2-36C1-3F5A-834E-4A51FAF3E474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90" name="직선 연결선 206">
              <a:extLst>
                <a:ext uri="{FF2B5EF4-FFF2-40B4-BE49-F238E27FC236}">
                  <a16:creationId xmlns:a16="http://schemas.microsoft.com/office/drawing/2014/main" id="{E93E4403-97E7-9BD5-4C55-9A53BB212E44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화살표 연결선 190">
              <a:extLst>
                <a:ext uri="{FF2B5EF4-FFF2-40B4-BE49-F238E27FC236}">
                  <a16:creationId xmlns:a16="http://schemas.microsoft.com/office/drawing/2014/main" id="{546B172D-ACF4-B217-0803-422247C730B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1E455E13-DACE-6D35-EB1D-172E2A1DE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195879"/>
              </p:ext>
            </p:extLst>
          </p:nvPr>
        </p:nvGraphicFramePr>
        <p:xfrm>
          <a:off x="2424072" y="248588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196" name="Text Box">
            <a:extLst>
              <a:ext uri="{FF2B5EF4-FFF2-40B4-BE49-F238E27FC236}">
                <a16:creationId xmlns:a16="http://schemas.microsoft.com/office/drawing/2014/main" id="{1620C4C8-BD5D-1CBF-B514-9A043363B1FD}"/>
              </a:ext>
            </a:extLst>
          </p:cNvPr>
          <p:cNvSpPr>
            <a:spLocks/>
          </p:cNvSpPr>
          <p:nvPr/>
        </p:nvSpPr>
        <p:spPr bwMode="auto">
          <a:xfrm>
            <a:off x="2706717" y="27225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197" name="Text Box">
            <a:extLst>
              <a:ext uri="{FF2B5EF4-FFF2-40B4-BE49-F238E27FC236}">
                <a16:creationId xmlns:a16="http://schemas.microsoft.com/office/drawing/2014/main" id="{5CCF75D9-10B5-5274-851B-B6A8153285A0}"/>
              </a:ext>
            </a:extLst>
          </p:cNvPr>
          <p:cNvSpPr>
            <a:spLocks/>
          </p:cNvSpPr>
          <p:nvPr/>
        </p:nvSpPr>
        <p:spPr bwMode="auto">
          <a:xfrm>
            <a:off x="2706717" y="293829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8" name="Text Box">
            <a:extLst>
              <a:ext uri="{FF2B5EF4-FFF2-40B4-BE49-F238E27FC236}">
                <a16:creationId xmlns:a16="http://schemas.microsoft.com/office/drawing/2014/main" id="{632A8851-8C04-9A0A-50F7-82E1B335CFF4}"/>
              </a:ext>
            </a:extLst>
          </p:cNvPr>
          <p:cNvSpPr>
            <a:spLocks/>
          </p:cNvSpPr>
          <p:nvPr/>
        </p:nvSpPr>
        <p:spPr bwMode="auto">
          <a:xfrm>
            <a:off x="2706717" y="315080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F13FC800-5785-9895-77EF-887C4B352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901223"/>
              </p:ext>
            </p:extLst>
          </p:nvPr>
        </p:nvGraphicFramePr>
        <p:xfrm>
          <a:off x="3557412" y="248588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00" name="Text Box">
            <a:extLst>
              <a:ext uri="{FF2B5EF4-FFF2-40B4-BE49-F238E27FC236}">
                <a16:creationId xmlns:a16="http://schemas.microsoft.com/office/drawing/2014/main" id="{1EC19345-784D-737F-F74C-09BC38BB855B}"/>
              </a:ext>
            </a:extLst>
          </p:cNvPr>
          <p:cNvSpPr>
            <a:spLocks/>
          </p:cNvSpPr>
          <p:nvPr/>
        </p:nvSpPr>
        <p:spPr bwMode="auto">
          <a:xfrm>
            <a:off x="3840057" y="27225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01" name="Text Box">
            <a:extLst>
              <a:ext uri="{FF2B5EF4-FFF2-40B4-BE49-F238E27FC236}">
                <a16:creationId xmlns:a16="http://schemas.microsoft.com/office/drawing/2014/main" id="{5EAC65F0-B078-5451-E8DD-C3FE7B42C4D7}"/>
              </a:ext>
            </a:extLst>
          </p:cNvPr>
          <p:cNvSpPr>
            <a:spLocks/>
          </p:cNvSpPr>
          <p:nvPr/>
        </p:nvSpPr>
        <p:spPr bwMode="auto">
          <a:xfrm>
            <a:off x="3840057" y="293829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2" name="Text Box">
            <a:extLst>
              <a:ext uri="{FF2B5EF4-FFF2-40B4-BE49-F238E27FC236}">
                <a16:creationId xmlns:a16="http://schemas.microsoft.com/office/drawing/2014/main" id="{4DA435F6-708A-3C3B-1954-3F6326481924}"/>
              </a:ext>
            </a:extLst>
          </p:cNvPr>
          <p:cNvSpPr>
            <a:spLocks/>
          </p:cNvSpPr>
          <p:nvPr/>
        </p:nvSpPr>
        <p:spPr bwMode="auto">
          <a:xfrm>
            <a:off x="3840057" y="315080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03" name="표 202">
            <a:extLst>
              <a:ext uri="{FF2B5EF4-FFF2-40B4-BE49-F238E27FC236}">
                <a16:creationId xmlns:a16="http://schemas.microsoft.com/office/drawing/2014/main" id="{7510357A-761E-2207-8E40-70886D64F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116951"/>
              </p:ext>
            </p:extLst>
          </p:nvPr>
        </p:nvGraphicFramePr>
        <p:xfrm>
          <a:off x="4687533" y="248588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04" name="Text Box">
            <a:extLst>
              <a:ext uri="{FF2B5EF4-FFF2-40B4-BE49-F238E27FC236}">
                <a16:creationId xmlns:a16="http://schemas.microsoft.com/office/drawing/2014/main" id="{0BFB542F-2DB2-FCEC-6118-9D123992F8CF}"/>
              </a:ext>
            </a:extLst>
          </p:cNvPr>
          <p:cNvSpPr>
            <a:spLocks/>
          </p:cNvSpPr>
          <p:nvPr/>
        </p:nvSpPr>
        <p:spPr bwMode="auto">
          <a:xfrm>
            <a:off x="4970178" y="27225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05" name="Text Box">
            <a:extLst>
              <a:ext uri="{FF2B5EF4-FFF2-40B4-BE49-F238E27FC236}">
                <a16:creationId xmlns:a16="http://schemas.microsoft.com/office/drawing/2014/main" id="{8631E345-B186-4558-907B-394E6511D8E7}"/>
              </a:ext>
            </a:extLst>
          </p:cNvPr>
          <p:cNvSpPr>
            <a:spLocks/>
          </p:cNvSpPr>
          <p:nvPr/>
        </p:nvSpPr>
        <p:spPr bwMode="auto">
          <a:xfrm>
            <a:off x="4970178" y="293829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6" name="Text Box">
            <a:extLst>
              <a:ext uri="{FF2B5EF4-FFF2-40B4-BE49-F238E27FC236}">
                <a16:creationId xmlns:a16="http://schemas.microsoft.com/office/drawing/2014/main" id="{75D8626E-DE5E-BEF2-2817-EE629ADE91FF}"/>
              </a:ext>
            </a:extLst>
          </p:cNvPr>
          <p:cNvSpPr>
            <a:spLocks/>
          </p:cNvSpPr>
          <p:nvPr/>
        </p:nvSpPr>
        <p:spPr bwMode="auto">
          <a:xfrm>
            <a:off x="4970178" y="315080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07" name="표 206">
            <a:extLst>
              <a:ext uri="{FF2B5EF4-FFF2-40B4-BE49-F238E27FC236}">
                <a16:creationId xmlns:a16="http://schemas.microsoft.com/office/drawing/2014/main" id="{10777229-0B15-FD7E-2C5D-CB77F560E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53863"/>
              </p:ext>
            </p:extLst>
          </p:nvPr>
        </p:nvGraphicFramePr>
        <p:xfrm>
          <a:off x="5824094" y="248588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08" name="Text Box">
            <a:extLst>
              <a:ext uri="{FF2B5EF4-FFF2-40B4-BE49-F238E27FC236}">
                <a16:creationId xmlns:a16="http://schemas.microsoft.com/office/drawing/2014/main" id="{52652AAF-A865-631A-0DF4-B7C4F3B09ADD}"/>
              </a:ext>
            </a:extLst>
          </p:cNvPr>
          <p:cNvSpPr>
            <a:spLocks/>
          </p:cNvSpPr>
          <p:nvPr/>
        </p:nvSpPr>
        <p:spPr bwMode="auto">
          <a:xfrm>
            <a:off x="6106739" y="27225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09" name="Text Box">
            <a:extLst>
              <a:ext uri="{FF2B5EF4-FFF2-40B4-BE49-F238E27FC236}">
                <a16:creationId xmlns:a16="http://schemas.microsoft.com/office/drawing/2014/main" id="{FE282371-39C1-0CF6-A780-A97ECEF71689}"/>
              </a:ext>
            </a:extLst>
          </p:cNvPr>
          <p:cNvSpPr>
            <a:spLocks/>
          </p:cNvSpPr>
          <p:nvPr/>
        </p:nvSpPr>
        <p:spPr bwMode="auto">
          <a:xfrm>
            <a:off x="6106739" y="293829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0" name="Text Box">
            <a:extLst>
              <a:ext uri="{FF2B5EF4-FFF2-40B4-BE49-F238E27FC236}">
                <a16:creationId xmlns:a16="http://schemas.microsoft.com/office/drawing/2014/main" id="{18B20991-3547-0BAF-CC21-0405F4C5A4AD}"/>
              </a:ext>
            </a:extLst>
          </p:cNvPr>
          <p:cNvSpPr>
            <a:spLocks/>
          </p:cNvSpPr>
          <p:nvPr/>
        </p:nvSpPr>
        <p:spPr bwMode="auto">
          <a:xfrm>
            <a:off x="6106739" y="315080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11" name="표 210">
            <a:extLst>
              <a:ext uri="{FF2B5EF4-FFF2-40B4-BE49-F238E27FC236}">
                <a16:creationId xmlns:a16="http://schemas.microsoft.com/office/drawing/2014/main" id="{DD6F57BC-D20B-5A9A-B7BB-EA4CD155F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562240"/>
              </p:ext>
            </p:extLst>
          </p:nvPr>
        </p:nvGraphicFramePr>
        <p:xfrm>
          <a:off x="6957435" y="2485887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12" name="Text Box">
            <a:extLst>
              <a:ext uri="{FF2B5EF4-FFF2-40B4-BE49-F238E27FC236}">
                <a16:creationId xmlns:a16="http://schemas.microsoft.com/office/drawing/2014/main" id="{BFD5CA30-47E4-0005-3ED7-C20AD46757C2}"/>
              </a:ext>
            </a:extLst>
          </p:cNvPr>
          <p:cNvSpPr>
            <a:spLocks/>
          </p:cNvSpPr>
          <p:nvPr/>
        </p:nvSpPr>
        <p:spPr bwMode="auto">
          <a:xfrm>
            <a:off x="7240080" y="2722578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13" name="Text Box">
            <a:extLst>
              <a:ext uri="{FF2B5EF4-FFF2-40B4-BE49-F238E27FC236}">
                <a16:creationId xmlns:a16="http://schemas.microsoft.com/office/drawing/2014/main" id="{A388D754-77AC-4345-DB24-8D51ED20EAB9}"/>
              </a:ext>
            </a:extLst>
          </p:cNvPr>
          <p:cNvSpPr>
            <a:spLocks/>
          </p:cNvSpPr>
          <p:nvPr/>
        </p:nvSpPr>
        <p:spPr bwMode="auto">
          <a:xfrm>
            <a:off x="7240080" y="2938299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4" name="Text Box">
            <a:extLst>
              <a:ext uri="{FF2B5EF4-FFF2-40B4-BE49-F238E27FC236}">
                <a16:creationId xmlns:a16="http://schemas.microsoft.com/office/drawing/2014/main" id="{912B23B0-6E8A-8022-DE99-BF8197AB0650}"/>
              </a:ext>
            </a:extLst>
          </p:cNvPr>
          <p:cNvSpPr>
            <a:spLocks/>
          </p:cNvSpPr>
          <p:nvPr/>
        </p:nvSpPr>
        <p:spPr bwMode="auto">
          <a:xfrm>
            <a:off x="7240080" y="315080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15" name="표 214">
            <a:extLst>
              <a:ext uri="{FF2B5EF4-FFF2-40B4-BE49-F238E27FC236}">
                <a16:creationId xmlns:a16="http://schemas.microsoft.com/office/drawing/2014/main" id="{BB02AEC2-1F16-03E0-13ED-3326A66A2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617530"/>
              </p:ext>
            </p:extLst>
          </p:nvPr>
        </p:nvGraphicFramePr>
        <p:xfrm>
          <a:off x="2424072" y="346146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16" name="Text Box">
            <a:extLst>
              <a:ext uri="{FF2B5EF4-FFF2-40B4-BE49-F238E27FC236}">
                <a16:creationId xmlns:a16="http://schemas.microsoft.com/office/drawing/2014/main" id="{D97909F1-5A0A-E15A-52E7-DAE9399A013A}"/>
              </a:ext>
            </a:extLst>
          </p:cNvPr>
          <p:cNvSpPr>
            <a:spLocks/>
          </p:cNvSpPr>
          <p:nvPr/>
        </p:nvSpPr>
        <p:spPr bwMode="auto">
          <a:xfrm>
            <a:off x="2706717" y="36981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17" name="Text Box">
            <a:extLst>
              <a:ext uri="{FF2B5EF4-FFF2-40B4-BE49-F238E27FC236}">
                <a16:creationId xmlns:a16="http://schemas.microsoft.com/office/drawing/2014/main" id="{345DEEF5-A54F-4F2C-95E2-E15FA101FA12}"/>
              </a:ext>
            </a:extLst>
          </p:cNvPr>
          <p:cNvSpPr>
            <a:spLocks/>
          </p:cNvSpPr>
          <p:nvPr/>
        </p:nvSpPr>
        <p:spPr bwMode="auto">
          <a:xfrm>
            <a:off x="2706717" y="391387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8" name="Text Box">
            <a:extLst>
              <a:ext uri="{FF2B5EF4-FFF2-40B4-BE49-F238E27FC236}">
                <a16:creationId xmlns:a16="http://schemas.microsoft.com/office/drawing/2014/main" id="{F1D8577B-DC3D-9560-F6D1-09EECD2D2F05}"/>
              </a:ext>
            </a:extLst>
          </p:cNvPr>
          <p:cNvSpPr>
            <a:spLocks/>
          </p:cNvSpPr>
          <p:nvPr/>
        </p:nvSpPr>
        <p:spPr bwMode="auto">
          <a:xfrm>
            <a:off x="2706717" y="41263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19" name="표 218">
            <a:extLst>
              <a:ext uri="{FF2B5EF4-FFF2-40B4-BE49-F238E27FC236}">
                <a16:creationId xmlns:a16="http://schemas.microsoft.com/office/drawing/2014/main" id="{ED5E6C1D-60B7-967D-268A-A762B3B9D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185497"/>
              </p:ext>
            </p:extLst>
          </p:nvPr>
        </p:nvGraphicFramePr>
        <p:xfrm>
          <a:off x="3557412" y="346146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20" name="Text Box">
            <a:extLst>
              <a:ext uri="{FF2B5EF4-FFF2-40B4-BE49-F238E27FC236}">
                <a16:creationId xmlns:a16="http://schemas.microsoft.com/office/drawing/2014/main" id="{1E4FDB8B-A0A2-1EE0-4DB7-ACBEB53E5277}"/>
              </a:ext>
            </a:extLst>
          </p:cNvPr>
          <p:cNvSpPr>
            <a:spLocks/>
          </p:cNvSpPr>
          <p:nvPr/>
        </p:nvSpPr>
        <p:spPr bwMode="auto">
          <a:xfrm>
            <a:off x="3840057" y="36981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21" name="Text Box">
            <a:extLst>
              <a:ext uri="{FF2B5EF4-FFF2-40B4-BE49-F238E27FC236}">
                <a16:creationId xmlns:a16="http://schemas.microsoft.com/office/drawing/2014/main" id="{64FF30A1-8C70-0591-24E4-7EE3B06C6515}"/>
              </a:ext>
            </a:extLst>
          </p:cNvPr>
          <p:cNvSpPr>
            <a:spLocks/>
          </p:cNvSpPr>
          <p:nvPr/>
        </p:nvSpPr>
        <p:spPr bwMode="auto">
          <a:xfrm>
            <a:off x="3840057" y="391387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2" name="Text Box">
            <a:extLst>
              <a:ext uri="{FF2B5EF4-FFF2-40B4-BE49-F238E27FC236}">
                <a16:creationId xmlns:a16="http://schemas.microsoft.com/office/drawing/2014/main" id="{7E792D46-2189-F7F2-5C8C-FA000E8C350A}"/>
              </a:ext>
            </a:extLst>
          </p:cNvPr>
          <p:cNvSpPr>
            <a:spLocks/>
          </p:cNvSpPr>
          <p:nvPr/>
        </p:nvSpPr>
        <p:spPr bwMode="auto">
          <a:xfrm>
            <a:off x="3840057" y="41263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23" name="표 222">
            <a:extLst>
              <a:ext uri="{FF2B5EF4-FFF2-40B4-BE49-F238E27FC236}">
                <a16:creationId xmlns:a16="http://schemas.microsoft.com/office/drawing/2014/main" id="{22AFF520-D330-E6CB-6601-36BD94700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886795"/>
              </p:ext>
            </p:extLst>
          </p:nvPr>
        </p:nvGraphicFramePr>
        <p:xfrm>
          <a:off x="4687533" y="346146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24" name="Text Box">
            <a:extLst>
              <a:ext uri="{FF2B5EF4-FFF2-40B4-BE49-F238E27FC236}">
                <a16:creationId xmlns:a16="http://schemas.microsoft.com/office/drawing/2014/main" id="{0AA34BF7-0E6B-7439-AE00-A5FB8A4F41B8}"/>
              </a:ext>
            </a:extLst>
          </p:cNvPr>
          <p:cNvSpPr>
            <a:spLocks/>
          </p:cNvSpPr>
          <p:nvPr/>
        </p:nvSpPr>
        <p:spPr bwMode="auto">
          <a:xfrm>
            <a:off x="4970178" y="36981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25" name="Text Box">
            <a:extLst>
              <a:ext uri="{FF2B5EF4-FFF2-40B4-BE49-F238E27FC236}">
                <a16:creationId xmlns:a16="http://schemas.microsoft.com/office/drawing/2014/main" id="{BCAC21ED-E0E4-5D1F-8C9C-C2B18608CE02}"/>
              </a:ext>
            </a:extLst>
          </p:cNvPr>
          <p:cNvSpPr>
            <a:spLocks/>
          </p:cNvSpPr>
          <p:nvPr/>
        </p:nvSpPr>
        <p:spPr bwMode="auto">
          <a:xfrm>
            <a:off x="4970178" y="391387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6" name="Text Box">
            <a:extLst>
              <a:ext uri="{FF2B5EF4-FFF2-40B4-BE49-F238E27FC236}">
                <a16:creationId xmlns:a16="http://schemas.microsoft.com/office/drawing/2014/main" id="{2AF27D33-CA43-C169-02F8-2810148AA87E}"/>
              </a:ext>
            </a:extLst>
          </p:cNvPr>
          <p:cNvSpPr>
            <a:spLocks/>
          </p:cNvSpPr>
          <p:nvPr/>
        </p:nvSpPr>
        <p:spPr bwMode="auto">
          <a:xfrm>
            <a:off x="4970178" y="41263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27" name="표 226">
            <a:extLst>
              <a:ext uri="{FF2B5EF4-FFF2-40B4-BE49-F238E27FC236}">
                <a16:creationId xmlns:a16="http://schemas.microsoft.com/office/drawing/2014/main" id="{A96482FF-D7EE-4F0B-0A46-6A2B1F072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966989"/>
              </p:ext>
            </p:extLst>
          </p:nvPr>
        </p:nvGraphicFramePr>
        <p:xfrm>
          <a:off x="5824094" y="346146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28" name="Text Box">
            <a:extLst>
              <a:ext uri="{FF2B5EF4-FFF2-40B4-BE49-F238E27FC236}">
                <a16:creationId xmlns:a16="http://schemas.microsoft.com/office/drawing/2014/main" id="{2F71FCC3-9AEB-B4CC-F978-12A3568DC6DA}"/>
              </a:ext>
            </a:extLst>
          </p:cNvPr>
          <p:cNvSpPr>
            <a:spLocks/>
          </p:cNvSpPr>
          <p:nvPr/>
        </p:nvSpPr>
        <p:spPr bwMode="auto">
          <a:xfrm>
            <a:off x="6106739" y="36981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29" name="Text Box">
            <a:extLst>
              <a:ext uri="{FF2B5EF4-FFF2-40B4-BE49-F238E27FC236}">
                <a16:creationId xmlns:a16="http://schemas.microsoft.com/office/drawing/2014/main" id="{7C6D962A-4E53-4396-83E2-B0FE4DC0FC4F}"/>
              </a:ext>
            </a:extLst>
          </p:cNvPr>
          <p:cNvSpPr>
            <a:spLocks/>
          </p:cNvSpPr>
          <p:nvPr/>
        </p:nvSpPr>
        <p:spPr bwMode="auto">
          <a:xfrm>
            <a:off x="6106739" y="391387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0" name="Text Box">
            <a:extLst>
              <a:ext uri="{FF2B5EF4-FFF2-40B4-BE49-F238E27FC236}">
                <a16:creationId xmlns:a16="http://schemas.microsoft.com/office/drawing/2014/main" id="{ABC16CE9-31E3-835C-2C1A-FC7D1491CF70}"/>
              </a:ext>
            </a:extLst>
          </p:cNvPr>
          <p:cNvSpPr>
            <a:spLocks/>
          </p:cNvSpPr>
          <p:nvPr/>
        </p:nvSpPr>
        <p:spPr bwMode="auto">
          <a:xfrm>
            <a:off x="6106739" y="41263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graphicFrame>
        <p:nvGraphicFramePr>
          <p:cNvPr id="231" name="표 230">
            <a:extLst>
              <a:ext uri="{FF2B5EF4-FFF2-40B4-BE49-F238E27FC236}">
                <a16:creationId xmlns:a16="http://schemas.microsoft.com/office/drawing/2014/main" id="{AAB0713E-50BB-9DBE-F626-9990AA991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338893"/>
              </p:ext>
            </p:extLst>
          </p:nvPr>
        </p:nvGraphicFramePr>
        <p:xfrm>
          <a:off x="6957435" y="346146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232" name="Text Box">
            <a:extLst>
              <a:ext uri="{FF2B5EF4-FFF2-40B4-BE49-F238E27FC236}">
                <a16:creationId xmlns:a16="http://schemas.microsoft.com/office/drawing/2014/main" id="{5CE05132-62C9-D440-C723-7D4A5C4EF00C}"/>
              </a:ext>
            </a:extLst>
          </p:cNvPr>
          <p:cNvSpPr>
            <a:spLocks/>
          </p:cNvSpPr>
          <p:nvPr/>
        </p:nvSpPr>
        <p:spPr bwMode="auto">
          <a:xfrm>
            <a:off x="7240080" y="36981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10,000</a:t>
            </a:r>
          </a:p>
        </p:txBody>
      </p:sp>
      <p:sp>
        <p:nvSpPr>
          <p:cNvPr id="233" name="Text Box">
            <a:extLst>
              <a:ext uri="{FF2B5EF4-FFF2-40B4-BE49-F238E27FC236}">
                <a16:creationId xmlns:a16="http://schemas.microsoft.com/office/drawing/2014/main" id="{65B612A0-CF0A-964A-EDCE-951B757F7300}"/>
              </a:ext>
            </a:extLst>
          </p:cNvPr>
          <p:cNvSpPr>
            <a:spLocks/>
          </p:cNvSpPr>
          <p:nvPr/>
        </p:nvSpPr>
        <p:spPr bwMode="auto">
          <a:xfrm>
            <a:off x="7240080" y="391387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909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4" name="Text Box">
            <a:extLst>
              <a:ext uri="{FF2B5EF4-FFF2-40B4-BE49-F238E27FC236}">
                <a16:creationId xmlns:a16="http://schemas.microsoft.com/office/drawing/2014/main" id="{EDE369CE-29C9-B86F-4ED8-2B547CB523D7}"/>
              </a:ext>
            </a:extLst>
          </p:cNvPr>
          <p:cNvSpPr>
            <a:spLocks/>
          </p:cNvSpPr>
          <p:nvPr/>
        </p:nvSpPr>
        <p:spPr bwMode="auto">
          <a:xfrm>
            <a:off x="7240080" y="41263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9,001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421BF22-B099-8A6D-0983-27CF02E9E6E6}"/>
              </a:ext>
            </a:extLst>
          </p:cNvPr>
          <p:cNvSpPr txBox="1"/>
          <p:nvPr/>
        </p:nvSpPr>
        <p:spPr>
          <a:xfrm>
            <a:off x="5608101" y="1470313"/>
            <a:ext cx="9412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ko-KR" altLang="en-US" sz="700" b="0" i="1" u="none" strike="noStrike" kern="0" cap="none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← 디폴트 전체 체크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131655D5-5B68-3AA0-591D-C8596F0A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882500"/>
              </p:ext>
            </p:extLst>
          </p:nvPr>
        </p:nvGraphicFramePr>
        <p:xfrm>
          <a:off x="8100047" y="3461462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아동 엑스트라 요금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37" name="Text Box">
            <a:extLst>
              <a:ext uri="{FF2B5EF4-FFF2-40B4-BE49-F238E27FC236}">
                <a16:creationId xmlns:a16="http://schemas.microsoft.com/office/drawing/2014/main" id="{955CDD40-7BA9-2331-B475-36FD74822267}"/>
              </a:ext>
            </a:extLst>
          </p:cNvPr>
          <p:cNvSpPr>
            <a:spLocks/>
          </p:cNvSpPr>
          <p:nvPr/>
        </p:nvSpPr>
        <p:spPr bwMode="auto">
          <a:xfrm>
            <a:off x="8382692" y="3698153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Text Box">
            <a:extLst>
              <a:ext uri="{FF2B5EF4-FFF2-40B4-BE49-F238E27FC236}">
                <a16:creationId xmlns:a16="http://schemas.microsoft.com/office/drawing/2014/main" id="{B0228365-A6FA-9B3D-6CA5-F258D48D3078}"/>
              </a:ext>
            </a:extLst>
          </p:cNvPr>
          <p:cNvSpPr>
            <a:spLocks/>
          </p:cNvSpPr>
          <p:nvPr/>
        </p:nvSpPr>
        <p:spPr bwMode="auto">
          <a:xfrm>
            <a:off x="8382692" y="391387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 Box">
            <a:extLst>
              <a:ext uri="{FF2B5EF4-FFF2-40B4-BE49-F238E27FC236}">
                <a16:creationId xmlns:a16="http://schemas.microsoft.com/office/drawing/2014/main" id="{F8096884-D49F-36C4-807C-6FE64CF908CB}"/>
              </a:ext>
            </a:extLst>
          </p:cNvPr>
          <p:cNvSpPr>
            <a:spLocks/>
          </p:cNvSpPr>
          <p:nvPr/>
        </p:nvSpPr>
        <p:spPr bwMode="auto">
          <a:xfrm>
            <a:off x="8382692" y="4126376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AE59F72D-9271-9BEA-08E1-6C3EB3329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077750"/>
              </p:ext>
            </p:extLst>
          </p:nvPr>
        </p:nvGraphicFramePr>
        <p:xfrm>
          <a:off x="8100047" y="2484000"/>
          <a:ext cx="1111922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3">
                  <a:extLst>
                    <a:ext uri="{9D8B030D-6E8A-4147-A177-3AD203B41FA5}">
                      <a16:colId xmlns:a16="http://schemas.microsoft.com/office/drawing/2014/main" val="3990837443"/>
                    </a:ext>
                  </a:extLst>
                </a:gridCol>
                <a:gridCol w="848909">
                  <a:extLst>
                    <a:ext uri="{9D8B030D-6E8A-4147-A177-3AD203B41FA5}">
                      <a16:colId xmlns:a16="http://schemas.microsoft.com/office/drawing/2014/main" val="355424783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성인 엑스트라 요금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266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금액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03294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90224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단가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641098"/>
                  </a:ext>
                </a:extLst>
              </a:tr>
            </a:tbl>
          </a:graphicData>
        </a:graphic>
      </p:graphicFrame>
      <p:sp>
        <p:nvSpPr>
          <p:cNvPr id="49" name="Text Box">
            <a:extLst>
              <a:ext uri="{FF2B5EF4-FFF2-40B4-BE49-F238E27FC236}">
                <a16:creationId xmlns:a16="http://schemas.microsoft.com/office/drawing/2014/main" id="{E1C062EC-0099-4B95-390F-EDB6B0EEAD69}"/>
              </a:ext>
            </a:extLst>
          </p:cNvPr>
          <p:cNvSpPr>
            <a:spLocks/>
          </p:cNvSpPr>
          <p:nvPr/>
        </p:nvSpPr>
        <p:spPr bwMode="auto">
          <a:xfrm>
            <a:off x="8382692" y="2720691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Text Box">
            <a:extLst>
              <a:ext uri="{FF2B5EF4-FFF2-40B4-BE49-F238E27FC236}">
                <a16:creationId xmlns:a16="http://schemas.microsoft.com/office/drawing/2014/main" id="{F6299FCB-2F32-930F-8C4B-DF96AE297A06}"/>
              </a:ext>
            </a:extLst>
          </p:cNvPr>
          <p:cNvSpPr>
            <a:spLocks/>
          </p:cNvSpPr>
          <p:nvPr/>
        </p:nvSpPr>
        <p:spPr bwMode="auto">
          <a:xfrm>
            <a:off x="8382692" y="2936412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Text Box">
            <a:extLst>
              <a:ext uri="{FF2B5EF4-FFF2-40B4-BE49-F238E27FC236}">
                <a16:creationId xmlns:a16="http://schemas.microsoft.com/office/drawing/2014/main" id="{D2321063-AA7C-0DA3-B024-67D8387C187E}"/>
              </a:ext>
            </a:extLst>
          </p:cNvPr>
          <p:cNvSpPr>
            <a:spLocks/>
          </p:cNvSpPr>
          <p:nvPr/>
        </p:nvSpPr>
        <p:spPr bwMode="auto">
          <a:xfrm>
            <a:off x="8382692" y="3148914"/>
            <a:ext cx="79605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 가능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FF5DB9-2C2C-208B-3E9B-6910495E87D3}"/>
              </a:ext>
            </a:extLst>
          </p:cNvPr>
          <p:cNvSpPr txBox="1"/>
          <p:nvPr/>
        </p:nvSpPr>
        <p:spPr>
          <a:xfrm>
            <a:off x="2218460" y="1183679"/>
            <a:ext cx="2223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ko-KR" sz="800" i="0" u="none" strike="noStrike" kern="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※</a:t>
            </a:r>
            <a:r>
              <a:rPr kumimoji="0" lang="ko-KR" altLang="en-US" sz="800" i="0" u="none" strike="noStrike" kern="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ko-KR" altLang="en-US" sz="800" kern="0" dirty="0">
                <a:solidFill>
                  <a:srgbClr val="FF0000"/>
                </a:solidFill>
                <a:latin typeface="+mn-ea"/>
                <a:ea typeface="+mn-ea"/>
              </a:rPr>
              <a:t>공급가는 </a:t>
            </a:r>
            <a:r>
              <a:rPr kumimoji="1"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VAT</a:t>
            </a:r>
            <a:r>
              <a:rPr kumimoji="1" lang="ko-KR" altLang="en-US" sz="800" dirty="0">
                <a:solidFill>
                  <a:srgbClr val="FF0000"/>
                </a:solidFill>
                <a:latin typeface="+mn-ea"/>
                <a:ea typeface="+mn-ea"/>
              </a:rPr>
              <a:t> 미 </a:t>
            </a:r>
            <a:r>
              <a:rPr lang="ko-KR" altLang="en-US" sz="800" dirty="0">
                <a:solidFill>
                  <a:srgbClr val="FF0000"/>
                </a:solidFill>
                <a:latin typeface="+mn-ea"/>
                <a:ea typeface="+mn-ea"/>
              </a:rPr>
              <a:t>포함 금액으로 입력하세요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7515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06A7-4395-9524-981F-0F62DAB2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5BB371-D8A0-5765-2AD0-279E268C6FFE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제목 17">
            <a:extLst>
              <a:ext uri="{FF2B5EF4-FFF2-40B4-BE49-F238E27FC236}">
                <a16:creationId xmlns:a16="http://schemas.microsoft.com/office/drawing/2014/main" id="{F7579860-28BD-544E-4F6F-2D15E374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D5A1F8B-7291-92AF-BE98-2F16B7BA6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</a:t>
            </a:r>
            <a:r>
              <a:rPr lang="ko-KR" altLang="en-US" dirty="0"/>
              <a:t> 옵션 요금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CD93355-C7CE-0219-F4BE-8CCB026B80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7119330-94E9-FA3B-9131-0A72757387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6A865AF-540F-94FC-3185-2DCF5A9DB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37481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F3684B9A-FF5C-6CFB-1A23-5C1412444604}"/>
              </a:ext>
            </a:extLst>
          </p:cNvPr>
          <p:cNvGrpSpPr/>
          <p:nvPr/>
        </p:nvGrpSpPr>
        <p:grpSpPr>
          <a:xfrm>
            <a:off x="1512625" y="764704"/>
            <a:ext cx="3035049" cy="261847"/>
            <a:chOff x="1512625" y="1375459"/>
            <a:chExt cx="3035049" cy="261847"/>
          </a:xfrm>
        </p:grpSpPr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829A15E3-3057-F5FD-4B5F-1322F33859DF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8" name="양쪽 모서리가 둥근 사각형 7">
              <a:extLst>
                <a:ext uri="{FF2B5EF4-FFF2-40B4-BE49-F238E27FC236}">
                  <a16:creationId xmlns:a16="http://schemas.microsoft.com/office/drawing/2014/main" id="{81498ED2-86B0-D247-A77D-56E54C703963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요금정보</a:t>
              </a:r>
            </a:p>
          </p:txBody>
        </p:sp>
        <p:sp>
          <p:nvSpPr>
            <p:cNvPr id="9" name="양쪽 모서리가 둥근 사각형 8">
              <a:extLst>
                <a:ext uri="{FF2B5EF4-FFF2-40B4-BE49-F238E27FC236}">
                  <a16:creationId xmlns:a16="http://schemas.microsoft.com/office/drawing/2014/main" id="{6B7B391D-3E9C-241C-748C-1EBAC0964270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옵션 요금 정보</a:t>
              </a: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BF63459-4AC1-5B4F-7EFA-D979AAC31ABD}"/>
              </a:ext>
            </a:extLst>
          </p:cNvPr>
          <p:cNvGrpSpPr/>
          <p:nvPr/>
        </p:nvGrpSpPr>
        <p:grpSpPr>
          <a:xfrm rot="10800000">
            <a:off x="1343512" y="1028378"/>
            <a:ext cx="360000" cy="372571"/>
            <a:chOff x="3180625" y="5062589"/>
            <a:chExt cx="360000" cy="372571"/>
          </a:xfrm>
        </p:grpSpPr>
        <p:cxnSp>
          <p:nvCxnSpPr>
            <p:cNvPr id="112" name="직선 연결선 206">
              <a:extLst>
                <a:ext uri="{FF2B5EF4-FFF2-40B4-BE49-F238E27FC236}">
                  <a16:creationId xmlns:a16="http://schemas.microsoft.com/office/drawing/2014/main" id="{3F32C690-104D-AF0F-2CA8-18050F52BF8E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7A1CFC22-A53B-A68C-4A3C-869541D41494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3BD4E0-5336-1524-D5CC-D3C416E4E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669914"/>
              </p:ext>
            </p:extLst>
          </p:nvPr>
        </p:nvGraphicFramePr>
        <p:xfrm>
          <a:off x="1513108" y="1348401"/>
          <a:ext cx="7746199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547683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1224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객실서비스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  <a:tr h="12257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176474"/>
                  </a:ext>
                </a:extLst>
              </a:tr>
              <a:tr h="862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31222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75112E4-B73A-5103-4DC7-5D8D007897AC}"/>
              </a:ext>
            </a:extLst>
          </p:cNvPr>
          <p:cNvSpPr txBox="1"/>
          <p:nvPr/>
        </p:nvSpPr>
        <p:spPr>
          <a:xfrm>
            <a:off x="1427884" y="1106525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유료 옵션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17BBFC-F774-E018-668A-F951F8CA2494}"/>
              </a:ext>
            </a:extLst>
          </p:cNvPr>
          <p:cNvSpPr/>
          <p:nvPr/>
        </p:nvSpPr>
        <p:spPr>
          <a:xfrm>
            <a:off x="2787213" y="1404975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54E241-90E1-D4D8-6C8F-229DAA21CFA3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E402437D-60E5-5A96-57C5-1402B620A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370460"/>
              </p:ext>
            </p:extLst>
          </p:nvPr>
        </p:nvGraphicFramePr>
        <p:xfrm>
          <a:off x="2787213" y="1632170"/>
          <a:ext cx="5973083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아이스커피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Iced Coffee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생수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water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병맥주 </a:t>
                      </a:r>
                      <a:r>
                        <a:rPr lang="en-US" altLang="ko-KR" sz="800" b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beer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94" name="직사각형 93">
            <a:extLst>
              <a:ext uri="{FF2B5EF4-FFF2-40B4-BE49-F238E27FC236}">
                <a16:creationId xmlns:a16="http://schemas.microsoft.com/office/drawing/2014/main" id="{FB3EF443-E776-F7F6-5B58-70A5608955E3}"/>
              </a:ext>
            </a:extLst>
          </p:cNvPr>
          <p:cNvSpPr/>
          <p:nvPr/>
        </p:nvSpPr>
        <p:spPr>
          <a:xfrm>
            <a:off x="8242126" y="1876812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8CB0F54-1935-B34F-06F1-3B5BC8303411}"/>
              </a:ext>
            </a:extLst>
          </p:cNvPr>
          <p:cNvSpPr/>
          <p:nvPr/>
        </p:nvSpPr>
        <p:spPr>
          <a:xfrm>
            <a:off x="8242126" y="2089537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60B64C9-46A8-0D36-6080-CFCC521F3169}"/>
              </a:ext>
            </a:extLst>
          </p:cNvPr>
          <p:cNvSpPr/>
          <p:nvPr/>
        </p:nvSpPr>
        <p:spPr>
          <a:xfrm>
            <a:off x="8242126" y="2302262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7E7E178-2D87-7FEB-ACEF-EBF0EC91719C}"/>
              </a:ext>
            </a:extLst>
          </p:cNvPr>
          <p:cNvSpPr/>
          <p:nvPr/>
        </p:nvSpPr>
        <p:spPr>
          <a:xfrm>
            <a:off x="2787213" y="2617954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A9E3C6C-33D9-5E52-938F-AAF7E46A5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600546"/>
              </p:ext>
            </p:extLst>
          </p:nvPr>
        </p:nvGraphicFramePr>
        <p:xfrm>
          <a:off x="2787213" y="2845149"/>
          <a:ext cx="5973083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브런치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kern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Brunch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샌드위치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Sandwich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9,091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20D4C42F-323E-6252-3748-90BE3E1855F9}"/>
              </a:ext>
            </a:extLst>
          </p:cNvPr>
          <p:cNvSpPr/>
          <p:nvPr/>
        </p:nvSpPr>
        <p:spPr>
          <a:xfrm>
            <a:off x="8242126" y="3089791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FE96BF3-C562-F364-84A2-48F5E2155EFB}"/>
              </a:ext>
            </a:extLst>
          </p:cNvPr>
          <p:cNvSpPr/>
          <p:nvPr/>
        </p:nvSpPr>
        <p:spPr>
          <a:xfrm>
            <a:off x="8242126" y="3302516"/>
            <a:ext cx="443869" cy="148777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1A56514-FED9-B748-7EB4-5E7C952415FE}"/>
              </a:ext>
            </a:extLst>
          </p:cNvPr>
          <p:cNvSpPr/>
          <p:nvPr/>
        </p:nvSpPr>
        <p:spPr>
          <a:xfrm>
            <a:off x="2787213" y="3842450"/>
            <a:ext cx="537082" cy="1800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4DF6371C-E502-4E9A-C5CE-FC20C4784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24257"/>
              </p:ext>
            </p:extLst>
          </p:nvPr>
        </p:nvGraphicFramePr>
        <p:xfrm>
          <a:off x="2787213" y="4074851"/>
          <a:ext cx="5973083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12">
                  <a:extLst>
                    <a:ext uri="{9D8B030D-6E8A-4147-A177-3AD203B41FA5}">
                      <a16:colId xmlns:a16="http://schemas.microsoft.com/office/drawing/2014/main" val="1229692784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91478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87079">
                  <a:extLst>
                    <a:ext uri="{9D8B030D-6E8A-4147-A177-3AD203B41FA5}">
                      <a16:colId xmlns:a16="http://schemas.microsoft.com/office/drawing/2014/main" val="408621005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8523937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38302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NO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(VAT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포함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삭제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2269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옵션이 없습니다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D41673BA-4EFB-18D6-23A4-137C960762E2}"/>
              </a:ext>
            </a:extLst>
          </p:cNvPr>
          <p:cNvGrpSpPr/>
          <p:nvPr/>
        </p:nvGrpSpPr>
        <p:grpSpPr>
          <a:xfrm>
            <a:off x="8832304" y="1633194"/>
            <a:ext cx="78452" cy="817845"/>
            <a:chOff x="8882980" y="4358558"/>
            <a:chExt cx="84043" cy="1950762"/>
          </a:xfrm>
        </p:grpSpPr>
        <p:sp>
          <p:nvSpPr>
            <p:cNvPr id="32" name="모서리가 둥근 직사각형 31">
              <a:extLst>
                <a:ext uri="{FF2B5EF4-FFF2-40B4-BE49-F238E27FC236}">
                  <a16:creationId xmlns:a16="http://schemas.microsoft.com/office/drawing/2014/main" id="{146B0E22-46D6-5009-540A-2E63D8259815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모서리가 둥근 직사각형 170">
              <a:extLst>
                <a:ext uri="{FF2B5EF4-FFF2-40B4-BE49-F238E27FC236}">
                  <a16:creationId xmlns:a16="http://schemas.microsoft.com/office/drawing/2014/main" id="{9B936470-4085-5249-951E-201E016EF04D}"/>
                </a:ext>
              </a:extLst>
            </p:cNvPr>
            <p:cNvSpPr/>
            <p:nvPr/>
          </p:nvSpPr>
          <p:spPr>
            <a:xfrm>
              <a:off x="8915166" y="5005460"/>
              <a:ext cx="19671" cy="39484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B910DA8-A10F-8803-E5F3-9A76ACEFC548}"/>
              </a:ext>
            </a:extLst>
          </p:cNvPr>
          <p:cNvGrpSpPr/>
          <p:nvPr/>
        </p:nvGrpSpPr>
        <p:grpSpPr>
          <a:xfrm>
            <a:off x="8832304" y="2837077"/>
            <a:ext cx="78452" cy="817845"/>
            <a:chOff x="8882980" y="4358558"/>
            <a:chExt cx="84043" cy="1950762"/>
          </a:xfrm>
        </p:grpSpPr>
        <p:sp>
          <p:nvSpPr>
            <p:cNvPr id="35" name="모서리가 둥근 직사각형 34">
              <a:extLst>
                <a:ext uri="{FF2B5EF4-FFF2-40B4-BE49-F238E27FC236}">
                  <a16:creationId xmlns:a16="http://schemas.microsoft.com/office/drawing/2014/main" id="{4AAFFC08-2E08-9416-3812-5BAF67A63196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모서리가 둥근 직사각형 170">
              <a:extLst>
                <a:ext uri="{FF2B5EF4-FFF2-40B4-BE49-F238E27FC236}">
                  <a16:creationId xmlns:a16="http://schemas.microsoft.com/office/drawing/2014/main" id="{B5D3220F-B99F-BCAE-C0BC-9540CA5C43FD}"/>
                </a:ext>
              </a:extLst>
            </p:cNvPr>
            <p:cNvSpPr/>
            <p:nvPr/>
          </p:nvSpPr>
          <p:spPr>
            <a:xfrm>
              <a:off x="8915166" y="5005460"/>
              <a:ext cx="19671" cy="39484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8C68F95-4FA1-B30C-B591-6A449893E6C5}"/>
              </a:ext>
            </a:extLst>
          </p:cNvPr>
          <p:cNvGrpSpPr/>
          <p:nvPr/>
        </p:nvGrpSpPr>
        <p:grpSpPr>
          <a:xfrm>
            <a:off x="8832304" y="4081977"/>
            <a:ext cx="78452" cy="506195"/>
            <a:chOff x="8882980" y="4358558"/>
            <a:chExt cx="84043" cy="1950762"/>
          </a:xfrm>
        </p:grpSpPr>
        <p:sp>
          <p:nvSpPr>
            <p:cNvPr id="38" name="모서리가 둥근 직사각형 37">
              <a:extLst>
                <a:ext uri="{FF2B5EF4-FFF2-40B4-BE49-F238E27FC236}">
                  <a16:creationId xmlns:a16="http://schemas.microsoft.com/office/drawing/2014/main" id="{F04F6DE3-7237-59A7-7418-C163F373A967}"/>
                </a:ext>
              </a:extLst>
            </p:cNvPr>
            <p:cNvSpPr/>
            <p:nvPr/>
          </p:nvSpPr>
          <p:spPr>
            <a:xfrm>
              <a:off x="8882980" y="4358558"/>
              <a:ext cx="84043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모서리가 둥근 직사각형 170">
              <a:extLst>
                <a:ext uri="{FF2B5EF4-FFF2-40B4-BE49-F238E27FC236}">
                  <a16:creationId xmlns:a16="http://schemas.microsoft.com/office/drawing/2014/main" id="{29E00C0F-AC0E-9330-5976-672E03824D02}"/>
                </a:ext>
              </a:extLst>
            </p:cNvPr>
            <p:cNvSpPr/>
            <p:nvPr/>
          </p:nvSpPr>
          <p:spPr>
            <a:xfrm>
              <a:off x="8915166" y="5005460"/>
              <a:ext cx="19671" cy="394846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4724C86-0BE8-35BE-C494-70DE03847AA5}"/>
              </a:ext>
            </a:extLst>
          </p:cNvPr>
          <p:cNvSpPr/>
          <p:nvPr/>
        </p:nvSpPr>
        <p:spPr>
          <a:xfrm>
            <a:off x="4613083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719D139-6DC0-546D-1541-B0CB263C3AC4}"/>
              </a:ext>
            </a:extLst>
          </p:cNvPr>
          <p:cNvSpPr/>
          <p:nvPr/>
        </p:nvSpPr>
        <p:spPr>
          <a:xfrm>
            <a:off x="5224390" y="647769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CF0E205-CBDC-9B62-936F-EF3E7944DF9B}"/>
              </a:ext>
            </a:extLst>
          </p:cNvPr>
          <p:cNvSpPr/>
          <p:nvPr/>
        </p:nvSpPr>
        <p:spPr>
          <a:xfrm>
            <a:off x="5835697" y="6477696"/>
            <a:ext cx="520605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53" name="Teardrop 1">
            <a:extLst>
              <a:ext uri="{FF2B5EF4-FFF2-40B4-BE49-F238E27FC236}">
                <a16:creationId xmlns:a16="http://schemas.microsoft.com/office/drawing/2014/main" id="{A115FE0B-4EB1-185C-0B8F-8127B7BFB421}"/>
              </a:ext>
            </a:extLst>
          </p:cNvPr>
          <p:cNvSpPr/>
          <p:nvPr/>
        </p:nvSpPr>
        <p:spPr>
          <a:xfrm rot="16200000" flipH="1" flipV="1">
            <a:off x="5757601" y="63854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916692A-A484-5071-4C64-CD2CC1BA6641}"/>
              </a:ext>
            </a:extLst>
          </p:cNvPr>
          <p:cNvSpPr/>
          <p:nvPr/>
        </p:nvSpPr>
        <p:spPr>
          <a:xfrm>
            <a:off x="8223214" y="1405012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6723142-A26E-8099-F955-687B4127E5EF}"/>
              </a:ext>
            </a:extLst>
          </p:cNvPr>
          <p:cNvSpPr/>
          <p:nvPr/>
        </p:nvSpPr>
        <p:spPr>
          <a:xfrm>
            <a:off x="8223214" y="2614567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5C88097-17B3-B6A5-0DFC-54B8D63235C5}"/>
              </a:ext>
            </a:extLst>
          </p:cNvPr>
          <p:cNvSpPr/>
          <p:nvPr/>
        </p:nvSpPr>
        <p:spPr>
          <a:xfrm>
            <a:off x="8223214" y="3847271"/>
            <a:ext cx="537082" cy="180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전체삭제</a:t>
            </a:r>
          </a:p>
        </p:txBody>
      </p:sp>
    </p:spTree>
    <p:extLst>
      <p:ext uri="{BB962C8B-B14F-4D97-AF65-F5344CB8AC3E}">
        <p14:creationId xmlns:p14="http://schemas.microsoft.com/office/powerpoint/2010/main" val="32154366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877DB-CC37-A5FF-1D28-3E18B15D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BCCC3543-F3D7-E59C-5AE3-7EA4DE43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마켓코드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AFB790B-801D-5864-9418-641DAC363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ABA0E07B-B7DD-7B42-30A1-BB56437C79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E782D429-A6E4-5685-D7CA-95CE9469B8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312990-7833-0009-1A04-AF67A678C65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20FE2D-946D-21BB-7D8B-D9A59E57563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F68336-9A4E-E448-E293-78F64B59A34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6EAAE64-AB13-D817-201A-42AFD0B7D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58549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선택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선택한 항목 적용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1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B41C0C0B-2C98-CFFF-B840-DA677815AE6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1121242"/>
            <a:ext cx="4104451" cy="4034304"/>
            <a:chOff x="3776975" y="1261242"/>
            <a:chExt cx="3487175" cy="2724408"/>
          </a:xfrm>
        </p:grpSpPr>
        <p:sp>
          <p:nvSpPr>
            <p:cNvPr id="2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05D04E7-127C-162C-7FAF-BB1E7E0A6ED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76976" y="1496299"/>
              <a:ext cx="3487169" cy="248935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6A69258-8518-9753-EBD1-43904B8221A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776975" y="1261242"/>
              <a:ext cx="34871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마켓코드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6E2CAA3-40E7-5DA7-2006-9C656768500F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3888D554-75D0-D11D-A4CD-F5BEC425AC99}"/>
              </a:ext>
            </a:extLst>
          </p:cNvPr>
          <p:cNvSpPr txBox="1"/>
          <p:nvPr/>
        </p:nvSpPr>
        <p:spPr>
          <a:xfrm>
            <a:off x="2020190" y="1484784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마켓코드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5A643B-803B-3037-050D-3B57669554F1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" name="직선 연결선 18">
            <a:extLst>
              <a:ext uri="{FF2B5EF4-FFF2-40B4-BE49-F238E27FC236}">
                <a16:creationId xmlns:a16="http://schemas.microsoft.com/office/drawing/2014/main" id="{0173B74B-7CAF-D9C4-57E7-8A70FB32425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B1661D4-0E7C-65FA-CA94-184B9E268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947085"/>
              </p:ext>
            </p:extLst>
          </p:nvPr>
        </p:nvGraphicFramePr>
        <p:xfrm>
          <a:off x="2117038" y="1702455"/>
          <a:ext cx="3935599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2881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 Box">
            <a:extLst>
              <a:ext uri="{FF2B5EF4-FFF2-40B4-BE49-F238E27FC236}">
                <a16:creationId xmlns:a16="http://schemas.microsoft.com/office/drawing/2014/main" id="{F1D4D1F7-8D37-99A7-276E-8A85DB2C509A}"/>
              </a:ext>
            </a:extLst>
          </p:cNvPr>
          <p:cNvSpPr>
            <a:spLocks/>
          </p:cNvSpPr>
          <p:nvPr/>
        </p:nvSpPr>
        <p:spPr bwMode="auto">
          <a:xfrm>
            <a:off x="3071741" y="1730174"/>
            <a:ext cx="293822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마켓 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A4A4794-547B-F7C2-92E5-093423A19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427137"/>
              </p:ext>
            </p:extLst>
          </p:nvPr>
        </p:nvGraphicFramePr>
        <p:xfrm>
          <a:off x="2120716" y="2247218"/>
          <a:ext cx="3884105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288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873288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50608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15657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 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 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39BA43EE-2D09-C120-0023-8A079992384A}"/>
              </a:ext>
            </a:extLst>
          </p:cNvPr>
          <p:cNvSpPr/>
          <p:nvPr/>
        </p:nvSpPr>
        <p:spPr>
          <a:xfrm>
            <a:off x="3662439" y="48523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0551819-1F1F-7FA3-F5F4-1AD772D37CC6}"/>
              </a:ext>
            </a:extLst>
          </p:cNvPr>
          <p:cNvSpPr/>
          <p:nvPr/>
        </p:nvSpPr>
        <p:spPr>
          <a:xfrm>
            <a:off x="4151784" y="48523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727F337-4DC0-06E2-9745-F2FC36EF6A12}"/>
              </a:ext>
            </a:extLst>
          </p:cNvPr>
          <p:cNvGrpSpPr/>
          <p:nvPr/>
        </p:nvGrpSpPr>
        <p:grpSpPr>
          <a:xfrm>
            <a:off x="6052637" y="2240063"/>
            <a:ext cx="90244" cy="2190572"/>
            <a:chOff x="8879645" y="4358558"/>
            <a:chExt cx="96675" cy="1950762"/>
          </a:xfrm>
        </p:grpSpPr>
        <p:sp>
          <p:nvSpPr>
            <p:cNvPr id="29" name="모서리가 둥근 직사각형 28">
              <a:extLst>
                <a:ext uri="{FF2B5EF4-FFF2-40B4-BE49-F238E27FC236}">
                  <a16:creationId xmlns:a16="http://schemas.microsoft.com/office/drawing/2014/main" id="{2A7A620C-5642-6B44-1EF9-9838300526D1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모서리가 둥근 직사각형 170">
              <a:extLst>
                <a:ext uri="{FF2B5EF4-FFF2-40B4-BE49-F238E27FC236}">
                  <a16:creationId xmlns:a16="http://schemas.microsoft.com/office/drawing/2014/main" id="{FBBAADE2-10F3-DBDF-406B-DD6F533BA0B0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32" name="Teardrop 1">
            <a:extLst>
              <a:ext uri="{FF2B5EF4-FFF2-40B4-BE49-F238E27FC236}">
                <a16:creationId xmlns:a16="http://schemas.microsoft.com/office/drawing/2014/main" id="{481FA433-22ED-529C-FEF8-FBD5C26A6530}"/>
              </a:ext>
            </a:extLst>
          </p:cNvPr>
          <p:cNvSpPr/>
          <p:nvPr/>
        </p:nvSpPr>
        <p:spPr>
          <a:xfrm rot="16200000" flipH="1" flipV="1">
            <a:off x="4061497" y="474492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5752F4-1DE0-5C83-668E-363BE477134A}"/>
              </a:ext>
            </a:extLst>
          </p:cNvPr>
          <p:cNvSpPr/>
          <p:nvPr/>
        </p:nvSpPr>
        <p:spPr>
          <a:xfrm>
            <a:off x="5187354" y="20259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FB4BA2-639C-0672-53E6-4BE3CBD7C1F3}"/>
              </a:ext>
            </a:extLst>
          </p:cNvPr>
          <p:cNvSpPr/>
          <p:nvPr/>
        </p:nvSpPr>
        <p:spPr>
          <a:xfrm>
            <a:off x="5613682" y="20259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35" name="Pagination">
            <a:extLst>
              <a:ext uri="{FF2B5EF4-FFF2-40B4-BE49-F238E27FC236}">
                <a16:creationId xmlns:a16="http://schemas.microsoft.com/office/drawing/2014/main" id="{A746CBE5-720F-9D12-1525-66320E6F45C7}"/>
              </a:ext>
            </a:extLst>
          </p:cNvPr>
          <p:cNvSpPr txBox="1"/>
          <p:nvPr/>
        </p:nvSpPr>
        <p:spPr>
          <a:xfrm>
            <a:off x="3465726" y="4554597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71E2594-E57A-1C7A-FCFB-C13E18B14A26}"/>
              </a:ext>
            </a:extLst>
          </p:cNvPr>
          <p:cNvGrpSpPr/>
          <p:nvPr/>
        </p:nvGrpSpPr>
        <p:grpSpPr>
          <a:xfrm>
            <a:off x="2117038" y="2007952"/>
            <a:ext cx="1777609" cy="200055"/>
            <a:chOff x="1446413" y="1981347"/>
            <a:chExt cx="1777609" cy="2000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23B397D-E075-856A-E524-B07B179487D6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7A93682B-E1E3-FBEC-F55D-7A200804B838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41" name="Text Box">
                <a:extLst>
                  <a:ext uri="{FF2B5EF4-FFF2-40B4-BE49-F238E27FC236}">
                    <a16:creationId xmlns:a16="http://schemas.microsoft.com/office/drawing/2014/main" id="{ABB778F0-6913-173C-A0C9-90AE85978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2" name="Chevron Left">
                <a:extLst>
                  <a:ext uri="{FF2B5EF4-FFF2-40B4-BE49-F238E27FC236}">
                    <a16:creationId xmlns:a16="http://schemas.microsoft.com/office/drawing/2014/main" id="{14FAF3B5-7849-36A8-4155-E05460BC8B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1AB06BBF-9C61-E3F7-28A9-610F139E0671}"/>
              </a:ext>
            </a:extLst>
          </p:cNvPr>
          <p:cNvGrpSpPr/>
          <p:nvPr/>
        </p:nvGrpSpPr>
        <p:grpSpPr>
          <a:xfrm>
            <a:off x="5735960" y="2492896"/>
            <a:ext cx="120020" cy="1882018"/>
            <a:chOff x="8006676" y="2589288"/>
            <a:chExt cx="120020" cy="1882018"/>
          </a:xfrm>
        </p:grpSpPr>
        <p:grpSp>
          <p:nvGrpSpPr>
            <p:cNvPr id="9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96CA00B7-92C2-FE16-CE79-C835DE8E31AE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108" name="Circle">
                <a:extLst>
                  <a:ext uri="{FF2B5EF4-FFF2-40B4-BE49-F238E27FC236}">
                    <a16:creationId xmlns:a16="http://schemas.microsoft.com/office/drawing/2014/main" id="{C098D5E0-7433-E187-C36F-1BF812E49D41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9" name="Check">
                <a:extLst>
                  <a:ext uri="{FF2B5EF4-FFF2-40B4-BE49-F238E27FC236}">
                    <a16:creationId xmlns:a16="http://schemas.microsoft.com/office/drawing/2014/main" id="{318AFC34-E4E9-0A13-6982-057484C86B2D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99" name="Circle">
              <a:extLst>
                <a:ext uri="{FF2B5EF4-FFF2-40B4-BE49-F238E27FC236}">
                  <a16:creationId xmlns:a16="http://schemas.microsoft.com/office/drawing/2014/main" id="{2C994B76-352E-F857-0752-98D398505E80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Circle">
              <a:extLst>
                <a:ext uri="{FF2B5EF4-FFF2-40B4-BE49-F238E27FC236}">
                  <a16:creationId xmlns:a16="http://schemas.microsoft.com/office/drawing/2014/main" id="{10825A34-B673-ACBE-2CE4-225E4AD9DC77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Circle">
              <a:extLst>
                <a:ext uri="{FF2B5EF4-FFF2-40B4-BE49-F238E27FC236}">
                  <a16:creationId xmlns:a16="http://schemas.microsoft.com/office/drawing/2014/main" id="{1AD475ED-D1DF-5B92-0314-322963FCB58B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Circle">
              <a:extLst>
                <a:ext uri="{FF2B5EF4-FFF2-40B4-BE49-F238E27FC236}">
                  <a16:creationId xmlns:a16="http://schemas.microsoft.com/office/drawing/2014/main" id="{686EC292-AE58-EB70-39F3-6F8FFE054D5D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Circle">
              <a:extLst>
                <a:ext uri="{FF2B5EF4-FFF2-40B4-BE49-F238E27FC236}">
                  <a16:creationId xmlns:a16="http://schemas.microsoft.com/office/drawing/2014/main" id="{2F1CF038-5BF7-63EC-EA5D-5251609C2E91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Circle">
              <a:extLst>
                <a:ext uri="{FF2B5EF4-FFF2-40B4-BE49-F238E27FC236}">
                  <a16:creationId xmlns:a16="http://schemas.microsoft.com/office/drawing/2014/main" id="{95E76B33-5DEE-9211-F0A0-95080C0B6E87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Circle">
              <a:extLst>
                <a:ext uri="{FF2B5EF4-FFF2-40B4-BE49-F238E27FC236}">
                  <a16:creationId xmlns:a16="http://schemas.microsoft.com/office/drawing/2014/main" id="{66189418-02E1-8E76-AAB8-96214AB97A38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Circle">
              <a:extLst>
                <a:ext uri="{FF2B5EF4-FFF2-40B4-BE49-F238E27FC236}">
                  <a16:creationId xmlns:a16="http://schemas.microsoft.com/office/drawing/2014/main" id="{24401DBA-6725-685A-A131-095129EB3F58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7" name="Circle">
              <a:extLst>
                <a:ext uri="{FF2B5EF4-FFF2-40B4-BE49-F238E27FC236}">
                  <a16:creationId xmlns:a16="http://schemas.microsoft.com/office/drawing/2014/main" id="{4012B967-4DD4-94B2-9D7C-B850AF234763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Teardrop 1">
            <a:extLst>
              <a:ext uri="{FF2B5EF4-FFF2-40B4-BE49-F238E27FC236}">
                <a16:creationId xmlns:a16="http://schemas.microsoft.com/office/drawing/2014/main" id="{2A87EE7C-98A5-5590-72CE-3D6ECC6F7D4B}"/>
              </a:ext>
            </a:extLst>
          </p:cNvPr>
          <p:cNvSpPr/>
          <p:nvPr/>
        </p:nvSpPr>
        <p:spPr>
          <a:xfrm rot="16200000" flipH="1" flipV="1">
            <a:off x="5499292" y="233471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F69B38-703B-5542-47ED-517B0F412B61}"/>
              </a:ext>
            </a:extLst>
          </p:cNvPr>
          <p:cNvSpPr/>
          <p:nvPr/>
        </p:nvSpPr>
        <p:spPr bwMode="auto">
          <a:xfrm>
            <a:off x="-106106" y="269146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B907C2-45A1-3D20-08A8-0E9F6EE5C509}"/>
              </a:ext>
            </a:extLst>
          </p:cNvPr>
          <p:cNvSpPr/>
          <p:nvPr/>
        </p:nvSpPr>
        <p:spPr>
          <a:xfrm>
            <a:off x="-14" y="884023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180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40C0-D817-3EBD-EB97-42F023233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D331A8A-7497-FFA5-2B16-ECE9F6FB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객실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3CA83F6-A1DC-C9BD-EE3B-20854FCF9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1F52801-8F9F-6E50-E65A-E377DB707E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1ACBACB-0C76-47ED-256B-70720E694F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4CA6A7-71B2-DCA8-ACE4-2F1F7FC42D8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5E2488-3277-4C42-EBAB-4595641EF73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BA7464-48C9-89A5-D6F1-EEC60A8586C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D6B43B7-1D52-1B20-B3E2-E21572013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89482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선택된 호텔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프로퍼티 기준으로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복수 선택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적용 후 팝업 닫고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부모창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1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0FC0CE1A-107B-5A4D-87A3-557927353A5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305511" y="1000417"/>
            <a:ext cx="5112935" cy="4588823"/>
            <a:chOff x="2920159" y="1261242"/>
            <a:chExt cx="4343991" cy="3098881"/>
          </a:xfrm>
        </p:grpSpPr>
        <p:sp>
          <p:nvSpPr>
            <p:cNvPr id="2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8791BDC-9BC9-4B73-0E4E-2C18B5D6560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920159" y="1496299"/>
              <a:ext cx="4343986" cy="2863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2B31F19-5611-F276-34F0-79F3DEF055D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920475" y="1261242"/>
              <a:ext cx="43436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타입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63BEA3D-68E1-FFB8-A915-7B1B1E56AEFE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565B3BE3-01C3-7921-7406-41538C8C1703}"/>
              </a:ext>
            </a:extLst>
          </p:cNvPr>
          <p:cNvSpPr txBox="1"/>
          <p:nvPr/>
        </p:nvSpPr>
        <p:spPr>
          <a:xfrm>
            <a:off x="2350178" y="1395485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객실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타입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78BF4-54FB-933C-59C0-D3636B49962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" name="직선 연결선 18">
            <a:extLst>
              <a:ext uri="{FF2B5EF4-FFF2-40B4-BE49-F238E27FC236}">
                <a16:creationId xmlns:a16="http://schemas.microsoft.com/office/drawing/2014/main" id="{9F7997F7-FB0B-25F3-D717-48D519875B9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F7607B-76F0-6DBF-75C1-C7E752028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408436"/>
              </p:ext>
            </p:extLst>
          </p:nvPr>
        </p:nvGraphicFramePr>
        <p:xfrm>
          <a:off x="2470091" y="1659393"/>
          <a:ext cx="4695737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51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58808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조선호텔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조선 호텔 부산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257979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타입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5147"/>
                  </a:ext>
                </a:extLst>
              </a:tr>
            </a:tbl>
          </a:graphicData>
        </a:graphic>
      </p:graphicFrame>
      <p:sp>
        <p:nvSpPr>
          <p:cNvPr id="8" name="Text Box">
            <a:extLst>
              <a:ext uri="{FF2B5EF4-FFF2-40B4-BE49-F238E27FC236}">
                <a16:creationId xmlns:a16="http://schemas.microsoft.com/office/drawing/2014/main" id="{D9DC7326-F000-9C9C-27DF-2943E351325A}"/>
              </a:ext>
            </a:extLst>
          </p:cNvPr>
          <p:cNvSpPr>
            <a:spLocks/>
          </p:cNvSpPr>
          <p:nvPr/>
        </p:nvSpPr>
        <p:spPr bwMode="auto">
          <a:xfrm>
            <a:off x="3674036" y="1939782"/>
            <a:ext cx="336679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클래스를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4870CDE-1F23-688D-0B20-A160AC69D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738055"/>
              </p:ext>
            </p:extLst>
          </p:nvPr>
        </p:nvGraphicFramePr>
        <p:xfrm>
          <a:off x="2470092" y="2771836"/>
          <a:ext cx="4695734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925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701169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549924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클래스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클래스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 출력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A51192-2889-5939-9379-5B4AC5C534D9}"/>
              </a:ext>
            </a:extLst>
          </p:cNvPr>
          <p:cNvSpPr/>
          <p:nvPr/>
        </p:nvSpPr>
        <p:spPr>
          <a:xfrm>
            <a:off x="4394115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4388F5-D10E-8DC3-4DCC-0BC514E4FCF4}"/>
              </a:ext>
            </a:extLst>
          </p:cNvPr>
          <p:cNvSpPr/>
          <p:nvPr/>
        </p:nvSpPr>
        <p:spPr>
          <a:xfrm>
            <a:off x="4883460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2429D8F-8B9B-4D99-DBD0-71052FC446F6}"/>
              </a:ext>
            </a:extLst>
          </p:cNvPr>
          <p:cNvGrpSpPr/>
          <p:nvPr/>
        </p:nvGrpSpPr>
        <p:grpSpPr>
          <a:xfrm>
            <a:off x="7203583" y="2764681"/>
            <a:ext cx="90244" cy="2190572"/>
            <a:chOff x="8879645" y="4358558"/>
            <a:chExt cx="96675" cy="1950762"/>
          </a:xfrm>
        </p:grpSpPr>
        <p:sp>
          <p:nvSpPr>
            <p:cNvPr id="23" name="모서리가 둥근 직사각형 22">
              <a:extLst>
                <a:ext uri="{FF2B5EF4-FFF2-40B4-BE49-F238E27FC236}">
                  <a16:creationId xmlns:a16="http://schemas.microsoft.com/office/drawing/2014/main" id="{D4B5D8A3-7C84-C25E-1FA8-CFB456236652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모서리가 둥근 직사각형 170">
              <a:extLst>
                <a:ext uri="{FF2B5EF4-FFF2-40B4-BE49-F238E27FC236}">
                  <a16:creationId xmlns:a16="http://schemas.microsoft.com/office/drawing/2014/main" id="{B021EF18-AA48-8A7E-71B1-F2522F5AF7A1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5" name="Teardrop 1">
            <a:extLst>
              <a:ext uri="{FF2B5EF4-FFF2-40B4-BE49-F238E27FC236}">
                <a16:creationId xmlns:a16="http://schemas.microsoft.com/office/drawing/2014/main" id="{6E04676C-B47A-E0B3-ED33-B2239811F774}"/>
              </a:ext>
            </a:extLst>
          </p:cNvPr>
          <p:cNvSpPr/>
          <p:nvPr/>
        </p:nvSpPr>
        <p:spPr>
          <a:xfrm rot="16200000" flipH="1" flipV="1">
            <a:off x="4793173" y="52462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CB8686C-0E3B-8D27-3E9E-12301C75232B}"/>
              </a:ext>
            </a:extLst>
          </p:cNvPr>
          <p:cNvSpPr/>
          <p:nvPr/>
        </p:nvSpPr>
        <p:spPr>
          <a:xfrm>
            <a:off x="6348360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8B55FE8-03E7-47DF-5661-54E6F1C5930A}"/>
              </a:ext>
            </a:extLst>
          </p:cNvPr>
          <p:cNvSpPr/>
          <p:nvPr/>
        </p:nvSpPr>
        <p:spPr>
          <a:xfrm>
            <a:off x="6774688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28" name="Pagination">
            <a:extLst>
              <a:ext uri="{FF2B5EF4-FFF2-40B4-BE49-F238E27FC236}">
                <a16:creationId xmlns:a16="http://schemas.microsoft.com/office/drawing/2014/main" id="{1F995F4D-E685-3408-FC66-691DE08297E6}"/>
              </a:ext>
            </a:extLst>
          </p:cNvPr>
          <p:cNvSpPr txBox="1"/>
          <p:nvPr/>
        </p:nvSpPr>
        <p:spPr>
          <a:xfrm>
            <a:off x="4197402" y="505590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69F1337-1454-1054-138A-04639B079917}"/>
              </a:ext>
            </a:extLst>
          </p:cNvPr>
          <p:cNvGrpSpPr/>
          <p:nvPr/>
        </p:nvGrpSpPr>
        <p:grpSpPr>
          <a:xfrm>
            <a:off x="2470091" y="2489577"/>
            <a:ext cx="1777609" cy="200055"/>
            <a:chOff x="1446413" y="1981347"/>
            <a:chExt cx="1777609" cy="20005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D75A27-48A6-CED6-1C46-4FB85248BC97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52893B19-63AD-34C0-BE4C-EE10016B2B06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33" name="Text Box">
                <a:extLst>
                  <a:ext uri="{FF2B5EF4-FFF2-40B4-BE49-F238E27FC236}">
                    <a16:creationId xmlns:a16="http://schemas.microsoft.com/office/drawing/2014/main" id="{B78C1A13-205E-7B64-331D-18BDF543E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4" name="Chevron Left">
                <a:extLst>
                  <a:ext uri="{FF2B5EF4-FFF2-40B4-BE49-F238E27FC236}">
                    <a16:creationId xmlns:a16="http://schemas.microsoft.com/office/drawing/2014/main" id="{3EF732E3-B961-D46A-86DB-BD44847F73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5" name="Teardrop 1">
            <a:extLst>
              <a:ext uri="{FF2B5EF4-FFF2-40B4-BE49-F238E27FC236}">
                <a16:creationId xmlns:a16="http://schemas.microsoft.com/office/drawing/2014/main" id="{9A39995E-066D-2DB3-56F4-806ED1B5625B}"/>
              </a:ext>
            </a:extLst>
          </p:cNvPr>
          <p:cNvSpPr/>
          <p:nvPr/>
        </p:nvSpPr>
        <p:spPr>
          <a:xfrm rot="16200000" flipH="1" flipV="1">
            <a:off x="3498874" y="15815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Text Box">
            <a:extLst>
              <a:ext uri="{FF2B5EF4-FFF2-40B4-BE49-F238E27FC236}">
                <a16:creationId xmlns:a16="http://schemas.microsoft.com/office/drawing/2014/main" id="{609B4AE9-37A9-243A-48C2-346A3360FFEB}"/>
              </a:ext>
            </a:extLst>
          </p:cNvPr>
          <p:cNvSpPr>
            <a:spLocks/>
          </p:cNvSpPr>
          <p:nvPr/>
        </p:nvSpPr>
        <p:spPr bwMode="auto">
          <a:xfrm>
            <a:off x="3674036" y="2196281"/>
            <a:ext cx="336679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타입을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1" name="Check" hidden="1">
            <a:extLst>
              <a:ext uri="{FF2B5EF4-FFF2-40B4-BE49-F238E27FC236}">
                <a16:creationId xmlns:a16="http://schemas.microsoft.com/office/drawing/2014/main" id="{78538C42-4A6E-50F0-252A-D91A7FDDBA98}"/>
              </a:ext>
            </a:extLst>
          </p:cNvPr>
          <p:cNvSpPr>
            <a:spLocks noEditPoints="1"/>
          </p:cNvSpPr>
          <p:nvPr/>
        </p:nvSpPr>
        <p:spPr bwMode="auto">
          <a:xfrm>
            <a:off x="8463162" y="4443454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solidFill>
            <a:srgbClr val="FFFFFF"/>
          </a:solidFill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CD692E9-94F4-ACC5-DDF0-6602EA848EBA}"/>
              </a:ext>
            </a:extLst>
          </p:cNvPr>
          <p:cNvGrpSpPr/>
          <p:nvPr/>
        </p:nvGrpSpPr>
        <p:grpSpPr>
          <a:xfrm>
            <a:off x="6786858" y="3747851"/>
            <a:ext cx="261610" cy="215444"/>
            <a:chOff x="8379357" y="4380152"/>
            <a:chExt cx="261610" cy="215444"/>
          </a:xfrm>
        </p:grpSpPr>
        <p:sp>
          <p:nvSpPr>
            <p:cNvPr id="59" name="Box">
              <a:extLst>
                <a:ext uri="{FF2B5EF4-FFF2-40B4-BE49-F238E27FC236}">
                  <a16:creationId xmlns:a16="http://schemas.microsoft.com/office/drawing/2014/main" id="{921DA91F-A447-8584-4A3A-AB2DF06477C8}"/>
                </a:ext>
              </a:extLst>
            </p:cNvPr>
            <p:cNvSpPr/>
            <p:nvPr/>
          </p:nvSpPr>
          <p:spPr>
            <a:xfrm>
              <a:off x="8441473" y="4422454"/>
              <a:ext cx="131556" cy="131556"/>
            </a:xfrm>
            <a:prstGeom prst="rect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6320532-0E4C-EDFF-22F2-0F8C829998CB}"/>
                </a:ext>
              </a:extLst>
            </p:cNvPr>
            <p:cNvSpPr txBox="1"/>
            <p:nvPr/>
          </p:nvSpPr>
          <p:spPr>
            <a:xfrm>
              <a:off x="8379357" y="4380152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sp>
        <p:nvSpPr>
          <p:cNvPr id="89" name="Box">
            <a:extLst>
              <a:ext uri="{FF2B5EF4-FFF2-40B4-BE49-F238E27FC236}">
                <a16:creationId xmlns:a16="http://schemas.microsoft.com/office/drawing/2014/main" id="{E97F97D0-02DB-9195-ED7B-B7F9DC767C0B}"/>
              </a:ext>
            </a:extLst>
          </p:cNvPr>
          <p:cNvSpPr/>
          <p:nvPr/>
        </p:nvSpPr>
        <p:spPr>
          <a:xfrm>
            <a:off x="6845859" y="3004610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EF6894F5-E44B-6762-CEDF-36DDB3306556}"/>
              </a:ext>
            </a:extLst>
          </p:cNvPr>
          <p:cNvGrpSpPr/>
          <p:nvPr/>
        </p:nvGrpSpPr>
        <p:grpSpPr>
          <a:xfrm>
            <a:off x="6786858" y="4152752"/>
            <a:ext cx="261610" cy="215444"/>
            <a:chOff x="8379357" y="4380152"/>
            <a:chExt cx="261610" cy="215444"/>
          </a:xfrm>
        </p:grpSpPr>
        <p:sp>
          <p:nvSpPr>
            <p:cNvPr id="93" name="Box">
              <a:extLst>
                <a:ext uri="{FF2B5EF4-FFF2-40B4-BE49-F238E27FC236}">
                  <a16:creationId xmlns:a16="http://schemas.microsoft.com/office/drawing/2014/main" id="{47F3168E-4613-79F5-9E8F-06BCD389A8E1}"/>
                </a:ext>
              </a:extLst>
            </p:cNvPr>
            <p:cNvSpPr/>
            <p:nvPr/>
          </p:nvSpPr>
          <p:spPr>
            <a:xfrm>
              <a:off x="8441473" y="4422454"/>
              <a:ext cx="131556" cy="131556"/>
            </a:xfrm>
            <a:prstGeom prst="rect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07E139C-9CD0-4F39-A9F9-DA4449949856}"/>
                </a:ext>
              </a:extLst>
            </p:cNvPr>
            <p:cNvSpPr txBox="1"/>
            <p:nvPr/>
          </p:nvSpPr>
          <p:spPr>
            <a:xfrm>
              <a:off x="8379357" y="4380152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3FB26EE1-4D39-E174-3BF1-172986A48CA8}"/>
              </a:ext>
            </a:extLst>
          </p:cNvPr>
          <p:cNvGrpSpPr/>
          <p:nvPr/>
        </p:nvGrpSpPr>
        <p:grpSpPr>
          <a:xfrm>
            <a:off x="6786858" y="4551954"/>
            <a:ext cx="261610" cy="215444"/>
            <a:chOff x="8379357" y="4380152"/>
            <a:chExt cx="261610" cy="215444"/>
          </a:xfrm>
        </p:grpSpPr>
        <p:sp>
          <p:nvSpPr>
            <p:cNvPr id="96" name="Box">
              <a:extLst>
                <a:ext uri="{FF2B5EF4-FFF2-40B4-BE49-F238E27FC236}">
                  <a16:creationId xmlns:a16="http://schemas.microsoft.com/office/drawing/2014/main" id="{0FF0B684-3FA4-3898-EB71-164E11F94829}"/>
                </a:ext>
              </a:extLst>
            </p:cNvPr>
            <p:cNvSpPr/>
            <p:nvPr/>
          </p:nvSpPr>
          <p:spPr>
            <a:xfrm>
              <a:off x="8441473" y="4422454"/>
              <a:ext cx="131556" cy="131556"/>
            </a:xfrm>
            <a:prstGeom prst="rect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F97E1C-44D7-CD72-16EE-8944582874A4}"/>
                </a:ext>
              </a:extLst>
            </p:cNvPr>
            <p:cNvSpPr txBox="1"/>
            <p:nvPr/>
          </p:nvSpPr>
          <p:spPr>
            <a:xfrm>
              <a:off x="8379357" y="4380152"/>
              <a:ext cx="26161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✓</a:t>
              </a:r>
            </a:p>
          </p:txBody>
        </p:sp>
      </p:grpSp>
      <p:sp>
        <p:nvSpPr>
          <p:cNvPr id="98" name="Box">
            <a:extLst>
              <a:ext uri="{FF2B5EF4-FFF2-40B4-BE49-F238E27FC236}">
                <a16:creationId xmlns:a16="http://schemas.microsoft.com/office/drawing/2014/main" id="{BB8507CB-9C3A-7832-CC71-DA427570DAEE}"/>
              </a:ext>
            </a:extLst>
          </p:cNvPr>
          <p:cNvSpPr/>
          <p:nvPr/>
        </p:nvSpPr>
        <p:spPr>
          <a:xfrm>
            <a:off x="6845859" y="3203686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Box">
            <a:extLst>
              <a:ext uri="{FF2B5EF4-FFF2-40B4-BE49-F238E27FC236}">
                <a16:creationId xmlns:a16="http://schemas.microsoft.com/office/drawing/2014/main" id="{AB452C13-E4EE-6FE6-468C-20468975BC64}"/>
              </a:ext>
            </a:extLst>
          </p:cNvPr>
          <p:cNvSpPr/>
          <p:nvPr/>
        </p:nvSpPr>
        <p:spPr>
          <a:xfrm>
            <a:off x="6845859" y="3399388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Box">
            <a:extLst>
              <a:ext uri="{FF2B5EF4-FFF2-40B4-BE49-F238E27FC236}">
                <a16:creationId xmlns:a16="http://schemas.microsoft.com/office/drawing/2014/main" id="{A302CD52-8460-DE82-BC18-61A807EC1169}"/>
              </a:ext>
            </a:extLst>
          </p:cNvPr>
          <p:cNvSpPr/>
          <p:nvPr/>
        </p:nvSpPr>
        <p:spPr>
          <a:xfrm>
            <a:off x="6845859" y="3601838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Box">
            <a:extLst>
              <a:ext uri="{FF2B5EF4-FFF2-40B4-BE49-F238E27FC236}">
                <a16:creationId xmlns:a16="http://schemas.microsoft.com/office/drawing/2014/main" id="{CAB42F86-AB3C-683D-18C3-7AC633C01280}"/>
              </a:ext>
            </a:extLst>
          </p:cNvPr>
          <p:cNvSpPr/>
          <p:nvPr/>
        </p:nvSpPr>
        <p:spPr>
          <a:xfrm>
            <a:off x="6845859" y="3996616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Box">
            <a:extLst>
              <a:ext uri="{FF2B5EF4-FFF2-40B4-BE49-F238E27FC236}">
                <a16:creationId xmlns:a16="http://schemas.microsoft.com/office/drawing/2014/main" id="{58350C9A-57C9-9730-4967-6EA463D90AAC}"/>
              </a:ext>
            </a:extLst>
          </p:cNvPr>
          <p:cNvSpPr/>
          <p:nvPr/>
        </p:nvSpPr>
        <p:spPr>
          <a:xfrm>
            <a:off x="6845859" y="4398142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3" name="Box">
            <a:extLst>
              <a:ext uri="{FF2B5EF4-FFF2-40B4-BE49-F238E27FC236}">
                <a16:creationId xmlns:a16="http://schemas.microsoft.com/office/drawing/2014/main" id="{EA6CD92A-E8A4-26DD-4EA6-BCAB585A8B6B}"/>
              </a:ext>
            </a:extLst>
          </p:cNvPr>
          <p:cNvSpPr/>
          <p:nvPr/>
        </p:nvSpPr>
        <p:spPr>
          <a:xfrm>
            <a:off x="6845859" y="4789654"/>
            <a:ext cx="131556" cy="131556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2" name="Click">
            <a:extLst>
              <a:ext uri="{FF2B5EF4-FFF2-40B4-BE49-F238E27FC236}">
                <a16:creationId xmlns:a16="http://schemas.microsoft.com/office/drawing/2014/main" id="{39955ACB-EA5C-026C-69CC-FF4849EC9EE2}"/>
              </a:ext>
            </a:extLst>
          </p:cNvPr>
          <p:cNvGrpSpPr>
            <a:grpSpLocks noChangeAspect="1"/>
          </p:cNvGrpSpPr>
          <p:nvPr/>
        </p:nvGrpSpPr>
        <p:grpSpPr>
          <a:xfrm>
            <a:off x="6876822" y="3790542"/>
            <a:ext cx="299298" cy="426545"/>
            <a:chOff x="5294313" y="2197100"/>
            <a:chExt cx="530225" cy="755651"/>
          </a:xfrm>
        </p:grpSpPr>
        <p:sp>
          <p:nvSpPr>
            <p:cNvPr id="53" name="Arrow Cursor">
              <a:extLst>
                <a:ext uri="{FF2B5EF4-FFF2-40B4-BE49-F238E27FC236}">
                  <a16:creationId xmlns:a16="http://schemas.microsoft.com/office/drawing/2014/main" id="{9FD1E9D2-270D-5805-DBC8-280EC5CE3E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4" name="Click">
              <a:extLst>
                <a:ext uri="{FF2B5EF4-FFF2-40B4-BE49-F238E27FC236}">
                  <a16:creationId xmlns:a16="http://schemas.microsoft.com/office/drawing/2014/main" id="{5614B9CD-7DD6-9042-D54C-D5BC31F41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4" name="Teardrop 1">
            <a:extLst>
              <a:ext uri="{FF2B5EF4-FFF2-40B4-BE49-F238E27FC236}">
                <a16:creationId xmlns:a16="http://schemas.microsoft.com/office/drawing/2014/main" id="{2BFA58E8-7A5D-4CC0-3111-4BC18A27A154}"/>
              </a:ext>
            </a:extLst>
          </p:cNvPr>
          <p:cNvSpPr/>
          <p:nvPr/>
        </p:nvSpPr>
        <p:spPr>
          <a:xfrm rot="16200000" flipH="1" flipV="1">
            <a:off x="6668420" y="366837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ABFD9-FEE2-6E73-F0EE-E768F86D9D82}"/>
              </a:ext>
            </a:extLst>
          </p:cNvPr>
          <p:cNvSpPr txBox="1"/>
          <p:nvPr/>
        </p:nvSpPr>
        <p:spPr>
          <a:xfrm>
            <a:off x="3980471" y="1052736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87E349-2C7D-845C-89BF-43E7630AC167}"/>
              </a:ext>
            </a:extLst>
          </p:cNvPr>
          <p:cNvSpPr/>
          <p:nvPr/>
        </p:nvSpPr>
        <p:spPr bwMode="auto">
          <a:xfrm>
            <a:off x="-106106" y="261605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2412D3-AC97-D3B8-DA68-B37D8F917AF9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8750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52B78-A30C-1D76-A9B0-526EC86A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F2A5CF2-622A-B0A2-092E-0D21F1A3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옵션 선택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4A739877-EA06-0BC7-6BD5-F0CFFC399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 </a:t>
            </a:r>
            <a:r>
              <a:rPr lang="en-US" altLang="ko-KR" dirty="0"/>
              <a:t>&gt; </a:t>
            </a:r>
            <a:r>
              <a:rPr lang="ko-KR" altLang="en-US" dirty="0" err="1"/>
              <a:t>레이트</a:t>
            </a:r>
            <a:r>
              <a:rPr lang="ko-KR" altLang="en-US" dirty="0"/>
              <a:t>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E35B238-1309-7B1D-0926-B845207C5A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79D6663-4346-69BA-60CD-1E0C75BBBA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8CAFB5-111D-DDA5-0FE5-7B09A0C6A50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9F6285-4138-1BC9-5B8F-76BDA00DF30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FC8A29-62AB-C6D5-B04A-C7F09217DB2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AED33097-6622-6E48-EF02-C0DFFA5DF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14633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예시 상태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 사항 적용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33FF488-26BD-8CAB-2D1B-35412D6B995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F71BC3E-ED88-AFBC-31BE-92F05E1F0480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EBA494F0-D340-55DD-ABC4-742B353894E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39616" y="683823"/>
            <a:ext cx="5760640" cy="2235314"/>
            <a:chOff x="2369863" y="1261242"/>
            <a:chExt cx="4894288" cy="1509531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F21F6E5-9C86-B495-0B07-06BC4E4467D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369863" y="1496301"/>
              <a:ext cx="4894282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5B6A37E-2BB8-DA6E-2834-11C2B136F98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369863" y="1261242"/>
              <a:ext cx="4894288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조식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BAF706F-7775-374D-6FA0-73D1076C846C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369FF3-1AB4-1EA7-7747-ADB7ADF1E37F}"/>
              </a:ext>
            </a:extLst>
          </p:cNvPr>
          <p:cNvSpPr txBox="1"/>
          <p:nvPr/>
        </p:nvSpPr>
        <p:spPr>
          <a:xfrm>
            <a:off x="2641233" y="1130985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986F88-AA59-4963-3988-FE65791DB871}"/>
              </a:ext>
            </a:extLst>
          </p:cNvPr>
          <p:cNvSpPr/>
          <p:nvPr/>
        </p:nvSpPr>
        <p:spPr>
          <a:xfrm>
            <a:off x="5025769" y="26376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4D9C2B-03F3-5DC1-384F-320AC685419F}"/>
              </a:ext>
            </a:extLst>
          </p:cNvPr>
          <p:cNvSpPr/>
          <p:nvPr/>
        </p:nvSpPr>
        <p:spPr>
          <a:xfrm>
            <a:off x="5528779" y="26376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61F5595-7FF1-60F9-262F-71A884C3E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275136"/>
              </p:ext>
            </p:extLst>
          </p:nvPr>
        </p:nvGraphicFramePr>
        <p:xfrm>
          <a:off x="2656465" y="1379979"/>
          <a:ext cx="5455759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39401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418775656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441849509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101905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코드명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브런치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kern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Brunch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샌드위치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Sandwich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한정식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Korean table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피자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8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pizza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28CF28CE-CD87-34AC-7142-02FFA94264BC}"/>
              </a:ext>
            </a:extLst>
          </p:cNvPr>
          <p:cNvSpPr/>
          <p:nvPr/>
        </p:nvSpPr>
        <p:spPr>
          <a:xfrm>
            <a:off x="2696252" y="1824533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9B5F728-2D42-2324-9DAE-3EC9280DF959}"/>
              </a:ext>
            </a:extLst>
          </p:cNvPr>
          <p:cNvGrpSpPr/>
          <p:nvPr/>
        </p:nvGrpSpPr>
        <p:grpSpPr>
          <a:xfrm>
            <a:off x="8211615" y="1347952"/>
            <a:ext cx="139450" cy="1098827"/>
            <a:chOff x="3622653" y="2609508"/>
            <a:chExt cx="139450" cy="1538594"/>
          </a:xfrm>
        </p:grpSpPr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6979FE60-69F2-05C5-EC30-B7BB66279C9A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모서리가 둥근 직사각형 82">
              <a:extLst>
                <a:ext uri="{FF2B5EF4-FFF2-40B4-BE49-F238E27FC236}">
                  <a16:creationId xmlns:a16="http://schemas.microsoft.com/office/drawing/2014/main" id="{5745CF48-45C9-2C00-865C-EF522D824815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84725529-AF74-6FE7-D2C5-489EE02FE006}"/>
              </a:ext>
            </a:extLst>
          </p:cNvPr>
          <p:cNvSpPr txBox="1"/>
          <p:nvPr/>
        </p:nvSpPr>
        <p:spPr>
          <a:xfrm>
            <a:off x="4450660" y="1168055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단일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31" name="Teardrop 1">
            <a:extLst>
              <a:ext uri="{FF2B5EF4-FFF2-40B4-BE49-F238E27FC236}">
                <a16:creationId xmlns:a16="http://schemas.microsoft.com/office/drawing/2014/main" id="{555ACDE5-6E13-CED2-E1DF-BED12071C5DA}"/>
              </a:ext>
            </a:extLst>
          </p:cNvPr>
          <p:cNvSpPr/>
          <p:nvPr/>
        </p:nvSpPr>
        <p:spPr>
          <a:xfrm rot="16200000" flipH="1" flipV="1">
            <a:off x="3963824" y="17827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2D383618-0BA0-8593-0B02-3E18C55B587F}"/>
              </a:ext>
            </a:extLst>
          </p:cNvPr>
          <p:cNvSpPr/>
          <p:nvPr/>
        </p:nvSpPr>
        <p:spPr>
          <a:xfrm rot="16200000" flipH="1" flipV="1">
            <a:off x="5458006" y="254562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5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F7BB9078-8032-5676-96AA-68CF16C5452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639607" y="2999013"/>
            <a:ext cx="5760645" cy="2235314"/>
            <a:chOff x="2369857" y="1261242"/>
            <a:chExt cx="4894293" cy="1509531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6C095B7-9C57-6B22-66A5-65C903CC082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369857" y="1496301"/>
              <a:ext cx="4894288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FDD9070-26B2-E6C2-A98F-43FCC577469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369857" y="1261242"/>
              <a:ext cx="489429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</a:t>
              </a:r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어매니티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2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0BDC36F-8D86-0A66-0444-602A467B5DC9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D08B4E3-CF45-9BF1-AC4B-A22070264C81}"/>
              </a:ext>
            </a:extLst>
          </p:cNvPr>
          <p:cNvSpPr txBox="1"/>
          <p:nvPr/>
        </p:nvSpPr>
        <p:spPr>
          <a:xfrm>
            <a:off x="2656465" y="3446175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1F349C9-21FC-9CCC-6B3D-41E6A600B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73971"/>
              </p:ext>
            </p:extLst>
          </p:nvPr>
        </p:nvGraphicFramePr>
        <p:xfrm>
          <a:off x="2671697" y="3695169"/>
          <a:ext cx="5490743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510417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586634">
                  <a:extLst>
                    <a:ext uri="{9D8B030D-6E8A-4147-A177-3AD203B41FA5}">
                      <a16:colId xmlns:a16="http://schemas.microsoft.com/office/drawing/2014/main" val="3794738167"/>
                    </a:ext>
                  </a:extLst>
                </a:gridCol>
                <a:gridCol w="759726">
                  <a:extLst>
                    <a:ext uri="{9D8B030D-6E8A-4147-A177-3AD203B41FA5}">
                      <a16:colId xmlns:a16="http://schemas.microsoft.com/office/drawing/2014/main" val="1817450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유아 침대 가드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Bed guard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커피 캡슐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coffee capsule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디퓨져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Diffuser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입욕제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bath foam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CFDC8435-D131-92DC-6A9F-AF749F644C38}"/>
              </a:ext>
            </a:extLst>
          </p:cNvPr>
          <p:cNvSpPr/>
          <p:nvPr/>
        </p:nvSpPr>
        <p:spPr>
          <a:xfrm>
            <a:off x="2696252" y="3924007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3E30778-9ABD-B79A-D1FE-5208627F3417}"/>
              </a:ext>
            </a:extLst>
          </p:cNvPr>
          <p:cNvGrpSpPr/>
          <p:nvPr/>
        </p:nvGrpSpPr>
        <p:grpSpPr>
          <a:xfrm>
            <a:off x="8211615" y="3663142"/>
            <a:ext cx="139450" cy="1098827"/>
            <a:chOff x="3622653" y="2609508"/>
            <a:chExt cx="139450" cy="1538594"/>
          </a:xfrm>
        </p:grpSpPr>
        <p:sp>
          <p:nvSpPr>
            <p:cNvPr id="38" name="모서리가 둥근 직사각형 37">
              <a:extLst>
                <a:ext uri="{FF2B5EF4-FFF2-40B4-BE49-F238E27FC236}">
                  <a16:creationId xmlns:a16="http://schemas.microsoft.com/office/drawing/2014/main" id="{2FAA3216-7F38-251C-1F9A-8C3BC71F49E6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968A8EE-D49F-8FC1-4037-D93651899420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633D134-EAFF-4459-1B2F-9C22E6869481}"/>
              </a:ext>
            </a:extLst>
          </p:cNvPr>
          <p:cNvSpPr txBox="1"/>
          <p:nvPr/>
        </p:nvSpPr>
        <p:spPr>
          <a:xfrm>
            <a:off x="4465892" y="3483245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단일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41" name="Click">
            <a:extLst>
              <a:ext uri="{FF2B5EF4-FFF2-40B4-BE49-F238E27FC236}">
                <a16:creationId xmlns:a16="http://schemas.microsoft.com/office/drawing/2014/main" id="{79C9F81C-89D4-3878-8573-EDD31FF42FF2}"/>
              </a:ext>
            </a:extLst>
          </p:cNvPr>
          <p:cNvGrpSpPr>
            <a:grpSpLocks noChangeAspect="1"/>
          </p:cNvGrpSpPr>
          <p:nvPr/>
        </p:nvGrpSpPr>
        <p:grpSpPr>
          <a:xfrm>
            <a:off x="3287688" y="3938861"/>
            <a:ext cx="299298" cy="426545"/>
            <a:chOff x="5294313" y="2197100"/>
            <a:chExt cx="530225" cy="755651"/>
          </a:xfrm>
        </p:grpSpPr>
        <p:sp>
          <p:nvSpPr>
            <p:cNvPr id="42" name="Arrow Cursor">
              <a:extLst>
                <a:ext uri="{FF2B5EF4-FFF2-40B4-BE49-F238E27FC236}">
                  <a16:creationId xmlns:a16="http://schemas.microsoft.com/office/drawing/2014/main" id="{7D930DD5-C547-2E17-8E99-2BD46F2DE1D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3" name="Click">
              <a:extLst>
                <a:ext uri="{FF2B5EF4-FFF2-40B4-BE49-F238E27FC236}">
                  <a16:creationId xmlns:a16="http://schemas.microsoft.com/office/drawing/2014/main" id="{5960B67D-B6AF-9D36-9B36-BEF6A57E96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7D5473-EC9A-CC83-C9D6-E3EB4F793BA6}"/>
              </a:ext>
            </a:extLst>
          </p:cNvPr>
          <p:cNvSpPr/>
          <p:nvPr/>
        </p:nvSpPr>
        <p:spPr>
          <a:xfrm>
            <a:off x="5025769" y="498271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2C130C6-3AE5-7056-08E4-BF84D1C4E63E}"/>
              </a:ext>
            </a:extLst>
          </p:cNvPr>
          <p:cNvSpPr/>
          <p:nvPr/>
        </p:nvSpPr>
        <p:spPr>
          <a:xfrm>
            <a:off x="5528779" y="498271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3D6605A0-A63D-A42F-510C-3FF57557F922}"/>
              </a:ext>
            </a:extLst>
          </p:cNvPr>
          <p:cNvGrpSpPr>
            <a:grpSpLocks noChangeAspect="1"/>
          </p:cNvGrpSpPr>
          <p:nvPr/>
        </p:nvGrpSpPr>
        <p:grpSpPr>
          <a:xfrm>
            <a:off x="4667461" y="1823834"/>
            <a:ext cx="299298" cy="42654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0F40EE32-B8AB-93CF-9332-29716B6BA47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CC3FB8C1-7E99-5663-D3A7-272E09071C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ED96EE2-9E3C-33FC-ED65-8A178F6565FC}"/>
              </a:ext>
            </a:extLst>
          </p:cNvPr>
          <p:cNvSpPr txBox="1"/>
          <p:nvPr/>
        </p:nvSpPr>
        <p:spPr>
          <a:xfrm>
            <a:off x="4043024" y="726917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AE7948-9DB5-80E0-45FF-FF26BA47F367}"/>
              </a:ext>
            </a:extLst>
          </p:cNvPr>
          <p:cNvSpPr txBox="1"/>
          <p:nvPr/>
        </p:nvSpPr>
        <p:spPr>
          <a:xfrm>
            <a:off x="4591664" y="3045552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4616409-0F16-909B-A0FA-103405E38F25}"/>
              </a:ext>
            </a:extLst>
          </p:cNvPr>
          <p:cNvSpPr/>
          <p:nvPr/>
        </p:nvSpPr>
        <p:spPr bwMode="auto">
          <a:xfrm>
            <a:off x="-106106" y="261605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DE1545-41FA-EE96-028D-1E23111B6821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B0E2EEEF-DA2C-881B-CECC-DE08DAEE4E6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639607" y="5310213"/>
            <a:ext cx="5760645" cy="2235314"/>
            <a:chOff x="2369857" y="1261242"/>
            <a:chExt cx="4894293" cy="1509531"/>
          </a:xfrm>
        </p:grpSpPr>
        <p:sp>
          <p:nvSpPr>
            <p:cNvPr id="4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262CE39-0740-2CAC-7261-056C11A5919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369857" y="1496301"/>
              <a:ext cx="4894288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2DE91EA-1D01-4709-F0FD-89C3DBB7594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369857" y="1261242"/>
              <a:ext cx="489429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룸서비스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4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4A6E6CA-0F22-A768-35A0-957972CD4923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2E1FC90-2BA0-ECC0-9473-BE4F96B4E7D6}"/>
              </a:ext>
            </a:extLst>
          </p:cNvPr>
          <p:cNvSpPr txBox="1"/>
          <p:nvPr/>
        </p:nvSpPr>
        <p:spPr>
          <a:xfrm>
            <a:off x="2656465" y="5757375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3879823E-CD9C-9007-7FA8-EDFC0C574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63238"/>
              </p:ext>
            </p:extLst>
          </p:nvPr>
        </p:nvGraphicFramePr>
        <p:xfrm>
          <a:off x="2671697" y="6006369"/>
          <a:ext cx="5490743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510417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586634">
                  <a:extLst>
                    <a:ext uri="{9D8B030D-6E8A-4147-A177-3AD203B41FA5}">
                      <a16:colId xmlns:a16="http://schemas.microsoft.com/office/drawing/2014/main" val="3794738167"/>
                    </a:ext>
                  </a:extLst>
                </a:gridCol>
                <a:gridCol w="759726">
                  <a:extLst>
                    <a:ext uri="{9D8B030D-6E8A-4147-A177-3AD203B41FA5}">
                      <a16:colId xmlns:a16="http://schemas.microsoft.com/office/drawing/2014/main" val="1817450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햄버거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hambuger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핫 커피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HOT coffee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피자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PIZZA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껌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GUM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9457029B-8364-D5AC-5675-E446C3FC2104}"/>
              </a:ext>
            </a:extLst>
          </p:cNvPr>
          <p:cNvSpPr/>
          <p:nvPr/>
        </p:nvSpPr>
        <p:spPr>
          <a:xfrm>
            <a:off x="2696252" y="6235207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00BBBBB-C14E-C7C4-8DBF-7493A41DB91B}"/>
              </a:ext>
            </a:extLst>
          </p:cNvPr>
          <p:cNvGrpSpPr/>
          <p:nvPr/>
        </p:nvGrpSpPr>
        <p:grpSpPr>
          <a:xfrm>
            <a:off x="8211615" y="5974342"/>
            <a:ext cx="139450" cy="1098827"/>
            <a:chOff x="3622653" y="2609508"/>
            <a:chExt cx="139450" cy="1538594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02234AB1-54F1-4C0C-2BFF-CB5F91A56BD1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2" name="모서리가 둥근 직사각형 51">
              <a:extLst>
                <a:ext uri="{FF2B5EF4-FFF2-40B4-BE49-F238E27FC236}">
                  <a16:creationId xmlns:a16="http://schemas.microsoft.com/office/drawing/2014/main" id="{FFAFD0CD-B1ED-758F-57CA-A871512E2100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3B33F610-07AE-B3D3-B2FE-52A28BBA8920}"/>
              </a:ext>
            </a:extLst>
          </p:cNvPr>
          <p:cNvSpPr txBox="1"/>
          <p:nvPr/>
        </p:nvSpPr>
        <p:spPr>
          <a:xfrm>
            <a:off x="4465892" y="5794445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단일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54" name="Click">
            <a:extLst>
              <a:ext uri="{FF2B5EF4-FFF2-40B4-BE49-F238E27FC236}">
                <a16:creationId xmlns:a16="http://schemas.microsoft.com/office/drawing/2014/main" id="{8076FD34-A884-04ED-9D39-20054BCDD4FE}"/>
              </a:ext>
            </a:extLst>
          </p:cNvPr>
          <p:cNvGrpSpPr>
            <a:grpSpLocks noChangeAspect="1"/>
          </p:cNvGrpSpPr>
          <p:nvPr/>
        </p:nvGrpSpPr>
        <p:grpSpPr>
          <a:xfrm>
            <a:off x="3287688" y="6250061"/>
            <a:ext cx="299298" cy="426545"/>
            <a:chOff x="5294313" y="2197100"/>
            <a:chExt cx="530225" cy="755651"/>
          </a:xfrm>
        </p:grpSpPr>
        <p:sp>
          <p:nvSpPr>
            <p:cNvPr id="55" name="Arrow Cursor">
              <a:extLst>
                <a:ext uri="{FF2B5EF4-FFF2-40B4-BE49-F238E27FC236}">
                  <a16:creationId xmlns:a16="http://schemas.microsoft.com/office/drawing/2014/main" id="{EE46F9BB-C81D-86CE-ED3F-46D83A33F3C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6" name="Click">
              <a:extLst>
                <a:ext uri="{FF2B5EF4-FFF2-40B4-BE49-F238E27FC236}">
                  <a16:creationId xmlns:a16="http://schemas.microsoft.com/office/drawing/2014/main" id="{8CA2438F-3BB3-C75D-23D5-2934E1FB28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8C317B3-C08E-695E-E6C8-B5D92B33AC94}"/>
              </a:ext>
            </a:extLst>
          </p:cNvPr>
          <p:cNvSpPr/>
          <p:nvPr/>
        </p:nvSpPr>
        <p:spPr>
          <a:xfrm>
            <a:off x="5025769" y="729391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3D96B2B-FE9D-DE33-FABF-D2335A85D5C5}"/>
              </a:ext>
            </a:extLst>
          </p:cNvPr>
          <p:cNvSpPr/>
          <p:nvPr/>
        </p:nvSpPr>
        <p:spPr>
          <a:xfrm>
            <a:off x="5528779" y="729391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96E27F-CD1F-E4FB-0C50-B3A2BAC30BAD}"/>
              </a:ext>
            </a:extLst>
          </p:cNvPr>
          <p:cNvSpPr txBox="1"/>
          <p:nvPr/>
        </p:nvSpPr>
        <p:spPr>
          <a:xfrm>
            <a:off x="4591664" y="5356752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4397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1EF6-A889-8DD3-CBAB-797D8939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4FD199A-56F2-0614-5DB7-F4662DCB979C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프로모션 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2A94C-B854-EF56-F96B-967A405F1882}"/>
              </a:ext>
            </a:extLst>
          </p:cNvPr>
          <p:cNvSpPr txBox="1"/>
          <p:nvPr/>
        </p:nvSpPr>
        <p:spPr>
          <a:xfrm>
            <a:off x="2554805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4150185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70C8-0C8B-87D2-9DA0-1DB7721BB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EDA4D63-3944-6F12-E680-AC9C68F64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프로모션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291B8B8-2E40-E660-F57B-9746A0978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</a:t>
            </a:r>
            <a:r>
              <a:rPr lang="ko-KR" altLang="en-US" dirty="0"/>
              <a:t> 프로모션관리 </a:t>
            </a:r>
            <a:r>
              <a:rPr lang="en-US" altLang="ko-KR" dirty="0"/>
              <a:t>&gt;</a:t>
            </a:r>
            <a:r>
              <a:rPr lang="ko-KR" altLang="en-US" dirty="0"/>
              <a:t> 프로모션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8C9F183-6C6E-AE71-A648-E3DF85307C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9A86D11-C575-04D2-3342-054A71FA50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64B345-E6F0-A62F-18D1-38B85D7B9A37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82D519-051F-6783-DC51-D55FE193BB4A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230ABF-0562-03C8-686E-1D7D937F247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A852355-6F5F-335E-0289-368FEBD9A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15428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9C521AA-D22B-215D-D9D9-AAF6F2E536E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6E065D84-30F4-712A-9AC8-81481113C1C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3182E3CE-2AD4-335A-B1AB-EBF355E4F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91053"/>
              </p:ext>
            </p:extLst>
          </p:nvPr>
        </p:nvGraphicFramePr>
        <p:xfrm>
          <a:off x="1448266" y="908719"/>
          <a:ext cx="7816085" cy="1000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902138806"/>
                    </a:ext>
                  </a:extLst>
                </a:gridCol>
                <a:gridCol w="2736303">
                  <a:extLst>
                    <a:ext uri="{9D8B030D-6E8A-4147-A177-3AD203B41FA5}">
                      <a16:colId xmlns:a16="http://schemas.microsoft.com/office/drawing/2014/main" val="3210125211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</a:t>
                      </a:r>
                      <a:endParaRPr lang="en-US" altLang="ko-KR" sz="800" b="1" i="0" kern="0" spc="-30" baseline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681238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기간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772364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COMPANY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PROMOTION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OTA</a:t>
                      </a: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◎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357643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8CFE5B4-3D86-1207-4680-AB5E06D8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012181"/>
              </p:ext>
            </p:extLst>
          </p:nvPr>
        </p:nvGraphicFramePr>
        <p:xfrm>
          <a:off x="1447440" y="2231581"/>
          <a:ext cx="7816084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382">
                  <a:extLst>
                    <a:ext uri="{9D8B030D-6E8A-4147-A177-3AD203B41FA5}">
                      <a16:colId xmlns:a16="http://schemas.microsoft.com/office/drawing/2014/main" val="1111749760"/>
                    </a:ext>
                  </a:extLst>
                </a:gridCol>
                <a:gridCol w="1797798">
                  <a:extLst>
                    <a:ext uri="{9D8B030D-6E8A-4147-A177-3AD203B41FA5}">
                      <a16:colId xmlns:a16="http://schemas.microsoft.com/office/drawing/2014/main" val="383391093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425602927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717449669"/>
                    </a:ext>
                  </a:extLst>
                </a:gridCol>
                <a:gridCol w="1727364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프로모션 코드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PROMOTION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1234</a:t>
                      </a:r>
                      <a:endParaRPr kumimoji="0" lang="en" altLang="ko-KR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PROMOTIONCODE1234</a:t>
                      </a:r>
                      <a:endParaRPr lang="en-US" altLang="ko-KR" sz="7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PROMOTION</a:t>
                      </a:r>
                      <a:endParaRPr kumimoji="0" lang="en-US" altLang="ko-KR" sz="5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PROMOTION</a:t>
                      </a:r>
                      <a:endParaRPr kumimoji="0" lang="en-US" altLang="ko-KR" sz="5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코드가 출력되는 영역입니다</a:t>
                      </a:r>
                      <a:r>
                        <a:rPr kumimoji="0" lang="en-US" altLang="ko-KR" sz="700" b="0" i="0" u="sng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.</a:t>
                      </a:r>
                      <a:endParaRPr kumimoji="0" lang="ko-KR" altLang="en-US" sz="700" b="0" i="0" u="sng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출력영역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COMPANY</a:t>
                      </a:r>
                      <a:endParaRPr kumimoji="0" lang="en-US" altLang="ko-KR" sz="6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2727D0-C4B2-6211-B3A3-57952DAA81CD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82DE2B3-0BB5-CC60-3A61-32A7C06D7475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BFC6098-1141-44B6-DD42-68DD3687D4D4}"/>
              </a:ext>
            </a:extLst>
          </p:cNvPr>
          <p:cNvSpPr/>
          <p:nvPr/>
        </p:nvSpPr>
        <p:spPr>
          <a:xfrm>
            <a:off x="8616280" y="2004440"/>
            <a:ext cx="64807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 등록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E5CBC8C5-7BB9-C42E-07FE-B3B151855278}"/>
              </a:ext>
            </a:extLst>
          </p:cNvPr>
          <p:cNvSpPr txBox="1"/>
          <p:nvPr/>
        </p:nvSpPr>
        <p:spPr>
          <a:xfrm>
            <a:off x="4702956" y="4923427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B5940B-D730-892B-6A04-991DFC32AB43}"/>
              </a:ext>
            </a:extLst>
          </p:cNvPr>
          <p:cNvGrpSpPr/>
          <p:nvPr/>
        </p:nvGrpSpPr>
        <p:grpSpPr>
          <a:xfrm>
            <a:off x="1446413" y="1981750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5D4833-F841-B9C2-F0F8-F07783B1853D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43F0981-1344-6CC3-F866-F62F110AFF24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3ACB83F6-B7B5-6239-8517-015196513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74A9095D-CF67-8A3D-07D1-88BF09BCCF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D49F1CBE-45E2-BBB2-B39B-BF5CDFCAC217}"/>
              </a:ext>
            </a:extLst>
          </p:cNvPr>
          <p:cNvSpPr/>
          <p:nvPr/>
        </p:nvSpPr>
        <p:spPr>
          <a:xfrm rot="16200000" flipH="1" flipV="1">
            <a:off x="8449960" y="19028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A3A0AC69-3C99-6A92-A412-040D0D440C25}"/>
              </a:ext>
            </a:extLst>
          </p:cNvPr>
          <p:cNvSpPr/>
          <p:nvPr/>
        </p:nvSpPr>
        <p:spPr>
          <a:xfrm rot="16200000" flipH="1" flipV="1">
            <a:off x="2039620" y="23373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CE95CAD0-BCAF-00EF-4B06-13D453646C61}"/>
              </a:ext>
            </a:extLst>
          </p:cNvPr>
          <p:cNvGrpSpPr>
            <a:grpSpLocks noChangeAspect="1"/>
          </p:cNvGrpSpPr>
          <p:nvPr/>
        </p:nvGrpSpPr>
        <p:grpSpPr>
          <a:xfrm>
            <a:off x="2627390" y="2503670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EFC3271F-F56E-B14F-4C16-09D9705B74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46F686FC-94F4-F775-1B43-8E0A9475F7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 Box">
            <a:extLst>
              <a:ext uri="{FF2B5EF4-FFF2-40B4-BE49-F238E27FC236}">
                <a16:creationId xmlns:a16="http://schemas.microsoft.com/office/drawing/2014/main" id="{1598EB32-A7F2-D743-1E5F-129CCF0A75EA}"/>
              </a:ext>
            </a:extLst>
          </p:cNvPr>
          <p:cNvSpPr>
            <a:spLocks/>
          </p:cNvSpPr>
          <p:nvPr/>
        </p:nvSpPr>
        <p:spPr bwMode="auto">
          <a:xfrm>
            <a:off x="2714312" y="1189054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5383FB5-8FF4-DF6E-A6F2-62C8E2911D52}"/>
              </a:ext>
            </a:extLst>
          </p:cNvPr>
          <p:cNvGrpSpPr/>
          <p:nvPr/>
        </p:nvGrpSpPr>
        <p:grpSpPr>
          <a:xfrm>
            <a:off x="2714312" y="1414732"/>
            <a:ext cx="2593082" cy="242067"/>
            <a:chOff x="2279979" y="1223052"/>
            <a:chExt cx="2593082" cy="242067"/>
          </a:xfrm>
        </p:grpSpPr>
        <p:sp>
          <p:nvSpPr>
            <p:cNvPr id="39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E338ACA-D7FA-652E-E70B-0AAA6645B5EE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C42390F-AD19-007B-EE4C-D1EDD784D10B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41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46596B8-5F3D-B85C-8E70-90FC598749DF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2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BBD5739-56D6-A67C-BF61-52EB76CE2BA9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43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5AEDC2B-E94F-10F5-9C65-CCCC483D4D93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CF2A0F-0188-1E51-58F1-7906C5F1E191}"/>
              </a:ext>
            </a:extLst>
          </p:cNvPr>
          <p:cNvSpPr/>
          <p:nvPr/>
        </p:nvSpPr>
        <p:spPr bwMode="auto">
          <a:xfrm>
            <a:off x="-105734" y="3112192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5DF618-1419-42C0-9931-ED283E3D4352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5046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AD910-9288-15B3-9C8E-B9BAE515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F87C59C-0AE0-50DF-ABD5-41F1AEEB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프로모션 코드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6D74930-A6C5-D91A-C1B0-61FC649A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</a:t>
            </a:r>
            <a:r>
              <a:rPr lang="ko-KR" altLang="en-US" dirty="0"/>
              <a:t> 프로모션관리 </a:t>
            </a:r>
            <a:r>
              <a:rPr lang="en-US" altLang="ko-KR" dirty="0"/>
              <a:t>&gt;</a:t>
            </a:r>
            <a:r>
              <a:rPr lang="ko-KR" altLang="en-US" dirty="0"/>
              <a:t> 프로모션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F79BD3-3E00-E27A-89EC-9F879C19C8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75209DE-982B-B26C-C109-705CF3D0C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3EDD09-CDFA-A2DE-A365-2F89E2B300BB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3B192D-B859-39BF-47FA-23246E3D4A4A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CFD14C-3B34-3D14-1222-6F28CC3F36A8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141C91A-BBB8-69C5-8B91-C04871F0C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413455"/>
              </p:ext>
            </p:extLst>
          </p:nvPr>
        </p:nvGraphicFramePr>
        <p:xfrm>
          <a:off x="9406740" y="440717"/>
          <a:ext cx="2785260" cy="143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 조회 공통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3A10472-A58F-0E27-A3FB-DC6E2CDDC4C0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4EC6E63A-CD78-ED7A-F429-A0EE8158CF2A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C586D143-9037-7E84-B5EB-B7B07981303F}"/>
              </a:ext>
            </a:extLst>
          </p:cNvPr>
          <p:cNvSpPr txBox="1"/>
          <p:nvPr/>
        </p:nvSpPr>
        <p:spPr>
          <a:xfrm>
            <a:off x="1462822" y="836712"/>
            <a:ext cx="1326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기본정보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2" name="표 161">
            <a:extLst>
              <a:ext uri="{FF2B5EF4-FFF2-40B4-BE49-F238E27FC236}">
                <a16:creationId xmlns:a16="http://schemas.microsoft.com/office/drawing/2014/main" id="{2FB159F2-37E1-815F-6F97-70FD10B89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797261"/>
              </p:ext>
            </p:extLst>
          </p:nvPr>
        </p:nvGraphicFramePr>
        <p:xfrm>
          <a:off x="1523668" y="1111053"/>
          <a:ext cx="7668676" cy="2679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7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655365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00541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0" i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코드를 입력하세요</a:t>
                      </a:r>
                      <a:r>
                        <a:rPr lang="en-US" altLang="ko-KR" sz="800" b="0" i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82648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기간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41427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COMPANY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PROMOTION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OTA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080729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0E977579-BE26-EF91-5875-544EF0E18BE3}"/>
              </a:ext>
            </a:extLst>
          </p:cNvPr>
          <p:cNvSpPr/>
          <p:nvPr/>
        </p:nvSpPr>
        <p:spPr>
          <a:xfrm>
            <a:off x="4907338" y="650761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269EF331-BFAC-6EF6-2BC7-E7BB09A703F5}"/>
              </a:ext>
            </a:extLst>
          </p:cNvPr>
          <p:cNvSpPr/>
          <p:nvPr/>
        </p:nvSpPr>
        <p:spPr>
          <a:xfrm>
            <a:off x="5410348" y="650761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165" name="Text Box">
            <a:extLst>
              <a:ext uri="{FF2B5EF4-FFF2-40B4-BE49-F238E27FC236}">
                <a16:creationId xmlns:a16="http://schemas.microsoft.com/office/drawing/2014/main" id="{F4CA3A4C-96AD-337D-2FC5-F0149B50BF8E}"/>
              </a:ext>
            </a:extLst>
          </p:cNvPr>
          <p:cNvSpPr>
            <a:spLocks/>
          </p:cNvSpPr>
          <p:nvPr/>
        </p:nvSpPr>
        <p:spPr bwMode="auto">
          <a:xfrm>
            <a:off x="2752399" y="1762078"/>
            <a:ext cx="216850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75461E48-6545-848A-F90A-49BF4E209A08}"/>
              </a:ext>
            </a:extLst>
          </p:cNvPr>
          <p:cNvSpPr/>
          <p:nvPr/>
        </p:nvSpPr>
        <p:spPr>
          <a:xfrm>
            <a:off x="4976748" y="1759244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44EB674-C7E4-9D8E-F8D5-7EA87794F7F5}"/>
              </a:ext>
            </a:extLst>
          </p:cNvPr>
          <p:cNvSpPr txBox="1"/>
          <p:nvPr/>
        </p:nvSpPr>
        <p:spPr>
          <a:xfrm>
            <a:off x="7922445" y="84212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178" name="Teardrop 1">
            <a:extLst>
              <a:ext uri="{FF2B5EF4-FFF2-40B4-BE49-F238E27FC236}">
                <a16:creationId xmlns:a16="http://schemas.microsoft.com/office/drawing/2014/main" id="{F949129B-A648-BC69-5A50-48C30DB36A9A}"/>
              </a:ext>
            </a:extLst>
          </p:cNvPr>
          <p:cNvSpPr/>
          <p:nvPr/>
        </p:nvSpPr>
        <p:spPr>
          <a:xfrm rot="16200000" flipH="1" flipV="1">
            <a:off x="5305620" y="638353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9" name="Text Box">
            <a:extLst>
              <a:ext uri="{FF2B5EF4-FFF2-40B4-BE49-F238E27FC236}">
                <a16:creationId xmlns:a16="http://schemas.microsoft.com/office/drawing/2014/main" id="{285CFD1B-FED8-5A1E-A3C2-644C112B636E}"/>
              </a:ext>
            </a:extLst>
          </p:cNvPr>
          <p:cNvSpPr>
            <a:spLocks/>
          </p:cNvSpPr>
          <p:nvPr/>
        </p:nvSpPr>
        <p:spPr bwMode="auto">
          <a:xfrm>
            <a:off x="2752398" y="2373546"/>
            <a:ext cx="618698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0" name="Text Box">
            <a:extLst>
              <a:ext uri="{FF2B5EF4-FFF2-40B4-BE49-F238E27FC236}">
                <a16:creationId xmlns:a16="http://schemas.microsoft.com/office/drawing/2014/main" id="{33C7154D-4D69-8919-8B36-F9C7F7F2592E}"/>
              </a:ext>
            </a:extLst>
          </p:cNvPr>
          <p:cNvSpPr>
            <a:spLocks/>
          </p:cNvSpPr>
          <p:nvPr/>
        </p:nvSpPr>
        <p:spPr bwMode="auto">
          <a:xfrm>
            <a:off x="2752398" y="2617765"/>
            <a:ext cx="618698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A3314A0D-245F-8D37-B10D-9689FC4EF026}"/>
              </a:ext>
            </a:extLst>
          </p:cNvPr>
          <p:cNvSpPr/>
          <p:nvPr/>
        </p:nvSpPr>
        <p:spPr>
          <a:xfrm>
            <a:off x="2752398" y="1470132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09DAB62-8B28-E7BE-44BE-CB0BD3EF2AFD}"/>
              </a:ext>
            </a:extLst>
          </p:cNvPr>
          <p:cNvSpPr txBox="1"/>
          <p:nvPr/>
        </p:nvSpPr>
        <p:spPr>
          <a:xfrm>
            <a:off x="1427884" y="3835939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en" altLang="en-US" sz="800" b="1" dirty="0">
                <a:latin typeface="+mn-ea"/>
                <a:ea typeface="+mn-ea"/>
              </a:rPr>
              <a:t>D</a:t>
            </a:r>
            <a:r>
              <a:rPr lang="en" altLang="ko-KR" sz="800" b="1" dirty="0">
                <a:latin typeface="+mn-ea"/>
                <a:ea typeface="+mn-ea"/>
              </a:rPr>
              <a:t>own/Up sale</a:t>
            </a:r>
            <a:r>
              <a:rPr kumimoji="1" lang="ko-KR" altLang="en-US" sz="800" b="1" dirty="0">
                <a:latin typeface="+mn-ea"/>
                <a:ea typeface="+mn-ea"/>
              </a:rPr>
              <a:t>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D6F85027-B781-035E-7CFE-7DCEEE433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54342"/>
              </p:ext>
            </p:extLst>
          </p:nvPr>
        </p:nvGraphicFramePr>
        <p:xfrm>
          <a:off x="1513108" y="4115254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872028281"/>
                    </a:ext>
                  </a:extLst>
                </a:gridCol>
                <a:gridCol w="3379331">
                  <a:extLst>
                    <a:ext uri="{9D8B030D-6E8A-4147-A177-3AD203B41FA5}">
                      <a16:colId xmlns:a16="http://schemas.microsoft.com/office/drawing/2014/main" val="242730794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소수점 처리 방식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소수점                             자리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84615A7F-4701-4405-EE42-0439D01A7977}"/>
              </a:ext>
            </a:extLst>
          </p:cNvPr>
          <p:cNvGrpSpPr/>
          <p:nvPr/>
        </p:nvGrpSpPr>
        <p:grpSpPr>
          <a:xfrm>
            <a:off x="2787213" y="4176617"/>
            <a:ext cx="446018" cy="493298"/>
            <a:chOff x="1290369" y="2868764"/>
            <a:chExt cx="446018" cy="493298"/>
          </a:xfrm>
        </p:grpSpPr>
        <p:sp>
          <p:nvSpPr>
            <p:cNvPr id="195" name="Text Box">
              <a:extLst>
                <a:ext uri="{FF2B5EF4-FFF2-40B4-BE49-F238E27FC236}">
                  <a16:creationId xmlns:a16="http://schemas.microsoft.com/office/drawing/2014/main" id="{7C136BE5-5BA5-1FC9-D33B-8A408687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+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-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6" name="Chevron Left">
              <a:extLst>
                <a:ext uri="{FF2B5EF4-FFF2-40B4-BE49-F238E27FC236}">
                  <a16:creationId xmlns:a16="http://schemas.microsoft.com/office/drawing/2014/main" id="{A647B684-C169-C591-05C2-16FB1E81254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7" name="Text Box">
            <a:extLst>
              <a:ext uri="{FF2B5EF4-FFF2-40B4-BE49-F238E27FC236}">
                <a16:creationId xmlns:a16="http://schemas.microsoft.com/office/drawing/2014/main" id="{2AEFD44E-D7F2-84BE-E404-54B653B18D29}"/>
              </a:ext>
            </a:extLst>
          </p:cNvPr>
          <p:cNvSpPr>
            <a:spLocks/>
          </p:cNvSpPr>
          <p:nvPr/>
        </p:nvSpPr>
        <p:spPr bwMode="auto">
          <a:xfrm>
            <a:off x="3269973" y="4173287"/>
            <a:ext cx="86399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6F44EC0E-AFE7-6012-CF02-40688EC768AA}"/>
              </a:ext>
            </a:extLst>
          </p:cNvPr>
          <p:cNvGrpSpPr/>
          <p:nvPr/>
        </p:nvGrpSpPr>
        <p:grpSpPr>
          <a:xfrm>
            <a:off x="4164008" y="4176617"/>
            <a:ext cx="446018" cy="493298"/>
            <a:chOff x="1290369" y="2868764"/>
            <a:chExt cx="446018" cy="493298"/>
          </a:xfrm>
        </p:grpSpPr>
        <p:sp>
          <p:nvSpPr>
            <p:cNvPr id="199" name="Text Box">
              <a:extLst>
                <a:ext uri="{FF2B5EF4-FFF2-40B4-BE49-F238E27FC236}">
                  <a16:creationId xmlns:a16="http://schemas.microsoft.com/office/drawing/2014/main" id="{6AEA4952-57C5-F413-3A8D-55A73439A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정액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정률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(%)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0" name="Chevron Left">
              <a:extLst>
                <a:ext uri="{FF2B5EF4-FFF2-40B4-BE49-F238E27FC236}">
                  <a16:creationId xmlns:a16="http://schemas.microsoft.com/office/drawing/2014/main" id="{4DD1A24B-715F-35E7-91E4-11A88C037CD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1" name="Text Box">
            <a:extLst>
              <a:ext uri="{FF2B5EF4-FFF2-40B4-BE49-F238E27FC236}">
                <a16:creationId xmlns:a16="http://schemas.microsoft.com/office/drawing/2014/main" id="{BDC3C5F1-366F-8991-FA56-77432F0DE109}"/>
              </a:ext>
            </a:extLst>
          </p:cNvPr>
          <p:cNvSpPr>
            <a:spLocks/>
          </p:cNvSpPr>
          <p:nvPr/>
        </p:nvSpPr>
        <p:spPr bwMode="auto">
          <a:xfrm>
            <a:off x="6282118" y="4175918"/>
            <a:ext cx="64807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E0F460D3-404B-2151-2550-56C62EB448C8}"/>
              </a:ext>
            </a:extLst>
          </p:cNvPr>
          <p:cNvGrpSpPr/>
          <p:nvPr/>
        </p:nvGrpSpPr>
        <p:grpSpPr>
          <a:xfrm>
            <a:off x="7248128" y="4180374"/>
            <a:ext cx="446018" cy="790255"/>
            <a:chOff x="1290369" y="2868763"/>
            <a:chExt cx="446018" cy="790255"/>
          </a:xfrm>
        </p:grpSpPr>
        <p:sp>
          <p:nvSpPr>
            <p:cNvPr id="203" name="Text Box">
              <a:extLst>
                <a:ext uri="{FF2B5EF4-FFF2-40B4-BE49-F238E27FC236}">
                  <a16:creationId xmlns:a16="http://schemas.microsoft.com/office/drawing/2014/main" id="{F4B51C26-B43C-0248-F67C-8564F0D5F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3"/>
              <a:ext cx="446018" cy="79025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올림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올림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절사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4" name="Chevron Left">
              <a:extLst>
                <a:ext uri="{FF2B5EF4-FFF2-40B4-BE49-F238E27FC236}">
                  <a16:creationId xmlns:a16="http://schemas.microsoft.com/office/drawing/2014/main" id="{BD1C9BDA-C1D7-C4EE-50AA-B1398D7E43C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5" name="Teardrop 1">
            <a:extLst>
              <a:ext uri="{FF2B5EF4-FFF2-40B4-BE49-F238E27FC236}">
                <a16:creationId xmlns:a16="http://schemas.microsoft.com/office/drawing/2014/main" id="{AD5E95F5-94A1-5236-053C-7D28CDEAD96A}"/>
              </a:ext>
            </a:extLst>
          </p:cNvPr>
          <p:cNvSpPr/>
          <p:nvPr/>
        </p:nvSpPr>
        <p:spPr>
          <a:xfrm rot="16200000" flipH="1" flipV="1">
            <a:off x="2651891" y="13970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28D8A1C1-9E28-542F-14F9-1EFE34C55CD5}"/>
              </a:ext>
            </a:extLst>
          </p:cNvPr>
          <p:cNvGrpSpPr/>
          <p:nvPr/>
        </p:nvGrpSpPr>
        <p:grpSpPr>
          <a:xfrm>
            <a:off x="2755605" y="2037756"/>
            <a:ext cx="2593082" cy="242067"/>
            <a:chOff x="2279979" y="1223052"/>
            <a:chExt cx="2593082" cy="242067"/>
          </a:xfrm>
        </p:grpSpPr>
        <p:sp>
          <p:nvSpPr>
            <p:cNvPr id="208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946C82B-5936-3240-EDB7-D33DD1903152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8FF9414-39BA-73A2-8A97-DC3DB0887279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21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E6FC56D-7083-45AF-1C53-75C72846D72E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21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C47296E-E1D0-7B0D-288B-7C53F65E7558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212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221CED5-8522-F2BE-18C1-2658F732A22B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F442BD-6D52-BBBB-60EE-B0ABE3208EC8}"/>
              </a:ext>
            </a:extLst>
          </p:cNvPr>
          <p:cNvSpPr/>
          <p:nvPr/>
        </p:nvSpPr>
        <p:spPr bwMode="auto">
          <a:xfrm>
            <a:off x="-105734" y="3112192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82954C-88BA-4BE7-D5CC-1B1E3427886B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835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1AD5-4DE8-206F-1209-FD433C5E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E8F60F6-6B46-CAFA-B7A7-931C9B5D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프로모션 코드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50BDECA9-26BA-F265-40CA-69C13CD75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</a:t>
            </a:r>
            <a:r>
              <a:rPr lang="ko-KR" altLang="en-US" dirty="0"/>
              <a:t> 프로모션관리 </a:t>
            </a:r>
            <a:r>
              <a:rPr lang="en-US" altLang="ko-KR" dirty="0"/>
              <a:t>&gt;</a:t>
            </a:r>
            <a:r>
              <a:rPr lang="ko-KR" altLang="en-US" dirty="0"/>
              <a:t> 프로모션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6562671-25FC-FBF2-39D9-F3348D75A0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49222B4-9907-01C0-CDE3-0854D90BD4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E604BE-3F59-CEE8-CA0A-34AEB37015F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AE27B1-9458-A19E-9EB0-5357BBDDECF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DD2071-F2DE-E492-86E1-D04118BF5D44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BA3CF317-6986-A0B7-C085-E0F0A4170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363261"/>
              </p:ext>
            </p:extLst>
          </p:nvPr>
        </p:nvGraphicFramePr>
        <p:xfrm>
          <a:off x="9406740" y="440717"/>
          <a:ext cx="2785260" cy="143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및 정상 저장 후 리스트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일경우만 삭제 허용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D1A8A0A-FBA5-4F58-2EE2-3B99C45B6AD5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0F3DE53-F3D0-5C81-CC35-89154D1714D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68DF2F5A-FD8A-778A-7035-6CD5ACBA779C}"/>
              </a:ext>
            </a:extLst>
          </p:cNvPr>
          <p:cNvSpPr txBox="1"/>
          <p:nvPr/>
        </p:nvSpPr>
        <p:spPr>
          <a:xfrm>
            <a:off x="1462822" y="847091"/>
            <a:ext cx="1326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기본정보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2" name="표 161">
            <a:extLst>
              <a:ext uri="{FF2B5EF4-FFF2-40B4-BE49-F238E27FC236}">
                <a16:creationId xmlns:a16="http://schemas.microsoft.com/office/drawing/2014/main" id="{81D95BFB-3069-45E0-FAE2-12C32D8DA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909736"/>
              </p:ext>
            </p:extLst>
          </p:nvPr>
        </p:nvGraphicFramePr>
        <p:xfrm>
          <a:off x="1523668" y="1121432"/>
          <a:ext cx="7668676" cy="2679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017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655365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&gt;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00541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RATE2025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-WKND-DELUXE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PROMOTIONCODE1234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95277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기간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32650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COMPANY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PROMOTION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OTA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858915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080729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</a:tbl>
          </a:graphicData>
        </a:graphic>
      </p:graphicFrame>
      <p:sp>
        <p:nvSpPr>
          <p:cNvPr id="176" name="TextBox 175">
            <a:extLst>
              <a:ext uri="{FF2B5EF4-FFF2-40B4-BE49-F238E27FC236}">
                <a16:creationId xmlns:a16="http://schemas.microsoft.com/office/drawing/2014/main" id="{6ABD4C8D-D3CD-DB21-FF79-3382E1F1D896}"/>
              </a:ext>
            </a:extLst>
          </p:cNvPr>
          <p:cNvSpPr txBox="1"/>
          <p:nvPr/>
        </p:nvSpPr>
        <p:spPr>
          <a:xfrm>
            <a:off x="7922445" y="852502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2CCF8F-5C93-7A9C-FFC6-DF97737CBFDC}"/>
              </a:ext>
            </a:extLst>
          </p:cNvPr>
          <p:cNvSpPr/>
          <p:nvPr/>
        </p:nvSpPr>
        <p:spPr>
          <a:xfrm>
            <a:off x="4655840" y="649030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32FA9A-A7D2-E858-8E3B-90144A95821C}"/>
              </a:ext>
            </a:extLst>
          </p:cNvPr>
          <p:cNvSpPr/>
          <p:nvPr/>
        </p:nvSpPr>
        <p:spPr>
          <a:xfrm>
            <a:off x="5138045" y="6490301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11BADD-9053-34F2-5ACB-450970646E48}"/>
              </a:ext>
            </a:extLst>
          </p:cNvPr>
          <p:cNvSpPr/>
          <p:nvPr/>
        </p:nvSpPr>
        <p:spPr>
          <a:xfrm>
            <a:off x="5604577" y="6490301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408EB2AF-E91D-4DF5-2AE5-B78F9693DE0A}"/>
              </a:ext>
            </a:extLst>
          </p:cNvPr>
          <p:cNvSpPr/>
          <p:nvPr/>
        </p:nvSpPr>
        <p:spPr>
          <a:xfrm rot="16200000" flipH="1" flipV="1">
            <a:off x="5513644" y="636124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DE3AAFB8-513D-7DD6-9279-629F43FC720D}"/>
              </a:ext>
            </a:extLst>
          </p:cNvPr>
          <p:cNvSpPr/>
          <p:nvPr/>
        </p:nvSpPr>
        <p:spPr>
          <a:xfrm rot="16200000" flipH="1" flipV="1">
            <a:off x="5032632" y="636124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Box">
            <a:extLst>
              <a:ext uri="{FF2B5EF4-FFF2-40B4-BE49-F238E27FC236}">
                <a16:creationId xmlns:a16="http://schemas.microsoft.com/office/drawing/2014/main" id="{F843393D-4407-509D-8B5C-A302F6D93D5B}"/>
              </a:ext>
            </a:extLst>
          </p:cNvPr>
          <p:cNvSpPr>
            <a:spLocks/>
          </p:cNvSpPr>
          <p:nvPr/>
        </p:nvSpPr>
        <p:spPr bwMode="auto">
          <a:xfrm>
            <a:off x="2752398" y="2382423"/>
            <a:ext cx="618698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프로모션코드 국문 설명 입력 필드</a:t>
            </a:r>
          </a:p>
        </p:txBody>
      </p:sp>
      <p:sp>
        <p:nvSpPr>
          <p:cNvPr id="22" name="Text Box">
            <a:extLst>
              <a:ext uri="{FF2B5EF4-FFF2-40B4-BE49-F238E27FC236}">
                <a16:creationId xmlns:a16="http://schemas.microsoft.com/office/drawing/2014/main" id="{479F4B2E-AC70-F664-07CC-427C8F42EEE0}"/>
              </a:ext>
            </a:extLst>
          </p:cNvPr>
          <p:cNvSpPr>
            <a:spLocks/>
          </p:cNvSpPr>
          <p:nvPr/>
        </p:nvSpPr>
        <p:spPr bwMode="auto">
          <a:xfrm>
            <a:off x="2752398" y="2626642"/>
            <a:ext cx="6186985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프로모션코드 영문 설명 입력 필드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9A357E-48D0-625E-8963-C65F2BDBCD47}"/>
              </a:ext>
            </a:extLst>
          </p:cNvPr>
          <p:cNvSpPr/>
          <p:nvPr/>
        </p:nvSpPr>
        <p:spPr>
          <a:xfrm>
            <a:off x="3988847" y="1480511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B2546F-AFC9-255F-07E3-F50BEB1616AD}"/>
              </a:ext>
            </a:extLst>
          </p:cNvPr>
          <p:cNvSpPr txBox="1"/>
          <p:nvPr/>
        </p:nvSpPr>
        <p:spPr>
          <a:xfrm>
            <a:off x="1427884" y="3831587"/>
            <a:ext cx="1643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en" altLang="en-US" sz="800" b="1" dirty="0">
                <a:latin typeface="+mn-ea"/>
                <a:ea typeface="+mn-ea"/>
              </a:rPr>
              <a:t>D</a:t>
            </a:r>
            <a:r>
              <a:rPr lang="en" altLang="ko-KR" sz="800" b="1" dirty="0">
                <a:latin typeface="+mn-ea"/>
                <a:ea typeface="+mn-ea"/>
              </a:rPr>
              <a:t>own/Up sale</a:t>
            </a:r>
            <a:r>
              <a:rPr kumimoji="1" lang="ko-KR" altLang="en-US" sz="800" b="1" dirty="0">
                <a:latin typeface="+mn-ea"/>
                <a:ea typeface="+mn-ea"/>
              </a:rPr>
              <a:t> 요금 설정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70FFF8C-C6FD-9A5E-0CBA-94A8CD6C0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739658"/>
              </p:ext>
            </p:extLst>
          </p:nvPr>
        </p:nvGraphicFramePr>
        <p:xfrm>
          <a:off x="1513108" y="4085793"/>
          <a:ext cx="7746199" cy="300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51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872028281"/>
                    </a:ext>
                  </a:extLst>
                </a:gridCol>
                <a:gridCol w="2443227">
                  <a:extLst>
                    <a:ext uri="{9D8B030D-6E8A-4147-A177-3AD203B41FA5}">
                      <a16:colId xmlns:a16="http://schemas.microsoft.com/office/drawing/2014/main" val="242730794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설정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  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소수점 처리 방식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소수점                              자리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F98D97DB-3825-B7A9-1571-C6BE1057EB2D}"/>
              </a:ext>
            </a:extLst>
          </p:cNvPr>
          <p:cNvGrpSpPr/>
          <p:nvPr/>
        </p:nvGrpSpPr>
        <p:grpSpPr>
          <a:xfrm>
            <a:off x="2787213" y="4147156"/>
            <a:ext cx="446018" cy="493298"/>
            <a:chOff x="1290369" y="2868764"/>
            <a:chExt cx="446018" cy="493298"/>
          </a:xfrm>
        </p:grpSpPr>
        <p:sp>
          <p:nvSpPr>
            <p:cNvPr id="27" name="Text Box">
              <a:extLst>
                <a:ext uri="{FF2B5EF4-FFF2-40B4-BE49-F238E27FC236}">
                  <a16:creationId xmlns:a16="http://schemas.microsoft.com/office/drawing/2014/main" id="{E685C438-8A30-3B9B-3A5C-4BA80DA43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+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-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Chevron Left">
              <a:extLst>
                <a:ext uri="{FF2B5EF4-FFF2-40B4-BE49-F238E27FC236}">
                  <a16:creationId xmlns:a16="http://schemas.microsoft.com/office/drawing/2014/main" id="{4442F172-0DB9-3260-E6D8-645680FFEBF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Text Box">
            <a:extLst>
              <a:ext uri="{FF2B5EF4-FFF2-40B4-BE49-F238E27FC236}">
                <a16:creationId xmlns:a16="http://schemas.microsoft.com/office/drawing/2014/main" id="{740E8EDC-B199-DA2F-5824-7BA97C5A094E}"/>
              </a:ext>
            </a:extLst>
          </p:cNvPr>
          <p:cNvSpPr>
            <a:spLocks/>
          </p:cNvSpPr>
          <p:nvPr/>
        </p:nvSpPr>
        <p:spPr bwMode="auto">
          <a:xfrm>
            <a:off x="3269973" y="4143826"/>
            <a:ext cx="863999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7FB6B02-4FB0-E5D3-DFC2-A4A439CF5194}"/>
              </a:ext>
            </a:extLst>
          </p:cNvPr>
          <p:cNvGrpSpPr/>
          <p:nvPr/>
        </p:nvGrpSpPr>
        <p:grpSpPr>
          <a:xfrm>
            <a:off x="4164008" y="4147156"/>
            <a:ext cx="446018" cy="523801"/>
            <a:chOff x="1290369" y="2868764"/>
            <a:chExt cx="446018" cy="523801"/>
          </a:xfrm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8CA0B372-EB9B-CACC-45CA-41C2044F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52380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정액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정률</a:t>
              </a: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(%)</a:t>
              </a:r>
            </a:p>
          </p:txBody>
        </p:sp>
        <p:sp>
          <p:nvSpPr>
            <p:cNvPr id="35" name="Chevron Left">
              <a:extLst>
                <a:ext uri="{FF2B5EF4-FFF2-40B4-BE49-F238E27FC236}">
                  <a16:creationId xmlns:a16="http://schemas.microsoft.com/office/drawing/2014/main" id="{2BFD88D0-684A-E588-3E6B-A93DEC2E15B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" name="Text Box">
            <a:extLst>
              <a:ext uri="{FF2B5EF4-FFF2-40B4-BE49-F238E27FC236}">
                <a16:creationId xmlns:a16="http://schemas.microsoft.com/office/drawing/2014/main" id="{3B3A97DF-3C8F-EF25-AA76-49B804DCEB1C}"/>
              </a:ext>
            </a:extLst>
          </p:cNvPr>
          <p:cNvSpPr>
            <a:spLocks/>
          </p:cNvSpPr>
          <p:nvPr/>
        </p:nvSpPr>
        <p:spPr bwMode="auto">
          <a:xfrm>
            <a:off x="7248128" y="4146457"/>
            <a:ext cx="648072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숫자만 입력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5F591EE-52E7-4F99-861E-A8861458E920}"/>
              </a:ext>
            </a:extLst>
          </p:cNvPr>
          <p:cNvGrpSpPr/>
          <p:nvPr/>
        </p:nvGrpSpPr>
        <p:grpSpPr>
          <a:xfrm>
            <a:off x="8194192" y="4150913"/>
            <a:ext cx="446018" cy="790255"/>
            <a:chOff x="1290369" y="2868763"/>
            <a:chExt cx="446018" cy="790255"/>
          </a:xfrm>
        </p:grpSpPr>
        <p:sp>
          <p:nvSpPr>
            <p:cNvPr id="38" name="Text Box">
              <a:extLst>
                <a:ext uri="{FF2B5EF4-FFF2-40B4-BE49-F238E27FC236}">
                  <a16:creationId xmlns:a16="http://schemas.microsoft.com/office/drawing/2014/main" id="{249BB1B0-205B-AAC6-EA77-92336E894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3"/>
              <a:ext cx="446018" cy="79025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올림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올림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반 내림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절사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9" name="Chevron Left">
              <a:extLst>
                <a:ext uri="{FF2B5EF4-FFF2-40B4-BE49-F238E27FC236}">
                  <a16:creationId xmlns:a16="http://schemas.microsoft.com/office/drawing/2014/main" id="{4633FE7A-47E6-76D4-7BEE-EF57EC0DFBE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3523BE9-E887-650F-672D-8506A35A7518}"/>
              </a:ext>
            </a:extLst>
          </p:cNvPr>
          <p:cNvGrpSpPr/>
          <p:nvPr/>
        </p:nvGrpSpPr>
        <p:grpSpPr>
          <a:xfrm>
            <a:off x="2755605" y="2037756"/>
            <a:ext cx="2593082" cy="242067"/>
            <a:chOff x="2279979" y="1223052"/>
            <a:chExt cx="2593082" cy="242067"/>
          </a:xfrm>
        </p:grpSpPr>
        <p:sp>
          <p:nvSpPr>
            <p:cNvPr id="41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EC7027AE-C0AD-A53E-D391-E0BFCA74FB2A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/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6D1BB4-8949-3A62-E565-89C73A804211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4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78C88C0-ECF9-7A70-5F4E-952749FBD9D2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/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8466690-8A3F-5128-9C93-D1B0783637CF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4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253F4F6-D25F-E163-5777-4F382535BE94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44BF0A-A1FA-F200-EBA9-9F03BF8334FA}"/>
              </a:ext>
            </a:extLst>
          </p:cNvPr>
          <p:cNvSpPr/>
          <p:nvPr/>
        </p:nvSpPr>
        <p:spPr bwMode="auto">
          <a:xfrm>
            <a:off x="-105734" y="3112192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AD2884-8A63-3112-2B33-A708C607B337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7587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38971-5B67-1B7E-9AC2-0A62C9E4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FF4416E-86E5-AE6F-E2EB-28DDBCBA1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코드 조회 팝업 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B931338-6ECB-5CF6-A1D9-A476B946A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객실관리</a:t>
            </a:r>
            <a:r>
              <a:rPr lang="en-US" altLang="ko-KR" dirty="0"/>
              <a:t>&gt;</a:t>
            </a:r>
            <a:r>
              <a:rPr lang="ko-KR" altLang="en-US" dirty="0"/>
              <a:t> 프로모션관리 </a:t>
            </a:r>
            <a:r>
              <a:rPr lang="en-US" altLang="ko-KR" dirty="0"/>
              <a:t>&gt;</a:t>
            </a:r>
            <a:r>
              <a:rPr lang="ko-KR" altLang="en-US" dirty="0"/>
              <a:t> 프로모션 코드 관리 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CA7A78E-045E-E2B6-24FD-380DC0044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0ACF038-68EA-4AC2-4816-72BD1A21F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객실관리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C5996E-AA9C-02FE-5ACD-86D17DEA06C6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1FC5BAB-6A0E-9C45-D6E7-8E4710BD7E5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C98A0E-D77B-4344-3CD3-55A6BE3109F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171D5A6-1AEE-1F7B-B0F1-D927D21C4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05209"/>
              </p:ext>
            </p:extLst>
          </p:nvPr>
        </p:nvGraphicFramePr>
        <p:xfrm>
          <a:off x="9406740" y="440717"/>
          <a:ext cx="2785260" cy="143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선택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 시 적용 후 팝업 닫고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부모창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DCCD35C-24D2-A08F-BB6B-FC99C70078C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코드 관리 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DBFAAF24-F5E6-FDAE-2417-645F1490341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EBDAB2AE-432C-7B5B-83A5-4C945702DA9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847529" y="1000417"/>
            <a:ext cx="6847625" cy="4588823"/>
            <a:chOff x="1446352" y="1261242"/>
            <a:chExt cx="5817798" cy="3098881"/>
          </a:xfrm>
        </p:grpSpPr>
        <p:sp>
          <p:nvSpPr>
            <p:cNvPr id="14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E1CE222-9C5A-0B5B-A4D2-2F5C1F7C531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446352" y="1496299"/>
              <a:ext cx="5817793" cy="2863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4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5C84B69-0D08-81E4-5356-330DBCD4FD6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446352" y="1261242"/>
              <a:ext cx="5817798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레이트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코드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45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046DF46-FCDE-D02E-C4E1-8028C0BE6F98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4559ED1B-195D-BAB6-5B8E-D294F4EE44A0}"/>
              </a:ext>
            </a:extLst>
          </p:cNvPr>
          <p:cNvSpPr txBox="1"/>
          <p:nvPr/>
        </p:nvSpPr>
        <p:spPr>
          <a:xfrm>
            <a:off x="1919536" y="1395485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레이트 코드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0BA17742-CDCE-0C5B-67A0-20167ED45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514569"/>
              </p:ext>
            </p:extLst>
          </p:nvPr>
        </p:nvGraphicFramePr>
        <p:xfrm>
          <a:off x="1991545" y="1659393"/>
          <a:ext cx="6480719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9102382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327249654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조선호텔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조선 호텔 부산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257979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5147"/>
                  </a:ext>
                </a:extLst>
              </a:tr>
            </a:tbl>
          </a:graphicData>
        </a:graphic>
      </p:graphicFrame>
      <p:sp>
        <p:nvSpPr>
          <p:cNvPr id="148" name="Text Box">
            <a:extLst>
              <a:ext uri="{FF2B5EF4-FFF2-40B4-BE49-F238E27FC236}">
                <a16:creationId xmlns:a16="http://schemas.microsoft.com/office/drawing/2014/main" id="{9FDBB473-22F6-D45F-CF51-44EE6F5B8A2C}"/>
              </a:ext>
            </a:extLst>
          </p:cNvPr>
          <p:cNvSpPr>
            <a:spLocks/>
          </p:cNvSpPr>
          <p:nvPr/>
        </p:nvSpPr>
        <p:spPr bwMode="auto">
          <a:xfrm>
            <a:off x="3106251" y="2193911"/>
            <a:ext cx="184449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659FD87A-27A5-0DE3-01CA-978BA2E0A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091116"/>
              </p:ext>
            </p:extLst>
          </p:nvPr>
        </p:nvGraphicFramePr>
        <p:xfrm>
          <a:off x="1991426" y="2771836"/>
          <a:ext cx="6475407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187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951304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951304">
                  <a:extLst>
                    <a:ext uri="{9D8B030D-6E8A-4147-A177-3AD203B41FA5}">
                      <a16:colId xmlns:a16="http://schemas.microsoft.com/office/drawing/2014/main" val="2753607981"/>
                    </a:ext>
                  </a:extLst>
                </a:gridCol>
                <a:gridCol w="79722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625263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통화구분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RATE2025</a:t>
                      </a:r>
                      <a:r>
                        <a:rPr kumimoji="0" lang="en-US" altLang="ko-KR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-WKND-DELUXE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</a:t>
                      </a: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~ </a:t>
                      </a:r>
                      <a:r>
                        <a:rPr kumimoji="0" lang="en-US" altLang="ko-KR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0A1CB163-243F-6F3A-9A05-1FF0A5009F81}"/>
              </a:ext>
            </a:extLst>
          </p:cNvPr>
          <p:cNvSpPr/>
          <p:nvPr/>
        </p:nvSpPr>
        <p:spPr>
          <a:xfrm>
            <a:off x="4818850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E579389E-BF41-3B72-5106-2451C846AEF7}"/>
              </a:ext>
            </a:extLst>
          </p:cNvPr>
          <p:cNvSpPr/>
          <p:nvPr/>
        </p:nvSpPr>
        <p:spPr>
          <a:xfrm>
            <a:off x="5308195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BA04858C-CECC-07FF-8E22-A370E404BE09}"/>
              </a:ext>
            </a:extLst>
          </p:cNvPr>
          <p:cNvGrpSpPr/>
          <p:nvPr/>
        </p:nvGrpSpPr>
        <p:grpSpPr>
          <a:xfrm>
            <a:off x="8480291" y="2764681"/>
            <a:ext cx="90244" cy="2190572"/>
            <a:chOff x="8879645" y="4358558"/>
            <a:chExt cx="96675" cy="1950762"/>
          </a:xfrm>
        </p:grpSpPr>
        <p:sp>
          <p:nvSpPr>
            <p:cNvPr id="153" name="모서리가 둥근 직사각형 152">
              <a:extLst>
                <a:ext uri="{FF2B5EF4-FFF2-40B4-BE49-F238E27FC236}">
                  <a16:creationId xmlns:a16="http://schemas.microsoft.com/office/drawing/2014/main" id="{CEB26728-1072-B8D8-8A76-5609866996A0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4" name="모서리가 둥근 직사각형 170">
              <a:extLst>
                <a:ext uri="{FF2B5EF4-FFF2-40B4-BE49-F238E27FC236}">
                  <a16:creationId xmlns:a16="http://schemas.microsoft.com/office/drawing/2014/main" id="{829FDAED-0C39-6AEC-CE2B-ADA6D6669357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55" name="Teardrop 1">
            <a:extLst>
              <a:ext uri="{FF2B5EF4-FFF2-40B4-BE49-F238E27FC236}">
                <a16:creationId xmlns:a16="http://schemas.microsoft.com/office/drawing/2014/main" id="{817FEBB5-A69C-BD2E-CF24-3F0FF5C74201}"/>
              </a:ext>
            </a:extLst>
          </p:cNvPr>
          <p:cNvSpPr/>
          <p:nvPr/>
        </p:nvSpPr>
        <p:spPr>
          <a:xfrm rot="16200000" flipH="1" flipV="1">
            <a:off x="5217908" y="52462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9D9AC79-EF09-F6A1-29F0-284B0CBF00BC}"/>
              </a:ext>
            </a:extLst>
          </p:cNvPr>
          <p:cNvSpPr/>
          <p:nvPr/>
        </p:nvSpPr>
        <p:spPr>
          <a:xfrm>
            <a:off x="7625068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8EC7B029-D0C8-6C9D-00B0-E0A4328ABF7C}"/>
              </a:ext>
            </a:extLst>
          </p:cNvPr>
          <p:cNvSpPr/>
          <p:nvPr/>
        </p:nvSpPr>
        <p:spPr>
          <a:xfrm>
            <a:off x="8051396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58" name="Pagination">
            <a:extLst>
              <a:ext uri="{FF2B5EF4-FFF2-40B4-BE49-F238E27FC236}">
                <a16:creationId xmlns:a16="http://schemas.microsoft.com/office/drawing/2014/main" id="{8D0692B0-925C-2EC5-FB46-703FBBD886AD}"/>
              </a:ext>
            </a:extLst>
          </p:cNvPr>
          <p:cNvSpPr txBox="1"/>
          <p:nvPr/>
        </p:nvSpPr>
        <p:spPr>
          <a:xfrm>
            <a:off x="4622137" y="505590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CEBC68C0-089D-D1D1-1D31-1275BE5D4399}"/>
              </a:ext>
            </a:extLst>
          </p:cNvPr>
          <p:cNvGrpSpPr/>
          <p:nvPr/>
        </p:nvGrpSpPr>
        <p:grpSpPr>
          <a:xfrm>
            <a:off x="1987054" y="2489577"/>
            <a:ext cx="1777609" cy="200055"/>
            <a:chOff x="1446413" y="1981347"/>
            <a:chExt cx="1777609" cy="200055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715DC8E-B627-6393-5A5C-4D89AD578935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8F7F9D1E-77CB-F195-73A5-8B06B835CF3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164" name="Text Box">
                <a:extLst>
                  <a:ext uri="{FF2B5EF4-FFF2-40B4-BE49-F238E27FC236}">
                    <a16:creationId xmlns:a16="http://schemas.microsoft.com/office/drawing/2014/main" id="{91125062-B48D-961A-184A-2D995C604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65" name="Chevron Left">
                <a:extLst>
                  <a:ext uri="{FF2B5EF4-FFF2-40B4-BE49-F238E27FC236}">
                    <a16:creationId xmlns:a16="http://schemas.microsoft.com/office/drawing/2014/main" id="{61915AAE-5261-45D5-CF07-5AF129BE57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85" name="Click">
            <a:extLst>
              <a:ext uri="{FF2B5EF4-FFF2-40B4-BE49-F238E27FC236}">
                <a16:creationId xmlns:a16="http://schemas.microsoft.com/office/drawing/2014/main" id="{360E2C15-EABB-2A6B-17DC-9798A85A599E}"/>
              </a:ext>
            </a:extLst>
          </p:cNvPr>
          <p:cNvGrpSpPr>
            <a:grpSpLocks noChangeAspect="1"/>
          </p:cNvGrpSpPr>
          <p:nvPr/>
        </p:nvGrpSpPr>
        <p:grpSpPr>
          <a:xfrm>
            <a:off x="8159765" y="3784586"/>
            <a:ext cx="299298" cy="426545"/>
            <a:chOff x="5294313" y="2197100"/>
            <a:chExt cx="530225" cy="755651"/>
          </a:xfrm>
        </p:grpSpPr>
        <p:sp>
          <p:nvSpPr>
            <p:cNvPr id="186" name="Arrow Cursor">
              <a:extLst>
                <a:ext uri="{FF2B5EF4-FFF2-40B4-BE49-F238E27FC236}">
                  <a16:creationId xmlns:a16="http://schemas.microsoft.com/office/drawing/2014/main" id="{413179C8-DC26-3820-D57E-F8A7589D254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87" name="Click">
              <a:extLst>
                <a:ext uri="{FF2B5EF4-FFF2-40B4-BE49-F238E27FC236}">
                  <a16:creationId xmlns:a16="http://schemas.microsoft.com/office/drawing/2014/main" id="{819EEE33-3EAF-72AC-C936-25C020E461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88" name="Teardrop 1">
            <a:extLst>
              <a:ext uri="{FF2B5EF4-FFF2-40B4-BE49-F238E27FC236}">
                <a16:creationId xmlns:a16="http://schemas.microsoft.com/office/drawing/2014/main" id="{448F98B7-AF58-E264-E3A5-6830A5602EEE}"/>
              </a:ext>
            </a:extLst>
          </p:cNvPr>
          <p:cNvSpPr/>
          <p:nvPr/>
        </p:nvSpPr>
        <p:spPr>
          <a:xfrm rot="16200000" flipH="1" flipV="1">
            <a:off x="7878285" y="36790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BF61A05-BC09-72A9-E743-D7D28AA67CDF}"/>
              </a:ext>
            </a:extLst>
          </p:cNvPr>
          <p:cNvGrpSpPr/>
          <p:nvPr/>
        </p:nvGrpSpPr>
        <p:grpSpPr>
          <a:xfrm>
            <a:off x="8099081" y="3013561"/>
            <a:ext cx="120020" cy="1882018"/>
            <a:chOff x="8006676" y="2589288"/>
            <a:chExt cx="120020" cy="1882018"/>
          </a:xfrm>
        </p:grpSpPr>
        <p:grpSp>
          <p:nvGrpSpPr>
            <p:cNvPr id="5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05AF5347-B454-87F7-A483-93AECACDFFD8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133" name="Circle">
                <a:extLst>
                  <a:ext uri="{FF2B5EF4-FFF2-40B4-BE49-F238E27FC236}">
                    <a16:creationId xmlns:a16="http://schemas.microsoft.com/office/drawing/2014/main" id="{C5B83D3E-9695-91C1-418E-8260BE58D2A4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4" name="Check">
                <a:extLst>
                  <a:ext uri="{FF2B5EF4-FFF2-40B4-BE49-F238E27FC236}">
                    <a16:creationId xmlns:a16="http://schemas.microsoft.com/office/drawing/2014/main" id="{5960E132-CEBB-53E8-4C2C-D4ECBEBD7B59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0" name="Circle">
              <a:extLst>
                <a:ext uri="{FF2B5EF4-FFF2-40B4-BE49-F238E27FC236}">
                  <a16:creationId xmlns:a16="http://schemas.microsoft.com/office/drawing/2014/main" id="{D34472BA-F102-C343-8E70-1719E11BEBAA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Circle">
              <a:extLst>
                <a:ext uri="{FF2B5EF4-FFF2-40B4-BE49-F238E27FC236}">
                  <a16:creationId xmlns:a16="http://schemas.microsoft.com/office/drawing/2014/main" id="{94762271-F314-086C-1CF8-2752D00E5F38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DDD92101-8FB4-6080-B672-AC1A73CAE347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DC4A6A9E-B33E-F1C7-1E0B-4AABEA841ECB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Circle">
              <a:extLst>
                <a:ext uri="{FF2B5EF4-FFF2-40B4-BE49-F238E27FC236}">
                  <a16:creationId xmlns:a16="http://schemas.microsoft.com/office/drawing/2014/main" id="{04F3C2BE-059C-E4D6-82DB-2577531CF00F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9" name="Circle">
              <a:extLst>
                <a:ext uri="{FF2B5EF4-FFF2-40B4-BE49-F238E27FC236}">
                  <a16:creationId xmlns:a16="http://schemas.microsoft.com/office/drawing/2014/main" id="{B8908D14-06A0-D0DB-3537-585D1C2FC96A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0" name="Circle">
              <a:extLst>
                <a:ext uri="{FF2B5EF4-FFF2-40B4-BE49-F238E27FC236}">
                  <a16:creationId xmlns:a16="http://schemas.microsoft.com/office/drawing/2014/main" id="{27B36B50-CE8E-51F7-46ED-521927AF8F9A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1" name="Circle">
              <a:extLst>
                <a:ext uri="{FF2B5EF4-FFF2-40B4-BE49-F238E27FC236}">
                  <a16:creationId xmlns:a16="http://schemas.microsoft.com/office/drawing/2014/main" id="{26F959EA-4B0D-DCF3-EB7F-B7A234E071C1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2" name="Circle">
              <a:extLst>
                <a:ext uri="{FF2B5EF4-FFF2-40B4-BE49-F238E27FC236}">
                  <a16:creationId xmlns:a16="http://schemas.microsoft.com/office/drawing/2014/main" id="{A4A5F2A3-DD9D-66C4-CF3B-78682456882B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D5A28E91-5A73-780B-B9EE-C70E53E75098}"/>
              </a:ext>
            </a:extLst>
          </p:cNvPr>
          <p:cNvGrpSpPr/>
          <p:nvPr/>
        </p:nvGrpSpPr>
        <p:grpSpPr>
          <a:xfrm>
            <a:off x="3106251" y="1910742"/>
            <a:ext cx="2593082" cy="242067"/>
            <a:chOff x="2279979" y="1223052"/>
            <a:chExt cx="2593082" cy="242067"/>
          </a:xfrm>
        </p:grpSpPr>
        <p:sp>
          <p:nvSpPr>
            <p:cNvPr id="191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06F8337-39F5-3244-0ABE-CCDE353D32CC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18C0958-0DB0-34B2-A8C5-A90B04A48D39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19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11B03AE-3F2E-9514-5310-AF93071FE521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19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BECD226-83B7-CF78-D2EB-DFBC5A45715C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19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2A0637B-FEEE-FDEA-D4BA-8626DEDEC9B1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80B2B0C-3787-2B1C-A344-13E28D17EACE}"/>
              </a:ext>
            </a:extLst>
          </p:cNvPr>
          <p:cNvSpPr txBox="1"/>
          <p:nvPr/>
        </p:nvSpPr>
        <p:spPr>
          <a:xfrm>
            <a:off x="3735598" y="1047495"/>
            <a:ext cx="29969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17FE39-9226-96C8-6C52-70D36B68342D}"/>
              </a:ext>
            </a:extLst>
          </p:cNvPr>
          <p:cNvSpPr/>
          <p:nvPr/>
        </p:nvSpPr>
        <p:spPr bwMode="auto">
          <a:xfrm>
            <a:off x="-105734" y="3112192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83184C-F4FA-DE17-8BE1-7250C9522B42}"/>
              </a:ext>
            </a:extLst>
          </p:cNvPr>
          <p:cNvSpPr/>
          <p:nvPr/>
        </p:nvSpPr>
        <p:spPr>
          <a:xfrm>
            <a:off x="-14" y="808615"/>
            <a:ext cx="1444756" cy="251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객실관리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그룹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객실 타입 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옵션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유료 옵션관리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레이트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프로모션 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프로모션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6942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82875</TotalTime>
  <Words>8202</Words>
  <Application>Microsoft Macintosh PowerPoint</Application>
  <PresentationFormat>와이드스크린</PresentationFormat>
  <Paragraphs>3277</Paragraphs>
  <Slides>40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0" baseType="lpstr">
      <vt:lpstr>굴림</vt:lpstr>
      <vt:lpstr>NanumGothic</vt:lpstr>
      <vt:lpstr>NanumGothic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객실 그룹 관리 리스트</vt:lpstr>
      <vt:lpstr>객실 그룹 관리 등록</vt:lpstr>
      <vt:lpstr>객실 그룹 관리 수정</vt:lpstr>
      <vt:lpstr>PowerPoint 프레젠테이션</vt:lpstr>
      <vt:lpstr>객실 타입 관리 리스트</vt:lpstr>
      <vt:lpstr>객실 타입 관리 등록</vt:lpstr>
      <vt:lpstr>객실 타입 관리 수정/상세</vt:lpstr>
      <vt:lpstr>클래스 조회 팝업</vt:lpstr>
      <vt:lpstr>배드 선택 무료 옵션 팝업</vt:lpstr>
      <vt:lpstr>뷰 선택 무료 옵션 팝업</vt:lpstr>
      <vt:lpstr>객실 어메니티 선택 무료 옵션 팝업</vt:lpstr>
      <vt:lpstr>층/호수 선택 팝업 (등록)</vt:lpstr>
      <vt:lpstr>층/호수 선택 팝업 (수정/상세)</vt:lpstr>
      <vt:lpstr>PowerPoint 프레젠테이션</vt:lpstr>
      <vt:lpstr>무료 옵션 관리 리스트</vt:lpstr>
      <vt:lpstr>무료 옵션 관리 등록</vt:lpstr>
      <vt:lpstr>무료 옵션 관리 수정/상세</vt:lpstr>
      <vt:lpstr>PowerPoint 프레젠테이션</vt:lpstr>
      <vt:lpstr>유료 옵션 관리 리스트</vt:lpstr>
      <vt:lpstr>유료 옵션 관리 등록</vt:lpstr>
      <vt:lpstr>유료 옵션 관리 수정/상세</vt:lpstr>
      <vt:lpstr>PowerPoint 프레젠테이션</vt:lpstr>
      <vt:lpstr>레이트 관리 리스트</vt:lpstr>
      <vt:lpstr>레이트 관리 등록</vt:lpstr>
      <vt:lpstr>레이트 관리 등록</vt:lpstr>
      <vt:lpstr>레이트 관리 등록</vt:lpstr>
      <vt:lpstr>레이트 관리 수정/상세</vt:lpstr>
      <vt:lpstr>레이트 관리 수정/상세</vt:lpstr>
      <vt:lpstr>레이트 관리 수정/상세</vt:lpstr>
      <vt:lpstr>마켓코드 조회 팝업</vt:lpstr>
      <vt:lpstr>객실 조회 팝업</vt:lpstr>
      <vt:lpstr>유료 옵션 선택 팝업</vt:lpstr>
      <vt:lpstr>PowerPoint 프레젠테이션</vt:lpstr>
      <vt:lpstr>프로모션 코드 관리 리스트</vt:lpstr>
      <vt:lpstr>프로모션 코드 등록</vt:lpstr>
      <vt:lpstr>프로모션 코드 수정/상세</vt:lpstr>
      <vt:lpstr>레이트 코드 조회 팝업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13629</cp:revision>
  <cp:lastPrinted>2021-10-07T06:19:02Z</cp:lastPrinted>
  <dcterms:created xsi:type="dcterms:W3CDTF">2008-07-01T10:06:20Z</dcterms:created>
  <dcterms:modified xsi:type="dcterms:W3CDTF">2026-03-07T04:14:47Z</dcterms:modified>
</cp:coreProperties>
</file>