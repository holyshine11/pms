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932"/>
  </p:normalViewPr>
  <p:slideViewPr>
    <p:cSldViewPr>
      <p:cViewPr>
        <p:scale>
          <a:sx n="96" d="100"/>
          <a:sy n="96" d="100"/>
        </p:scale>
        <p:origin x="1912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63964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84772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66906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916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028500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52949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99357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8997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747085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5971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5944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53D765-EB7D-7948-94A9-9F9E2E6C09EB}" type="datetimeFigureOut">
              <a:rPr kumimoji="1" lang="ko-KR" altLang="en-US" smtClean="0"/>
              <a:t>2026. 3. 9.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355530-4089-3941-A445-E256190ECF9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47669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1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1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1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1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338D1A1-D120-209E-0369-793028DA2B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593547"/>
              </p:ext>
            </p:extLst>
          </p:nvPr>
        </p:nvGraphicFramePr>
        <p:xfrm>
          <a:off x="335362" y="179289"/>
          <a:ext cx="11593291" cy="8718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0697">
                  <a:extLst>
                    <a:ext uri="{9D8B030D-6E8A-4147-A177-3AD203B41FA5}">
                      <a16:colId xmlns:a16="http://schemas.microsoft.com/office/drawing/2014/main" val="2830042983"/>
                    </a:ext>
                  </a:extLst>
                </a:gridCol>
                <a:gridCol w="1530697">
                  <a:extLst>
                    <a:ext uri="{9D8B030D-6E8A-4147-A177-3AD203B41FA5}">
                      <a16:colId xmlns:a16="http://schemas.microsoft.com/office/drawing/2014/main" val="3985964161"/>
                    </a:ext>
                  </a:extLst>
                </a:gridCol>
                <a:gridCol w="1530697">
                  <a:extLst>
                    <a:ext uri="{9D8B030D-6E8A-4147-A177-3AD203B41FA5}">
                      <a16:colId xmlns:a16="http://schemas.microsoft.com/office/drawing/2014/main" val="1568351442"/>
                    </a:ext>
                  </a:extLst>
                </a:gridCol>
                <a:gridCol w="1750300">
                  <a:extLst>
                    <a:ext uri="{9D8B030D-6E8A-4147-A177-3AD203B41FA5}">
                      <a16:colId xmlns:a16="http://schemas.microsoft.com/office/drawing/2014/main" val="971499496"/>
                    </a:ext>
                  </a:extLst>
                </a:gridCol>
                <a:gridCol w="1750300">
                  <a:extLst>
                    <a:ext uri="{9D8B030D-6E8A-4147-A177-3AD203B41FA5}">
                      <a16:colId xmlns:a16="http://schemas.microsoft.com/office/drawing/2014/main" val="1069477083"/>
                    </a:ext>
                  </a:extLst>
                </a:gridCol>
                <a:gridCol w="1750300">
                  <a:extLst>
                    <a:ext uri="{9D8B030D-6E8A-4147-A177-3AD203B41FA5}">
                      <a16:colId xmlns:a16="http://schemas.microsoft.com/office/drawing/2014/main" val="1111946754"/>
                    </a:ext>
                  </a:extLst>
                </a:gridCol>
                <a:gridCol w="1750300">
                  <a:extLst>
                    <a:ext uri="{9D8B030D-6E8A-4147-A177-3AD203B41FA5}">
                      <a16:colId xmlns:a16="http://schemas.microsoft.com/office/drawing/2014/main" val="3997080776"/>
                    </a:ext>
                  </a:extLst>
                </a:gridCol>
              </a:tblGrid>
              <a:tr h="332306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메뉴</a:t>
                      </a:r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/</a:t>
                      </a:r>
                      <a:r>
                        <a:rPr lang="ko-KR" altLang="en-US" sz="11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SUPER_ADMIN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ADMIN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HOTEL_ADMIN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" altLang="ko-KR" sz="1100" b="1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PROPERTY_ADMIN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385560"/>
                  </a:ext>
                </a:extLst>
              </a:tr>
              <a:tr h="46913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kern="120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1 Depth</a:t>
                      </a:r>
                      <a:endParaRPr lang="ko-KR" altLang="en-US" sz="900" b="1" i="0" kern="120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2 Depth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3 Depth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</a:t>
                      </a:r>
                      <a:endParaRPr lang="en-US" altLang="ko-KR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(1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개의 슈퍼계정만 존재</a:t>
                      </a:r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슈퍼어드민이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할당한 </a:t>
                      </a:r>
                      <a:r>
                        <a:rPr lang="ko-KR" altLang="en-US" sz="900" b="1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어드민</a:t>
                      </a:r>
                      <a:endParaRPr lang="en-US" altLang="ko-KR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 직원들 계정</a:t>
                      </a:r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호텔체인 대표 계정</a:t>
                      </a:r>
                      <a:endParaRPr lang="en-US" altLang="ko-KR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 </a:t>
                      </a:r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신라호텔</a:t>
                      </a:r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)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각 호텔 지점 계정</a:t>
                      </a:r>
                      <a:endParaRPr lang="en-US" altLang="ko-KR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(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 </a:t>
                      </a:r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: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서울 신라호텔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6098673"/>
                  </a:ext>
                </a:extLst>
              </a:tr>
              <a:tr h="293211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1449270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818113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796374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마켓코드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001826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층 코드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8771269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호수 코드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5278785"/>
                  </a:ext>
                </a:extLst>
              </a:tr>
              <a:tr h="29321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회원관리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915302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블루웨이브 관리자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5516220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관리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8227787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3988945"/>
                  </a:ext>
                </a:extLst>
              </a:tr>
              <a:tr h="29321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권한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586306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호텔 관리자 권한관리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4699174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프로퍼티 관리자 권한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-</a:t>
                      </a:r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5144844"/>
                  </a:ext>
                </a:extLst>
              </a:tr>
              <a:tr h="293211">
                <a:tc rowSpan="9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i="0" kern="120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i="0" kern="120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8709941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객실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i="0" kern="120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2533400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그룹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전체 호텔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122754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객실 타입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전체 호텔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8367739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900" b="1" i="0" kern="120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서비스 옵션관리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lang="ko-KR" altLang="en-US" sz="900" b="1" i="0" kern="120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kern="1200" noProof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3250183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무료 옵션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전체 호텔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555187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유료 옵션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전체 호텔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70119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 err="1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 err="1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레이트</a:t>
                      </a:r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전체 호텔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798900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프로모션 코드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전체 호텔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6494190"/>
                  </a:ext>
                </a:extLst>
              </a:tr>
              <a:tr h="29321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6125111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예약관리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전체 호텔</a:t>
                      </a: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프로퍼티 확인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권한 관리에서 설정 기준 적용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2333426"/>
                  </a:ext>
                </a:extLst>
              </a:tr>
              <a:tr h="29321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bg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시스템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424338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그룹코드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982470"/>
                  </a:ext>
                </a:extLst>
              </a:tr>
              <a:tr h="29321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bg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dirty="0">
                          <a:solidFill>
                            <a:schemeClr val="tx1"/>
                          </a:solidFill>
                          <a:latin typeface="NanumGothic" panose="020D0604000000000000" pitchFamily="34" charset="-127"/>
                          <a:ea typeface="NanumGothic" panose="020D0604000000000000" pitchFamily="34" charset="-127"/>
                        </a:rPr>
                        <a:t>공통코드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i="0" dirty="0">
                        <a:solidFill>
                          <a:schemeClr val="tx1"/>
                        </a:solidFill>
                        <a:latin typeface="NanumGothic" panose="020D0604000000000000" pitchFamily="34" charset="-127"/>
                        <a:ea typeface="NanumGothic" panose="020D0604000000000000" pitchFamily="34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O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NanumGothic" panose="020D0604000000000000" pitchFamily="34" charset="-127"/>
                          <a:ea typeface="NanumGothic" panose="020D0604000000000000" pitchFamily="34" charset="-127"/>
                          <a:cs typeface="+mn-cs"/>
                        </a:rPr>
                        <a:t>X</a:t>
                      </a:r>
                      <a:endParaRPr kumimoji="0" lang="ko-KR" alt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NanumGothic" panose="020D0604000000000000" pitchFamily="34" charset="-127"/>
                        <a:ea typeface="NanumGothic" panose="020D0604000000000000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7030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70189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280</TotalTime>
  <Words>322</Words>
  <Application>Microsoft Macintosh PowerPoint</Application>
  <PresentationFormat>사용자 지정</PresentationFormat>
  <Paragraphs>131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Aptos</vt:lpstr>
      <vt:lpstr>Aptos Display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성광 박</dc:creator>
  <cp:lastModifiedBy>성광 박</cp:lastModifiedBy>
  <cp:revision>51</cp:revision>
  <dcterms:created xsi:type="dcterms:W3CDTF">2026-03-05T06:20:18Z</dcterms:created>
  <dcterms:modified xsi:type="dcterms:W3CDTF">2026-03-09T04:07:50Z</dcterms:modified>
</cp:coreProperties>
</file>